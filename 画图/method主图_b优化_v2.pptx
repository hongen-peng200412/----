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60" r:id="rId3"/>
    <p:sldId id="259" r:id="rId4"/>
    <p:sldId id="258" r:id="rId5"/>
  </p:sldIdLst>
  <p:sldSz cx="5256213" cy="6242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8A2B"/>
    <a:srgbClr val="A58EC9"/>
    <a:srgbClr val="799ECF"/>
    <a:srgbClr val="B3CDF1"/>
    <a:srgbClr val="719F94"/>
    <a:srgbClr val="C8E5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94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083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V2 — 双编码器并行</a:t>
            </a:r>
          </a:p>
          <a:p>
            <a:r>
              <a:t>候选与配体两个编码器并排，各自向下形成表示，并在底部汇入评分。优点是两侧独立性和读出关系直观；不足是候选侧仍需克制地控制细节。</a:t>
            </a:r>
          </a:p>
          <a:p>
            <a:endParaRPr/>
          </a:p>
          <a:p>
            <a:r>
              <a:t>这张图与 Overview 分工：Overview 讲整体任务，此图解释 Methods。密度输入、通道堆叠，以及 b 部分的 U-Net 特征块和受体原子采用独立高分辨率示意素材；文字、边框、连线及其余原有对象保持可编辑。按语义分组，可逐层取消组合。</a:t>
            </a:r>
          </a:p>
          <a:p>
            <a:endParaRPr/>
          </a:p>
          <a:p>
            <a:r>
              <a:t>绘图依据：论文草稿.nature.Stage1更新.docx / 论文草稿.operation.docx 中统一输入、Stage1-Find、Stage2-Match、Stage3-Build 方法段落；以及用户在历史图片上的批注与本轮要求。</a:t>
            </a:r>
          </a:p>
          <a:p>
            <a:r>
              <a:t>科学关系：密度由 4 × 2 × 7 构成 56 通道；受体原子有 50 维特征。受体嵌入通过 soft scatter 为体素分支供特征，同时为点云分支供真实原子表示；伪原子来自 binding-area 采样。多尺度信息只由 voxel 向 point 注入。PTV3 中真实原子为较大浅色球、伪原子为较小橙色实心菱形。</a:t>
            </a:r>
          </a:p>
          <a:p>
            <a:r>
              <a:t>Match 的 U-Net 只输出 h_j^vox；基础摘要一方面进入 FiLM 作为被调制对象，另一方面作为交叉注意力查询。口袋与 local cues（blob、伪原子）在图中独立，池化与注意力是并行读出。摘要拼接后经 MLP 为 FiLM 提供条件。示意不规定不同特征类型之间的参数共享、MLP 数量或逐次调制顺序。配体语言向量分别读取自身图与其他身份语言向量；两个编码器只在评分处汇合，前景头独立。</a:t>
            </a:r>
          </a:p>
          <a:p>
            <a:r>
              <a:t>Build 的 site p 来自 Find，配体身份以 SMILES 表示，结合口袋一起进入默认密度适配 PocketXMol 或符合适用条件的其他 docking 工具。默认分支与工具分支并列，非串联；不强行将其他工具定义为“无密度”。</a:t>
            </a:r>
          </a:p>
          <a:p>
            <a:endParaRPr/>
          </a:p>
          <a:p>
            <a:r>
              <a:t>抽象与限制：模型尺度仅作代表性展开，不表示实际层数/宽度；Find 的候选阈值与 Gaussian 候选打分未展开；recycle 以成对状态符号表示，并非 PTV3 内任意跳连。所有受体/概率/blob/化学结构/矩阵都是合成示意，不是真实 PDB、实验密度或预测成绩。受体原子概率颜色为蓝—白—红，没有密度背景。正式投稿时可替换少量示意为统一样本的真实渲染，箭头与文字仍保持矢量。</a:t>
            </a:r>
          </a:p>
          <a:p>
            <a:endParaRPr/>
          </a:p>
          <a:p>
            <a:r>
              <a:t>页面尺寸：146 × 173.375 mm；正文主要标签约 7–9 pt，小型数学下标与次级标签更小。建议把 146 mm 和 159 mm 两种插入尺寸一起检查。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37EA6-2ECE-DCA0-2243-3B39CD225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93496-ABD8-136F-1A0E-FA6BF5476B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06279-C08F-8FFA-BF20-1E70BA4E6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V2 — 双编码器并行</a:t>
            </a:r>
          </a:p>
          <a:p>
            <a:r>
              <a:t>候选与配体两个编码器并排，各自向下形成表示，并在底部汇入评分。优点是两侧独立性和读出关系直观；不足是候选侧仍需克制地控制细节。</a:t>
            </a:r>
          </a:p>
          <a:p>
            <a:endParaRPr/>
          </a:p>
          <a:p>
            <a:r>
              <a:t>这张图与 Overview 分工：Overview 讲整体任务，此图解释 Methods。密度输入、通道堆叠，以及 b 部分的 U-Net 特征块和受体原子采用独立高分辨率示意素材；文字、边框、连线及其余原有对象保持可编辑。按语义分组，可逐层取消组合。</a:t>
            </a:r>
          </a:p>
          <a:p>
            <a:endParaRPr/>
          </a:p>
          <a:p>
            <a:r>
              <a:t>绘图依据：论文草稿.nature.Stage1更新.docx / 论文草稿.operation.docx 中统一输入、Stage1-Find、Stage2-Match、Stage3-Build 方法段落；以及用户在历史图片上的批注与本轮要求。</a:t>
            </a:r>
          </a:p>
          <a:p>
            <a:r>
              <a:t>科学关系：密度由 4 × 2 × 7 构成 56 通道；受体原子有 50 维特征。受体嵌入通过 soft scatter 为体素分支供特征，同时为点云分支供真实原子表示；伪原子来自 binding-area 采样。多尺度信息只由 voxel 向 point 注入。PTV3 中真实原子为较大浅色球、伪原子为较小橙色实心菱形。</a:t>
            </a:r>
          </a:p>
          <a:p>
            <a:r>
              <a:t>Match 的 U-Net 只输出 h_j^vox；基础摘要一方面进入 FiLM 作为被调制对象，另一方面作为交叉注意力查询。口袋与 local cues（blob、伪原子）在图中独立，池化与注意力是并行读出。摘要拼接后经 MLP 为 FiLM 提供条件。示意不规定不同特征类型之间的参数共享、MLP 数量或逐次调制顺序。配体语言向量分别读取自身图与其他身份语言向量；两个编码器只在评分处汇合，前景头独立。</a:t>
            </a:r>
          </a:p>
          <a:p>
            <a:r>
              <a:t>Build 的 site p 来自 Find，配体身份以 SMILES 表示，结合口袋一起进入默认密度适配 PocketXMol 或符合适用条件的其他 docking 工具。默认分支与工具分支并列，非串联；不强行将其他工具定义为“无密度”。</a:t>
            </a:r>
          </a:p>
          <a:p>
            <a:endParaRPr/>
          </a:p>
          <a:p>
            <a:r>
              <a:t>抽象与限制：模型尺度仅作代表性展开，不表示实际层数/宽度；Find 的候选阈值与 Gaussian 候选打分未展开；recycle 以成对状态符号表示，并非 PTV3 内任意跳连。所有受体/概率/blob/化学结构/矩阵都是合成示意，不是真实 PDB、实验密度或预测成绩。受体原子概率颜色为蓝—白—红，没有密度背景。正式投稿时可替换少量示意为统一样本的真实渲染，箭头与文字仍保持矢量。</a:t>
            </a:r>
          </a:p>
          <a:p>
            <a:endParaRPr/>
          </a:p>
          <a:p>
            <a:r>
              <a:t>页面尺寸：146 × 173.375 mm；正文主要标签约 7–9 pt，小型数学下标与次级标签更小。建议把 146 mm 和 159 mm 两种插入尺寸一起检查。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865EF-1DFB-31C9-87E4-2F14D67E3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60523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2 — 双编码器并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_0001"/>
          <p:cNvSpPr/>
          <p:nvPr/>
        </p:nvSpPr>
        <p:spPr>
          <a:xfrm>
            <a:off x="65700" y="65700"/>
            <a:ext cx="893520" cy="5272425"/>
          </a:xfrm>
          <a:prstGeom prst="roundRect">
            <a:avLst>
              <a:gd name="adj" fmla="val 4412"/>
            </a:avLst>
          </a:prstGeom>
          <a:solidFill>
            <a:srgbClr val="F9FBFD"/>
          </a:solidFill>
          <a:ln w="6480" cap="rnd" cmpd="sng" algn="ctr">
            <a:solidFill>
              <a:srgbClr val="C3D2E0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4" name="a | panel label"/>
          <p:cNvSpPr txBox="1"/>
          <p:nvPr/>
        </p:nvSpPr>
        <p:spPr>
          <a:xfrm>
            <a:off x="128115" y="85410"/>
            <a:ext cx="138029" cy="1912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1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a</a:t>
            </a:r>
            <a:endParaRPr lang="en-US" sz="1061"/>
          </a:p>
        </p:txBody>
      </p:sp>
      <p:grpSp>
        <p:nvGrpSpPr>
          <p:cNvPr id="5" name="Text | Shared input / representation"/>
          <p:cNvGrpSpPr/>
          <p:nvPr/>
        </p:nvGrpSpPr>
        <p:grpSpPr>
          <a:xfrm>
            <a:off x="266085" y="108405"/>
            <a:ext cx="835165" cy="256821"/>
            <a:chOff x="266085" y="108405"/>
            <a:chExt cx="835165" cy="256821"/>
          </a:xfrm>
        </p:grpSpPr>
        <p:sp>
          <p:nvSpPr>
            <p:cNvPr id="6" name="Text | Shared input"/>
            <p:cNvSpPr txBox="1"/>
            <p:nvPr/>
          </p:nvSpPr>
          <p:spPr>
            <a:xfrm>
              <a:off x="266085" y="108405"/>
              <a:ext cx="729063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Shared input</a:t>
              </a:r>
              <a:endParaRPr lang="en-US" sz="750"/>
            </a:p>
          </p:txBody>
        </p:sp>
        <p:sp>
          <p:nvSpPr>
            <p:cNvPr id="7" name="Text | representation"/>
            <p:cNvSpPr txBox="1"/>
            <p:nvPr/>
          </p:nvSpPr>
          <p:spPr>
            <a:xfrm>
              <a:off x="266085" y="229950"/>
              <a:ext cx="835165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representation</a:t>
              </a:r>
              <a:endParaRPr lang="en-US" sz="750" dirty="0"/>
            </a:p>
          </p:txBody>
        </p:sp>
      </p:grpSp>
      <p:sp>
        <p:nvSpPr>
          <p:cNvPr id="9" name="Text | Density bank"/>
          <p:cNvSpPr txBox="1"/>
          <p:nvPr/>
        </p:nvSpPr>
        <p:spPr>
          <a:xfrm>
            <a:off x="138600" y="468000"/>
            <a:ext cx="747720" cy="144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Density bank</a:t>
            </a:r>
            <a:endParaRPr lang="en-US" sz="740" dirty="0"/>
          </a:p>
        </p:txBody>
      </p:sp>
      <p:sp>
        <p:nvSpPr>
          <p:cNvPr id="138" name="Text | M"/>
          <p:cNvSpPr txBox="1"/>
          <p:nvPr/>
        </p:nvSpPr>
        <p:spPr>
          <a:xfrm>
            <a:off x="127800" y="993600"/>
            <a:ext cx="36000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" b="0" i="1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530" b="0" i="0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exp</a:t>
            </a:r>
            <a:endParaRPr lang="en-US" sz="660" dirty="0"/>
          </a:p>
        </p:txBody>
      </p:sp>
      <p:sp>
        <p:nvSpPr>
          <p:cNvPr id="266" name="Text | M"/>
          <p:cNvSpPr txBox="1"/>
          <p:nvPr/>
        </p:nvSpPr>
        <p:spPr>
          <a:xfrm>
            <a:off x="537120" y="993600"/>
            <a:ext cx="36000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" b="0" i="1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530" b="0" i="0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sim</a:t>
            </a:r>
            <a:endParaRPr lang="en-US" sz="660" dirty="0"/>
          </a:p>
        </p:txBody>
      </p:sp>
      <p:sp>
        <p:nvSpPr>
          <p:cNvPr id="394" name="Text | M"/>
          <p:cNvSpPr txBox="1"/>
          <p:nvPr/>
        </p:nvSpPr>
        <p:spPr>
          <a:xfrm>
            <a:off x="127800" y="1461600"/>
            <a:ext cx="36000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" b="0" i="1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530" b="0" i="0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diff</a:t>
            </a:r>
            <a:endParaRPr lang="en-US" sz="660" dirty="0"/>
          </a:p>
        </p:txBody>
      </p:sp>
      <p:sp>
        <p:nvSpPr>
          <p:cNvPr id="522" name="Text | M"/>
          <p:cNvSpPr txBox="1"/>
          <p:nvPr/>
        </p:nvSpPr>
        <p:spPr>
          <a:xfrm>
            <a:off x="537120" y="1461600"/>
            <a:ext cx="36000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" b="0" i="1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530" b="0" i="0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diff</a:t>
            </a:r>
            <a:r>
              <a:rPr lang="en-US" sz="530" b="0" i="0" baseline="30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+</a:t>
            </a:r>
            <a:endParaRPr lang="en-US" sz="660" dirty="0"/>
          </a:p>
        </p:txBody>
      </p:sp>
      <p:cxnSp>
        <p:nvCxnSpPr>
          <p:cNvPr id="523" name="path_0515"/>
          <p:cNvCxnSpPr/>
          <p:nvPr/>
        </p:nvCxnSpPr>
        <p:spPr>
          <a:xfrm>
            <a:off x="187245" y="1609650"/>
            <a:ext cx="650430" cy="0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4" name="path_0516"/>
          <p:cNvCxnSpPr/>
          <p:nvPr/>
        </p:nvCxnSpPr>
        <p:spPr>
          <a:xfrm>
            <a:off x="187245" y="1580085"/>
            <a:ext cx="0" cy="29565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5" name="path_0517"/>
          <p:cNvCxnSpPr/>
          <p:nvPr/>
        </p:nvCxnSpPr>
        <p:spPr>
          <a:xfrm>
            <a:off x="837675" y="1580085"/>
            <a:ext cx="0" cy="29565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6" name="Text | 4 base fields"/>
          <p:cNvSpPr txBox="1"/>
          <p:nvPr/>
        </p:nvSpPr>
        <p:spPr>
          <a:xfrm>
            <a:off x="138600" y="1638000"/>
            <a:ext cx="747720" cy="126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4 base fields</a:t>
            </a:r>
            <a:endParaRPr lang="en-US" sz="690" dirty="0"/>
          </a:p>
        </p:txBody>
      </p:sp>
      <p:grpSp>
        <p:nvGrpSpPr>
          <p:cNvPr id="527" name="a | arrow base fields to normalizations"/>
          <p:cNvGrpSpPr/>
          <p:nvPr/>
        </p:nvGrpSpPr>
        <p:grpSpPr>
          <a:xfrm>
            <a:off x="498548" y="1767330"/>
            <a:ext cx="27824" cy="95265"/>
            <a:chOff x="498548" y="1767330"/>
            <a:chExt cx="27824" cy="95265"/>
          </a:xfrm>
        </p:grpSpPr>
        <p:cxnSp>
          <p:nvCxnSpPr>
            <p:cNvPr id="528" name="Arrow |  →  | path"/>
            <p:cNvCxnSpPr/>
            <p:nvPr/>
          </p:nvCxnSpPr>
          <p:spPr>
            <a:xfrm>
              <a:off x="512460" y="1767330"/>
              <a:ext cx="0" cy="95265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9" name="Arrow |  →  | editable arrowhead"/>
            <p:cNvSpPr/>
            <p:nvPr/>
          </p:nvSpPr>
          <p:spPr>
            <a:xfrm>
              <a:off x="498548" y="1830238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530" name="Text | 2 normalizations"/>
          <p:cNvSpPr txBox="1"/>
          <p:nvPr/>
        </p:nvSpPr>
        <p:spPr>
          <a:xfrm>
            <a:off x="138600" y="1872000"/>
            <a:ext cx="74772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2 normalizations</a:t>
            </a:r>
            <a:endParaRPr lang="en-US" sz="680" dirty="0"/>
          </a:p>
        </p:txBody>
      </p:sp>
      <p:sp>
        <p:nvSpPr>
          <p:cNvPr id="531" name="Text | Raw"/>
          <p:cNvSpPr txBox="1"/>
          <p:nvPr/>
        </p:nvSpPr>
        <p:spPr>
          <a:xfrm>
            <a:off x="131400" y="2039400"/>
            <a:ext cx="352800" cy="1134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Raw</a:t>
            </a:r>
            <a:endParaRPr lang="en-US" sz="620" dirty="0"/>
          </a:p>
        </p:txBody>
      </p:sp>
      <p:sp>
        <p:nvSpPr>
          <p:cNvPr id="532" name="Text | Z-score"/>
          <p:cNvSpPr txBox="1"/>
          <p:nvPr/>
        </p:nvSpPr>
        <p:spPr>
          <a:xfrm>
            <a:off x="540720" y="2039400"/>
            <a:ext cx="352800" cy="1134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Z-score</a:t>
            </a:r>
            <a:endParaRPr lang="en-US" sz="620" dirty="0"/>
          </a:p>
        </p:txBody>
      </p:sp>
      <p:grpSp>
        <p:nvGrpSpPr>
          <p:cNvPr id="789" name="a | arrow normalizations to views"/>
          <p:cNvGrpSpPr/>
          <p:nvPr/>
        </p:nvGrpSpPr>
        <p:grpSpPr>
          <a:xfrm>
            <a:off x="498548" y="2470320"/>
            <a:ext cx="27824" cy="111690"/>
            <a:chOff x="498548" y="2470320"/>
            <a:chExt cx="27824" cy="111690"/>
          </a:xfrm>
        </p:grpSpPr>
        <p:cxnSp>
          <p:nvCxnSpPr>
            <p:cNvPr id="790" name="Arrow |  →  | path"/>
            <p:cNvCxnSpPr/>
            <p:nvPr/>
          </p:nvCxnSpPr>
          <p:spPr>
            <a:xfrm>
              <a:off x="512460" y="2470320"/>
              <a:ext cx="0" cy="111690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91" name="Arrow |  →  | editable arrowhead"/>
            <p:cNvSpPr/>
            <p:nvPr/>
          </p:nvSpPr>
          <p:spPr>
            <a:xfrm>
              <a:off x="498548" y="2549653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792" name="Text | 7 spatial views"/>
          <p:cNvSpPr txBox="1"/>
          <p:nvPr/>
        </p:nvSpPr>
        <p:spPr>
          <a:xfrm>
            <a:off x="138600" y="2620800"/>
            <a:ext cx="74772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7 spatial views</a:t>
            </a:r>
            <a:endParaRPr lang="en-US" sz="680" dirty="0"/>
          </a:p>
        </p:txBody>
      </p:sp>
      <p:sp>
        <p:nvSpPr>
          <p:cNvPr id="920" name="Text | Identity"/>
          <p:cNvSpPr txBox="1"/>
          <p:nvPr/>
        </p:nvSpPr>
        <p:spPr>
          <a:xfrm>
            <a:off x="131400" y="3074400"/>
            <a:ext cx="352800" cy="108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Identity</a:t>
            </a:r>
            <a:endParaRPr lang="en-US" sz="585" dirty="0"/>
          </a:p>
        </p:txBody>
      </p:sp>
      <p:sp>
        <p:nvSpPr>
          <p:cNvPr id="1049" name="Text | Gaussian ×2"/>
          <p:cNvSpPr txBox="1"/>
          <p:nvPr/>
        </p:nvSpPr>
        <p:spPr>
          <a:xfrm>
            <a:off x="522720" y="3074400"/>
            <a:ext cx="388800" cy="108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Gaussian ×2</a:t>
            </a:r>
            <a:endParaRPr lang="en-US" sz="565" dirty="0"/>
          </a:p>
        </p:txBody>
      </p:sp>
      <p:sp>
        <p:nvSpPr>
          <p:cNvPr id="1178" name="Text | DoG ×2"/>
          <p:cNvSpPr txBox="1"/>
          <p:nvPr/>
        </p:nvSpPr>
        <p:spPr>
          <a:xfrm>
            <a:off x="131400" y="3474000"/>
            <a:ext cx="352800" cy="108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DoG ×2</a:t>
            </a:r>
            <a:endParaRPr lang="en-US" sz="585" dirty="0"/>
          </a:p>
        </p:txBody>
      </p:sp>
      <p:sp>
        <p:nvSpPr>
          <p:cNvPr id="1307" name="Text | Receptor / suppression / ×2"/>
          <p:cNvSpPr txBox="1"/>
          <p:nvPr/>
        </p:nvSpPr>
        <p:spPr>
          <a:xfrm>
            <a:off x="522720" y="3470400"/>
            <a:ext cx="388800" cy="259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Receptor</a:t>
            </a:r>
            <a:endParaRPr lang="en-US" sz="555" dirty="0"/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suppression</a:t>
            </a:r>
            <a:endParaRPr lang="en-US" sz="555" dirty="0"/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×2</a:t>
            </a:r>
            <a:endParaRPr lang="en-US" sz="555" dirty="0"/>
          </a:p>
        </p:txBody>
      </p:sp>
      <p:grpSp>
        <p:nvGrpSpPr>
          <p:cNvPr id="1311" name="a | arrow views to 56 channels"/>
          <p:cNvGrpSpPr/>
          <p:nvPr/>
        </p:nvGrpSpPr>
        <p:grpSpPr>
          <a:xfrm>
            <a:off x="498600" y="3744000"/>
            <a:ext cx="27720" cy="97200"/>
            <a:chOff x="498548" y="3682485"/>
            <a:chExt cx="27824" cy="101835"/>
          </a:xfrm>
        </p:grpSpPr>
        <p:cxnSp>
          <p:nvCxnSpPr>
            <p:cNvPr id="1312" name="Arrow |  →  | path"/>
            <p:cNvCxnSpPr/>
            <p:nvPr/>
          </p:nvCxnSpPr>
          <p:spPr>
            <a:xfrm>
              <a:off x="512460" y="3682485"/>
              <a:ext cx="0" cy="101835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13" name="Arrow |  →  | editable arrowhead"/>
            <p:cNvSpPr/>
            <p:nvPr/>
          </p:nvSpPr>
          <p:spPr>
            <a:xfrm>
              <a:off x="498548" y="3751963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1447" name="Text | 56 channels"/>
          <p:cNvSpPr txBox="1"/>
          <p:nvPr/>
        </p:nvSpPr>
        <p:spPr>
          <a:xfrm>
            <a:off x="138600" y="4240800"/>
            <a:ext cx="747720" cy="144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baseline="0" dirty="0">
                <a:solidFill>
                  <a:srgbClr val="367FB7"/>
                </a:solidFill>
                <a:latin typeface="Arial"/>
                <a:ea typeface="Arial"/>
                <a:cs typeface="Arial"/>
              </a:rPr>
              <a:t>56 channels</a:t>
            </a:r>
            <a:endParaRPr lang="en-US" sz="750" dirty="0"/>
          </a:p>
        </p:txBody>
      </p:sp>
      <p:sp>
        <p:nvSpPr>
          <p:cNvPr id="1448" name="Text | 4 × 2 × 7"/>
          <p:cNvSpPr txBox="1"/>
          <p:nvPr/>
        </p:nvSpPr>
        <p:spPr>
          <a:xfrm>
            <a:off x="138600" y="4392000"/>
            <a:ext cx="74772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4 × 2 × 7</a:t>
            </a:r>
            <a:endParaRPr lang="en-US" sz="630" dirty="0"/>
          </a:p>
        </p:txBody>
      </p:sp>
      <p:cxnSp>
        <p:nvCxnSpPr>
          <p:cNvPr id="1449" name="path_1422"/>
          <p:cNvCxnSpPr/>
          <p:nvPr/>
        </p:nvCxnSpPr>
        <p:spPr>
          <a:xfrm>
            <a:off x="134685" y="4576005"/>
            <a:ext cx="758835" cy="0"/>
          </a:xfrm>
          <a:prstGeom prst="line">
            <a:avLst/>
          </a:prstGeom>
          <a:noFill/>
          <a:ln w="12700" cap="rnd" cmpd="sng" algn="ctr">
            <a:solidFill>
              <a:srgbClr val="C5D4D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50" name="Text | Receptor atoms"/>
          <p:cNvSpPr txBox="1"/>
          <p:nvPr/>
        </p:nvSpPr>
        <p:spPr>
          <a:xfrm>
            <a:off x="138600" y="4600800"/>
            <a:ext cx="74772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Receptor atoms</a:t>
            </a:r>
            <a:endParaRPr lang="en-US" sz="680" dirty="0"/>
          </a:p>
        </p:txBody>
      </p:sp>
      <p:grpSp>
        <p:nvGrpSpPr>
          <p:cNvPr id="1563" name="Arrow |  → "/>
          <p:cNvGrpSpPr/>
          <p:nvPr/>
        </p:nvGrpSpPr>
        <p:grpSpPr>
          <a:xfrm>
            <a:off x="479610" y="4913802"/>
            <a:ext cx="75555" cy="27397"/>
            <a:chOff x="479610" y="4913802"/>
            <a:chExt cx="75555" cy="27397"/>
          </a:xfrm>
        </p:grpSpPr>
        <p:cxnSp>
          <p:nvCxnSpPr>
            <p:cNvPr id="1564" name="Arrow |  →  | path"/>
            <p:cNvCxnSpPr/>
            <p:nvPr/>
          </p:nvCxnSpPr>
          <p:spPr>
            <a:xfrm>
              <a:off x="479610" y="4927500"/>
              <a:ext cx="75555" cy="0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65" name="Arrow |  →  | editable arrowhead"/>
            <p:cNvSpPr/>
            <p:nvPr/>
          </p:nvSpPr>
          <p:spPr>
            <a:xfrm>
              <a:off x="523301" y="4913802"/>
              <a:ext cx="31864" cy="27397"/>
            </a:xfrm>
            <a:custGeom>
              <a:avLst/>
              <a:gdLst/>
              <a:ahLst/>
              <a:cxnLst/>
              <a:rect l="0" t="0" r="w" b="h"/>
              <a:pathLst>
                <a:path w="31864" h="27397" stroke="0" extrusionOk="0">
                  <a:moveTo>
                    <a:pt x="31864" y="13698"/>
                  </a:moveTo>
                  <a:lnTo>
                    <a:pt x="0" y="27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7180"/>
            </a:solidFill>
            <a:ln w="1397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1573" name="Text | 50 features / atom"/>
          <p:cNvSpPr txBox="1"/>
          <p:nvPr/>
        </p:nvSpPr>
        <p:spPr>
          <a:xfrm>
            <a:off x="120600" y="5112000"/>
            <a:ext cx="78372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50 features / atom</a:t>
            </a:r>
            <a:endParaRPr lang="en-US" sz="620" dirty="0"/>
          </a:p>
        </p:txBody>
      </p:sp>
      <p:grpSp>
        <p:nvGrpSpPr>
          <p:cNvPr id="1708" name="Arrow | shared_input → find_density"/>
          <p:cNvGrpSpPr/>
          <p:nvPr/>
        </p:nvGrpSpPr>
        <p:grpSpPr>
          <a:xfrm>
            <a:off x="959220" y="757422"/>
            <a:ext cx="174105" cy="29105"/>
            <a:chOff x="959220" y="757422"/>
            <a:chExt cx="174105" cy="29105"/>
          </a:xfrm>
        </p:grpSpPr>
        <p:cxnSp>
          <p:nvCxnSpPr>
            <p:cNvPr id="1709" name="Arrow | shared_input → find_density | path"/>
            <p:cNvCxnSpPr/>
            <p:nvPr/>
          </p:nvCxnSpPr>
          <p:spPr>
            <a:xfrm>
              <a:off x="959220" y="771975"/>
              <a:ext cx="174105" cy="0"/>
            </a:xfrm>
            <a:prstGeom prst="line">
              <a:avLst/>
            </a:prstGeom>
            <a:noFill/>
            <a:ln w="12700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10" name="Arrow | shared_input → find_density | editable arrowhead"/>
            <p:cNvSpPr/>
            <p:nvPr/>
          </p:nvSpPr>
          <p:spPr>
            <a:xfrm>
              <a:off x="1099490" y="757422"/>
              <a:ext cx="33836" cy="29105"/>
            </a:xfrm>
            <a:custGeom>
              <a:avLst/>
              <a:gdLst/>
              <a:ahLst/>
              <a:cxnLst/>
              <a:rect l="0" t="0" r="w" b="h"/>
              <a:pathLst>
                <a:path w="33836" h="29105" stroke="0" extrusionOk="0">
                  <a:moveTo>
                    <a:pt x="33836" y="14553"/>
                  </a:moveTo>
                  <a:lnTo>
                    <a:pt x="0" y="29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7FB7"/>
            </a:solidFill>
            <a:ln w="1397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467" name="c | V2 paired encoders with scoring at the foot"/>
          <p:cNvGrpSpPr/>
          <p:nvPr/>
        </p:nvGrpSpPr>
        <p:grpSpPr>
          <a:xfrm>
            <a:off x="959220" y="2378340"/>
            <a:ext cx="4231080" cy="2959785"/>
            <a:chOff x="959220" y="2378340"/>
            <a:chExt cx="4231080" cy="2959785"/>
          </a:xfrm>
        </p:grpSpPr>
        <p:sp>
          <p:nvSpPr>
            <p:cNvPr id="2468" name="c | panel background"/>
            <p:cNvSpPr/>
            <p:nvPr/>
          </p:nvSpPr>
          <p:spPr>
            <a:xfrm>
              <a:off x="1051200" y="2378340"/>
              <a:ext cx="4139100" cy="2959785"/>
            </a:xfrm>
            <a:prstGeom prst="roundRect">
              <a:avLst>
                <a:gd name="adj" fmla="val 1332"/>
              </a:avLst>
            </a:prstGeom>
            <a:solidFill>
              <a:srgbClr val="F5FBF8"/>
            </a:solidFill>
            <a:ln w="6480" cap="rnd" cmpd="sng" algn="ctr">
              <a:solidFill>
                <a:srgbClr val="BFDCC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469" name="Text | c"/>
            <p:cNvSpPr txBox="1"/>
            <p:nvPr/>
          </p:nvSpPr>
          <p:spPr>
            <a:xfrm>
              <a:off x="1123470" y="2384910"/>
              <a:ext cx="126981" cy="1912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1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c</a:t>
              </a:r>
              <a:endParaRPr lang="en-US" sz="1061"/>
            </a:p>
          </p:txBody>
        </p:sp>
        <p:sp>
          <p:nvSpPr>
            <p:cNvPr id="2470" name="Text | Match: candidate-to-identity assignment"/>
            <p:cNvSpPr txBox="1"/>
            <p:nvPr/>
          </p:nvSpPr>
          <p:spPr>
            <a:xfrm>
              <a:off x="1264725" y="2404620"/>
              <a:ext cx="2616302" cy="1586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79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Match: candidate-to-identity assignment</a:t>
              </a:r>
              <a:endParaRPr lang="en-US" sz="879"/>
            </a:p>
          </p:txBody>
        </p:sp>
        <p:sp>
          <p:nvSpPr>
            <p:cNvPr id="2471" name="Text | Candidate encoder"/>
            <p:cNvSpPr txBox="1"/>
            <p:nvPr/>
          </p:nvSpPr>
          <p:spPr>
            <a:xfrm>
              <a:off x="1143180" y="2595150"/>
              <a:ext cx="1046169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Candidate encoder</a:t>
              </a:r>
              <a:endParaRPr lang="en-US" sz="750"/>
            </a:p>
          </p:txBody>
        </p:sp>
        <p:sp>
          <p:nvSpPr>
            <p:cNvPr id="2472" name="Text | Identity encoder"/>
            <p:cNvSpPr txBox="1"/>
            <p:nvPr/>
          </p:nvSpPr>
          <p:spPr>
            <a:xfrm>
              <a:off x="3350700" y="2595150"/>
              <a:ext cx="922570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Identity encoder</a:t>
              </a:r>
              <a:endParaRPr lang="en-US" sz="750"/>
            </a:p>
          </p:txBody>
        </p:sp>
        <p:cxnSp>
          <p:nvCxnSpPr>
            <p:cNvPr id="2473" name="path_2368"/>
            <p:cNvCxnSpPr/>
            <p:nvPr/>
          </p:nvCxnSpPr>
          <p:spPr>
            <a:xfrm>
              <a:off x="3229155" y="2628000"/>
              <a:ext cx="0" cy="2191095"/>
            </a:xfrm>
            <a:prstGeom prst="line">
              <a:avLst/>
            </a:prstGeom>
            <a:noFill/>
            <a:ln w="4928" cap="rnd" cmpd="sng" algn="ctr">
              <a:solidFill>
                <a:srgbClr val="D1E3D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74" name="Text | Density + atoms"/>
            <p:cNvSpPr txBox="1"/>
            <p:nvPr/>
          </p:nvSpPr>
          <p:spPr>
            <a:xfrm>
              <a:off x="1182600" y="2733120"/>
              <a:ext cx="688841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Density + atoms</a:t>
              </a:r>
              <a:endParaRPr lang="en-US" sz="621"/>
            </a:p>
          </p:txBody>
        </p:sp>
        <p:pic>
          <p:nvPicPr>
            <p:cNvPr id="16000" name="Density voxel illustration | exp" descr="Synthetic voxel-grid density schematic"/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91457" y="2886201"/>
              <a:ext cx="271365" cy="262800"/>
            </a:xfrm>
            <a:prstGeom prst="rect">
              <a:avLst/>
            </a:prstGeom>
          </p:spPr>
        </p:pic>
        <p:sp>
          <p:nvSpPr>
            <p:cNvPr id="2602" name="Text | 48³ crop"/>
            <p:cNvSpPr txBox="1"/>
            <p:nvPr/>
          </p:nvSpPr>
          <p:spPr>
            <a:xfrm>
              <a:off x="1132270" y="3206160"/>
              <a:ext cx="356890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48³ crop</a:t>
              </a:r>
              <a:endParaRPr lang="en-US" sz="621"/>
            </a:p>
          </p:txBody>
        </p:sp>
        <p:grpSp>
          <p:nvGrpSpPr>
            <p:cNvPr id="2603" name="Arrow | shared_input → match_crop"/>
            <p:cNvGrpSpPr/>
            <p:nvPr/>
          </p:nvGrpSpPr>
          <p:grpSpPr>
            <a:xfrm>
              <a:off x="959220" y="3037426"/>
              <a:ext cx="180675" cy="28678"/>
              <a:chOff x="959220" y="3037426"/>
              <a:chExt cx="180675" cy="28678"/>
            </a:xfrm>
          </p:grpSpPr>
          <p:cxnSp>
            <p:nvCxnSpPr>
              <p:cNvPr id="2604" name="Arrow | shared_input → match_crop | path"/>
              <p:cNvCxnSpPr/>
              <p:nvPr/>
            </p:nvCxnSpPr>
            <p:spPr>
              <a:xfrm>
                <a:off x="959220" y="3051765"/>
                <a:ext cx="180675" cy="0"/>
              </a:xfrm>
              <a:prstGeom prst="line">
                <a:avLst/>
              </a:prstGeom>
              <a:noFill/>
              <a:ln w="6898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05" name="Arrow | shared_input → match_crop | editable arrowhead"/>
              <p:cNvSpPr/>
              <p:nvPr/>
            </p:nvSpPr>
            <p:spPr>
              <a:xfrm>
                <a:off x="1106552" y="3037426"/>
                <a:ext cx="33343" cy="28678"/>
              </a:xfrm>
              <a:custGeom>
                <a:avLst/>
                <a:gdLst/>
                <a:ahLst/>
                <a:cxnLst/>
                <a:rect l="0" t="0" r="w" b="h"/>
                <a:pathLst>
                  <a:path w="33343" h="28678" stroke="0" extrusionOk="0">
                    <a:moveTo>
                      <a:pt x="33343" y="14339"/>
                    </a:moveTo>
                    <a:lnTo>
                      <a:pt x="0" y="286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06" name="Arrow | match_crop → match_unet"/>
            <p:cNvGrpSpPr/>
            <p:nvPr/>
          </p:nvGrpSpPr>
          <p:grpSpPr>
            <a:xfrm>
              <a:off x="1504530" y="3037640"/>
              <a:ext cx="154395" cy="28251"/>
              <a:chOff x="1504530" y="3037640"/>
              <a:chExt cx="154395" cy="28251"/>
            </a:xfrm>
          </p:grpSpPr>
          <p:cxnSp>
            <p:nvCxnSpPr>
              <p:cNvPr id="2607" name="Arrow | match_crop → match_unet | path"/>
              <p:cNvCxnSpPr/>
              <p:nvPr/>
            </p:nvCxnSpPr>
            <p:spPr>
              <a:xfrm>
                <a:off x="1504530" y="3051765"/>
                <a:ext cx="154395" cy="0"/>
              </a:xfrm>
              <a:prstGeom prst="line">
                <a:avLst/>
              </a:prstGeom>
              <a:noFill/>
              <a:ln w="65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08" name="Arrow | match_crop → match_unet | editable arrowhead"/>
              <p:cNvSpPr/>
              <p:nvPr/>
            </p:nvSpPr>
            <p:spPr>
              <a:xfrm>
                <a:off x="1626075" y="3037640"/>
                <a:ext cx="32850" cy="28251"/>
              </a:xfrm>
              <a:custGeom>
                <a:avLst/>
                <a:gdLst/>
                <a:ahLst/>
                <a:cxnLst/>
                <a:rect l="0" t="0" r="w" b="h"/>
                <a:pathLst>
                  <a:path w="32850" h="28251" stroke="0" extrusionOk="0">
                    <a:moveTo>
                      <a:pt x="32850" y="14125"/>
                    </a:moveTo>
                    <a:lnTo>
                      <a:pt x="0" y="282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09" name="Match | compact U-Net operator"/>
            <p:cNvGrpSpPr/>
            <p:nvPr/>
          </p:nvGrpSpPr>
          <p:grpSpPr>
            <a:xfrm>
              <a:off x="1680559" y="2920365"/>
              <a:ext cx="333146" cy="216810"/>
              <a:chOff x="1680559" y="2920365"/>
              <a:chExt cx="333146" cy="216810"/>
            </a:xfrm>
          </p:grpSpPr>
          <p:sp>
            <p:nvSpPr>
              <p:cNvPr id="2610" name="rect_2499"/>
              <p:cNvSpPr/>
              <p:nvPr/>
            </p:nvSpPr>
            <p:spPr>
              <a:xfrm>
                <a:off x="1757475" y="2920365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42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1" name="rect_2500"/>
              <p:cNvSpPr/>
              <p:nvPr/>
            </p:nvSpPr>
            <p:spPr>
              <a:xfrm>
                <a:off x="1731195" y="2936790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42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2" name="rect_2501"/>
              <p:cNvSpPr/>
              <p:nvPr/>
            </p:nvSpPr>
            <p:spPr>
              <a:xfrm>
                <a:off x="1704915" y="2953215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42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3" name="Text | U-Net"/>
              <p:cNvSpPr txBox="1"/>
              <p:nvPr/>
            </p:nvSpPr>
            <p:spPr>
              <a:xfrm>
                <a:off x="1680559" y="2989350"/>
                <a:ext cx="304942" cy="1212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73" b="1" i="0" baseline="0" dirty="0">
                    <a:solidFill>
                      <a:srgbClr val="367FB7"/>
                    </a:solidFill>
                    <a:latin typeface="Arial"/>
                    <a:ea typeface="Arial"/>
                    <a:cs typeface="Arial"/>
                  </a:rPr>
                  <a:t>U-Net</a:t>
                </a:r>
                <a:endParaRPr lang="en-US" sz="673"/>
              </a:p>
            </p:txBody>
          </p:sp>
        </p:grpSp>
        <p:grpSp>
          <p:nvGrpSpPr>
            <p:cNvPr id="2614" name="Arrow | match_unet → hvox"/>
            <p:cNvGrpSpPr/>
            <p:nvPr/>
          </p:nvGrpSpPr>
          <p:grpSpPr>
            <a:xfrm>
              <a:off x="2023560" y="3037212"/>
              <a:ext cx="328500" cy="29105"/>
              <a:chOff x="2023560" y="3037212"/>
              <a:chExt cx="328500" cy="29105"/>
            </a:xfrm>
          </p:grpSpPr>
          <p:cxnSp>
            <p:nvCxnSpPr>
              <p:cNvPr id="2615" name="Arrow | match_unet → hvox | path"/>
              <p:cNvCxnSpPr/>
              <p:nvPr/>
            </p:nvCxnSpPr>
            <p:spPr>
              <a:xfrm>
                <a:off x="2023560" y="3051765"/>
                <a:ext cx="328500" cy="0"/>
              </a:xfrm>
              <a:prstGeom prst="line">
                <a:avLst/>
              </a:prstGeom>
              <a:noFill/>
              <a:ln w="7227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16" name="Arrow | match_unet → hvox | editable arrowhead"/>
              <p:cNvSpPr/>
              <p:nvPr/>
            </p:nvSpPr>
            <p:spPr>
              <a:xfrm>
                <a:off x="2318224" y="3037212"/>
                <a:ext cx="33835" cy="29105"/>
              </a:xfrm>
              <a:custGeom>
                <a:avLst/>
                <a:gdLst/>
                <a:ahLst/>
                <a:cxnLst/>
                <a:rect l="0" t="0" r="w" b="h"/>
                <a:pathLst>
                  <a:path w="33835" h="29105" stroke="0" extrusionOk="0">
                    <a:moveTo>
                      <a:pt x="33835" y="14553"/>
                    </a:moveTo>
                    <a:lnTo>
                      <a:pt x="0" y="29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17" name="Base voxel summary h_j^vox"/>
            <p:cNvGrpSpPr/>
            <p:nvPr/>
          </p:nvGrpSpPr>
          <p:grpSpPr>
            <a:xfrm>
              <a:off x="2375055" y="3012345"/>
              <a:ext cx="400770" cy="78840"/>
              <a:chOff x="2375055" y="3012345"/>
              <a:chExt cx="400770" cy="78840"/>
            </a:xfrm>
          </p:grpSpPr>
          <p:sp>
            <p:nvSpPr>
              <p:cNvPr id="2618" name="feature_1"/>
              <p:cNvSpPr/>
              <p:nvPr/>
            </p:nvSpPr>
            <p:spPr>
              <a:xfrm>
                <a:off x="2375055" y="3012345"/>
                <a:ext cx="54437" cy="78840"/>
              </a:xfrm>
              <a:prstGeom prst="rect">
                <a:avLst/>
              </a:prstGeom>
              <a:solidFill>
                <a:srgbClr val="367FB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9" name="feature_2"/>
              <p:cNvSpPr/>
              <p:nvPr/>
            </p:nvSpPr>
            <p:spPr>
              <a:xfrm>
                <a:off x="2432777" y="3012345"/>
                <a:ext cx="54437" cy="78840"/>
              </a:xfrm>
              <a:prstGeom prst="rect">
                <a:avLst/>
              </a:prstGeom>
              <a:solidFill>
                <a:srgbClr val="7EAE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0" name="feature_3"/>
              <p:cNvSpPr/>
              <p:nvPr/>
            </p:nvSpPr>
            <p:spPr>
              <a:xfrm>
                <a:off x="2490499" y="3012345"/>
                <a:ext cx="54437" cy="78840"/>
              </a:xfrm>
              <a:prstGeom prst="rect">
                <a:avLst/>
              </a:prstGeom>
              <a:solidFill>
                <a:srgbClr val="BCD8E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1" name="feature_4"/>
              <p:cNvSpPr/>
              <p:nvPr/>
            </p:nvSpPr>
            <p:spPr>
              <a:xfrm>
                <a:off x="2548221" y="3012345"/>
                <a:ext cx="54437" cy="78840"/>
              </a:xfrm>
              <a:prstGeom prst="rect">
                <a:avLst/>
              </a:prstGeom>
              <a:solidFill>
                <a:srgbClr val="88C3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2" name="feature_5"/>
              <p:cNvSpPr/>
              <p:nvPr/>
            </p:nvSpPr>
            <p:spPr>
              <a:xfrm>
                <a:off x="2605944" y="3012345"/>
                <a:ext cx="54437" cy="78840"/>
              </a:xfrm>
              <a:prstGeom prst="rect">
                <a:avLst/>
              </a:prstGeom>
              <a:solidFill>
                <a:srgbClr val="23877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3" name="feature_6"/>
              <p:cNvSpPr/>
              <p:nvPr/>
            </p:nvSpPr>
            <p:spPr>
              <a:xfrm>
                <a:off x="2663666" y="3012345"/>
                <a:ext cx="54437" cy="78840"/>
              </a:xfrm>
              <a:prstGeom prst="rect">
                <a:avLst/>
              </a:prstGeom>
              <a:solidFill>
                <a:srgbClr val="B1A4C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4" name="feature_7"/>
              <p:cNvSpPr/>
              <p:nvPr/>
            </p:nvSpPr>
            <p:spPr>
              <a:xfrm>
                <a:off x="2721388" y="3012345"/>
                <a:ext cx="54437" cy="78840"/>
              </a:xfrm>
              <a:prstGeom prst="rect">
                <a:avLst/>
              </a:prstGeom>
              <a:solidFill>
                <a:srgbClr val="D4CBE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25" name="Formula | h_j^vox"/>
            <p:cNvGrpSpPr/>
            <p:nvPr/>
          </p:nvGrpSpPr>
          <p:grpSpPr>
            <a:xfrm>
              <a:off x="2471767" y="2824049"/>
              <a:ext cx="201989" cy="155620"/>
              <a:chOff x="2471767" y="2824049"/>
              <a:chExt cx="201989" cy="155620"/>
            </a:xfrm>
          </p:grpSpPr>
          <p:sp>
            <p:nvSpPr>
              <p:cNvPr id="2626" name="Text | h"/>
              <p:cNvSpPr txBox="1"/>
              <p:nvPr/>
            </p:nvSpPr>
            <p:spPr>
              <a:xfrm>
                <a:off x="2471767" y="2825100"/>
                <a:ext cx="103416" cy="1492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28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h</a:t>
                </a:r>
                <a:endParaRPr lang="en-US" sz="828"/>
              </a:p>
            </p:txBody>
          </p:sp>
          <p:sp>
            <p:nvSpPr>
              <p:cNvPr id="2627" name="Text | j"/>
              <p:cNvSpPr txBox="1"/>
              <p:nvPr/>
            </p:nvSpPr>
            <p:spPr>
              <a:xfrm>
                <a:off x="2538391" y="2887121"/>
                <a:ext cx="44418" cy="925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13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j</a:t>
                </a:r>
                <a:endParaRPr lang="en-US" sz="513"/>
              </a:p>
            </p:txBody>
          </p:sp>
          <p:sp>
            <p:nvSpPr>
              <p:cNvPr id="2628" name="Text | vox"/>
              <p:cNvSpPr txBox="1"/>
              <p:nvPr/>
            </p:nvSpPr>
            <p:spPr>
              <a:xfrm>
                <a:off x="2541676" y="2824049"/>
                <a:ext cx="132080" cy="850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72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vox</a:t>
                </a:r>
                <a:endParaRPr lang="en-US" sz="472"/>
              </a:p>
            </p:txBody>
          </p:sp>
        </p:grpSp>
        <p:sp>
          <p:nvSpPr>
            <p:cNvPr id="2629" name="Text | Base summary"/>
            <p:cNvSpPr txBox="1"/>
            <p:nvPr/>
          </p:nvSpPr>
          <p:spPr>
            <a:xfrm>
              <a:off x="2218206" y="2733120"/>
              <a:ext cx="707898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Base summary</a:t>
              </a:r>
              <a:endParaRPr lang="en-US" sz="647"/>
            </a:p>
          </p:txBody>
        </p:sp>
        <p:grpSp>
          <p:nvGrpSpPr>
            <p:cNvPr id="2630" name="Match inputs | pocket independent from local cues"/>
            <p:cNvGrpSpPr/>
            <p:nvPr/>
          </p:nvGrpSpPr>
          <p:grpSpPr>
            <a:xfrm>
              <a:off x="1143180" y="3367125"/>
              <a:ext cx="1582474" cy="532170"/>
              <a:chOff x="1143180" y="3367125"/>
              <a:chExt cx="1582474" cy="532170"/>
            </a:xfrm>
          </p:grpSpPr>
          <p:sp>
            <p:nvSpPr>
              <p:cNvPr id="2631" name="rect_2515"/>
              <p:cNvSpPr/>
              <p:nvPr/>
            </p:nvSpPr>
            <p:spPr>
              <a:xfrm>
                <a:off x="1143180" y="3367125"/>
                <a:ext cx="604440" cy="532170"/>
              </a:xfrm>
              <a:prstGeom prst="roundRect">
                <a:avLst>
                  <a:gd name="adj" fmla="val 3704"/>
                </a:avLst>
              </a:prstGeom>
              <a:solidFill>
                <a:srgbClr val="FCFEFD"/>
              </a:solidFill>
              <a:ln w="3942" cap="rnd" cmpd="sng" algn="ctr">
                <a:solidFill>
                  <a:srgbClr val="C5DED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32" name="Text | Pocket"/>
              <p:cNvSpPr txBox="1"/>
              <p:nvPr/>
            </p:nvSpPr>
            <p:spPr>
              <a:xfrm>
                <a:off x="1261038" y="3376980"/>
                <a:ext cx="368725" cy="1259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98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Pocket</a:t>
                </a:r>
                <a:endParaRPr lang="en-US" sz="698"/>
              </a:p>
            </p:txBody>
          </p:sp>
          <p:grpSp>
            <p:nvGrpSpPr>
              <p:cNvPr id="2633" name="Local receptor pocket | atom environment"/>
              <p:cNvGrpSpPr/>
              <p:nvPr/>
            </p:nvGrpSpPr>
            <p:grpSpPr>
              <a:xfrm>
                <a:off x="1295748" y="3525328"/>
                <a:ext cx="304113" cy="219890"/>
                <a:chOff x="1295748" y="3525328"/>
                <a:chExt cx="304113" cy="219890"/>
              </a:xfrm>
            </p:grpSpPr>
            <p:sp>
              <p:nvSpPr>
                <p:cNvPr id="2634" name="ellipse_2517"/>
                <p:cNvSpPr/>
                <p:nvPr/>
              </p:nvSpPr>
              <p:spPr>
                <a:xfrm>
                  <a:off x="1343499" y="3569364"/>
                  <a:ext cx="20494" cy="204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5" name="ellipse_2518"/>
                <p:cNvSpPr/>
                <p:nvPr/>
              </p:nvSpPr>
              <p:spPr>
                <a:xfrm>
                  <a:off x="1296724" y="3594466"/>
                  <a:ext cx="19197" cy="191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6" name="ellipse_2519"/>
                <p:cNvSpPr/>
                <p:nvPr/>
              </p:nvSpPr>
              <p:spPr>
                <a:xfrm>
                  <a:off x="1438834" y="3720705"/>
                  <a:ext cx="24513" cy="2451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7" name="ellipse_2520"/>
                <p:cNvSpPr/>
                <p:nvPr/>
              </p:nvSpPr>
              <p:spPr>
                <a:xfrm>
                  <a:off x="1501618" y="3664422"/>
                  <a:ext cx="25439" cy="2543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8" name="ellipse_2521"/>
                <p:cNvSpPr/>
                <p:nvPr/>
              </p:nvSpPr>
              <p:spPr>
                <a:xfrm>
                  <a:off x="1321281" y="3628338"/>
                  <a:ext cx="23115" cy="2311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9" name="ellipse_2522"/>
                <p:cNvSpPr/>
                <p:nvPr/>
              </p:nvSpPr>
              <p:spPr>
                <a:xfrm>
                  <a:off x="1295748" y="3626085"/>
                  <a:ext cx="19345" cy="1934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0" name="ellipse_2523"/>
                <p:cNvSpPr/>
                <p:nvPr/>
              </p:nvSpPr>
              <p:spPr>
                <a:xfrm>
                  <a:off x="1338176" y="3604570"/>
                  <a:ext cx="23202" cy="232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F"/>
                    </a:gs>
                    <a:gs pos="100000">
                      <a:srgbClr val="A6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1" name="ellipse_2524"/>
                <p:cNvSpPr/>
                <p:nvPr/>
              </p:nvSpPr>
              <p:spPr>
                <a:xfrm>
                  <a:off x="1349937" y="3578135"/>
                  <a:ext cx="25593" cy="2559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2" name="ellipse_2525"/>
                <p:cNvSpPr/>
                <p:nvPr/>
              </p:nvSpPr>
              <p:spPr>
                <a:xfrm>
                  <a:off x="1391990" y="3698653"/>
                  <a:ext cx="18941" cy="1894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3" name="ellipse_2526"/>
                <p:cNvSpPr/>
                <p:nvPr/>
              </p:nvSpPr>
              <p:spPr>
                <a:xfrm>
                  <a:off x="1335383" y="3592607"/>
                  <a:ext cx="16783" cy="167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ED6DD"/>
                    </a:gs>
                    <a:gs pos="100000">
                      <a:srgbClr val="A5B1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4" name="ellipse_2527"/>
                <p:cNvSpPr/>
                <p:nvPr/>
              </p:nvSpPr>
              <p:spPr>
                <a:xfrm>
                  <a:off x="1421016" y="3723168"/>
                  <a:ext cx="20110" cy="2011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AB6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5" name="ellipse_2528"/>
                <p:cNvSpPr/>
                <p:nvPr/>
              </p:nvSpPr>
              <p:spPr>
                <a:xfrm>
                  <a:off x="1366273" y="3564666"/>
                  <a:ext cx="21791" cy="2179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1E6"/>
                    </a:gs>
                    <a:gs pos="100000">
                      <a:srgbClr val="B2BDC6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6" name="ellipse_2529"/>
                <p:cNvSpPr/>
                <p:nvPr/>
              </p:nvSpPr>
              <p:spPr>
                <a:xfrm>
                  <a:off x="1327790" y="3609446"/>
                  <a:ext cx="20508" cy="2050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7" name="ellipse_2530"/>
                <p:cNvSpPr/>
                <p:nvPr/>
              </p:nvSpPr>
              <p:spPr>
                <a:xfrm>
                  <a:off x="1408118" y="3688755"/>
                  <a:ext cx="22554" cy="2255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8" name="ellipse_2531"/>
                <p:cNvSpPr/>
                <p:nvPr/>
              </p:nvSpPr>
              <p:spPr>
                <a:xfrm>
                  <a:off x="1428373" y="3713303"/>
                  <a:ext cx="24738" cy="2473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4DCE1"/>
                    </a:gs>
                    <a:gs pos="100000">
                      <a:srgbClr val="AB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9" name="ellipse_2532"/>
                <p:cNvSpPr/>
                <p:nvPr/>
              </p:nvSpPr>
              <p:spPr>
                <a:xfrm>
                  <a:off x="1547670" y="3653309"/>
                  <a:ext cx="21842" cy="2184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0" name="ellipse_2533"/>
                <p:cNvSpPr/>
                <p:nvPr/>
              </p:nvSpPr>
              <p:spPr>
                <a:xfrm>
                  <a:off x="1517557" y="3700982"/>
                  <a:ext cx="20964" cy="2096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AB5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1" name="ellipse_2534"/>
                <p:cNvSpPr/>
                <p:nvPr/>
              </p:nvSpPr>
              <p:spPr>
                <a:xfrm>
                  <a:off x="1535521" y="3630252"/>
                  <a:ext cx="17917" cy="179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9E0E5"/>
                    </a:gs>
                    <a:gs pos="100000">
                      <a:srgbClr val="B1BD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2" name="ellipse_2535"/>
                <p:cNvSpPr/>
                <p:nvPr/>
              </p:nvSpPr>
              <p:spPr>
                <a:xfrm>
                  <a:off x="1344039" y="3678107"/>
                  <a:ext cx="21719" cy="2171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3" name="ellipse_2536"/>
                <p:cNvSpPr/>
                <p:nvPr/>
              </p:nvSpPr>
              <p:spPr>
                <a:xfrm>
                  <a:off x="1486134" y="3678415"/>
                  <a:ext cx="22120" cy="221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4" name="ellipse_2537"/>
                <p:cNvSpPr/>
                <p:nvPr/>
              </p:nvSpPr>
              <p:spPr>
                <a:xfrm>
                  <a:off x="1538537" y="3597777"/>
                  <a:ext cx="22828" cy="228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5" name="ellipse_2538"/>
                <p:cNvSpPr/>
                <p:nvPr/>
              </p:nvSpPr>
              <p:spPr>
                <a:xfrm>
                  <a:off x="1401131" y="3720374"/>
                  <a:ext cx="16876" cy="1687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9B5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6" name="ellipse_2539"/>
                <p:cNvSpPr/>
                <p:nvPr/>
              </p:nvSpPr>
              <p:spPr>
                <a:xfrm>
                  <a:off x="1525941" y="3593109"/>
                  <a:ext cx="21620" cy="216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7" name="ellipse_2540"/>
                <p:cNvSpPr/>
                <p:nvPr/>
              </p:nvSpPr>
              <p:spPr>
                <a:xfrm>
                  <a:off x="1462052" y="3689103"/>
                  <a:ext cx="24723" cy="2472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6DC"/>
                    </a:gs>
                    <a:gs pos="100000">
                      <a:srgbClr val="A4B1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8" name="ellipse_2541"/>
                <p:cNvSpPr/>
                <p:nvPr/>
              </p:nvSpPr>
              <p:spPr>
                <a:xfrm>
                  <a:off x="1338003" y="3621442"/>
                  <a:ext cx="17209" cy="1720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9" name="ellipse_2542"/>
                <p:cNvSpPr/>
                <p:nvPr/>
              </p:nvSpPr>
              <p:spPr>
                <a:xfrm>
                  <a:off x="1436611" y="3687896"/>
                  <a:ext cx="16365" cy="1636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0" name="ellipse_2543"/>
                <p:cNvSpPr/>
                <p:nvPr/>
              </p:nvSpPr>
              <p:spPr>
                <a:xfrm>
                  <a:off x="1387354" y="3566640"/>
                  <a:ext cx="17190" cy="1719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1" name="ellipse_2544"/>
                <p:cNvSpPr/>
                <p:nvPr/>
              </p:nvSpPr>
              <p:spPr>
                <a:xfrm>
                  <a:off x="1453977" y="3540995"/>
                  <a:ext cx="18775" cy="1877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F"/>
                    </a:gs>
                    <a:gs pos="100000">
                      <a:srgbClr val="A6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2" name="ellipse_2545"/>
                <p:cNvSpPr/>
                <p:nvPr/>
              </p:nvSpPr>
              <p:spPr>
                <a:xfrm>
                  <a:off x="1487168" y="3548389"/>
                  <a:ext cx="16148" cy="1614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3" name="ellipse_2546"/>
                <p:cNvSpPr/>
                <p:nvPr/>
              </p:nvSpPr>
              <p:spPr>
                <a:xfrm>
                  <a:off x="1536436" y="3643342"/>
                  <a:ext cx="21862" cy="2186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4" name="ellipse_2547"/>
                <p:cNvSpPr/>
                <p:nvPr/>
              </p:nvSpPr>
              <p:spPr>
                <a:xfrm>
                  <a:off x="1542031" y="3603619"/>
                  <a:ext cx="25264" cy="2526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5" name="ellipse_2548"/>
                <p:cNvSpPr/>
                <p:nvPr/>
              </p:nvSpPr>
              <p:spPr>
                <a:xfrm>
                  <a:off x="1434762" y="3711046"/>
                  <a:ext cx="16788" cy="1678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6DDE3"/>
                    </a:gs>
                    <a:gs pos="100000">
                      <a:srgbClr val="AEB9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6" name="ellipse_2549"/>
                <p:cNvSpPr/>
                <p:nvPr/>
              </p:nvSpPr>
              <p:spPr>
                <a:xfrm>
                  <a:off x="1543438" y="3672057"/>
                  <a:ext cx="23717" cy="237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7" name="ellipse_2550"/>
                <p:cNvSpPr/>
                <p:nvPr/>
              </p:nvSpPr>
              <p:spPr>
                <a:xfrm>
                  <a:off x="1529817" y="3654293"/>
                  <a:ext cx="15593" cy="1559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8" name="ellipse_2551"/>
                <p:cNvSpPr/>
                <p:nvPr/>
              </p:nvSpPr>
              <p:spPr>
                <a:xfrm>
                  <a:off x="1550063" y="3626271"/>
                  <a:ext cx="18725" cy="187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2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9" name="ellipse_2552"/>
                <p:cNvSpPr/>
                <p:nvPr/>
              </p:nvSpPr>
              <p:spPr>
                <a:xfrm>
                  <a:off x="1395088" y="3533435"/>
                  <a:ext cx="15948" cy="1594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0" name="ellipse_2553"/>
                <p:cNvSpPr/>
                <p:nvPr/>
              </p:nvSpPr>
              <p:spPr>
                <a:xfrm>
                  <a:off x="1313742" y="3573420"/>
                  <a:ext cx="15496" cy="154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3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1" name="ellipse_2554"/>
                <p:cNvSpPr/>
                <p:nvPr/>
              </p:nvSpPr>
              <p:spPr>
                <a:xfrm>
                  <a:off x="1329291" y="3672157"/>
                  <a:ext cx="23375" cy="2337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0E6"/>
                    </a:gs>
                    <a:gs pos="100000">
                      <a:srgbClr val="B2BDC6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2" name="ellipse_2555"/>
                <p:cNvSpPr/>
                <p:nvPr/>
              </p:nvSpPr>
              <p:spPr>
                <a:xfrm>
                  <a:off x="1307786" y="3621846"/>
                  <a:ext cx="22071" cy="2207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8DFE4"/>
                    </a:gs>
                    <a:gs pos="100000">
                      <a:srgbClr val="B0BC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3" name="ellipse_2556"/>
                <p:cNvSpPr/>
                <p:nvPr/>
              </p:nvSpPr>
              <p:spPr>
                <a:xfrm>
                  <a:off x="1584475" y="3627694"/>
                  <a:ext cx="15386" cy="1538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A"/>
                    </a:gs>
                    <a:gs pos="43000">
                      <a:srgbClr val="D9DFE5"/>
                    </a:gs>
                    <a:gs pos="100000">
                      <a:srgbClr val="B1BC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4" name="ellipse_2557"/>
                <p:cNvSpPr/>
                <p:nvPr/>
              </p:nvSpPr>
              <p:spPr>
                <a:xfrm>
                  <a:off x="1453895" y="3558216"/>
                  <a:ext cx="24625" cy="246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5" name="ellipse_2558"/>
                <p:cNvSpPr/>
                <p:nvPr/>
              </p:nvSpPr>
              <p:spPr>
                <a:xfrm>
                  <a:off x="1514397" y="3669171"/>
                  <a:ext cx="15296" cy="152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6" name="ellipse_2559"/>
                <p:cNvSpPr/>
                <p:nvPr/>
              </p:nvSpPr>
              <p:spPr>
                <a:xfrm>
                  <a:off x="1502877" y="3686988"/>
                  <a:ext cx="19310" cy="1931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7" name="ellipse_2560"/>
                <p:cNvSpPr/>
                <p:nvPr/>
              </p:nvSpPr>
              <p:spPr>
                <a:xfrm>
                  <a:off x="1507745" y="3695631"/>
                  <a:ext cx="15466" cy="154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4DCE1"/>
                    </a:gs>
                    <a:gs pos="100000">
                      <a:srgbClr val="AB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8" name="ellipse_2561"/>
                <p:cNvSpPr/>
                <p:nvPr/>
              </p:nvSpPr>
              <p:spPr>
                <a:xfrm>
                  <a:off x="1432818" y="3538051"/>
                  <a:ext cx="19094" cy="190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9" name="ellipse_2562"/>
                <p:cNvSpPr/>
                <p:nvPr/>
              </p:nvSpPr>
              <p:spPr>
                <a:xfrm>
                  <a:off x="1511410" y="3670510"/>
                  <a:ext cx="18124" cy="1812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5DC"/>
                    </a:gs>
                    <a:gs pos="100000">
                      <a:srgbClr val="A4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0" name="ellipse_2563"/>
                <p:cNvSpPr/>
                <p:nvPr/>
              </p:nvSpPr>
              <p:spPr>
                <a:xfrm>
                  <a:off x="1465959" y="3697582"/>
                  <a:ext cx="20714" cy="207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0E5"/>
                    </a:gs>
                    <a:gs pos="100000">
                      <a:srgbClr val="B2BD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1" name="ellipse_2564"/>
                <p:cNvSpPr/>
                <p:nvPr/>
              </p:nvSpPr>
              <p:spPr>
                <a:xfrm>
                  <a:off x="1421039" y="3688264"/>
                  <a:ext cx="20580" cy="205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2" name="ellipse_2565"/>
                <p:cNvSpPr/>
                <p:nvPr/>
              </p:nvSpPr>
              <p:spPr>
                <a:xfrm>
                  <a:off x="1317547" y="3643031"/>
                  <a:ext cx="24656" cy="246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8"/>
                    </a:gs>
                    <a:gs pos="43000">
                      <a:srgbClr val="D2DADF"/>
                    </a:gs>
                    <a:gs pos="100000">
                      <a:srgbClr val="A9B5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3" name="ellipse_2566"/>
                <p:cNvSpPr/>
                <p:nvPr/>
              </p:nvSpPr>
              <p:spPr>
                <a:xfrm>
                  <a:off x="1490146" y="3564893"/>
                  <a:ext cx="23114" cy="231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4" name="ellipse_2567"/>
                <p:cNvSpPr/>
                <p:nvPr/>
              </p:nvSpPr>
              <p:spPr>
                <a:xfrm>
                  <a:off x="1318021" y="3588334"/>
                  <a:ext cx="19866" cy="198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5" name="ellipse_2568"/>
                <p:cNvSpPr/>
                <p:nvPr/>
              </p:nvSpPr>
              <p:spPr>
                <a:xfrm>
                  <a:off x="1478242" y="3571021"/>
                  <a:ext cx="21106" cy="2110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6" name="ellipse_2569"/>
                <p:cNvSpPr/>
                <p:nvPr/>
              </p:nvSpPr>
              <p:spPr>
                <a:xfrm>
                  <a:off x="1317612" y="3652314"/>
                  <a:ext cx="17900" cy="179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7" name="ellipse_2570"/>
                <p:cNvSpPr/>
                <p:nvPr/>
              </p:nvSpPr>
              <p:spPr>
                <a:xfrm>
                  <a:off x="1437620" y="3709822"/>
                  <a:ext cx="15418" cy="1541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8" name="ellipse_2571"/>
                <p:cNvSpPr/>
                <p:nvPr/>
              </p:nvSpPr>
              <p:spPr>
                <a:xfrm>
                  <a:off x="1482151" y="3682518"/>
                  <a:ext cx="16703" cy="1670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0E5"/>
                    </a:gs>
                    <a:gs pos="100000">
                      <a:srgbClr val="B2BD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9" name="ellipse_2572"/>
                <p:cNvSpPr/>
                <p:nvPr/>
              </p:nvSpPr>
              <p:spPr>
                <a:xfrm>
                  <a:off x="1411116" y="3562784"/>
                  <a:ext cx="21423" cy="2142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1E6"/>
                    </a:gs>
                    <a:gs pos="100000">
                      <a:srgbClr val="B2BDC6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0" name="ellipse_2573"/>
                <p:cNvSpPr/>
                <p:nvPr/>
              </p:nvSpPr>
              <p:spPr>
                <a:xfrm>
                  <a:off x="1454564" y="3537748"/>
                  <a:ext cx="19763" cy="1976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1" name="ellipse_2574"/>
                <p:cNvSpPr/>
                <p:nvPr/>
              </p:nvSpPr>
              <p:spPr>
                <a:xfrm>
                  <a:off x="1516785" y="3654731"/>
                  <a:ext cx="21578" cy="2157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2" name="ellipse_2575"/>
                <p:cNvSpPr/>
                <p:nvPr/>
              </p:nvSpPr>
              <p:spPr>
                <a:xfrm>
                  <a:off x="1410634" y="3697683"/>
                  <a:ext cx="24162" cy="2416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3" name="ellipse_2576"/>
                <p:cNvSpPr/>
                <p:nvPr/>
              </p:nvSpPr>
              <p:spPr>
                <a:xfrm>
                  <a:off x="1425946" y="3562304"/>
                  <a:ext cx="17525" cy="175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4" name="ellipse_2577"/>
                <p:cNvSpPr/>
                <p:nvPr/>
              </p:nvSpPr>
              <p:spPr>
                <a:xfrm>
                  <a:off x="1355269" y="3594031"/>
                  <a:ext cx="21133" cy="2113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8DFE4"/>
                    </a:gs>
                    <a:gs pos="100000">
                      <a:srgbClr val="B0BC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5" name="ellipse_2578"/>
                <p:cNvSpPr/>
                <p:nvPr/>
              </p:nvSpPr>
              <p:spPr>
                <a:xfrm>
                  <a:off x="1506719" y="3690770"/>
                  <a:ext cx="17358" cy="1735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6" name="ellipse_2579"/>
                <p:cNvSpPr/>
                <p:nvPr/>
              </p:nvSpPr>
              <p:spPr>
                <a:xfrm>
                  <a:off x="1349195" y="3647004"/>
                  <a:ext cx="22300" cy="223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A"/>
                    </a:gs>
                    <a:gs pos="43000">
                      <a:srgbClr val="D9DFE5"/>
                    </a:gs>
                    <a:gs pos="100000">
                      <a:srgbClr val="B1BC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7" name="ellipse_2580"/>
                <p:cNvSpPr/>
                <p:nvPr/>
              </p:nvSpPr>
              <p:spPr>
                <a:xfrm>
                  <a:off x="1577404" y="3601425"/>
                  <a:ext cx="20206" cy="2020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8" name="ellipse_2581"/>
                <p:cNvSpPr/>
                <p:nvPr/>
              </p:nvSpPr>
              <p:spPr>
                <a:xfrm>
                  <a:off x="1509076" y="3554975"/>
                  <a:ext cx="15762" cy="1576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2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9" name="ellipse_2582"/>
                <p:cNvSpPr/>
                <p:nvPr/>
              </p:nvSpPr>
              <p:spPr>
                <a:xfrm>
                  <a:off x="1462460" y="3706007"/>
                  <a:ext cx="22750" cy="2275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AB5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0" name="ellipse_2583"/>
                <p:cNvSpPr/>
                <p:nvPr/>
              </p:nvSpPr>
              <p:spPr>
                <a:xfrm>
                  <a:off x="1439477" y="3526920"/>
                  <a:ext cx="21290" cy="2129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1" name="ellipse_2584"/>
                <p:cNvSpPr/>
                <p:nvPr/>
              </p:nvSpPr>
              <p:spPr>
                <a:xfrm>
                  <a:off x="1310268" y="3672453"/>
                  <a:ext cx="21000" cy="21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2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2" name="ellipse_2585"/>
                <p:cNvSpPr/>
                <p:nvPr/>
              </p:nvSpPr>
              <p:spPr>
                <a:xfrm>
                  <a:off x="1552938" y="3621802"/>
                  <a:ext cx="15605" cy="156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4DCE1"/>
                    </a:gs>
                    <a:gs pos="100000">
                      <a:srgbClr val="AB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3" name="ellipse_2586"/>
                <p:cNvSpPr/>
                <p:nvPr/>
              </p:nvSpPr>
              <p:spPr>
                <a:xfrm>
                  <a:off x="1558418" y="3676011"/>
                  <a:ext cx="22184" cy="221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C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4" name="ellipse_2587"/>
                <p:cNvSpPr/>
                <p:nvPr/>
              </p:nvSpPr>
              <p:spPr>
                <a:xfrm>
                  <a:off x="1456866" y="3525328"/>
                  <a:ext cx="23606" cy="2360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A"/>
                    </a:gs>
                    <a:gs pos="43000">
                      <a:srgbClr val="D9DFE5"/>
                    </a:gs>
                    <a:gs pos="100000">
                      <a:srgbClr val="B1BC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5" name="ellipse_2588"/>
                <p:cNvSpPr/>
                <p:nvPr/>
              </p:nvSpPr>
              <p:spPr>
                <a:xfrm>
                  <a:off x="1364561" y="3569140"/>
                  <a:ext cx="22851" cy="2285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ED6DD"/>
                    </a:gs>
                    <a:gs pos="100000">
                      <a:srgbClr val="A5B1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6" name="ellipse_2589"/>
                <p:cNvSpPr/>
                <p:nvPr/>
              </p:nvSpPr>
              <p:spPr>
                <a:xfrm>
                  <a:off x="1539847" y="3619786"/>
                  <a:ext cx="18619" cy="1861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7" name="ellipse_2590"/>
                <p:cNvSpPr/>
                <p:nvPr/>
              </p:nvSpPr>
              <p:spPr>
                <a:xfrm>
                  <a:off x="1298635" y="3654692"/>
                  <a:ext cx="18927" cy="1892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1"/>
                    </a:gs>
                    <a:gs pos="100000">
                      <a:srgbClr val="AC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8" name="ellipse_2591"/>
                <p:cNvSpPr/>
                <p:nvPr/>
              </p:nvSpPr>
              <p:spPr>
                <a:xfrm>
                  <a:off x="1319712" y="3686409"/>
                  <a:ext cx="23715" cy="2371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9" name="ellipse_2592"/>
                <p:cNvSpPr/>
                <p:nvPr/>
              </p:nvSpPr>
              <p:spPr>
                <a:xfrm>
                  <a:off x="1501588" y="3562901"/>
                  <a:ext cx="22327" cy="2232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6DDE3"/>
                    </a:gs>
                    <a:gs pos="100000">
                      <a:srgbClr val="AEB9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0" name="ellipse_2593"/>
                <p:cNvSpPr/>
                <p:nvPr/>
              </p:nvSpPr>
              <p:spPr>
                <a:xfrm>
                  <a:off x="1466525" y="3529327"/>
                  <a:ext cx="15101" cy="1510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1" name="ellipse_2594"/>
                <p:cNvSpPr/>
                <p:nvPr/>
              </p:nvSpPr>
              <p:spPr>
                <a:xfrm>
                  <a:off x="1333290" y="3551629"/>
                  <a:ext cx="21303" cy="2130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2" name="ellipse_2595"/>
                <p:cNvSpPr/>
                <p:nvPr/>
              </p:nvSpPr>
              <p:spPr>
                <a:xfrm>
                  <a:off x="1339812" y="3618696"/>
                  <a:ext cx="23994" cy="239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3" name="ellipse_2596"/>
                <p:cNvSpPr/>
                <p:nvPr/>
              </p:nvSpPr>
              <p:spPr>
                <a:xfrm>
                  <a:off x="1322053" y="3616233"/>
                  <a:ext cx="19417" cy="194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6DD"/>
                    </a:gs>
                    <a:gs pos="100000">
                      <a:srgbClr val="A4B1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4" name="ellipse_2597"/>
                <p:cNvSpPr/>
                <p:nvPr/>
              </p:nvSpPr>
              <p:spPr>
                <a:xfrm>
                  <a:off x="1442627" y="3702519"/>
                  <a:ext cx="16815" cy="1681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5DC"/>
                    </a:gs>
                    <a:gs pos="100000">
                      <a:srgbClr val="A4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5" name="ellipse_2598"/>
                <p:cNvSpPr/>
                <p:nvPr/>
              </p:nvSpPr>
              <p:spPr>
                <a:xfrm>
                  <a:off x="1359926" y="3695336"/>
                  <a:ext cx="19088" cy="1908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C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6" name="ellipse_2599"/>
                <p:cNvSpPr/>
                <p:nvPr/>
              </p:nvSpPr>
              <p:spPr>
                <a:xfrm>
                  <a:off x="1316114" y="3579850"/>
                  <a:ext cx="19778" cy="1977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7" name="ellipse_2600"/>
                <p:cNvSpPr/>
                <p:nvPr/>
              </p:nvSpPr>
              <p:spPr>
                <a:xfrm>
                  <a:off x="1434798" y="3553542"/>
                  <a:ext cx="17285" cy="1728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F"/>
                    </a:gs>
                    <a:gs pos="100000">
                      <a:srgbClr val="A6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8" name="ellipse_2601"/>
                <p:cNvSpPr/>
                <p:nvPr/>
              </p:nvSpPr>
              <p:spPr>
                <a:xfrm>
                  <a:off x="1494855" y="3573622"/>
                  <a:ext cx="23632" cy="2363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  <p:grpSp>
            <p:nvGrpSpPr>
              <p:cNvPr id="2719" name="Feature vector"/>
              <p:cNvGrpSpPr/>
              <p:nvPr/>
            </p:nvGrpSpPr>
            <p:grpSpPr>
              <a:xfrm>
                <a:off x="1274580" y="3787605"/>
                <a:ext cx="338355" cy="49275"/>
                <a:chOff x="1274580" y="3787605"/>
                <a:chExt cx="338355" cy="49275"/>
              </a:xfrm>
            </p:grpSpPr>
            <p:sp>
              <p:nvSpPr>
                <p:cNvPr id="2720" name="feature_1"/>
                <p:cNvSpPr/>
                <p:nvPr/>
              </p:nvSpPr>
              <p:spPr>
                <a:xfrm>
                  <a:off x="1274580" y="3787605"/>
                  <a:ext cx="45521" cy="49275"/>
                </a:xfrm>
                <a:prstGeom prst="rect">
                  <a:avLst/>
                </a:prstGeom>
                <a:solidFill>
                  <a:srgbClr val="90C4B4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1" name="feature_2"/>
                <p:cNvSpPr/>
                <p:nvPr/>
              </p:nvSpPr>
              <p:spPr>
                <a:xfrm>
                  <a:off x="1323386" y="3787605"/>
                  <a:ext cx="45521" cy="49275"/>
                </a:xfrm>
                <a:prstGeom prst="rect">
                  <a:avLst/>
                </a:prstGeom>
                <a:solidFill>
                  <a:srgbClr val="B9DBD1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2" name="feature_3"/>
                <p:cNvSpPr/>
                <p:nvPr/>
              </p:nvSpPr>
              <p:spPr>
                <a:xfrm>
                  <a:off x="1372191" y="3787605"/>
                  <a:ext cx="45521" cy="49275"/>
                </a:xfrm>
                <a:prstGeom prst="rect">
                  <a:avLst/>
                </a:prstGeom>
                <a:solidFill>
                  <a:srgbClr val="4EAA93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3" name="feature_4"/>
                <p:cNvSpPr/>
                <p:nvPr/>
              </p:nvSpPr>
              <p:spPr>
                <a:xfrm>
                  <a:off x="1420997" y="3787605"/>
                  <a:ext cx="45521" cy="49275"/>
                </a:xfrm>
                <a:prstGeom prst="rect">
                  <a:avLst/>
                </a:prstGeom>
                <a:solidFill>
                  <a:srgbClr val="90C4B4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4" name="feature_5"/>
                <p:cNvSpPr/>
                <p:nvPr/>
              </p:nvSpPr>
              <p:spPr>
                <a:xfrm>
                  <a:off x="1469803" y="3787605"/>
                  <a:ext cx="45521" cy="49275"/>
                </a:xfrm>
                <a:prstGeom prst="rect">
                  <a:avLst/>
                </a:prstGeom>
                <a:solidFill>
                  <a:srgbClr val="B9DBD1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5" name="feature_6"/>
                <p:cNvSpPr/>
                <p:nvPr/>
              </p:nvSpPr>
              <p:spPr>
                <a:xfrm>
                  <a:off x="1518609" y="3787605"/>
                  <a:ext cx="45521" cy="49275"/>
                </a:xfrm>
                <a:prstGeom prst="rect">
                  <a:avLst/>
                </a:prstGeom>
                <a:solidFill>
                  <a:srgbClr val="4EAA93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6" name="feature_7"/>
                <p:cNvSpPr/>
                <p:nvPr/>
              </p:nvSpPr>
              <p:spPr>
                <a:xfrm>
                  <a:off x="1567414" y="3787605"/>
                  <a:ext cx="45521" cy="49275"/>
                </a:xfrm>
                <a:prstGeom prst="rect">
                  <a:avLst/>
                </a:prstGeom>
                <a:solidFill>
                  <a:srgbClr val="90C4B4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  <p:sp>
            <p:nvSpPr>
              <p:cNvPr id="2727" name="rect_2609"/>
              <p:cNvSpPr/>
              <p:nvPr/>
            </p:nvSpPr>
            <p:spPr>
              <a:xfrm>
                <a:off x="1826460" y="3367125"/>
                <a:ext cx="844245" cy="532170"/>
              </a:xfrm>
              <a:prstGeom prst="roundRect">
                <a:avLst>
                  <a:gd name="adj" fmla="val 3704"/>
                </a:avLst>
              </a:prstGeom>
              <a:solidFill>
                <a:srgbClr val="FCFEFD"/>
              </a:solidFill>
              <a:ln w="3942" cap="rnd" cmpd="sng" algn="ctr">
                <a:solidFill>
                  <a:srgbClr val="C5DED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28" name="Text | Local candidate cues"/>
              <p:cNvSpPr txBox="1"/>
              <p:nvPr/>
            </p:nvSpPr>
            <p:spPr>
              <a:xfrm>
                <a:off x="1768226" y="3383550"/>
                <a:ext cx="957429" cy="1119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21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Local candidate cues</a:t>
                </a:r>
                <a:endParaRPr lang="en-US" sz="621"/>
              </a:p>
            </p:txBody>
          </p:sp>
          <p:sp>
            <p:nvSpPr>
              <p:cNvPr id="2729" name="Candidate blob | editable contour"/>
              <p:cNvSpPr/>
              <p:nvPr/>
            </p:nvSpPr>
            <p:spPr>
              <a:xfrm>
                <a:off x="1928706" y="3559489"/>
                <a:ext cx="227897" cy="155682"/>
              </a:xfrm>
              <a:custGeom>
                <a:avLst/>
                <a:gdLst/>
                <a:ahLst/>
                <a:cxnLst/>
                <a:rect l="0" t="0" r="w" b="h"/>
                <a:pathLst>
                  <a:path w="227897" h="155682" extrusionOk="0">
                    <a:moveTo>
                      <a:pt x="5338" y="97866"/>
                    </a:moveTo>
                    <a:cubicBezTo>
                      <a:pt x="0" y="80701"/>
                      <a:pt x="18889" y="54504"/>
                      <a:pt x="29976" y="43663"/>
                    </a:cubicBezTo>
                    <a:cubicBezTo>
                      <a:pt x="41062" y="32823"/>
                      <a:pt x="58719" y="39447"/>
                      <a:pt x="71859" y="32823"/>
                    </a:cubicBezTo>
                    <a:cubicBezTo>
                      <a:pt x="84999" y="26198"/>
                      <a:pt x="92391" y="7829"/>
                      <a:pt x="108816" y="3915"/>
                    </a:cubicBezTo>
                    <a:cubicBezTo>
                      <a:pt x="125241" y="0"/>
                      <a:pt x="153984" y="3613"/>
                      <a:pt x="170409" y="9335"/>
                    </a:cubicBezTo>
                    <a:cubicBezTo>
                      <a:pt x="186834" y="15056"/>
                      <a:pt x="198332" y="26198"/>
                      <a:pt x="207366" y="38243"/>
                    </a:cubicBezTo>
                    <a:cubicBezTo>
                      <a:pt x="216399" y="50288"/>
                      <a:pt x="227897" y="67151"/>
                      <a:pt x="224612" y="81605"/>
                    </a:cubicBezTo>
                    <a:cubicBezTo>
                      <a:pt x="221327" y="96059"/>
                      <a:pt x="203259" y="113223"/>
                      <a:pt x="187656" y="124967"/>
                    </a:cubicBezTo>
                    <a:cubicBezTo>
                      <a:pt x="172052" y="136711"/>
                      <a:pt x="151931" y="148455"/>
                      <a:pt x="130989" y="152068"/>
                    </a:cubicBezTo>
                    <a:cubicBezTo>
                      <a:pt x="110048" y="155682"/>
                      <a:pt x="82946" y="155682"/>
                      <a:pt x="62004" y="146648"/>
                    </a:cubicBezTo>
                    <a:cubicBezTo>
                      <a:pt x="41062" y="137614"/>
                      <a:pt x="10676" y="115030"/>
                      <a:pt x="5338" y="978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E9F2F9"/>
                  </a:gs>
                  <a:gs pos="48000">
                    <a:srgbClr val="85B7DD"/>
                  </a:gs>
                  <a:gs pos="100000">
                    <a:srgbClr val="65A1CE"/>
                  </a:gs>
                </a:gsLst>
                <a:lin ang="2700000" scaled="1"/>
                <a:tileRect/>
              </a:gradFill>
              <a:ln w="3285" cap="rnd" cmpd="sng" algn="ctr">
                <a:solidFill>
                  <a:srgbClr val="71A9D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30" name="ellipse_2612"/>
              <p:cNvSpPr/>
              <p:nvPr/>
            </p:nvSpPr>
            <p:spPr>
              <a:xfrm>
                <a:off x="1980855" y="3603152"/>
                <a:ext cx="56666" cy="19874"/>
              </a:xfrm>
              <a:prstGeom prst="ellipse">
                <a:avLst/>
              </a:prstGeom>
              <a:solidFill>
                <a:srgbClr val="FFFFFF">
                  <a:alpha val="35000"/>
                </a:srgbClr>
              </a:solidFill>
              <a:ln w="328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grpSp>
            <p:nvGrpSpPr>
              <p:cNvPr id="2731" name="Pseudo-atom sampling points; no chemical bonds"/>
              <p:cNvGrpSpPr/>
              <p:nvPr/>
            </p:nvGrpSpPr>
            <p:grpSpPr>
              <a:xfrm>
                <a:off x="2356083" y="3581646"/>
                <a:ext cx="132815" cy="121377"/>
                <a:chOff x="2356083" y="3581646"/>
                <a:chExt cx="132815" cy="121377"/>
              </a:xfrm>
            </p:grpSpPr>
            <p:sp>
              <p:nvSpPr>
                <p:cNvPr id="2732" name="Pseudo atom | small solid diamond"/>
                <p:cNvSpPr/>
                <p:nvPr/>
              </p:nvSpPr>
              <p:spPr>
                <a:xfrm>
                  <a:off x="2470337" y="3657927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3" name="Pseudo atom | small solid diamond"/>
                <p:cNvSpPr/>
                <p:nvPr/>
              </p:nvSpPr>
              <p:spPr>
                <a:xfrm>
                  <a:off x="2367832" y="3581646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4" name="Pseudo atom | small solid diamond"/>
                <p:cNvSpPr/>
                <p:nvPr/>
              </p:nvSpPr>
              <p:spPr>
                <a:xfrm>
                  <a:off x="2462977" y="3688569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5" name="Pseudo atom | small solid diamond"/>
                <p:cNvSpPr/>
                <p:nvPr/>
              </p:nvSpPr>
              <p:spPr>
                <a:xfrm>
                  <a:off x="2381094" y="3596723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6" name="Pseudo atom | small solid diamond"/>
                <p:cNvSpPr/>
                <p:nvPr/>
              </p:nvSpPr>
              <p:spPr>
                <a:xfrm>
                  <a:off x="2474444" y="3633245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7" name="Pseudo atom | small solid diamond"/>
                <p:cNvSpPr/>
                <p:nvPr/>
              </p:nvSpPr>
              <p:spPr>
                <a:xfrm>
                  <a:off x="2419798" y="3615676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8" name="Pseudo atom | small solid diamond"/>
                <p:cNvSpPr/>
                <p:nvPr/>
              </p:nvSpPr>
              <p:spPr>
                <a:xfrm>
                  <a:off x="2356083" y="3630928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9" name="Pseudo atom | small solid diamond"/>
                <p:cNvSpPr/>
                <p:nvPr/>
              </p:nvSpPr>
              <p:spPr>
                <a:xfrm>
                  <a:off x="2399168" y="3621448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40" name="Pseudo atom | small solid diamond"/>
                <p:cNvSpPr/>
                <p:nvPr/>
              </p:nvSpPr>
              <p:spPr>
                <a:xfrm>
                  <a:off x="2442478" y="3664017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41" name="Pseudo atom | small solid diamond"/>
                <p:cNvSpPr/>
                <p:nvPr/>
              </p:nvSpPr>
              <p:spPr>
                <a:xfrm>
                  <a:off x="2457792" y="3672561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  <p:sp>
            <p:nvSpPr>
              <p:cNvPr id="2742" name="Text | Blob"/>
              <p:cNvSpPr txBox="1"/>
              <p:nvPr/>
            </p:nvSpPr>
            <p:spPr>
              <a:xfrm>
                <a:off x="1946540" y="3764610"/>
                <a:ext cx="193460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Blob</a:t>
                </a:r>
                <a:endParaRPr lang="en-US" sz="595"/>
              </a:p>
            </p:txBody>
          </p:sp>
          <p:sp>
            <p:nvSpPr>
              <p:cNvPr id="2743" name="Text | Pseudo"/>
              <p:cNvSpPr txBox="1"/>
              <p:nvPr/>
            </p:nvSpPr>
            <p:spPr>
              <a:xfrm>
                <a:off x="2298026" y="3764610"/>
                <a:ext cx="298599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Pseudo</a:t>
                </a:r>
                <a:endParaRPr lang="en-US" sz="595"/>
              </a:p>
            </p:txBody>
          </p:sp>
        </p:grpSp>
        <p:sp>
          <p:nvSpPr>
            <p:cNvPr id="2750" name="Text | Q"/>
            <p:cNvSpPr txBox="1"/>
            <p:nvPr/>
          </p:nvSpPr>
          <p:spPr>
            <a:xfrm>
              <a:off x="2772000" y="3963600"/>
              <a:ext cx="94616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Q</a:t>
              </a:r>
              <a:endParaRPr lang="en-US" sz="621"/>
            </a:p>
          </p:txBody>
        </p:sp>
        <p:sp>
          <p:nvSpPr>
            <p:cNvPr id="2761" name="Operation | Mean/max pool"/>
            <p:cNvSpPr/>
            <p:nvPr/>
          </p:nvSpPr>
          <p:spPr>
            <a:xfrm>
              <a:off x="1379700" y="4022482"/>
              <a:ext cx="617580" cy="160965"/>
            </a:xfrm>
            <a:prstGeom prst="roundRect">
              <a:avLst>
                <a:gd name="adj" fmla="val 18367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62" name="Text | Mean/max pool"/>
            <p:cNvSpPr txBox="1"/>
            <p:nvPr/>
          </p:nvSpPr>
          <p:spPr>
            <a:xfrm>
              <a:off x="1336948" y="4050931"/>
              <a:ext cx="70308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Mean/max pool</a:t>
              </a:r>
              <a:endParaRPr lang="en-US" sz="621"/>
            </a:p>
          </p:txBody>
        </p:sp>
        <p:sp>
          <p:nvSpPr>
            <p:cNvPr id="2763" name="Operation | Attention"/>
            <p:cNvSpPr/>
            <p:nvPr/>
          </p:nvSpPr>
          <p:spPr>
            <a:xfrm>
              <a:off x="2202592" y="4022482"/>
              <a:ext cx="509175" cy="160965"/>
            </a:xfrm>
            <a:prstGeom prst="roundRect">
              <a:avLst>
                <a:gd name="adj" fmla="val 18367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64" name="Text | Attention"/>
            <p:cNvSpPr txBox="1"/>
            <p:nvPr/>
          </p:nvSpPr>
          <p:spPr>
            <a:xfrm>
              <a:off x="2232886" y="4050931"/>
              <a:ext cx="448587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Attention</a:t>
              </a:r>
              <a:endParaRPr lang="en-US" sz="621"/>
            </a:p>
          </p:txBody>
        </p:sp>
        <p:sp>
          <p:nvSpPr>
            <p:cNvPr id="2771" name="Concatenation"/>
            <p:cNvSpPr/>
            <p:nvPr/>
          </p:nvSpPr>
          <p:spPr>
            <a:xfrm>
              <a:off x="1885590" y="4444605"/>
              <a:ext cx="111690" cy="111690"/>
            </a:xfrm>
            <a:prstGeom prst="ellipse">
              <a:avLst/>
            </a:prstGeom>
            <a:solidFill>
              <a:srgbClr val="FFFFFF"/>
            </a:solidFill>
            <a:ln w="5913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cxnSp>
          <p:nvCxnSpPr>
            <p:cNvPr id="2772" name="path_2641"/>
            <p:cNvCxnSpPr/>
            <p:nvPr/>
          </p:nvCxnSpPr>
          <p:spPr>
            <a:xfrm>
              <a:off x="1928295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73" name="path_2642"/>
            <p:cNvCxnSpPr/>
            <p:nvPr/>
          </p:nvCxnSpPr>
          <p:spPr>
            <a:xfrm>
              <a:off x="1954575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77" name="Operation | MLP"/>
            <p:cNvSpPr/>
            <p:nvPr/>
          </p:nvSpPr>
          <p:spPr>
            <a:xfrm>
              <a:off x="2169742" y="4421610"/>
              <a:ext cx="305505" cy="15768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78" name="Text | MLP"/>
            <p:cNvSpPr txBox="1"/>
            <p:nvPr/>
          </p:nvSpPr>
          <p:spPr>
            <a:xfrm>
              <a:off x="2211001" y="4446248"/>
              <a:ext cx="222989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MLP</a:t>
              </a:r>
              <a:endParaRPr lang="en-US" sz="647"/>
            </a:p>
          </p:txBody>
        </p:sp>
        <p:sp>
          <p:nvSpPr>
            <p:cNvPr id="2782" name="FiLM | base summary modulated by conditions"/>
            <p:cNvSpPr/>
            <p:nvPr/>
          </p:nvSpPr>
          <p:spPr>
            <a:xfrm>
              <a:off x="2729835" y="4392045"/>
              <a:ext cx="216810" cy="216810"/>
            </a:xfrm>
            <a:prstGeom prst="ellipse">
              <a:avLst/>
            </a:prstGeom>
            <a:solidFill>
              <a:srgbClr val="F2EEF9"/>
            </a:solidFill>
            <a:ln w="6570" cap="rnd" cmpd="sng" algn="ctr">
              <a:solidFill>
                <a:srgbClr val="8B7BB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83" name="Text | FiLM"/>
            <p:cNvSpPr txBox="1"/>
            <p:nvPr/>
          </p:nvSpPr>
          <p:spPr>
            <a:xfrm>
              <a:off x="2704831" y="4438035"/>
              <a:ext cx="266819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FiLM</a:t>
              </a:r>
              <a:endParaRPr lang="en-US" sz="698"/>
            </a:p>
          </p:txBody>
        </p:sp>
        <p:grpSp>
          <p:nvGrpSpPr>
            <p:cNvPr id="2787" name="Candidate representation h_j"/>
            <p:cNvGrpSpPr/>
            <p:nvPr/>
          </p:nvGrpSpPr>
          <p:grpSpPr>
            <a:xfrm>
              <a:off x="2641140" y="4746825"/>
              <a:ext cx="397485" cy="72270"/>
              <a:chOff x="2641140" y="4746825"/>
              <a:chExt cx="397485" cy="72270"/>
            </a:xfrm>
          </p:grpSpPr>
          <p:sp>
            <p:nvSpPr>
              <p:cNvPr id="2788" name="feature_1"/>
              <p:cNvSpPr/>
              <p:nvPr/>
            </p:nvSpPr>
            <p:spPr>
              <a:xfrm>
                <a:off x="2641140" y="4746825"/>
                <a:ext cx="53968" cy="72270"/>
              </a:xfrm>
              <a:prstGeom prst="rect">
                <a:avLst/>
              </a:prstGeom>
              <a:solidFill>
                <a:srgbClr val="367FB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89" name="feature_2"/>
              <p:cNvSpPr/>
              <p:nvPr/>
            </p:nvSpPr>
            <p:spPr>
              <a:xfrm>
                <a:off x="2698393" y="4746825"/>
                <a:ext cx="53968" cy="72270"/>
              </a:xfrm>
              <a:prstGeom prst="rect">
                <a:avLst/>
              </a:prstGeom>
              <a:solidFill>
                <a:srgbClr val="7EAE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0" name="feature_3"/>
              <p:cNvSpPr/>
              <p:nvPr/>
            </p:nvSpPr>
            <p:spPr>
              <a:xfrm>
                <a:off x="2755646" y="4746825"/>
                <a:ext cx="53968" cy="72270"/>
              </a:xfrm>
              <a:prstGeom prst="rect">
                <a:avLst/>
              </a:prstGeom>
              <a:solidFill>
                <a:srgbClr val="BCD8E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1" name="feature_4"/>
              <p:cNvSpPr/>
              <p:nvPr/>
            </p:nvSpPr>
            <p:spPr>
              <a:xfrm>
                <a:off x="2812899" y="4746825"/>
                <a:ext cx="53968" cy="72270"/>
              </a:xfrm>
              <a:prstGeom prst="rect">
                <a:avLst/>
              </a:prstGeom>
              <a:solidFill>
                <a:srgbClr val="88C3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2" name="feature_5"/>
              <p:cNvSpPr/>
              <p:nvPr/>
            </p:nvSpPr>
            <p:spPr>
              <a:xfrm>
                <a:off x="2870151" y="4746825"/>
                <a:ext cx="53968" cy="72270"/>
              </a:xfrm>
              <a:prstGeom prst="rect">
                <a:avLst/>
              </a:prstGeom>
              <a:solidFill>
                <a:srgbClr val="23877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3" name="feature_6"/>
              <p:cNvSpPr/>
              <p:nvPr/>
            </p:nvSpPr>
            <p:spPr>
              <a:xfrm>
                <a:off x="2927404" y="4746825"/>
                <a:ext cx="53968" cy="72270"/>
              </a:xfrm>
              <a:prstGeom prst="rect">
                <a:avLst/>
              </a:prstGeom>
              <a:solidFill>
                <a:srgbClr val="B1A4C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4" name="feature_7"/>
              <p:cNvSpPr/>
              <p:nvPr/>
            </p:nvSpPr>
            <p:spPr>
              <a:xfrm>
                <a:off x="2984657" y="4746825"/>
                <a:ext cx="53968" cy="72270"/>
              </a:xfrm>
              <a:prstGeom prst="rect">
                <a:avLst/>
              </a:prstGeom>
              <a:solidFill>
                <a:srgbClr val="D4CBE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795" name="Formula | h_j"/>
            <p:cNvGrpSpPr/>
            <p:nvPr/>
          </p:nvGrpSpPr>
          <p:grpSpPr>
            <a:xfrm>
              <a:off x="2443251" y="4713975"/>
              <a:ext cx="108392" cy="149738"/>
              <a:chOff x="2443251" y="4713975"/>
              <a:chExt cx="108392" cy="149738"/>
            </a:xfrm>
          </p:grpSpPr>
          <p:sp>
            <p:nvSpPr>
              <p:cNvPr id="2796" name="Text | h"/>
              <p:cNvSpPr txBox="1"/>
              <p:nvPr/>
            </p:nvSpPr>
            <p:spPr>
              <a:xfrm>
                <a:off x="2443251" y="4713975"/>
                <a:ext cx="100187" cy="1446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2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h</a:t>
                </a:r>
                <a:endParaRPr lang="en-US" sz="802"/>
              </a:p>
            </p:txBody>
          </p:sp>
          <p:sp>
            <p:nvSpPr>
              <p:cNvPr id="2797" name="Text | j"/>
              <p:cNvSpPr txBox="1"/>
              <p:nvPr/>
            </p:nvSpPr>
            <p:spPr>
              <a:xfrm>
                <a:off x="2507796" y="4774058"/>
                <a:ext cx="43847" cy="896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97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j</a:t>
                </a:r>
                <a:endParaRPr lang="en-US" sz="497"/>
              </a:p>
            </p:txBody>
          </p:sp>
        </p:grpSp>
        <p:sp>
          <p:nvSpPr>
            <p:cNvPr id="2798" name="Text | User-provided SMILES · same PDB"/>
            <p:cNvSpPr txBox="1"/>
            <p:nvPr/>
          </p:nvSpPr>
          <p:spPr>
            <a:xfrm>
              <a:off x="3447117" y="2736405"/>
              <a:ext cx="136425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User-provided SMILES · same PDB</a:t>
              </a:r>
              <a:endParaRPr lang="en-US" sz="621"/>
            </a:p>
          </p:txBody>
        </p:sp>
        <p:cxnSp>
          <p:nvCxnSpPr>
            <p:cNvPr id="2799" name="path_2660"/>
            <p:cNvCxnSpPr/>
            <p:nvPr/>
          </p:nvCxnSpPr>
          <p:spPr>
            <a:xfrm flipV="1">
              <a:off x="3370410" y="2994376"/>
              <a:ext cx="83110" cy="5804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0" name="path_2661"/>
            <p:cNvCxnSpPr/>
            <p:nvPr/>
          </p:nvCxnSpPr>
          <p:spPr>
            <a:xfrm>
              <a:off x="3453520" y="2994376"/>
              <a:ext cx="86724" cy="5804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1" name="path_2662"/>
            <p:cNvCxnSpPr/>
            <p:nvPr/>
          </p:nvCxnSpPr>
          <p:spPr>
            <a:xfrm flipV="1">
              <a:off x="3540244" y="2994376"/>
              <a:ext cx="86724" cy="5804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02" name="Text | O"/>
            <p:cNvSpPr txBox="1"/>
            <p:nvPr/>
          </p:nvSpPr>
          <p:spPr>
            <a:xfrm>
              <a:off x="3637809" y="2942703"/>
              <a:ext cx="83164" cy="1026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9" b="0" i="0" baseline="0" dirty="0">
                  <a:solidFill>
                    <a:srgbClr val="D79A9D"/>
                  </a:solidFill>
                  <a:latin typeface="Arial"/>
                  <a:ea typeface="Arial"/>
                  <a:cs typeface="Arial"/>
                </a:rPr>
                <a:t>O</a:t>
              </a:r>
              <a:endParaRPr lang="en-US" sz="569"/>
            </a:p>
          </p:txBody>
        </p:sp>
        <p:grpSp>
          <p:nvGrpSpPr>
            <p:cNvPr id="2803" name="Ligand identity | illustrative molecular graph"/>
            <p:cNvGrpSpPr/>
            <p:nvPr/>
          </p:nvGrpSpPr>
          <p:grpSpPr>
            <a:xfrm>
              <a:off x="3971842" y="2937250"/>
              <a:ext cx="368110" cy="194735"/>
              <a:chOff x="3971842" y="2937250"/>
              <a:chExt cx="368110" cy="194735"/>
            </a:xfrm>
          </p:grpSpPr>
          <p:cxnSp>
            <p:nvCxnSpPr>
              <p:cNvPr id="2804" name="path_2664"/>
              <p:cNvCxnSpPr/>
              <p:nvPr/>
            </p:nvCxnSpPr>
            <p:spPr>
              <a:xfrm flipH="1">
                <a:off x="4050077" y="3083301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5" name="path_2665"/>
              <p:cNvCxnSpPr/>
              <p:nvPr/>
            </p:nvCxnSpPr>
            <p:spPr>
              <a:xfrm flipH="1" flipV="1">
                <a:off x="3971842" y="3083301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6" name="path_2666"/>
              <p:cNvCxnSpPr/>
              <p:nvPr/>
            </p:nvCxnSpPr>
            <p:spPr>
              <a:xfrm flipV="1">
                <a:off x="3971842" y="2985934"/>
                <a:ext cx="0" cy="97367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7" name="path_2667"/>
              <p:cNvCxnSpPr/>
              <p:nvPr/>
            </p:nvCxnSpPr>
            <p:spPr>
              <a:xfrm flipV="1">
                <a:off x="3971842" y="2937250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8" name="path_2668"/>
              <p:cNvCxnSpPr/>
              <p:nvPr/>
            </p:nvCxnSpPr>
            <p:spPr>
              <a:xfrm>
                <a:off x="4050077" y="2937250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9" name="path_2669"/>
              <p:cNvCxnSpPr/>
              <p:nvPr/>
            </p:nvCxnSpPr>
            <p:spPr>
              <a:xfrm>
                <a:off x="4128311" y="2985934"/>
                <a:ext cx="0" cy="97367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0" name="path_2670"/>
              <p:cNvCxnSpPr/>
              <p:nvPr/>
            </p:nvCxnSpPr>
            <p:spPr>
              <a:xfrm flipV="1">
                <a:off x="4128311" y="2960311"/>
                <a:ext cx="69919" cy="122990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1" name="path_2671"/>
              <p:cNvCxnSpPr/>
              <p:nvPr/>
            </p:nvCxnSpPr>
            <p:spPr>
              <a:xfrm>
                <a:off x="4198230" y="2960311"/>
                <a:ext cx="50589" cy="53808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2" name="path_2672"/>
              <p:cNvCxnSpPr/>
              <p:nvPr/>
            </p:nvCxnSpPr>
            <p:spPr>
              <a:xfrm flipH="1">
                <a:off x="4050077" y="3074538"/>
                <a:ext cx="64152" cy="39921"/>
              </a:xfrm>
              <a:prstGeom prst="line">
                <a:avLst/>
              </a:prstGeom>
              <a:noFill/>
              <a:ln w="4599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3" name="path_2673"/>
              <p:cNvCxnSpPr/>
              <p:nvPr/>
            </p:nvCxnSpPr>
            <p:spPr>
              <a:xfrm flipV="1">
                <a:off x="3985924" y="2994697"/>
                <a:ext cx="0" cy="79841"/>
              </a:xfrm>
              <a:prstGeom prst="line">
                <a:avLst/>
              </a:prstGeom>
              <a:noFill/>
              <a:ln w="4599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4" name="path_2674"/>
              <p:cNvCxnSpPr/>
              <p:nvPr/>
            </p:nvCxnSpPr>
            <p:spPr>
              <a:xfrm>
                <a:off x="4050077" y="2954776"/>
                <a:ext cx="64152" cy="39921"/>
              </a:xfrm>
              <a:prstGeom prst="line">
                <a:avLst/>
              </a:prstGeom>
              <a:noFill/>
              <a:ln w="4599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15" name="Text | O"/>
              <p:cNvSpPr txBox="1"/>
              <p:nvPr/>
            </p:nvSpPr>
            <p:spPr>
              <a:xfrm>
                <a:off x="4261959" y="2971414"/>
                <a:ext cx="77993" cy="932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17" b="0" i="0" baseline="0" dirty="0">
                    <a:solidFill>
                      <a:srgbClr val="CE4148"/>
                    </a:solidFill>
                    <a:latin typeface="Arial"/>
                    <a:ea typeface="Arial"/>
                    <a:cs typeface="Arial"/>
                  </a:rPr>
                  <a:t>O</a:t>
                </a:r>
                <a:endParaRPr lang="en-US" sz="517"/>
              </a:p>
            </p:txBody>
          </p:sp>
        </p:grpSp>
        <p:cxnSp>
          <p:nvCxnSpPr>
            <p:cNvPr id="2816" name="path_2676"/>
            <p:cNvCxnSpPr/>
            <p:nvPr/>
          </p:nvCxnSpPr>
          <p:spPr>
            <a:xfrm flipV="1">
              <a:off x="4520160" y="2990631"/>
              <a:ext cx="90338" cy="52429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7" name="path_2677"/>
            <p:cNvCxnSpPr/>
            <p:nvPr/>
          </p:nvCxnSpPr>
          <p:spPr>
            <a:xfrm>
              <a:off x="4610498" y="2990631"/>
              <a:ext cx="97565" cy="54301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8" name="path_2678"/>
            <p:cNvCxnSpPr/>
            <p:nvPr/>
          </p:nvCxnSpPr>
          <p:spPr>
            <a:xfrm flipV="1">
              <a:off x="4708062" y="2994376"/>
              <a:ext cx="86724" cy="5055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9" name="path_2679"/>
            <p:cNvCxnSpPr/>
            <p:nvPr/>
          </p:nvCxnSpPr>
          <p:spPr>
            <a:xfrm flipV="1">
              <a:off x="4610498" y="2919478"/>
              <a:ext cx="0" cy="65536"/>
            </a:xfrm>
            <a:prstGeom prst="line">
              <a:avLst/>
            </a:prstGeom>
            <a:noFill/>
            <a:ln w="5913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20" name="path_2680"/>
            <p:cNvCxnSpPr/>
            <p:nvPr/>
          </p:nvCxnSpPr>
          <p:spPr>
            <a:xfrm flipV="1">
              <a:off x="4628565" y="2919478"/>
              <a:ext cx="0" cy="65536"/>
            </a:xfrm>
            <a:prstGeom prst="line">
              <a:avLst/>
            </a:prstGeom>
            <a:noFill/>
            <a:ln w="5913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21" name="Text | O"/>
            <p:cNvSpPr txBox="1"/>
            <p:nvPr/>
          </p:nvSpPr>
          <p:spPr>
            <a:xfrm>
              <a:off x="4606884" y="2844876"/>
              <a:ext cx="80579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D79A9D"/>
                  </a:solidFill>
                  <a:latin typeface="Arial"/>
                  <a:ea typeface="Arial"/>
                  <a:cs typeface="Arial"/>
                </a:rPr>
                <a:t>O</a:t>
              </a:r>
              <a:endParaRPr lang="en-US" sz="543"/>
            </a:p>
          </p:txBody>
        </p:sp>
        <p:sp>
          <p:nvSpPr>
            <p:cNvPr id="2822" name="Text | N"/>
            <p:cNvSpPr txBox="1"/>
            <p:nvPr/>
          </p:nvSpPr>
          <p:spPr>
            <a:xfrm>
              <a:off x="4791172" y="2942243"/>
              <a:ext cx="77884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8EB3CF"/>
                  </a:solidFill>
                  <a:latin typeface="Arial"/>
                  <a:ea typeface="Arial"/>
                  <a:cs typeface="Arial"/>
                </a:rPr>
                <a:t>N</a:t>
              </a:r>
              <a:endParaRPr lang="en-US" sz="543"/>
            </a:p>
          </p:txBody>
        </p:sp>
        <p:sp>
          <p:nvSpPr>
            <p:cNvPr id="2823" name="rect_2683"/>
            <p:cNvSpPr/>
            <p:nvPr/>
          </p:nvSpPr>
          <p:spPr>
            <a:xfrm>
              <a:off x="3876300" y="2864520"/>
              <a:ext cx="436905" cy="328500"/>
            </a:xfrm>
            <a:prstGeom prst="roundRect">
              <a:avLst>
                <a:gd name="adj" fmla="val 6000"/>
              </a:avLst>
            </a:prstGeom>
            <a:noFill/>
            <a:ln w="3614" cap="rnd" cmpd="sng" algn="ctr">
              <a:solidFill>
                <a:srgbClr val="90C4B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24" name="Text | Selected identity"/>
            <p:cNvSpPr txBox="1"/>
            <p:nvPr/>
          </p:nvSpPr>
          <p:spPr>
            <a:xfrm>
              <a:off x="3773116" y="3212730"/>
              <a:ext cx="666269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Selected identity</a:t>
              </a:r>
              <a:endParaRPr lang="en-US" sz="595"/>
            </a:p>
          </p:txBody>
        </p:sp>
        <p:grpSp>
          <p:nvGrpSpPr>
            <p:cNvPr id="2825" name="Arrow | smiles → language_encoder"/>
            <p:cNvGrpSpPr/>
            <p:nvPr/>
          </p:nvGrpSpPr>
          <p:grpSpPr>
            <a:xfrm>
              <a:off x="4092338" y="3196305"/>
              <a:ext cx="27824" cy="174105"/>
              <a:chOff x="4092338" y="3196305"/>
              <a:chExt cx="27824" cy="174105"/>
            </a:xfrm>
          </p:grpSpPr>
          <p:cxnSp>
            <p:nvCxnSpPr>
              <p:cNvPr id="2826" name="Arrow | smiles → language_encoder | path"/>
              <p:cNvCxnSpPr/>
              <p:nvPr/>
            </p:nvCxnSpPr>
            <p:spPr>
              <a:xfrm>
                <a:off x="4106250" y="3196305"/>
                <a:ext cx="0" cy="174105"/>
              </a:xfrm>
              <a:prstGeom prst="line">
                <a:avLst/>
              </a:prstGeom>
              <a:noFill/>
              <a:ln w="6242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27" name="Arrow | smiles → language_encoder | editable arrowhead"/>
              <p:cNvSpPr/>
              <p:nvPr/>
            </p:nvSpPr>
            <p:spPr>
              <a:xfrm>
                <a:off x="4092338" y="3338053"/>
                <a:ext cx="27824" cy="32357"/>
              </a:xfrm>
              <a:custGeom>
                <a:avLst/>
                <a:gdLst/>
                <a:ahLst/>
                <a:cxnLst/>
                <a:rect l="0" t="0" r="w" b="h"/>
                <a:pathLst>
                  <a:path w="27824" h="32357" stroke="0" extrusionOk="0">
                    <a:moveTo>
                      <a:pt x="13912" y="32357"/>
                    </a:moveTo>
                    <a:lnTo>
                      <a:pt x="0" y="0"/>
                    </a:lnTo>
                    <a:lnTo>
                      <a:pt x="27824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828" name="Operation | SMI-TED"/>
            <p:cNvSpPr/>
            <p:nvPr/>
          </p:nvSpPr>
          <p:spPr>
            <a:xfrm>
              <a:off x="3871372" y="3385192"/>
              <a:ext cx="469755" cy="167535"/>
            </a:xfrm>
            <a:prstGeom prst="roundRect">
              <a:avLst>
                <a:gd name="adj" fmla="val 17647"/>
              </a:avLst>
            </a:prstGeom>
            <a:solidFill>
              <a:srgbClr val="F3FAF7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29" name="Text | SMI-TED"/>
            <p:cNvSpPr txBox="1"/>
            <p:nvPr/>
          </p:nvSpPr>
          <p:spPr>
            <a:xfrm>
              <a:off x="3905005" y="3414758"/>
              <a:ext cx="402489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SMI-TED</a:t>
              </a:r>
              <a:endParaRPr lang="en-US" sz="647"/>
            </a:p>
          </p:txBody>
        </p:sp>
        <p:sp>
          <p:nvSpPr>
            <p:cNvPr id="2830" name="Text | + linear"/>
            <p:cNvSpPr txBox="1"/>
            <p:nvPr/>
          </p:nvSpPr>
          <p:spPr>
            <a:xfrm>
              <a:off x="3935389" y="3574080"/>
              <a:ext cx="341722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 linear</a:t>
              </a:r>
              <a:endParaRPr lang="en-US" sz="621"/>
            </a:p>
          </p:txBody>
        </p:sp>
        <p:grpSp>
          <p:nvGrpSpPr>
            <p:cNvPr id="2831" name="Arrow | language_encoder → language_vector"/>
            <p:cNvGrpSpPr/>
            <p:nvPr/>
          </p:nvGrpSpPr>
          <p:grpSpPr>
            <a:xfrm>
              <a:off x="4092552" y="3675915"/>
              <a:ext cx="27397" cy="75555"/>
              <a:chOff x="4092552" y="3675915"/>
              <a:chExt cx="27397" cy="75555"/>
            </a:xfrm>
          </p:grpSpPr>
          <p:cxnSp>
            <p:nvCxnSpPr>
              <p:cNvPr id="2832" name="Arrow | language_encoder → language_vector | path"/>
              <p:cNvCxnSpPr/>
              <p:nvPr/>
            </p:nvCxnSpPr>
            <p:spPr>
              <a:xfrm>
                <a:off x="4106250" y="3675915"/>
                <a:ext cx="0" cy="75555"/>
              </a:xfrm>
              <a:prstGeom prst="line">
                <a:avLst/>
              </a:prstGeom>
              <a:noFill/>
              <a:ln w="5913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33" name="Arrow | language_encoder → language_vector | editable arrowhead"/>
              <p:cNvSpPr/>
              <p:nvPr/>
            </p:nvSpPr>
            <p:spPr>
              <a:xfrm>
                <a:off x="4092552" y="3719606"/>
                <a:ext cx="27397" cy="31865"/>
              </a:xfrm>
              <a:custGeom>
                <a:avLst/>
                <a:gdLst/>
                <a:ahLst/>
                <a:cxnLst/>
                <a:rect l="0" t="0" r="w" b="h"/>
                <a:pathLst>
                  <a:path w="27397" h="31865" stroke="0" extrusionOk="0">
                    <a:moveTo>
                      <a:pt x="13698" y="31865"/>
                    </a:moveTo>
                    <a:lnTo>
                      <a:pt x="0" y="0"/>
                    </a:lnTo>
                    <a:lnTo>
                      <a:pt x="27397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34" name="Language vector v_k"/>
            <p:cNvGrpSpPr/>
            <p:nvPr/>
          </p:nvGrpSpPr>
          <p:grpSpPr>
            <a:xfrm>
              <a:off x="3942000" y="3774465"/>
              <a:ext cx="338355" cy="75555"/>
              <a:chOff x="3942000" y="3774465"/>
              <a:chExt cx="338355" cy="75555"/>
            </a:xfrm>
          </p:grpSpPr>
          <p:sp>
            <p:nvSpPr>
              <p:cNvPr id="2835" name="feature_1"/>
              <p:cNvSpPr/>
              <p:nvPr/>
            </p:nvSpPr>
            <p:spPr>
              <a:xfrm>
                <a:off x="3942000" y="3774465"/>
                <a:ext cx="45521" cy="75555"/>
              </a:xfrm>
              <a:prstGeom prst="rect">
                <a:avLst/>
              </a:prstGeom>
              <a:solidFill>
                <a:srgbClr val="3C9B8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6" name="feature_2"/>
              <p:cNvSpPr/>
              <p:nvPr/>
            </p:nvSpPr>
            <p:spPr>
              <a:xfrm>
                <a:off x="3990806" y="3774465"/>
                <a:ext cx="45521" cy="75555"/>
              </a:xfrm>
              <a:prstGeom prst="rect">
                <a:avLst/>
              </a:prstGeom>
              <a:solidFill>
                <a:srgbClr val="6FB9A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7" name="feature_3"/>
              <p:cNvSpPr/>
              <p:nvPr/>
            </p:nvSpPr>
            <p:spPr>
              <a:xfrm>
                <a:off x="4039611" y="3774465"/>
                <a:ext cx="45521" cy="75555"/>
              </a:xfrm>
              <a:prstGeom prst="rect">
                <a:avLst/>
              </a:prstGeom>
              <a:solidFill>
                <a:srgbClr val="ADD8C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8" name="feature_4"/>
              <p:cNvSpPr/>
              <p:nvPr/>
            </p:nvSpPr>
            <p:spPr>
              <a:xfrm>
                <a:off x="4088417" y="3774465"/>
                <a:ext cx="45521" cy="75555"/>
              </a:xfrm>
              <a:prstGeom prst="rect">
                <a:avLst/>
              </a:prstGeom>
              <a:solidFill>
                <a:srgbClr val="CBE7D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9" name="feature_5"/>
              <p:cNvSpPr/>
              <p:nvPr/>
            </p:nvSpPr>
            <p:spPr>
              <a:xfrm>
                <a:off x="4137223" y="3774465"/>
                <a:ext cx="45521" cy="75555"/>
              </a:xfrm>
              <a:prstGeom prst="rect">
                <a:avLst/>
              </a:prstGeom>
              <a:solidFill>
                <a:srgbClr val="3C9B8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40" name="feature_6"/>
              <p:cNvSpPr/>
              <p:nvPr/>
            </p:nvSpPr>
            <p:spPr>
              <a:xfrm>
                <a:off x="4186029" y="3774465"/>
                <a:ext cx="45521" cy="75555"/>
              </a:xfrm>
              <a:prstGeom prst="rect">
                <a:avLst/>
              </a:prstGeom>
              <a:solidFill>
                <a:srgbClr val="6FB9A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41" name="feature_7"/>
              <p:cNvSpPr/>
              <p:nvPr/>
            </p:nvSpPr>
            <p:spPr>
              <a:xfrm>
                <a:off x="4234834" y="3774465"/>
                <a:ext cx="45521" cy="75555"/>
              </a:xfrm>
              <a:prstGeom prst="rect">
                <a:avLst/>
              </a:prstGeom>
              <a:solidFill>
                <a:srgbClr val="ADD8C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cxnSp>
          <p:nvCxnSpPr>
            <p:cNvPr id="2845" name="path_2698"/>
            <p:cNvCxnSpPr/>
            <p:nvPr/>
          </p:nvCxnSpPr>
          <p:spPr>
            <a:xfrm flipV="1">
              <a:off x="3381053" y="3736688"/>
              <a:ext cx="63663" cy="70463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6" name="path_2699"/>
            <p:cNvCxnSpPr/>
            <p:nvPr/>
          </p:nvCxnSpPr>
          <p:spPr>
            <a:xfrm>
              <a:off x="3444717" y="3736688"/>
              <a:ext cx="113924" cy="1494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7" name="path_2700"/>
            <p:cNvCxnSpPr/>
            <p:nvPr/>
          </p:nvCxnSpPr>
          <p:spPr>
            <a:xfrm>
              <a:off x="3558640" y="3751634"/>
              <a:ext cx="73715" cy="6405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8" name="path_2701"/>
            <p:cNvCxnSpPr/>
            <p:nvPr/>
          </p:nvCxnSpPr>
          <p:spPr>
            <a:xfrm flipH="1">
              <a:off x="3561991" y="3815692"/>
              <a:ext cx="70365" cy="79004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9" name="path_2702"/>
            <p:cNvCxnSpPr/>
            <p:nvPr/>
          </p:nvCxnSpPr>
          <p:spPr>
            <a:xfrm flipH="1" flipV="1">
              <a:off x="3444717" y="3875479"/>
              <a:ext cx="117275" cy="1921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0" name="path_2703"/>
            <p:cNvCxnSpPr/>
            <p:nvPr/>
          </p:nvCxnSpPr>
          <p:spPr>
            <a:xfrm flipH="1" flipV="1">
              <a:off x="3381053" y="3807151"/>
              <a:ext cx="63663" cy="6832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1" name="path_2704"/>
            <p:cNvCxnSpPr/>
            <p:nvPr/>
          </p:nvCxnSpPr>
          <p:spPr>
            <a:xfrm flipV="1">
              <a:off x="3558640" y="3745228"/>
              <a:ext cx="103872" cy="6406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52" name="ellipse_2705"/>
            <p:cNvSpPr/>
            <p:nvPr/>
          </p:nvSpPr>
          <p:spPr>
            <a:xfrm>
              <a:off x="3366271" y="3792368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3" name="ellipse_2706"/>
            <p:cNvSpPr/>
            <p:nvPr/>
          </p:nvSpPr>
          <p:spPr>
            <a:xfrm>
              <a:off x="3429934" y="3721905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4" name="ellipse_2707"/>
            <p:cNvSpPr/>
            <p:nvPr/>
          </p:nvSpPr>
          <p:spPr>
            <a:xfrm>
              <a:off x="3543858" y="3736852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5" name="ellipse_2708"/>
            <p:cNvSpPr/>
            <p:nvPr/>
          </p:nvSpPr>
          <p:spPr>
            <a:xfrm>
              <a:off x="3617573" y="3800909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6" name="ellipse_2709"/>
            <p:cNvSpPr/>
            <p:nvPr/>
          </p:nvSpPr>
          <p:spPr>
            <a:xfrm>
              <a:off x="3547209" y="3879913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7" name="ellipse_2710"/>
            <p:cNvSpPr/>
            <p:nvPr/>
          </p:nvSpPr>
          <p:spPr>
            <a:xfrm>
              <a:off x="3429934" y="386069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8" name="ellipse_2711"/>
            <p:cNvSpPr/>
            <p:nvPr/>
          </p:nvSpPr>
          <p:spPr>
            <a:xfrm>
              <a:off x="3647730" y="373044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9" name="Text | Own graph"/>
            <p:cNvSpPr txBox="1"/>
            <p:nvPr/>
          </p:nvSpPr>
          <p:spPr>
            <a:xfrm>
              <a:off x="3343833" y="3958425"/>
              <a:ext cx="44078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Own graph</a:t>
              </a:r>
              <a:endParaRPr lang="en-US" sz="595"/>
            </a:p>
          </p:txBody>
        </p:sp>
        <p:grpSp>
          <p:nvGrpSpPr>
            <p:cNvPr id="2860" name="Arrow | other_smiles → other_language_vectors"/>
            <p:cNvGrpSpPr/>
            <p:nvPr/>
          </p:nvGrpSpPr>
          <p:grpSpPr>
            <a:xfrm>
              <a:off x="4507020" y="3173310"/>
              <a:ext cx="525304" cy="538740"/>
              <a:chOff x="4507020" y="3173310"/>
              <a:chExt cx="525304" cy="538740"/>
            </a:xfrm>
          </p:grpSpPr>
          <p:sp>
            <p:nvSpPr>
              <p:cNvPr id="2861" name="Arrow | other_smiles → other_language_vectors | path"/>
              <p:cNvSpPr/>
              <p:nvPr/>
            </p:nvSpPr>
            <p:spPr>
              <a:xfrm>
                <a:off x="4507020" y="3173310"/>
                <a:ext cx="512460" cy="538740"/>
              </a:xfrm>
              <a:custGeom>
                <a:avLst/>
                <a:gdLst/>
                <a:ahLst/>
                <a:cxnLst/>
                <a:rect l="0" t="0" r="w" b="h"/>
                <a:pathLst>
                  <a:path w="512460" h="538740" fill="none" extrusionOk="0">
                    <a:moveTo>
                      <a:pt x="0" y="0"/>
                    </a:moveTo>
                    <a:lnTo>
                      <a:pt x="512460" y="0"/>
                    </a:lnTo>
                    <a:lnTo>
                      <a:pt x="512460" y="538740"/>
                    </a:lnTo>
                  </a:path>
                </a:pathLst>
              </a:custGeom>
              <a:noFill/>
              <a:ln w="4599" cap="rnd" cmpd="sng" algn="ctr">
                <a:solidFill>
                  <a:srgbClr val="6DB19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2" name="Arrow | other_smiles → other_language_vectors | editable arrowhead"/>
              <p:cNvSpPr/>
              <p:nvPr/>
            </p:nvSpPr>
            <p:spPr>
              <a:xfrm>
                <a:off x="5006636" y="3682157"/>
                <a:ext cx="25689" cy="29893"/>
              </a:xfrm>
              <a:custGeom>
                <a:avLst/>
                <a:gdLst/>
                <a:ahLst/>
                <a:cxnLst/>
                <a:rect l="0" t="0" r="w" b="h"/>
                <a:pathLst>
                  <a:path w="25689" h="29893" stroke="0" extrusionOk="0">
                    <a:moveTo>
                      <a:pt x="12844" y="29893"/>
                    </a:moveTo>
                    <a:lnTo>
                      <a:pt x="0" y="0"/>
                    </a:lnTo>
                    <a:lnTo>
                      <a:pt x="25689" y="0"/>
                    </a:lnTo>
                    <a:close/>
                  </a:path>
                </a:pathLst>
              </a:custGeom>
              <a:solidFill>
                <a:srgbClr val="6DB19A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63" name="Text | SMI-TED / + linear"/>
            <p:cNvGrpSpPr/>
            <p:nvPr/>
          </p:nvGrpSpPr>
          <p:grpSpPr>
            <a:xfrm>
              <a:off x="4599399" y="3383550"/>
              <a:ext cx="334272" cy="195983"/>
              <a:chOff x="4599399" y="3383550"/>
              <a:chExt cx="334272" cy="195983"/>
            </a:xfrm>
          </p:grpSpPr>
          <p:sp>
            <p:nvSpPr>
              <p:cNvPr id="2864" name="Text | SMI-TED"/>
              <p:cNvSpPr txBox="1"/>
              <p:nvPr/>
            </p:nvSpPr>
            <p:spPr>
              <a:xfrm>
                <a:off x="4599399" y="3383550"/>
                <a:ext cx="334272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SMI-TED</a:t>
                </a:r>
                <a:endParaRPr lang="en-US" sz="595"/>
              </a:p>
            </p:txBody>
          </p:sp>
          <p:sp>
            <p:nvSpPr>
              <p:cNvPr id="2865" name="Text | + linear"/>
              <p:cNvSpPr txBox="1"/>
              <p:nvPr/>
            </p:nvSpPr>
            <p:spPr>
              <a:xfrm>
                <a:off x="4602790" y="3472245"/>
                <a:ext cx="327490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+ linear</a:t>
                </a:r>
                <a:endParaRPr lang="en-US" sz="595"/>
              </a:p>
            </p:txBody>
          </p:sp>
        </p:grpSp>
        <p:grpSp>
          <p:nvGrpSpPr>
            <p:cNvPr id="2866" name="Other identity language vector"/>
            <p:cNvGrpSpPr/>
            <p:nvPr/>
          </p:nvGrpSpPr>
          <p:grpSpPr>
            <a:xfrm>
              <a:off x="4648275" y="3748185"/>
              <a:ext cx="85410" cy="39420"/>
              <a:chOff x="4648275" y="3748185"/>
              <a:chExt cx="85410" cy="39420"/>
            </a:xfrm>
          </p:grpSpPr>
          <p:sp>
            <p:nvSpPr>
              <p:cNvPr id="2867" name="feature_1"/>
              <p:cNvSpPr/>
              <p:nvPr/>
            </p:nvSpPr>
            <p:spPr>
              <a:xfrm>
                <a:off x="4648275" y="3748185"/>
                <a:ext cx="26280" cy="39420"/>
              </a:xfrm>
              <a:prstGeom prst="rect">
                <a:avLst/>
              </a:prstGeom>
              <a:solidFill>
                <a:srgbClr val="80BFA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8" name="feature_2"/>
              <p:cNvSpPr/>
              <p:nvPr/>
            </p:nvSpPr>
            <p:spPr>
              <a:xfrm>
                <a:off x="4677840" y="3748185"/>
                <a:ext cx="26280" cy="39420"/>
              </a:xfrm>
              <a:prstGeom prst="rect">
                <a:avLst/>
              </a:prstGeom>
              <a:solidFill>
                <a:srgbClr val="BBDD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9" name="feature_3"/>
              <p:cNvSpPr/>
              <p:nvPr/>
            </p:nvSpPr>
            <p:spPr>
              <a:xfrm>
                <a:off x="4707405" y="3748185"/>
                <a:ext cx="26280" cy="39420"/>
              </a:xfrm>
              <a:prstGeom prst="rect">
                <a:avLst/>
              </a:prstGeom>
              <a:solidFill>
                <a:srgbClr val="55A28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70" name="Other identity language vector"/>
            <p:cNvGrpSpPr/>
            <p:nvPr/>
          </p:nvGrpSpPr>
          <p:grpSpPr>
            <a:xfrm>
              <a:off x="4766535" y="3748185"/>
              <a:ext cx="85410" cy="39420"/>
              <a:chOff x="4766535" y="3748185"/>
              <a:chExt cx="85410" cy="39420"/>
            </a:xfrm>
          </p:grpSpPr>
          <p:sp>
            <p:nvSpPr>
              <p:cNvPr id="2871" name="feature_1"/>
              <p:cNvSpPr/>
              <p:nvPr/>
            </p:nvSpPr>
            <p:spPr>
              <a:xfrm>
                <a:off x="4766535" y="3748185"/>
                <a:ext cx="26280" cy="39420"/>
              </a:xfrm>
              <a:prstGeom prst="rect">
                <a:avLst/>
              </a:prstGeom>
              <a:solidFill>
                <a:srgbClr val="80BFA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2" name="feature_2"/>
              <p:cNvSpPr/>
              <p:nvPr/>
            </p:nvSpPr>
            <p:spPr>
              <a:xfrm>
                <a:off x="4796100" y="3748185"/>
                <a:ext cx="26280" cy="39420"/>
              </a:xfrm>
              <a:prstGeom prst="rect">
                <a:avLst/>
              </a:prstGeom>
              <a:solidFill>
                <a:srgbClr val="BBDD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3" name="feature_3"/>
              <p:cNvSpPr/>
              <p:nvPr/>
            </p:nvSpPr>
            <p:spPr>
              <a:xfrm>
                <a:off x="4825665" y="3748185"/>
                <a:ext cx="26280" cy="39420"/>
              </a:xfrm>
              <a:prstGeom prst="rect">
                <a:avLst/>
              </a:prstGeom>
              <a:solidFill>
                <a:srgbClr val="55A28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74" name="Other identity language vector"/>
            <p:cNvGrpSpPr/>
            <p:nvPr/>
          </p:nvGrpSpPr>
          <p:grpSpPr>
            <a:xfrm>
              <a:off x="4884795" y="3748185"/>
              <a:ext cx="85410" cy="39420"/>
              <a:chOff x="4884795" y="3748185"/>
              <a:chExt cx="85410" cy="39420"/>
            </a:xfrm>
          </p:grpSpPr>
          <p:sp>
            <p:nvSpPr>
              <p:cNvPr id="2875" name="feature_1"/>
              <p:cNvSpPr/>
              <p:nvPr/>
            </p:nvSpPr>
            <p:spPr>
              <a:xfrm>
                <a:off x="4884795" y="3748185"/>
                <a:ext cx="26280" cy="39420"/>
              </a:xfrm>
              <a:prstGeom prst="rect">
                <a:avLst/>
              </a:prstGeom>
              <a:solidFill>
                <a:srgbClr val="80BFA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6" name="feature_2"/>
              <p:cNvSpPr/>
              <p:nvPr/>
            </p:nvSpPr>
            <p:spPr>
              <a:xfrm>
                <a:off x="4914360" y="3748185"/>
                <a:ext cx="26280" cy="39420"/>
              </a:xfrm>
              <a:prstGeom prst="rect">
                <a:avLst/>
              </a:prstGeom>
              <a:solidFill>
                <a:srgbClr val="BBDD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7" name="feature_3"/>
              <p:cNvSpPr/>
              <p:nvPr/>
            </p:nvSpPr>
            <p:spPr>
              <a:xfrm>
                <a:off x="4943925" y="3748185"/>
                <a:ext cx="26280" cy="39420"/>
              </a:xfrm>
              <a:prstGeom prst="rect">
                <a:avLst/>
              </a:prstGeom>
              <a:solidFill>
                <a:srgbClr val="55A28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78" name="Text | Other identity / vectors"/>
            <p:cNvGrpSpPr/>
            <p:nvPr/>
          </p:nvGrpSpPr>
          <p:grpSpPr>
            <a:xfrm>
              <a:off x="4519465" y="3850020"/>
              <a:ext cx="553270" cy="192698"/>
              <a:chOff x="4519465" y="3850020"/>
              <a:chExt cx="553270" cy="192698"/>
            </a:xfrm>
          </p:grpSpPr>
          <p:sp>
            <p:nvSpPr>
              <p:cNvPr id="2879" name="Text | Other identity"/>
              <p:cNvSpPr txBox="1"/>
              <p:nvPr/>
            </p:nvSpPr>
            <p:spPr>
              <a:xfrm>
                <a:off x="4519465" y="3850020"/>
                <a:ext cx="553270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Other identity</a:t>
                </a:r>
                <a:endParaRPr lang="en-US" sz="595"/>
              </a:p>
            </p:txBody>
          </p:sp>
          <p:sp>
            <p:nvSpPr>
              <p:cNvPr id="2880" name="Text | vectors"/>
              <p:cNvSpPr txBox="1"/>
              <p:nvPr/>
            </p:nvSpPr>
            <p:spPr>
              <a:xfrm>
                <a:off x="4643368" y="3935430"/>
                <a:ext cx="305464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vectors</a:t>
                </a:r>
                <a:endParaRPr lang="en-US" sz="595"/>
              </a:p>
            </p:txBody>
          </p:sp>
        </p:grpSp>
        <p:sp>
          <p:nvSpPr>
            <p:cNvPr id="2881" name="Operation | Graph attention"/>
            <p:cNvSpPr/>
            <p:nvPr/>
          </p:nvSpPr>
          <p:spPr>
            <a:xfrm>
              <a:off x="3399975" y="4129245"/>
              <a:ext cx="657000" cy="18396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2" name="Text | Graph attention"/>
            <p:cNvSpPr txBox="1"/>
            <p:nvPr/>
          </p:nvSpPr>
          <p:spPr>
            <a:xfrm>
              <a:off x="3359686" y="4169191"/>
              <a:ext cx="737577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Graph attention</a:t>
              </a:r>
              <a:endParaRPr lang="en-US" sz="621"/>
            </a:p>
          </p:txBody>
        </p:sp>
        <p:sp>
          <p:nvSpPr>
            <p:cNvPr id="2883" name="Operation | Context attention"/>
            <p:cNvSpPr/>
            <p:nvPr/>
          </p:nvSpPr>
          <p:spPr>
            <a:xfrm>
              <a:off x="4346055" y="4129245"/>
              <a:ext cx="716130" cy="18396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4" name="Text | Context attention"/>
            <p:cNvSpPr txBox="1"/>
            <p:nvPr/>
          </p:nvSpPr>
          <p:spPr>
            <a:xfrm>
              <a:off x="4296085" y="4169191"/>
              <a:ext cx="816071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Context attention</a:t>
              </a:r>
              <a:endParaRPr lang="en-US" sz="621"/>
            </a:p>
          </p:txBody>
        </p:sp>
        <p:grpSp>
          <p:nvGrpSpPr>
            <p:cNvPr id="2888" name="Arrow | other_language_vectors → context_attention_KV"/>
            <p:cNvGrpSpPr/>
            <p:nvPr/>
          </p:nvGrpSpPr>
          <p:grpSpPr>
            <a:xfrm>
              <a:off x="4783042" y="4040550"/>
              <a:ext cx="26116" cy="65700"/>
              <a:chOff x="4783042" y="4040550"/>
              <a:chExt cx="26116" cy="65700"/>
            </a:xfrm>
          </p:grpSpPr>
          <p:cxnSp>
            <p:nvCxnSpPr>
              <p:cNvPr id="2889" name="Arrow | other_language_vectors → context_attention_KV | path"/>
              <p:cNvCxnSpPr/>
              <p:nvPr/>
            </p:nvCxnSpPr>
            <p:spPr>
              <a:xfrm>
                <a:off x="4796100" y="4040550"/>
                <a:ext cx="0" cy="65700"/>
              </a:xfrm>
              <a:prstGeom prst="line">
                <a:avLst/>
              </a:prstGeom>
              <a:noFill/>
              <a:ln w="4928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90" name="Arrow | other_language_vectors → context_attention_KV | editable arrowhead"/>
              <p:cNvSpPr/>
              <p:nvPr/>
            </p:nvSpPr>
            <p:spPr>
              <a:xfrm>
                <a:off x="4783042" y="4075864"/>
                <a:ext cx="26116" cy="30386"/>
              </a:xfrm>
              <a:custGeom>
                <a:avLst/>
                <a:gdLst/>
                <a:ahLst/>
                <a:cxnLst/>
                <a:rect l="0" t="0" r="w" b="h"/>
                <a:pathLst>
                  <a:path w="26116" h="30386" stroke="0" extrusionOk="0">
                    <a:moveTo>
                      <a:pt x="13058" y="30386"/>
                    </a:moveTo>
                    <a:lnTo>
                      <a:pt x="0" y="0"/>
                    </a:lnTo>
                    <a:lnTo>
                      <a:pt x="26116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897" name="Text | Q"/>
            <p:cNvSpPr txBox="1"/>
            <p:nvPr/>
          </p:nvSpPr>
          <p:spPr>
            <a:xfrm>
              <a:off x="3877200" y="3960000"/>
              <a:ext cx="8591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Q</a:t>
              </a:r>
              <a:endParaRPr lang="en-US" sz="595"/>
            </a:p>
          </p:txBody>
        </p:sp>
        <p:sp>
          <p:nvSpPr>
            <p:cNvPr id="2898" name="Text | Q"/>
            <p:cNvSpPr txBox="1"/>
            <p:nvPr/>
          </p:nvSpPr>
          <p:spPr>
            <a:xfrm>
              <a:off x="4327200" y="3960000"/>
              <a:ext cx="8591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Q</a:t>
              </a:r>
              <a:endParaRPr lang="en-US" sz="595"/>
            </a:p>
          </p:txBody>
        </p:sp>
        <p:sp>
          <p:nvSpPr>
            <p:cNvPr id="2899" name="Concatenation"/>
            <p:cNvSpPr/>
            <p:nvPr/>
          </p:nvSpPr>
          <p:spPr>
            <a:xfrm>
              <a:off x="4116105" y="4444605"/>
              <a:ext cx="111690" cy="111690"/>
            </a:xfrm>
            <a:prstGeom prst="ellipse">
              <a:avLst/>
            </a:prstGeom>
            <a:solidFill>
              <a:srgbClr val="FFFFFF"/>
            </a:solidFill>
            <a:ln w="5913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cxnSp>
          <p:nvCxnSpPr>
            <p:cNvPr id="2900" name="path_2738"/>
            <p:cNvCxnSpPr/>
            <p:nvPr/>
          </p:nvCxnSpPr>
          <p:spPr>
            <a:xfrm>
              <a:off x="4158810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01" name="path_2739"/>
            <p:cNvCxnSpPr/>
            <p:nvPr/>
          </p:nvCxnSpPr>
          <p:spPr>
            <a:xfrm>
              <a:off x="4185090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914" name="Identity representation g_k"/>
            <p:cNvGrpSpPr/>
            <p:nvPr/>
          </p:nvGrpSpPr>
          <p:grpSpPr>
            <a:xfrm>
              <a:off x="3958425" y="4746825"/>
              <a:ext cx="427050" cy="72270"/>
              <a:chOff x="3958425" y="4746825"/>
              <a:chExt cx="427050" cy="72270"/>
            </a:xfrm>
          </p:grpSpPr>
          <p:sp>
            <p:nvSpPr>
              <p:cNvPr id="2915" name="feature_1"/>
              <p:cNvSpPr/>
              <p:nvPr/>
            </p:nvSpPr>
            <p:spPr>
              <a:xfrm>
                <a:off x="3958425" y="4746825"/>
                <a:ext cx="58191" cy="72270"/>
              </a:xfrm>
              <a:prstGeom prst="rect">
                <a:avLst/>
              </a:prstGeom>
              <a:solidFill>
                <a:srgbClr val="3E997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6" name="feature_2"/>
              <p:cNvSpPr/>
              <p:nvPr/>
            </p:nvSpPr>
            <p:spPr>
              <a:xfrm>
                <a:off x="4019901" y="4746825"/>
                <a:ext cx="58191" cy="72270"/>
              </a:xfrm>
              <a:prstGeom prst="rect">
                <a:avLst/>
              </a:prstGeom>
              <a:solidFill>
                <a:srgbClr val="83C2A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7" name="feature_3"/>
              <p:cNvSpPr/>
              <p:nvPr/>
            </p:nvSpPr>
            <p:spPr>
              <a:xfrm>
                <a:off x="4081378" y="4746825"/>
                <a:ext cx="58191" cy="72270"/>
              </a:xfrm>
              <a:prstGeom prst="rect">
                <a:avLst/>
              </a:prstGeom>
              <a:solidFill>
                <a:srgbClr val="BCDDC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8" name="feature_4"/>
              <p:cNvSpPr/>
              <p:nvPr/>
            </p:nvSpPr>
            <p:spPr>
              <a:xfrm>
                <a:off x="4142854" y="4746825"/>
                <a:ext cx="58191" cy="72270"/>
              </a:xfrm>
              <a:prstGeom prst="rect">
                <a:avLst/>
              </a:prstGeom>
              <a:solidFill>
                <a:srgbClr val="68AB9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9" name="feature_5"/>
              <p:cNvSpPr/>
              <p:nvPr/>
            </p:nvSpPr>
            <p:spPr>
              <a:xfrm>
                <a:off x="4204331" y="4746825"/>
                <a:ext cx="58191" cy="72270"/>
              </a:xfrm>
              <a:prstGeom prst="rect">
                <a:avLst/>
              </a:prstGeom>
              <a:solidFill>
                <a:srgbClr val="3E997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20" name="feature_6"/>
              <p:cNvSpPr/>
              <p:nvPr/>
            </p:nvSpPr>
            <p:spPr>
              <a:xfrm>
                <a:off x="4265807" y="4746825"/>
                <a:ext cx="58191" cy="72270"/>
              </a:xfrm>
              <a:prstGeom prst="rect">
                <a:avLst/>
              </a:prstGeom>
              <a:solidFill>
                <a:srgbClr val="83C2A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21" name="feature_7"/>
              <p:cNvSpPr/>
              <p:nvPr/>
            </p:nvSpPr>
            <p:spPr>
              <a:xfrm>
                <a:off x="4327284" y="4746825"/>
                <a:ext cx="58191" cy="72270"/>
              </a:xfrm>
              <a:prstGeom prst="rect">
                <a:avLst/>
              </a:prstGeom>
              <a:solidFill>
                <a:srgbClr val="BCDDC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922" name="Formula | g_k"/>
            <p:cNvGrpSpPr/>
            <p:nvPr/>
          </p:nvGrpSpPr>
          <p:grpSpPr>
            <a:xfrm>
              <a:off x="4467600" y="4713975"/>
              <a:ext cx="127544" cy="149738"/>
              <a:chOff x="4467600" y="4713975"/>
              <a:chExt cx="127544" cy="149738"/>
            </a:xfrm>
          </p:grpSpPr>
          <p:sp>
            <p:nvSpPr>
              <p:cNvPr id="2923" name="Text | g"/>
              <p:cNvSpPr txBox="1"/>
              <p:nvPr/>
            </p:nvSpPr>
            <p:spPr>
              <a:xfrm>
                <a:off x="4467600" y="4713975"/>
                <a:ext cx="100284" cy="1446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2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g</a:t>
                </a:r>
                <a:endParaRPr lang="en-US" sz="802"/>
              </a:p>
            </p:txBody>
          </p:sp>
          <p:sp>
            <p:nvSpPr>
              <p:cNvPr id="2924" name="Text | k"/>
              <p:cNvSpPr txBox="1"/>
              <p:nvPr/>
            </p:nvSpPr>
            <p:spPr>
              <a:xfrm>
                <a:off x="4532241" y="4774058"/>
                <a:ext cx="62903" cy="896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97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k</a:t>
                </a:r>
                <a:endParaRPr lang="en-US" sz="497"/>
              </a:p>
            </p:txBody>
          </p:sp>
        </p:grpSp>
        <p:sp>
          <p:nvSpPr>
            <p:cNvPr id="2931" name="Operation | Cosine score"/>
            <p:cNvSpPr/>
            <p:nvPr/>
          </p:nvSpPr>
          <p:spPr>
            <a:xfrm>
              <a:off x="3444322" y="5022765"/>
              <a:ext cx="535455" cy="15768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32" name="Text | Cosine score"/>
            <p:cNvSpPr txBox="1"/>
            <p:nvPr/>
          </p:nvSpPr>
          <p:spPr>
            <a:xfrm>
              <a:off x="3416654" y="5049571"/>
              <a:ext cx="590792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Cosine score</a:t>
              </a:r>
              <a:endParaRPr lang="en-US" sz="621"/>
            </a:p>
          </p:txBody>
        </p:sp>
        <p:sp>
          <p:nvSpPr>
            <p:cNvPr id="2933" name="Text | Learned projections"/>
            <p:cNvSpPr txBox="1"/>
            <p:nvPr/>
          </p:nvSpPr>
          <p:spPr>
            <a:xfrm>
              <a:off x="3325656" y="5206725"/>
              <a:ext cx="772787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Learned projections</a:t>
              </a:r>
              <a:endParaRPr lang="en-US" sz="595"/>
            </a:p>
          </p:txBody>
        </p:sp>
        <p:grpSp>
          <p:nvGrpSpPr>
            <p:cNvPr id="2934" name="Arrow | score → identity_matrix"/>
            <p:cNvGrpSpPr/>
            <p:nvPr/>
          </p:nvGrpSpPr>
          <p:grpSpPr>
            <a:xfrm>
              <a:off x="4001130" y="5088334"/>
              <a:ext cx="295650" cy="26543"/>
              <a:chOff x="4001130" y="5088334"/>
              <a:chExt cx="295650" cy="26543"/>
            </a:xfrm>
          </p:grpSpPr>
          <p:cxnSp>
            <p:nvCxnSpPr>
              <p:cNvPr id="2935" name="Arrow | score → identity_matrix | path"/>
              <p:cNvCxnSpPr/>
              <p:nvPr/>
            </p:nvCxnSpPr>
            <p:spPr>
              <a:xfrm>
                <a:off x="4001130" y="5101605"/>
                <a:ext cx="295650" cy="0"/>
              </a:xfrm>
              <a:prstGeom prst="line">
                <a:avLst/>
              </a:prstGeom>
              <a:noFill/>
              <a:ln w="5256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36" name="Arrow | score → identity_matrix | editable arrowhead"/>
              <p:cNvSpPr/>
              <p:nvPr/>
            </p:nvSpPr>
            <p:spPr>
              <a:xfrm>
                <a:off x="4265901" y="5088334"/>
                <a:ext cx="30879" cy="26543"/>
              </a:xfrm>
              <a:custGeom>
                <a:avLst/>
                <a:gdLst/>
                <a:ahLst/>
                <a:cxnLst/>
                <a:rect l="0" t="0" r="w" b="h"/>
                <a:pathLst>
                  <a:path w="30879" h="26543" stroke="0" extrusionOk="0">
                    <a:moveTo>
                      <a:pt x="30879" y="13271"/>
                    </a:moveTo>
                    <a:lnTo>
                      <a:pt x="0" y="265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937" name="Match | J × K identity scores, separate foreground output"/>
            <p:cNvGrpSpPr/>
            <p:nvPr/>
          </p:nvGrpSpPr>
          <p:grpSpPr>
            <a:xfrm>
              <a:off x="4307399" y="4851945"/>
              <a:ext cx="488195" cy="419133"/>
              <a:chOff x="4307399" y="4851945"/>
              <a:chExt cx="488195" cy="419133"/>
            </a:xfrm>
          </p:grpSpPr>
          <p:sp>
            <p:nvSpPr>
              <p:cNvPr id="2938" name="Text | B1"/>
              <p:cNvSpPr txBox="1"/>
              <p:nvPr/>
            </p:nvSpPr>
            <p:spPr>
              <a:xfrm>
                <a:off x="4307399" y="4956309"/>
                <a:ext cx="117496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B1</a:t>
                </a:r>
                <a:endParaRPr lang="en-US" sz="543"/>
              </a:p>
            </p:txBody>
          </p:sp>
          <p:sp>
            <p:nvSpPr>
              <p:cNvPr id="2939" name="Text | B2"/>
              <p:cNvSpPr txBox="1"/>
              <p:nvPr/>
            </p:nvSpPr>
            <p:spPr>
              <a:xfrm>
                <a:off x="4307399" y="5064714"/>
                <a:ext cx="117496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B2</a:t>
                </a:r>
                <a:endParaRPr lang="en-US" sz="543"/>
              </a:p>
            </p:txBody>
          </p:sp>
          <p:sp>
            <p:nvSpPr>
              <p:cNvPr id="2940" name="Text | B3"/>
              <p:cNvSpPr txBox="1"/>
              <p:nvPr/>
            </p:nvSpPr>
            <p:spPr>
              <a:xfrm>
                <a:off x="4307399" y="5173119"/>
                <a:ext cx="117496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B3</a:t>
                </a:r>
                <a:endParaRPr lang="en-US" sz="543"/>
              </a:p>
            </p:txBody>
          </p:sp>
          <p:sp>
            <p:nvSpPr>
              <p:cNvPr id="2941" name="Text | S1"/>
              <p:cNvSpPr txBox="1"/>
              <p:nvPr/>
            </p:nvSpPr>
            <p:spPr>
              <a:xfrm>
                <a:off x="4464822" y="4851945"/>
                <a:ext cx="113961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S1</a:t>
                </a:r>
                <a:endParaRPr lang="en-US" sz="543"/>
              </a:p>
            </p:txBody>
          </p:sp>
          <p:sp>
            <p:nvSpPr>
              <p:cNvPr id="2942" name="Text | S2"/>
              <p:cNvSpPr txBox="1"/>
              <p:nvPr/>
            </p:nvSpPr>
            <p:spPr>
              <a:xfrm>
                <a:off x="4573227" y="4851945"/>
                <a:ext cx="113961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S2</a:t>
                </a:r>
                <a:endParaRPr lang="en-US" sz="543"/>
              </a:p>
            </p:txBody>
          </p:sp>
          <p:sp>
            <p:nvSpPr>
              <p:cNvPr id="2943" name="Text | S3"/>
              <p:cNvSpPr txBox="1"/>
              <p:nvPr/>
            </p:nvSpPr>
            <p:spPr>
              <a:xfrm>
                <a:off x="4681632" y="4851945"/>
                <a:ext cx="113961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S3</a:t>
                </a:r>
                <a:endParaRPr lang="en-US" sz="543"/>
              </a:p>
            </p:txBody>
          </p:sp>
          <p:sp>
            <p:nvSpPr>
              <p:cNvPr id="2944" name="Score B1, S1 | illustrative"/>
              <p:cNvSpPr/>
              <p:nvPr/>
            </p:nvSpPr>
            <p:spPr>
              <a:xfrm>
                <a:off x="4467600" y="4950495"/>
                <a:ext cx="102492" cy="102492"/>
              </a:xfrm>
              <a:prstGeom prst="rect">
                <a:avLst/>
              </a:prstGeom>
              <a:solidFill>
                <a:srgbClr val="C5DED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5" name="Score B1, S2 | illustrative"/>
              <p:cNvSpPr/>
              <p:nvPr/>
            </p:nvSpPr>
            <p:spPr>
              <a:xfrm>
                <a:off x="4576005" y="4950495"/>
                <a:ext cx="102492" cy="102492"/>
              </a:xfrm>
              <a:prstGeom prst="rect">
                <a:avLst/>
              </a:prstGeom>
              <a:solidFill>
                <a:srgbClr val="3C948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6" name="Score B1, S3 | illustrative"/>
              <p:cNvSpPr/>
              <p:nvPr/>
            </p:nvSpPr>
            <p:spPr>
              <a:xfrm>
                <a:off x="4684410" y="4950495"/>
                <a:ext cx="102492" cy="102492"/>
              </a:xfrm>
              <a:prstGeom prst="rect">
                <a:avLst/>
              </a:prstGeom>
              <a:solidFill>
                <a:srgbClr val="D1E4E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7" name="Score B2, S1 | illustrative"/>
              <p:cNvSpPr/>
              <p:nvPr/>
            </p:nvSpPr>
            <p:spPr>
              <a:xfrm>
                <a:off x="4467600" y="5058900"/>
                <a:ext cx="102492" cy="102492"/>
              </a:xfrm>
              <a:prstGeom prst="rect">
                <a:avLst/>
              </a:prstGeom>
              <a:solidFill>
                <a:srgbClr val="CBE1D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8" name="Score B2, S2 | illustrative"/>
              <p:cNvSpPr/>
              <p:nvPr/>
            </p:nvSpPr>
            <p:spPr>
              <a:xfrm>
                <a:off x="4576005" y="5058900"/>
                <a:ext cx="102492" cy="102492"/>
              </a:xfrm>
              <a:prstGeom prst="rect">
                <a:avLst/>
              </a:prstGeom>
              <a:solidFill>
                <a:srgbClr val="509F9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9" name="Score B2, S3 | illustrative"/>
              <p:cNvSpPr/>
              <p:nvPr/>
            </p:nvSpPr>
            <p:spPr>
              <a:xfrm>
                <a:off x="4684410" y="5058900"/>
                <a:ext cx="102492" cy="102492"/>
              </a:xfrm>
              <a:prstGeom prst="rect">
                <a:avLst/>
              </a:prstGeom>
              <a:solidFill>
                <a:srgbClr val="B5D5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0" name="Score B3, S1 | illustrative"/>
              <p:cNvSpPr/>
              <p:nvPr/>
            </p:nvSpPr>
            <p:spPr>
              <a:xfrm>
                <a:off x="4467600" y="5167305"/>
                <a:ext cx="102492" cy="102492"/>
              </a:xfrm>
              <a:prstGeom prst="rect">
                <a:avLst/>
              </a:prstGeom>
              <a:solidFill>
                <a:srgbClr val="54A195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1" name="Score B3, S2 | illustrative"/>
              <p:cNvSpPr/>
              <p:nvPr/>
            </p:nvSpPr>
            <p:spPr>
              <a:xfrm>
                <a:off x="4576005" y="5167305"/>
                <a:ext cx="102492" cy="102492"/>
              </a:xfrm>
              <a:prstGeom prst="rect">
                <a:avLst/>
              </a:prstGeom>
              <a:solidFill>
                <a:srgbClr val="BFDBD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2" name="Score B3, S3 | illustrative"/>
              <p:cNvSpPr/>
              <p:nvPr/>
            </p:nvSpPr>
            <p:spPr>
              <a:xfrm>
                <a:off x="4684410" y="5167305"/>
                <a:ext cx="102492" cy="102492"/>
              </a:xfrm>
              <a:prstGeom prst="rect">
                <a:avLst/>
              </a:prstGeom>
              <a:solidFill>
                <a:srgbClr val="CDE2E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953" name="Text | J × K"/>
            <p:cNvSpPr txBox="1"/>
            <p:nvPr/>
          </p:nvSpPr>
          <p:spPr>
            <a:xfrm>
              <a:off x="4832551" y="5062185"/>
              <a:ext cx="209609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J × K</a:t>
              </a:r>
              <a:endParaRPr lang="en-US" sz="595"/>
            </a:p>
          </p:txBody>
        </p:sp>
        <p:sp>
          <p:nvSpPr>
            <p:cNvPr id="2957" name="Operation | FG"/>
            <p:cNvSpPr/>
            <p:nvPr/>
          </p:nvSpPr>
          <p:spPr>
            <a:xfrm>
              <a:off x="2757758" y="5014552"/>
              <a:ext cx="174105" cy="134685"/>
            </a:xfrm>
            <a:prstGeom prst="roundRect">
              <a:avLst>
                <a:gd name="adj" fmla="val 21951"/>
              </a:avLst>
            </a:prstGeom>
            <a:solidFill>
              <a:srgbClr val="FFFFFF"/>
            </a:solidFill>
            <a:ln w="4928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58" name="Text | FG"/>
            <p:cNvSpPr txBox="1"/>
            <p:nvPr/>
          </p:nvSpPr>
          <p:spPr>
            <a:xfrm>
              <a:off x="2774774" y="5032029"/>
              <a:ext cx="140072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1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FG</a:t>
              </a:r>
              <a:endParaRPr lang="en-US" sz="595"/>
            </a:p>
          </p:txBody>
        </p:sp>
        <p:grpSp>
          <p:nvGrpSpPr>
            <p:cNvPr id="2959" name="Arrow | foreground_head → foreground_probability"/>
            <p:cNvGrpSpPr/>
            <p:nvPr/>
          </p:nvGrpSpPr>
          <p:grpSpPr>
            <a:xfrm>
              <a:off x="2949930" y="5069051"/>
              <a:ext cx="88695" cy="25689"/>
              <a:chOff x="2949930" y="5069051"/>
              <a:chExt cx="88695" cy="25689"/>
            </a:xfrm>
          </p:grpSpPr>
          <p:cxnSp>
            <p:nvCxnSpPr>
              <p:cNvPr id="2960" name="Arrow | foreground_head → foreground_probability | path"/>
              <p:cNvCxnSpPr/>
              <p:nvPr/>
            </p:nvCxnSpPr>
            <p:spPr>
              <a:xfrm>
                <a:off x="2949930" y="5081895"/>
                <a:ext cx="88695" cy="0"/>
              </a:xfrm>
              <a:prstGeom prst="line">
                <a:avLst/>
              </a:prstGeom>
              <a:noFill/>
              <a:ln w="4599" cap="rnd" cmpd="sng" algn="ctr">
                <a:solidFill>
                  <a:srgbClr val="5E71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61" name="Arrow | foreground_head → foreground_probability | editable arrowhead"/>
              <p:cNvSpPr/>
              <p:nvPr/>
            </p:nvSpPr>
            <p:spPr>
              <a:xfrm>
                <a:off x="3008732" y="5069051"/>
                <a:ext cx="29894" cy="25689"/>
              </a:xfrm>
              <a:custGeom>
                <a:avLst/>
                <a:gdLst/>
                <a:ahLst/>
                <a:cxnLst/>
                <a:rect l="0" t="0" r="w" b="h"/>
                <a:pathLst>
                  <a:path w="29894" h="25689" stroke="0" extrusionOk="0">
                    <a:moveTo>
                      <a:pt x="29894" y="12844"/>
                    </a:moveTo>
                    <a:lnTo>
                      <a:pt x="0" y="256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E7180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962" name="Foreground probability: full range"/>
            <p:cNvSpPr/>
            <p:nvPr/>
          </p:nvSpPr>
          <p:spPr>
            <a:xfrm>
              <a:off x="3068190" y="5052330"/>
              <a:ext cx="170820" cy="52560"/>
            </a:xfrm>
            <a:prstGeom prst="rect">
              <a:avLst/>
            </a:prstGeom>
            <a:solidFill>
              <a:srgbClr val="DFE8E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63" name="Foreground probability: illustrative value"/>
            <p:cNvSpPr/>
            <p:nvPr/>
          </p:nvSpPr>
          <p:spPr>
            <a:xfrm>
              <a:off x="3068190" y="5052330"/>
              <a:ext cx="121545" cy="52560"/>
            </a:xfrm>
            <a:prstGeom prst="rect">
              <a:avLst/>
            </a:prstGeom>
            <a:solidFill>
              <a:srgbClr val="7592A3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64" name="Text | Foreground"/>
            <p:cNvSpPr txBox="1"/>
            <p:nvPr/>
          </p:nvSpPr>
          <p:spPr>
            <a:xfrm>
              <a:off x="2695321" y="5200155"/>
              <a:ext cx="456657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Foreground</a:t>
              </a:r>
              <a:endParaRPr lang="en-US" sz="595"/>
            </a:p>
          </p:txBody>
        </p:sp>
        <p:grpSp>
          <p:nvGrpSpPr>
            <p:cNvPr id="5776" name="Arrow | hvox → film_base | editable route"/>
            <p:cNvGrpSpPr/>
            <p:nvPr/>
          </p:nvGrpSpPr>
          <p:grpSpPr>
            <a:xfrm>
              <a:off x="2795400" y="3051720"/>
              <a:ext cx="293400" cy="1340280"/>
              <a:chOff x="2795400" y="3051720"/>
              <a:chExt cx="293400" cy="1340280"/>
            </a:xfrm>
          </p:grpSpPr>
          <p:sp>
            <p:nvSpPr>
              <p:cNvPr id="5774" name="Arrow | hvox → film_base"/>
              <p:cNvSpPr/>
              <p:nvPr/>
            </p:nvSpPr>
            <p:spPr>
              <a:xfrm>
                <a:off x="2795400" y="3051720"/>
                <a:ext cx="293400" cy="1314360"/>
              </a:xfrm>
              <a:custGeom>
                <a:avLst/>
                <a:gdLst/>
                <a:ahLst/>
                <a:cxnLst/>
                <a:rect l="0" t="0" r="r" b="b"/>
                <a:pathLst>
                  <a:path w="293400" h="1314360" fill="none">
                    <a:moveTo>
                      <a:pt x="0" y="0"/>
                    </a:moveTo>
                    <a:lnTo>
                      <a:pt x="293400" y="0"/>
                    </a:lnTo>
                    <a:lnTo>
                      <a:pt x="293400" y="1282680"/>
                    </a:lnTo>
                    <a:lnTo>
                      <a:pt x="42840" y="1282680"/>
                    </a:lnTo>
                    <a:lnTo>
                      <a:pt x="42840" y="1314360"/>
                    </a:lnTo>
                  </a:path>
                </a:pathLst>
              </a:custGeom>
              <a:ln w="576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775" name="Arrow | hvox → film_base | arrowhead"/>
              <p:cNvSpPr/>
              <p:nvPr/>
            </p:nvSpPr>
            <p:spPr>
              <a:xfrm>
                <a:off x="2828160" y="436608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779" name="Arrow | hvox → attention_Q | editable route"/>
            <p:cNvGrpSpPr/>
            <p:nvPr/>
          </p:nvGrpSpPr>
          <p:grpSpPr>
            <a:xfrm>
              <a:off x="2711520" y="3074760"/>
              <a:ext cx="204480" cy="1038240"/>
              <a:chOff x="2711520" y="3074760"/>
              <a:chExt cx="204480" cy="1038240"/>
            </a:xfrm>
          </p:grpSpPr>
          <p:sp>
            <p:nvSpPr>
              <p:cNvPr id="5777" name="Arrow | hvox → attention_Q"/>
              <p:cNvSpPr/>
              <p:nvPr/>
            </p:nvSpPr>
            <p:spPr>
              <a:xfrm>
                <a:off x="2737440" y="3074760"/>
                <a:ext cx="178560" cy="1028160"/>
              </a:xfrm>
              <a:custGeom>
                <a:avLst/>
                <a:gdLst/>
                <a:ahLst/>
                <a:cxnLst/>
                <a:rect l="0" t="0" r="r" b="b"/>
                <a:pathLst>
                  <a:path w="178560" h="1028160" fill="none">
                    <a:moveTo>
                      <a:pt x="57960" y="0"/>
                    </a:moveTo>
                    <a:lnTo>
                      <a:pt x="178560" y="0"/>
                    </a:lnTo>
                    <a:lnTo>
                      <a:pt x="178560" y="1028160"/>
                    </a:lnTo>
                    <a:lnTo>
                      <a:pt x="0" y="1028160"/>
                    </a:lnTo>
                  </a:path>
                </a:pathLst>
              </a:custGeom>
              <a:ln w="576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778" name="Arrow | hvox → attention_Q | arrowhead"/>
              <p:cNvSpPr/>
              <p:nvPr/>
            </p:nvSpPr>
            <p:spPr>
              <a:xfrm>
                <a:off x="2711520" y="409284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0" y="10080"/>
                    </a:moveTo>
                    <a:lnTo>
                      <a:pt x="25920" y="0"/>
                    </a:lnTo>
                    <a:lnTo>
                      <a:pt x="25920" y="2016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sp>
          <p:nvSpPr>
            <p:cNvPr id="5780" name="AUX features per type | pocket input"/>
            <p:cNvSpPr/>
            <p:nvPr/>
          </p:nvSpPr>
          <p:spPr>
            <a:xfrm>
              <a:off x="1448640" y="3899160"/>
              <a:ext cx="36" cy="48240"/>
            </a:xfrm>
            <a:custGeom>
              <a:avLst/>
              <a:gdLst/>
              <a:ahLst/>
              <a:cxnLst/>
              <a:rect l="0" t="0" r="r" b="b"/>
              <a:pathLst>
                <a:path w="36" h="48240" fill="none">
                  <a:moveTo>
                    <a:pt x="0" y="0"/>
                  </a:moveTo>
                  <a:lnTo>
                    <a:pt x="0" y="4824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5781" name="AUX features per type | local cues input"/>
            <p:cNvSpPr/>
            <p:nvPr/>
          </p:nvSpPr>
          <p:spPr>
            <a:xfrm>
              <a:off x="2246760" y="3899160"/>
              <a:ext cx="36" cy="48240"/>
            </a:xfrm>
            <a:custGeom>
              <a:avLst/>
              <a:gdLst/>
              <a:ahLst/>
              <a:cxnLst/>
              <a:rect l="0" t="0" r="r" b="b"/>
              <a:pathLst>
                <a:path w="36" h="48240" fill="none">
                  <a:moveTo>
                    <a:pt x="0" y="0"/>
                  </a:moveTo>
                  <a:lnTo>
                    <a:pt x="0" y="4824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5782" name="AUX features per type | distribution"/>
            <p:cNvSpPr/>
            <p:nvPr/>
          </p:nvSpPr>
          <p:spPr>
            <a:xfrm>
              <a:off x="1448640" y="3947400"/>
              <a:ext cx="1008360" cy="36"/>
            </a:xfrm>
            <a:custGeom>
              <a:avLst/>
              <a:gdLst/>
              <a:ahLst/>
              <a:cxnLst/>
              <a:rect l="0" t="0" r="r" b="b"/>
              <a:pathLst>
                <a:path w="1008360" h="36" fill="none">
                  <a:moveTo>
                    <a:pt x="0" y="0"/>
                  </a:moveTo>
                  <a:lnTo>
                    <a:pt x="1008360" y="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grpSp>
          <p:nvGrpSpPr>
            <p:cNvPr id="5785" name="AUX features per type | pooling | editable route"/>
            <p:cNvGrpSpPr/>
            <p:nvPr/>
          </p:nvGrpSpPr>
          <p:grpSpPr>
            <a:xfrm>
              <a:off x="1678320" y="3947400"/>
              <a:ext cx="20160" cy="75240"/>
              <a:chOff x="1678320" y="3947400"/>
              <a:chExt cx="20160" cy="75240"/>
            </a:xfrm>
          </p:grpSpPr>
          <p:sp>
            <p:nvSpPr>
              <p:cNvPr id="5783" name="AUX features per type | pooling"/>
              <p:cNvSpPr/>
              <p:nvPr/>
            </p:nvSpPr>
            <p:spPr>
              <a:xfrm>
                <a:off x="1688400" y="3947400"/>
                <a:ext cx="36" cy="49320"/>
              </a:xfrm>
              <a:custGeom>
                <a:avLst/>
                <a:gdLst/>
                <a:ahLst/>
                <a:cxnLst/>
                <a:rect l="0" t="0" r="r" b="b"/>
                <a:pathLst>
                  <a:path w="36" h="49320" fill="none">
                    <a:moveTo>
                      <a:pt x="0" y="0"/>
                    </a:moveTo>
                    <a:lnTo>
                      <a:pt x="0" y="4932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84" name="AUX features per type | pooling | arrowhead"/>
              <p:cNvSpPr/>
              <p:nvPr/>
            </p:nvSpPr>
            <p:spPr>
              <a:xfrm>
                <a:off x="1678320" y="399672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88" name="AUX features per type | attention KV | editable route"/>
            <p:cNvGrpSpPr/>
            <p:nvPr/>
          </p:nvGrpSpPr>
          <p:grpSpPr>
            <a:xfrm>
              <a:off x="2446920" y="3947400"/>
              <a:ext cx="20160" cy="75240"/>
              <a:chOff x="2446920" y="3947400"/>
              <a:chExt cx="20160" cy="75240"/>
            </a:xfrm>
          </p:grpSpPr>
          <p:sp>
            <p:nvSpPr>
              <p:cNvPr id="5786" name="AUX features per type | attention KV"/>
              <p:cNvSpPr/>
              <p:nvPr/>
            </p:nvSpPr>
            <p:spPr>
              <a:xfrm>
                <a:off x="2457000" y="3947400"/>
                <a:ext cx="36" cy="49320"/>
              </a:xfrm>
              <a:custGeom>
                <a:avLst/>
                <a:gdLst/>
                <a:ahLst/>
                <a:cxnLst/>
                <a:rect l="0" t="0" r="r" b="b"/>
                <a:pathLst>
                  <a:path w="36" h="49320" fill="none">
                    <a:moveTo>
                      <a:pt x="0" y="0"/>
                    </a:moveTo>
                    <a:lnTo>
                      <a:pt x="0" y="4932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87" name="AUX features per type | attention KV | arrowhead"/>
              <p:cNvSpPr/>
              <p:nvPr/>
            </p:nvSpPr>
            <p:spPr>
              <a:xfrm>
                <a:off x="2446920" y="399672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91" name="Arrow | pool_summary → conditioning_concat | editable route"/>
            <p:cNvGrpSpPr/>
            <p:nvPr/>
          </p:nvGrpSpPr>
          <p:grpSpPr>
            <a:xfrm>
              <a:off x="1688400" y="4183560"/>
              <a:ext cx="197280" cy="326880"/>
              <a:chOff x="1688400" y="4183560"/>
              <a:chExt cx="197280" cy="326880"/>
            </a:xfrm>
          </p:grpSpPr>
          <p:sp>
            <p:nvSpPr>
              <p:cNvPr id="5789" name="Arrow | pool_summary → conditioning_concat"/>
              <p:cNvSpPr/>
              <p:nvPr/>
            </p:nvSpPr>
            <p:spPr>
              <a:xfrm>
                <a:off x="1688400" y="4183560"/>
                <a:ext cx="171360" cy="316800"/>
              </a:xfrm>
              <a:custGeom>
                <a:avLst/>
                <a:gdLst/>
                <a:ahLst/>
                <a:cxnLst/>
                <a:rect l="0" t="0" r="r" b="b"/>
                <a:pathLst>
                  <a:path w="171360" h="316800" fill="none">
                    <a:moveTo>
                      <a:pt x="0" y="0"/>
                    </a:moveTo>
                    <a:lnTo>
                      <a:pt x="0" y="316800"/>
                    </a:lnTo>
                    <a:lnTo>
                      <a:pt x="171360" y="31680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0" name="Arrow | pool_summary → conditioning_concat | arrowhead"/>
              <p:cNvSpPr/>
              <p:nvPr/>
            </p:nvSpPr>
            <p:spPr>
              <a:xfrm>
                <a:off x="185976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94" name="Arrow | attention_summary → conditioning_concat | editable route"/>
            <p:cNvGrpSpPr/>
            <p:nvPr/>
          </p:nvGrpSpPr>
          <p:grpSpPr>
            <a:xfrm>
              <a:off x="1931400" y="4183560"/>
              <a:ext cx="525600" cy="261000"/>
              <a:chOff x="1931400" y="4183560"/>
              <a:chExt cx="525600" cy="261000"/>
            </a:xfrm>
          </p:grpSpPr>
          <p:sp>
            <p:nvSpPr>
              <p:cNvPr id="5792" name="Arrow | attention_summary → conditioning_concat"/>
              <p:cNvSpPr/>
              <p:nvPr/>
            </p:nvSpPr>
            <p:spPr>
              <a:xfrm>
                <a:off x="1941480" y="4183560"/>
                <a:ext cx="515520" cy="235080"/>
              </a:xfrm>
              <a:custGeom>
                <a:avLst/>
                <a:gdLst/>
                <a:ahLst/>
                <a:cxnLst/>
                <a:rect l="0" t="0" r="r" b="b"/>
                <a:pathLst>
                  <a:path w="515520" h="235080" fill="none">
                    <a:moveTo>
                      <a:pt x="515520" y="0"/>
                    </a:moveTo>
                    <a:lnTo>
                      <a:pt x="515520" y="114840"/>
                    </a:lnTo>
                    <a:lnTo>
                      <a:pt x="0" y="114840"/>
                    </a:lnTo>
                    <a:lnTo>
                      <a:pt x="0" y="23508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3" name="Arrow | attention_summary → conditioning_concat | arrowhead"/>
              <p:cNvSpPr/>
              <p:nvPr/>
            </p:nvSpPr>
            <p:spPr>
              <a:xfrm>
                <a:off x="1931400" y="441864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97" name="Arrow | conditioning_concat → conditioning_mlp | editable route"/>
            <p:cNvGrpSpPr/>
            <p:nvPr/>
          </p:nvGrpSpPr>
          <p:grpSpPr>
            <a:xfrm>
              <a:off x="1997280" y="4490280"/>
              <a:ext cx="172440" cy="20160"/>
              <a:chOff x="1997280" y="4490280"/>
              <a:chExt cx="172440" cy="20160"/>
            </a:xfrm>
          </p:grpSpPr>
          <p:sp>
            <p:nvSpPr>
              <p:cNvPr id="5795" name="Arrow | conditioning_concat → conditioning_mlp"/>
              <p:cNvSpPr/>
              <p:nvPr/>
            </p:nvSpPr>
            <p:spPr>
              <a:xfrm>
                <a:off x="1997280" y="4500360"/>
                <a:ext cx="146520" cy="36"/>
              </a:xfrm>
              <a:custGeom>
                <a:avLst/>
                <a:gdLst/>
                <a:ahLst/>
                <a:cxnLst/>
                <a:rect l="0" t="0" r="r" b="b"/>
                <a:pathLst>
                  <a:path w="146520" h="36" fill="none">
                    <a:moveTo>
                      <a:pt x="0" y="0"/>
                    </a:moveTo>
                    <a:lnTo>
                      <a:pt x="146520" y="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6" name="Arrow | conditioning_concat → conditioning_mlp | arrowhead"/>
              <p:cNvSpPr/>
              <p:nvPr/>
            </p:nvSpPr>
            <p:spPr>
              <a:xfrm>
                <a:off x="214380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0" name="Arrow | conditioning_mlp → film_condition | editable route"/>
            <p:cNvGrpSpPr/>
            <p:nvPr/>
          </p:nvGrpSpPr>
          <p:grpSpPr>
            <a:xfrm>
              <a:off x="2475360" y="4490280"/>
              <a:ext cx="254520" cy="20160"/>
              <a:chOff x="2475360" y="4490280"/>
              <a:chExt cx="254520" cy="20160"/>
            </a:xfrm>
          </p:grpSpPr>
          <p:sp>
            <p:nvSpPr>
              <p:cNvPr id="5798" name="Arrow | conditioning_mlp → film_condition"/>
              <p:cNvSpPr/>
              <p:nvPr/>
            </p:nvSpPr>
            <p:spPr>
              <a:xfrm>
                <a:off x="2475360" y="4500360"/>
                <a:ext cx="228600" cy="36"/>
              </a:xfrm>
              <a:custGeom>
                <a:avLst/>
                <a:gdLst/>
                <a:ahLst/>
                <a:cxnLst/>
                <a:rect l="0" t="0" r="r" b="b"/>
                <a:pathLst>
                  <a:path w="228600" h="36" fill="none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9" name="Arrow | conditioning_mlp → film_condition | arrowhead"/>
              <p:cNvSpPr/>
              <p:nvPr/>
            </p:nvSpPr>
            <p:spPr>
              <a:xfrm>
                <a:off x="270396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3" name="Arrow | film → candidate_repr | editable route"/>
            <p:cNvGrpSpPr/>
            <p:nvPr/>
          </p:nvGrpSpPr>
          <p:grpSpPr>
            <a:xfrm>
              <a:off x="2828160" y="4608720"/>
              <a:ext cx="20160" cy="138240"/>
              <a:chOff x="2828160" y="4608720"/>
              <a:chExt cx="20160" cy="138240"/>
            </a:xfrm>
          </p:grpSpPr>
          <p:sp>
            <p:nvSpPr>
              <p:cNvPr id="5801" name="Arrow | film → candidate_repr"/>
              <p:cNvSpPr/>
              <p:nvPr/>
            </p:nvSpPr>
            <p:spPr>
              <a:xfrm>
                <a:off x="2838240" y="4608720"/>
                <a:ext cx="36" cy="112320"/>
              </a:xfrm>
              <a:custGeom>
                <a:avLst/>
                <a:gdLst/>
                <a:ahLst/>
                <a:cxnLst/>
                <a:rect l="0" t="0" r="r" b="b"/>
                <a:pathLst>
                  <a:path w="36" h="112320" fill="none">
                    <a:moveTo>
                      <a:pt x="0" y="0"/>
                    </a:moveTo>
                    <a:lnTo>
                      <a:pt x="0" y="11232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02" name="Arrow | film → candidate_repr | arrowhead"/>
              <p:cNvSpPr/>
              <p:nvPr/>
            </p:nvSpPr>
            <p:spPr>
              <a:xfrm>
                <a:off x="2828160" y="472104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6" name="Arrow | smiles → own_graph | editable route"/>
            <p:cNvGrpSpPr/>
            <p:nvPr/>
          </p:nvGrpSpPr>
          <p:grpSpPr>
            <a:xfrm>
              <a:off x="3348000" y="3028680"/>
              <a:ext cx="528120" cy="693360"/>
              <a:chOff x="3348000" y="3028680"/>
              <a:chExt cx="528120" cy="693360"/>
            </a:xfrm>
          </p:grpSpPr>
          <p:sp>
            <p:nvSpPr>
              <p:cNvPr id="5804" name="Arrow | smiles → own_graph"/>
              <p:cNvSpPr/>
              <p:nvPr/>
            </p:nvSpPr>
            <p:spPr>
              <a:xfrm>
                <a:off x="3348000" y="3028680"/>
                <a:ext cx="528120" cy="667440"/>
              </a:xfrm>
              <a:custGeom>
                <a:avLst/>
                <a:gdLst/>
                <a:ahLst/>
                <a:cxnLst/>
                <a:rect l="0" t="0" r="r" b="b"/>
                <a:pathLst>
                  <a:path w="528120" h="667440" fill="none">
                    <a:moveTo>
                      <a:pt x="528120" y="0"/>
                    </a:moveTo>
                    <a:lnTo>
                      <a:pt x="446400" y="0"/>
                    </a:lnTo>
                    <a:lnTo>
                      <a:pt x="446400" y="142920"/>
                    </a:lnTo>
                    <a:lnTo>
                      <a:pt x="0" y="142920"/>
                    </a:lnTo>
                    <a:lnTo>
                      <a:pt x="0" y="636120"/>
                    </a:lnTo>
                    <a:lnTo>
                      <a:pt x="96840" y="636120"/>
                    </a:lnTo>
                    <a:lnTo>
                      <a:pt x="96840" y="66744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05" name="Arrow | smiles → own_graph | arrowhead"/>
              <p:cNvSpPr/>
              <p:nvPr/>
            </p:nvSpPr>
            <p:spPr>
              <a:xfrm>
                <a:off x="3434760" y="369612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9" name="Arrow | own_graph → graph_attention_KV | editable route"/>
            <p:cNvGrpSpPr/>
            <p:nvPr/>
          </p:nvGrpSpPr>
          <p:grpSpPr>
            <a:xfrm>
              <a:off x="3326400" y="3807000"/>
              <a:ext cx="73440" cy="424080"/>
              <a:chOff x="3326400" y="3807000"/>
              <a:chExt cx="73440" cy="424080"/>
            </a:xfrm>
          </p:grpSpPr>
          <p:sp>
            <p:nvSpPr>
              <p:cNvPr id="5807" name="Arrow | own_graph → graph_attention_KV"/>
              <p:cNvSpPr/>
              <p:nvPr/>
            </p:nvSpPr>
            <p:spPr>
              <a:xfrm>
                <a:off x="3326400" y="3807000"/>
                <a:ext cx="47520" cy="414000"/>
              </a:xfrm>
              <a:custGeom>
                <a:avLst/>
                <a:gdLst/>
                <a:ahLst/>
                <a:cxnLst/>
                <a:rect l="0" t="0" r="r" b="b"/>
                <a:pathLst>
                  <a:path w="47520" h="414000" fill="none">
                    <a:moveTo>
                      <a:pt x="39960" y="0"/>
                    </a:moveTo>
                    <a:lnTo>
                      <a:pt x="0" y="0"/>
                    </a:lnTo>
                    <a:lnTo>
                      <a:pt x="0" y="414000"/>
                    </a:lnTo>
                    <a:lnTo>
                      <a:pt x="47520" y="41400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08" name="Arrow | own_graph → graph_attention_KV | arrowhead"/>
              <p:cNvSpPr/>
              <p:nvPr/>
            </p:nvSpPr>
            <p:spPr>
              <a:xfrm>
                <a:off x="3373920" y="421092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12" name="Arrow | language_vector → graph_attention_Q | editable route"/>
            <p:cNvGrpSpPr/>
            <p:nvPr/>
          </p:nvGrpSpPr>
          <p:grpSpPr>
            <a:xfrm>
              <a:off x="3718440" y="3812400"/>
              <a:ext cx="223560" cy="316800"/>
              <a:chOff x="3718440" y="3812400"/>
              <a:chExt cx="223560" cy="316800"/>
            </a:xfrm>
          </p:grpSpPr>
          <p:sp>
            <p:nvSpPr>
              <p:cNvPr id="5810" name="Arrow | language_vector → graph_attention_Q"/>
              <p:cNvSpPr/>
              <p:nvPr/>
            </p:nvSpPr>
            <p:spPr>
              <a:xfrm>
                <a:off x="3728520" y="3812400"/>
                <a:ext cx="213480" cy="290880"/>
              </a:xfrm>
              <a:custGeom>
                <a:avLst/>
                <a:gdLst/>
                <a:ahLst/>
                <a:cxnLst/>
                <a:rect l="0" t="0" r="r" b="b"/>
                <a:pathLst>
                  <a:path w="213480" h="290880" fill="none">
                    <a:moveTo>
                      <a:pt x="213480" y="0"/>
                    </a:moveTo>
                    <a:lnTo>
                      <a:pt x="116280" y="0"/>
                    </a:lnTo>
                    <a:lnTo>
                      <a:pt x="116280" y="264600"/>
                    </a:lnTo>
                    <a:lnTo>
                      <a:pt x="0" y="264600"/>
                    </a:lnTo>
                    <a:lnTo>
                      <a:pt x="0" y="290880"/>
                    </a:lnTo>
                  </a:path>
                </a:pathLst>
              </a:custGeom>
              <a:ln w="504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811" name="Arrow | language_vector → graph_attention_Q | arrowhead"/>
              <p:cNvSpPr/>
              <p:nvPr/>
            </p:nvSpPr>
            <p:spPr>
              <a:xfrm>
                <a:off x="3718440" y="410328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815" name="Arrow | language_vector → context_attention_Q | editable route"/>
            <p:cNvGrpSpPr/>
            <p:nvPr/>
          </p:nvGrpSpPr>
          <p:grpSpPr>
            <a:xfrm>
              <a:off x="4280400" y="3812400"/>
              <a:ext cx="330480" cy="316800"/>
              <a:chOff x="4280400" y="3812400"/>
              <a:chExt cx="330480" cy="316800"/>
            </a:xfrm>
          </p:grpSpPr>
          <p:sp>
            <p:nvSpPr>
              <p:cNvPr id="5813" name="Arrow | language_vector → context_attention_Q"/>
              <p:cNvSpPr/>
              <p:nvPr/>
            </p:nvSpPr>
            <p:spPr>
              <a:xfrm>
                <a:off x="4280400" y="3812400"/>
                <a:ext cx="320400" cy="290880"/>
              </a:xfrm>
              <a:custGeom>
                <a:avLst/>
                <a:gdLst/>
                <a:ahLst/>
                <a:cxnLst/>
                <a:rect l="0" t="0" r="r" b="b"/>
                <a:pathLst>
                  <a:path w="320400" h="290880" fill="none">
                    <a:moveTo>
                      <a:pt x="0" y="0"/>
                    </a:moveTo>
                    <a:lnTo>
                      <a:pt x="154800" y="0"/>
                    </a:lnTo>
                    <a:lnTo>
                      <a:pt x="154800" y="264600"/>
                    </a:lnTo>
                    <a:lnTo>
                      <a:pt x="320400" y="264600"/>
                    </a:lnTo>
                    <a:lnTo>
                      <a:pt x="320400" y="290880"/>
                    </a:lnTo>
                  </a:path>
                </a:pathLst>
              </a:custGeom>
              <a:ln w="504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814" name="Arrow | language_vector → context_attention_Q | arrowhead"/>
              <p:cNvSpPr/>
              <p:nvPr/>
            </p:nvSpPr>
            <p:spPr>
              <a:xfrm>
                <a:off x="4590720" y="410328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818" name="Arrow | graph_attention_out → identity_concat | editable route"/>
            <p:cNvGrpSpPr/>
            <p:nvPr/>
          </p:nvGrpSpPr>
          <p:grpSpPr>
            <a:xfrm>
              <a:off x="3728520" y="4313160"/>
              <a:ext cx="387720" cy="197280"/>
              <a:chOff x="3728520" y="4313160"/>
              <a:chExt cx="387720" cy="197280"/>
            </a:xfrm>
          </p:grpSpPr>
          <p:sp>
            <p:nvSpPr>
              <p:cNvPr id="5816" name="Arrow | graph_attention_out → identity_concat"/>
              <p:cNvSpPr/>
              <p:nvPr/>
            </p:nvSpPr>
            <p:spPr>
              <a:xfrm>
                <a:off x="3728520" y="4313160"/>
                <a:ext cx="361800" cy="187200"/>
              </a:xfrm>
              <a:custGeom>
                <a:avLst/>
                <a:gdLst/>
                <a:ahLst/>
                <a:cxnLst/>
                <a:rect l="0" t="0" r="r" b="b"/>
                <a:pathLst>
                  <a:path w="361800" h="187200" fill="none">
                    <a:moveTo>
                      <a:pt x="0" y="0"/>
                    </a:moveTo>
                    <a:lnTo>
                      <a:pt x="0" y="187200"/>
                    </a:lnTo>
                    <a:lnTo>
                      <a:pt x="361800" y="18720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17" name="Arrow | graph_attention_out → identity_concat | arrowhead"/>
              <p:cNvSpPr/>
              <p:nvPr/>
            </p:nvSpPr>
            <p:spPr>
              <a:xfrm>
                <a:off x="409032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21" name="Arrow | context_attention_out → identity_concat | editable route"/>
            <p:cNvGrpSpPr/>
            <p:nvPr/>
          </p:nvGrpSpPr>
          <p:grpSpPr>
            <a:xfrm>
              <a:off x="4227840" y="4313160"/>
              <a:ext cx="476280" cy="197280"/>
              <a:chOff x="4227840" y="4313160"/>
              <a:chExt cx="476280" cy="197280"/>
            </a:xfrm>
          </p:grpSpPr>
          <p:sp>
            <p:nvSpPr>
              <p:cNvPr id="5819" name="Arrow | context_attention_out → identity_concat"/>
              <p:cNvSpPr/>
              <p:nvPr/>
            </p:nvSpPr>
            <p:spPr>
              <a:xfrm>
                <a:off x="4253760" y="4313160"/>
                <a:ext cx="450360" cy="187200"/>
              </a:xfrm>
              <a:custGeom>
                <a:avLst/>
                <a:gdLst/>
                <a:ahLst/>
                <a:cxnLst/>
                <a:rect l="0" t="0" r="r" b="b"/>
                <a:pathLst>
                  <a:path w="450360" h="187200" fill="none">
                    <a:moveTo>
                      <a:pt x="450360" y="0"/>
                    </a:moveTo>
                    <a:lnTo>
                      <a:pt x="450360" y="187200"/>
                    </a:lnTo>
                    <a:lnTo>
                      <a:pt x="0" y="18720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20" name="Arrow | context_attention_out → identity_concat | arrowhead"/>
              <p:cNvSpPr/>
              <p:nvPr/>
            </p:nvSpPr>
            <p:spPr>
              <a:xfrm>
                <a:off x="422784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0" y="10080"/>
                    </a:moveTo>
                    <a:lnTo>
                      <a:pt x="25920" y="0"/>
                    </a:lnTo>
                    <a:lnTo>
                      <a:pt x="25920" y="2016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24" name="Arrow | language_vector → identity_concat | editable route"/>
            <p:cNvGrpSpPr/>
            <p:nvPr/>
          </p:nvGrpSpPr>
          <p:grpSpPr>
            <a:xfrm>
              <a:off x="4106160" y="3850200"/>
              <a:ext cx="75960" cy="594360"/>
              <a:chOff x="4106160" y="3850200"/>
              <a:chExt cx="75960" cy="594360"/>
            </a:xfrm>
          </p:grpSpPr>
          <p:sp>
            <p:nvSpPr>
              <p:cNvPr id="5822" name="Arrow | language_vector → identity_concat"/>
              <p:cNvSpPr/>
              <p:nvPr/>
            </p:nvSpPr>
            <p:spPr>
              <a:xfrm>
                <a:off x="4106160" y="3850200"/>
                <a:ext cx="65880" cy="568440"/>
              </a:xfrm>
              <a:custGeom>
                <a:avLst/>
                <a:gdLst/>
                <a:ahLst/>
                <a:cxnLst/>
                <a:rect l="0" t="0" r="r" b="b"/>
                <a:pathLst>
                  <a:path w="65880" h="568440" fill="none">
                    <a:moveTo>
                      <a:pt x="0" y="0"/>
                    </a:moveTo>
                    <a:lnTo>
                      <a:pt x="0" y="523800"/>
                    </a:lnTo>
                    <a:lnTo>
                      <a:pt x="65880" y="523800"/>
                    </a:lnTo>
                    <a:lnTo>
                      <a:pt x="65880" y="56844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23" name="Arrow | language_vector → identity_concat | arrowhead"/>
              <p:cNvSpPr/>
              <p:nvPr/>
            </p:nvSpPr>
            <p:spPr>
              <a:xfrm>
                <a:off x="4161960" y="441864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27" name="Arrow | identity_concat → identity_repr | editable route"/>
            <p:cNvGrpSpPr/>
            <p:nvPr/>
          </p:nvGrpSpPr>
          <p:grpSpPr>
            <a:xfrm>
              <a:off x="4161960" y="4556160"/>
              <a:ext cx="20160" cy="190800"/>
              <a:chOff x="4161960" y="4556160"/>
              <a:chExt cx="20160" cy="190800"/>
            </a:xfrm>
          </p:grpSpPr>
          <p:sp>
            <p:nvSpPr>
              <p:cNvPr id="5825" name="Arrow | identity_concat → identity_repr"/>
              <p:cNvSpPr/>
              <p:nvPr/>
            </p:nvSpPr>
            <p:spPr>
              <a:xfrm>
                <a:off x="4172040" y="4556160"/>
                <a:ext cx="36" cy="164880"/>
              </a:xfrm>
              <a:custGeom>
                <a:avLst/>
                <a:gdLst/>
                <a:ahLst/>
                <a:cxnLst/>
                <a:rect l="0" t="0" r="r" b="b"/>
                <a:pathLst>
                  <a:path w="36" h="164880" fill="none">
                    <a:moveTo>
                      <a:pt x="0" y="0"/>
                    </a:moveTo>
                    <a:lnTo>
                      <a:pt x="0" y="16488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26" name="Arrow | identity_concat → identity_repr | arrowhead"/>
              <p:cNvSpPr/>
              <p:nvPr/>
            </p:nvSpPr>
            <p:spPr>
              <a:xfrm>
                <a:off x="4161960" y="472104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30" name="Arrow | candidate_repr → scoring_candidate | editable route"/>
            <p:cNvGrpSpPr/>
            <p:nvPr/>
          </p:nvGrpSpPr>
          <p:grpSpPr>
            <a:xfrm>
              <a:off x="2841480" y="4819320"/>
              <a:ext cx="603000" cy="292320"/>
              <a:chOff x="2841480" y="4819320"/>
              <a:chExt cx="603000" cy="292320"/>
            </a:xfrm>
          </p:grpSpPr>
          <p:sp>
            <p:nvSpPr>
              <p:cNvPr id="5828" name="Arrow | candidate_repr → scoring_candidate"/>
              <p:cNvSpPr/>
              <p:nvPr/>
            </p:nvSpPr>
            <p:spPr>
              <a:xfrm>
                <a:off x="2841480" y="4819320"/>
                <a:ext cx="577080" cy="282240"/>
              </a:xfrm>
              <a:custGeom>
                <a:avLst/>
                <a:gdLst/>
                <a:ahLst/>
                <a:cxnLst/>
                <a:rect l="0" t="0" r="r" b="b"/>
                <a:pathLst>
                  <a:path w="577080" h="282240" fill="none">
                    <a:moveTo>
                      <a:pt x="0" y="0"/>
                    </a:moveTo>
                    <a:lnTo>
                      <a:pt x="0" y="121680"/>
                    </a:lnTo>
                    <a:lnTo>
                      <a:pt x="556920" y="121680"/>
                    </a:lnTo>
                    <a:lnTo>
                      <a:pt x="556920" y="282240"/>
                    </a:lnTo>
                    <a:lnTo>
                      <a:pt x="577080" y="282240"/>
                    </a:lnTo>
                  </a:path>
                </a:pathLst>
              </a:custGeom>
              <a:ln w="540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829" name="Arrow | candidate_repr → scoring_candidate | arrowhead"/>
              <p:cNvSpPr/>
              <p:nvPr/>
            </p:nvSpPr>
            <p:spPr>
              <a:xfrm>
                <a:off x="3418560" y="50914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833" name="Arrow | identity_repr → scoring_identity | editable route"/>
            <p:cNvGrpSpPr/>
            <p:nvPr/>
          </p:nvGrpSpPr>
          <p:grpSpPr>
            <a:xfrm>
              <a:off x="3702240" y="4819320"/>
              <a:ext cx="469800" cy="203400"/>
              <a:chOff x="3702240" y="4819320"/>
              <a:chExt cx="469800" cy="203400"/>
            </a:xfrm>
          </p:grpSpPr>
          <p:sp>
            <p:nvSpPr>
              <p:cNvPr id="5831" name="Arrow | identity_repr → scoring_identity"/>
              <p:cNvSpPr/>
              <p:nvPr/>
            </p:nvSpPr>
            <p:spPr>
              <a:xfrm>
                <a:off x="3712320" y="4819320"/>
                <a:ext cx="459720" cy="177480"/>
              </a:xfrm>
              <a:custGeom>
                <a:avLst/>
                <a:gdLst/>
                <a:ahLst/>
                <a:cxnLst/>
                <a:rect l="0" t="0" r="r" b="b"/>
                <a:pathLst>
                  <a:path w="459720" h="177480" fill="none">
                    <a:moveTo>
                      <a:pt x="459720" y="0"/>
                    </a:moveTo>
                    <a:lnTo>
                      <a:pt x="459720" y="92880"/>
                    </a:lnTo>
                    <a:lnTo>
                      <a:pt x="0" y="92880"/>
                    </a:lnTo>
                    <a:lnTo>
                      <a:pt x="0" y="177480"/>
                    </a:lnTo>
                  </a:path>
                </a:pathLst>
              </a:custGeom>
              <a:ln w="540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32" name="Arrow | identity_repr → scoring_identity | arrowhead"/>
              <p:cNvSpPr/>
              <p:nvPr/>
            </p:nvSpPr>
            <p:spPr>
              <a:xfrm>
                <a:off x="3702240" y="499680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36" name="Arrow | candidate_repr → foreground_head | editable route"/>
            <p:cNvGrpSpPr/>
            <p:nvPr/>
          </p:nvGrpSpPr>
          <p:grpSpPr>
            <a:xfrm>
              <a:off x="2664000" y="4819320"/>
              <a:ext cx="93600" cy="272520"/>
              <a:chOff x="2664000" y="4819320"/>
              <a:chExt cx="93600" cy="272520"/>
            </a:xfrm>
          </p:grpSpPr>
          <p:sp>
            <p:nvSpPr>
              <p:cNvPr id="5834" name="Arrow | candidate_repr → foreground_head"/>
              <p:cNvSpPr/>
              <p:nvPr/>
            </p:nvSpPr>
            <p:spPr>
              <a:xfrm>
                <a:off x="2664000" y="4819320"/>
                <a:ext cx="67680" cy="262440"/>
              </a:xfrm>
              <a:custGeom>
                <a:avLst/>
                <a:gdLst/>
                <a:ahLst/>
                <a:cxnLst/>
                <a:rect l="0" t="0" r="r" b="b"/>
                <a:pathLst>
                  <a:path w="67680" h="262440" fill="none">
                    <a:moveTo>
                      <a:pt x="0" y="0"/>
                    </a:moveTo>
                    <a:lnTo>
                      <a:pt x="0" y="262440"/>
                    </a:lnTo>
                    <a:lnTo>
                      <a:pt x="67680" y="262440"/>
                    </a:lnTo>
                  </a:path>
                </a:pathLst>
              </a:custGeom>
              <a:ln w="504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35" name="Arrow | candidate_repr → foreground_head | arrowhead"/>
              <p:cNvSpPr/>
              <p:nvPr/>
            </p:nvSpPr>
            <p:spPr>
              <a:xfrm>
                <a:off x="2731680" y="50716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</p:grpSp>
      <p:grpSp>
        <p:nvGrpSpPr>
          <p:cNvPr id="2965" name="d | Build: downstream pose reconstruction"/>
          <p:cNvGrpSpPr/>
          <p:nvPr/>
        </p:nvGrpSpPr>
        <p:grpSpPr>
          <a:xfrm>
            <a:off x="65700" y="5420250"/>
            <a:ext cx="5124600" cy="759952"/>
            <a:chOff x="65700" y="5420250"/>
            <a:chExt cx="5124600" cy="759952"/>
          </a:xfrm>
        </p:grpSpPr>
        <p:sp>
          <p:nvSpPr>
            <p:cNvPr id="2966" name="d | panel background"/>
            <p:cNvSpPr/>
            <p:nvPr/>
          </p:nvSpPr>
          <p:spPr>
            <a:xfrm>
              <a:off x="65700" y="5420250"/>
              <a:ext cx="5124600" cy="748980"/>
            </a:xfrm>
            <a:prstGeom prst="roundRect">
              <a:avLst>
                <a:gd name="adj" fmla="val 5263"/>
              </a:avLst>
            </a:prstGeom>
            <a:solidFill>
              <a:srgbClr val="FCFAF5"/>
            </a:solidFill>
            <a:ln w="6480" cap="rnd" cmpd="sng" algn="ctr">
              <a:solidFill>
                <a:srgbClr val="D8CAB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67" name="Text | d"/>
            <p:cNvSpPr txBox="1"/>
            <p:nvPr/>
          </p:nvSpPr>
          <p:spPr>
            <a:xfrm>
              <a:off x="137970" y="5426820"/>
              <a:ext cx="143553" cy="1912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1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d</a:t>
              </a:r>
              <a:endParaRPr lang="en-US" sz="1061"/>
            </a:p>
          </p:txBody>
        </p:sp>
        <p:sp>
          <p:nvSpPr>
            <p:cNvPr id="2968" name="Text | Build: downstream pose reconstruction"/>
            <p:cNvSpPr txBox="1"/>
            <p:nvPr/>
          </p:nvSpPr>
          <p:spPr>
            <a:xfrm>
              <a:off x="279225" y="5446530"/>
              <a:ext cx="2524252" cy="1586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79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Build: downstream pose reconstruction</a:t>
              </a:r>
              <a:endParaRPr lang="en-US" sz="879"/>
            </a:p>
          </p:txBody>
        </p:sp>
        <p:grpSp>
          <p:nvGrpSpPr>
            <p:cNvPr id="2969" name="d | Site p: local receptor environment"/>
            <p:cNvGrpSpPr/>
            <p:nvPr/>
          </p:nvGrpSpPr>
          <p:grpSpPr>
            <a:xfrm>
              <a:off x="156538" y="5645738"/>
              <a:ext cx="422329" cy="355206"/>
              <a:chOff x="156538" y="5645738"/>
              <a:chExt cx="422329" cy="355206"/>
            </a:xfrm>
          </p:grpSpPr>
          <p:sp>
            <p:nvSpPr>
              <p:cNvPr id="2970" name="ellipse_2785"/>
              <p:cNvSpPr/>
              <p:nvPr/>
            </p:nvSpPr>
            <p:spPr>
              <a:xfrm>
                <a:off x="222058" y="5716873"/>
                <a:ext cx="33105" cy="3310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1" name="ellipse_2786"/>
              <p:cNvSpPr/>
              <p:nvPr/>
            </p:nvSpPr>
            <p:spPr>
              <a:xfrm>
                <a:off x="157899" y="5757423"/>
                <a:ext cx="31010" cy="3101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2" name="ellipse_2787"/>
              <p:cNvSpPr/>
              <p:nvPr/>
            </p:nvSpPr>
            <p:spPr>
              <a:xfrm>
                <a:off x="352661" y="5961347"/>
                <a:ext cx="39598" cy="395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3" name="ellipse_2788"/>
              <p:cNvSpPr/>
              <p:nvPr/>
            </p:nvSpPr>
            <p:spPr>
              <a:xfrm>
                <a:off x="438877" y="5870428"/>
                <a:ext cx="41094" cy="41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4" name="ellipse_2789"/>
              <p:cNvSpPr/>
              <p:nvPr/>
            </p:nvSpPr>
            <p:spPr>
              <a:xfrm>
                <a:off x="191193" y="5812140"/>
                <a:ext cx="37340" cy="3734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5" name="ellipse_2790"/>
              <p:cNvSpPr/>
              <p:nvPr/>
            </p:nvSpPr>
            <p:spPr>
              <a:xfrm>
                <a:off x="156538" y="5808499"/>
                <a:ext cx="31250" cy="3125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6" name="ellipse_2791"/>
              <p:cNvSpPr/>
              <p:nvPr/>
            </p:nvSpPr>
            <p:spPr>
              <a:xfrm>
                <a:off x="214413" y="5773744"/>
                <a:ext cx="37480" cy="3748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7" name="ellipse_2792"/>
              <p:cNvSpPr/>
              <p:nvPr/>
            </p:nvSpPr>
            <p:spPr>
              <a:xfrm>
                <a:off x="230297" y="5731041"/>
                <a:ext cx="41343" cy="4134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8" name="ellipse_2793"/>
              <p:cNvSpPr/>
              <p:nvPr/>
            </p:nvSpPr>
            <p:spPr>
              <a:xfrm>
                <a:off x="288920" y="5925724"/>
                <a:ext cx="30597" cy="305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9" name="ellipse_2794"/>
              <p:cNvSpPr/>
              <p:nvPr/>
            </p:nvSpPr>
            <p:spPr>
              <a:xfrm>
                <a:off x="211344" y="5754420"/>
                <a:ext cx="27111" cy="2711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0" name="ellipse_2795"/>
              <p:cNvSpPr/>
              <p:nvPr/>
            </p:nvSpPr>
            <p:spPr>
              <a:xfrm>
                <a:off x="328690" y="5965326"/>
                <a:ext cx="32486" cy="3248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1" name="ellipse_2796"/>
              <p:cNvSpPr/>
              <p:nvPr/>
            </p:nvSpPr>
            <p:spPr>
              <a:xfrm>
                <a:off x="253216" y="5709285"/>
                <a:ext cx="35201" cy="3520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2" name="ellipse_2797"/>
              <p:cNvSpPr/>
              <p:nvPr/>
            </p:nvSpPr>
            <p:spPr>
              <a:xfrm>
                <a:off x="200456" y="5781621"/>
                <a:ext cx="33128" cy="3312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3" name="ellipse_2798"/>
              <p:cNvSpPr/>
              <p:nvPr/>
            </p:nvSpPr>
            <p:spPr>
              <a:xfrm>
                <a:off x="310661" y="5909736"/>
                <a:ext cx="36434" cy="3643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4" name="ellipse_2799"/>
              <p:cNvSpPr/>
              <p:nvPr/>
            </p:nvSpPr>
            <p:spPr>
              <a:xfrm>
                <a:off x="338250" y="5949390"/>
                <a:ext cx="39962" cy="399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5" name="ellipse_2800"/>
              <p:cNvSpPr/>
              <p:nvPr/>
            </p:nvSpPr>
            <p:spPr>
              <a:xfrm>
                <a:off x="502631" y="5852476"/>
                <a:ext cx="35284" cy="352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6" name="ellipse_2801"/>
              <p:cNvSpPr/>
              <p:nvPr/>
            </p:nvSpPr>
            <p:spPr>
              <a:xfrm>
                <a:off x="461331" y="5929487"/>
                <a:ext cx="33865" cy="3386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7" name="ellipse_2802"/>
              <p:cNvSpPr/>
              <p:nvPr/>
            </p:nvSpPr>
            <p:spPr>
              <a:xfrm>
                <a:off x="486398" y="5815231"/>
                <a:ext cx="28943" cy="2894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8" name="ellipse_2803"/>
              <p:cNvSpPr/>
              <p:nvPr/>
            </p:nvSpPr>
            <p:spPr>
              <a:xfrm>
                <a:off x="222653" y="5892536"/>
                <a:ext cx="35084" cy="350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9" name="ellipse_2804"/>
              <p:cNvSpPr/>
              <p:nvPr/>
            </p:nvSpPr>
            <p:spPr>
              <a:xfrm>
                <a:off x="417986" y="5893032"/>
                <a:ext cx="35733" cy="3573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0" name="ellipse_2805"/>
              <p:cNvSpPr/>
              <p:nvPr/>
            </p:nvSpPr>
            <p:spPr>
              <a:xfrm>
                <a:off x="489955" y="5762771"/>
                <a:ext cx="36877" cy="3687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1" name="ellipse_2806"/>
              <p:cNvSpPr/>
              <p:nvPr/>
            </p:nvSpPr>
            <p:spPr>
              <a:xfrm>
                <a:off x="301737" y="5960812"/>
                <a:ext cx="27261" cy="2726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2" name="ellipse_2807"/>
              <p:cNvSpPr/>
              <p:nvPr/>
            </p:nvSpPr>
            <p:spPr>
              <a:xfrm>
                <a:off x="472780" y="5755231"/>
                <a:ext cx="34925" cy="349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3" name="ellipse_2808"/>
              <p:cNvSpPr/>
              <p:nvPr/>
            </p:nvSpPr>
            <p:spPr>
              <a:xfrm>
                <a:off x="384561" y="5910298"/>
                <a:ext cx="39938" cy="3993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4" name="ellipse_2809"/>
              <p:cNvSpPr/>
              <p:nvPr/>
            </p:nvSpPr>
            <p:spPr>
              <a:xfrm>
                <a:off x="214896" y="5800999"/>
                <a:ext cx="27799" cy="2779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5" name="ellipse_2810"/>
              <p:cNvSpPr/>
              <p:nvPr/>
            </p:nvSpPr>
            <p:spPr>
              <a:xfrm>
                <a:off x="350583" y="5908348"/>
                <a:ext cx="26436" cy="264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6" name="ellipse_2811"/>
              <p:cNvSpPr/>
              <p:nvPr/>
            </p:nvSpPr>
            <p:spPr>
              <a:xfrm>
                <a:off x="282756" y="5712473"/>
                <a:ext cx="27768" cy="277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7" name="ellipse_2812"/>
              <p:cNvSpPr/>
              <p:nvPr/>
            </p:nvSpPr>
            <p:spPr>
              <a:xfrm>
                <a:off x="374172" y="5671047"/>
                <a:ext cx="30329" cy="3032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8" name="ellipse_2813"/>
              <p:cNvSpPr/>
              <p:nvPr/>
            </p:nvSpPr>
            <p:spPr>
              <a:xfrm>
                <a:off x="420125" y="5682990"/>
                <a:ext cx="26085" cy="2608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9" name="ellipse_2814"/>
              <p:cNvSpPr/>
              <p:nvPr/>
            </p:nvSpPr>
            <p:spPr>
              <a:xfrm>
                <a:off x="487182" y="5836376"/>
                <a:ext cx="35316" cy="3531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0" name="ellipse_2815"/>
              <p:cNvSpPr/>
              <p:nvPr/>
            </p:nvSpPr>
            <p:spPr>
              <a:xfrm>
                <a:off x="494466" y="5772208"/>
                <a:ext cx="40811" cy="4081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1" name="ellipse_2816"/>
              <p:cNvSpPr/>
              <p:nvPr/>
            </p:nvSpPr>
            <p:spPr>
              <a:xfrm>
                <a:off x="347990" y="5945745"/>
                <a:ext cx="27119" cy="2711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2" name="ellipse_2817"/>
              <p:cNvSpPr/>
              <p:nvPr/>
            </p:nvSpPr>
            <p:spPr>
              <a:xfrm>
                <a:off x="496587" y="5882763"/>
                <a:ext cx="38312" cy="3831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3" name="ellipse_2818"/>
              <p:cNvSpPr/>
              <p:nvPr/>
            </p:nvSpPr>
            <p:spPr>
              <a:xfrm>
                <a:off x="478834" y="5854066"/>
                <a:ext cx="25188" cy="2518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4" name="ellipse_2819"/>
              <p:cNvSpPr/>
              <p:nvPr/>
            </p:nvSpPr>
            <p:spPr>
              <a:xfrm>
                <a:off x="506296" y="5808800"/>
                <a:ext cx="30249" cy="30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5" name="ellipse_2820"/>
              <p:cNvSpPr/>
              <p:nvPr/>
            </p:nvSpPr>
            <p:spPr>
              <a:xfrm>
                <a:off x="293539" y="5658834"/>
                <a:ext cx="25763" cy="257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6" name="ellipse_2821"/>
              <p:cNvSpPr/>
              <p:nvPr/>
            </p:nvSpPr>
            <p:spPr>
              <a:xfrm>
                <a:off x="181742" y="5723425"/>
                <a:ext cx="25033" cy="2503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7" name="ellipse_2822"/>
              <p:cNvSpPr/>
              <p:nvPr/>
            </p:nvSpPr>
            <p:spPr>
              <a:xfrm>
                <a:off x="202176" y="5882924"/>
                <a:ext cx="37759" cy="377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8" name="ellipse_2823"/>
              <p:cNvSpPr/>
              <p:nvPr/>
            </p:nvSpPr>
            <p:spPr>
              <a:xfrm>
                <a:off x="172763" y="5801652"/>
                <a:ext cx="35653" cy="356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9" name="ellipse_2824"/>
              <p:cNvSpPr/>
              <p:nvPr/>
            </p:nvSpPr>
            <p:spPr>
              <a:xfrm>
                <a:off x="554014" y="5811099"/>
                <a:ext cx="24854" cy="2485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0" name="ellipse_2825"/>
              <p:cNvSpPr/>
              <p:nvPr/>
            </p:nvSpPr>
            <p:spPr>
              <a:xfrm>
                <a:off x="373355" y="5698866"/>
                <a:ext cx="39779" cy="3977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1" name="ellipse_2826"/>
              <p:cNvSpPr/>
              <p:nvPr/>
            </p:nvSpPr>
            <p:spPr>
              <a:xfrm>
                <a:off x="457668" y="5878100"/>
                <a:ext cx="24710" cy="2471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2" name="ellipse_2827"/>
              <p:cNvSpPr/>
              <p:nvPr/>
            </p:nvSpPr>
            <p:spPr>
              <a:xfrm>
                <a:off x="441345" y="5906882"/>
                <a:ext cx="31193" cy="311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3" name="ellipse_2828"/>
              <p:cNvSpPr/>
              <p:nvPr/>
            </p:nvSpPr>
            <p:spPr>
              <a:xfrm>
                <a:off x="448501" y="5920842"/>
                <a:ext cx="24983" cy="2498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4" name="ellipse_2829"/>
              <p:cNvSpPr/>
              <p:nvPr/>
            </p:nvSpPr>
            <p:spPr>
              <a:xfrm>
                <a:off x="345039" y="5666290"/>
                <a:ext cx="30845" cy="3084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5" name="ellipse_2830"/>
              <p:cNvSpPr/>
              <p:nvPr/>
            </p:nvSpPr>
            <p:spPr>
              <a:xfrm>
                <a:off x="453220" y="5880263"/>
                <a:ext cx="29276" cy="2927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6" name="ellipse_2831"/>
              <p:cNvSpPr/>
              <p:nvPr/>
            </p:nvSpPr>
            <p:spPr>
              <a:xfrm>
                <a:off x="390415" y="5923995"/>
                <a:ext cx="33461" cy="3346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7" name="ellipse_2832"/>
              <p:cNvSpPr/>
              <p:nvPr/>
            </p:nvSpPr>
            <p:spPr>
              <a:xfrm>
                <a:off x="328664" y="5908942"/>
                <a:ext cx="33245" cy="3324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8" name="ellipse_2833"/>
              <p:cNvSpPr/>
              <p:nvPr/>
            </p:nvSpPr>
            <p:spPr>
              <a:xfrm>
                <a:off x="185873" y="5835875"/>
                <a:ext cx="39829" cy="3982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9" name="ellipse_2834"/>
              <p:cNvSpPr/>
              <p:nvPr/>
            </p:nvSpPr>
            <p:spPr>
              <a:xfrm>
                <a:off x="423383" y="5709650"/>
                <a:ext cx="37338" cy="3733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0" name="ellipse_2835"/>
              <p:cNvSpPr/>
              <p:nvPr/>
            </p:nvSpPr>
            <p:spPr>
              <a:xfrm>
                <a:off x="187101" y="5747518"/>
                <a:ext cx="32092" cy="3209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1" name="ellipse_2836"/>
              <p:cNvSpPr/>
              <p:nvPr/>
            </p:nvSpPr>
            <p:spPr>
              <a:xfrm>
                <a:off x="407256" y="5719549"/>
                <a:ext cx="34094" cy="34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2" name="ellipse_2837"/>
              <p:cNvSpPr/>
              <p:nvPr/>
            </p:nvSpPr>
            <p:spPr>
              <a:xfrm>
                <a:off x="186775" y="5850869"/>
                <a:ext cx="28916" cy="2891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3" name="ellipse_2838"/>
              <p:cNvSpPr/>
              <p:nvPr/>
            </p:nvSpPr>
            <p:spPr>
              <a:xfrm>
                <a:off x="352084" y="5943768"/>
                <a:ext cx="24906" cy="2490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4" name="ellipse_2839"/>
              <p:cNvSpPr/>
              <p:nvPr/>
            </p:nvSpPr>
            <p:spPr>
              <a:xfrm>
                <a:off x="413160" y="5899661"/>
                <a:ext cx="26981" cy="2698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5" name="ellipse_2840"/>
              <p:cNvSpPr/>
              <p:nvPr/>
            </p:nvSpPr>
            <p:spPr>
              <a:xfrm>
                <a:off x="314920" y="5706244"/>
                <a:ext cx="34606" cy="3460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6" name="ellipse_2841"/>
              <p:cNvSpPr/>
              <p:nvPr/>
            </p:nvSpPr>
            <p:spPr>
              <a:xfrm>
                <a:off x="374860" y="5665801"/>
                <a:ext cx="31924" cy="3192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7" name="ellipse_2842"/>
              <p:cNvSpPr/>
              <p:nvPr/>
            </p:nvSpPr>
            <p:spPr>
              <a:xfrm>
                <a:off x="460196" y="5854774"/>
                <a:ext cx="34857" cy="3485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8" name="ellipse_2843"/>
              <p:cNvSpPr/>
              <p:nvPr/>
            </p:nvSpPr>
            <p:spPr>
              <a:xfrm>
                <a:off x="313928" y="5924158"/>
                <a:ext cx="39031" cy="3903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9" name="ellipse_2844"/>
              <p:cNvSpPr/>
              <p:nvPr/>
            </p:nvSpPr>
            <p:spPr>
              <a:xfrm>
                <a:off x="335779" y="5705469"/>
                <a:ext cx="28310" cy="2831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0" name="ellipse_2845"/>
              <p:cNvSpPr/>
              <p:nvPr/>
            </p:nvSpPr>
            <p:spPr>
              <a:xfrm>
                <a:off x="238164" y="5756720"/>
                <a:ext cx="34137" cy="3413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1" name="ellipse_2846"/>
              <p:cNvSpPr/>
              <p:nvPr/>
            </p:nvSpPr>
            <p:spPr>
              <a:xfrm>
                <a:off x="446862" y="5912990"/>
                <a:ext cx="28039" cy="2803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2" name="ellipse_2847"/>
              <p:cNvSpPr/>
              <p:nvPr/>
            </p:nvSpPr>
            <p:spPr>
              <a:xfrm>
                <a:off x="229673" y="5842292"/>
                <a:ext cx="36022" cy="3602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3" name="ellipse_2848"/>
              <p:cNvSpPr/>
              <p:nvPr/>
            </p:nvSpPr>
            <p:spPr>
              <a:xfrm>
                <a:off x="543712" y="5768664"/>
                <a:ext cx="32641" cy="3264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4" name="ellipse_2849"/>
              <p:cNvSpPr/>
              <p:nvPr/>
            </p:nvSpPr>
            <p:spPr>
              <a:xfrm>
                <a:off x="450294" y="5693630"/>
                <a:ext cx="25462" cy="254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5" name="ellipse_2850"/>
              <p:cNvSpPr/>
              <p:nvPr/>
            </p:nvSpPr>
            <p:spPr>
              <a:xfrm>
                <a:off x="385359" y="5937604"/>
                <a:ext cx="36749" cy="3674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6" name="ellipse_2851"/>
              <p:cNvSpPr/>
              <p:nvPr/>
            </p:nvSpPr>
            <p:spPr>
              <a:xfrm>
                <a:off x="353932" y="5648310"/>
                <a:ext cx="34391" cy="3439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7" name="ellipse_2852"/>
              <p:cNvSpPr/>
              <p:nvPr/>
            </p:nvSpPr>
            <p:spPr>
              <a:xfrm>
                <a:off x="176305" y="5883401"/>
                <a:ext cx="33923" cy="3392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8" name="ellipse_2853"/>
              <p:cNvSpPr/>
              <p:nvPr/>
            </p:nvSpPr>
            <p:spPr>
              <a:xfrm>
                <a:off x="510624" y="5801581"/>
                <a:ext cx="25208" cy="2520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9" name="ellipse_2854"/>
              <p:cNvSpPr/>
              <p:nvPr/>
            </p:nvSpPr>
            <p:spPr>
              <a:xfrm>
                <a:off x="517368" y="5889149"/>
                <a:ext cx="35835" cy="3583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0" name="ellipse_2855"/>
              <p:cNvSpPr/>
              <p:nvPr/>
            </p:nvSpPr>
            <p:spPr>
              <a:xfrm>
                <a:off x="377563" y="5645738"/>
                <a:ext cx="38133" cy="3813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1" name="ellipse_2856"/>
              <p:cNvSpPr/>
              <p:nvPr/>
            </p:nvSpPr>
            <p:spPr>
              <a:xfrm>
                <a:off x="250735" y="5716511"/>
                <a:ext cx="36913" cy="3691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2" name="ellipse_2857"/>
              <p:cNvSpPr/>
              <p:nvPr/>
            </p:nvSpPr>
            <p:spPr>
              <a:xfrm>
                <a:off x="492262" y="5798324"/>
                <a:ext cx="30077" cy="3007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3" name="ellipse_2858"/>
              <p:cNvSpPr/>
              <p:nvPr/>
            </p:nvSpPr>
            <p:spPr>
              <a:xfrm>
                <a:off x="160558" y="5854711"/>
                <a:ext cx="30574" cy="3057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4" name="ellipse_2859"/>
              <p:cNvSpPr/>
              <p:nvPr/>
            </p:nvSpPr>
            <p:spPr>
              <a:xfrm>
                <a:off x="188963" y="5905946"/>
                <a:ext cx="38308" cy="383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5" name="ellipse_2860"/>
              <p:cNvSpPr/>
              <p:nvPr/>
            </p:nvSpPr>
            <p:spPr>
              <a:xfrm>
                <a:off x="439210" y="5706433"/>
                <a:ext cx="36067" cy="3606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6" name="ellipse_2861"/>
              <p:cNvSpPr/>
              <p:nvPr/>
            </p:nvSpPr>
            <p:spPr>
              <a:xfrm>
                <a:off x="391867" y="5652198"/>
                <a:ext cx="24393" cy="2439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7" name="ellipse_2862"/>
              <p:cNvSpPr/>
              <p:nvPr/>
            </p:nvSpPr>
            <p:spPr>
              <a:xfrm>
                <a:off x="207923" y="5688224"/>
                <a:ext cx="34413" cy="3441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8" name="ellipse_2863"/>
              <p:cNvSpPr/>
              <p:nvPr/>
            </p:nvSpPr>
            <p:spPr>
              <a:xfrm>
                <a:off x="216568" y="5796563"/>
                <a:ext cx="38760" cy="3876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9" name="ellipse_2864"/>
              <p:cNvSpPr/>
              <p:nvPr/>
            </p:nvSpPr>
            <p:spPr>
              <a:xfrm>
                <a:off x="192699" y="5792585"/>
                <a:ext cx="31366" cy="3136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0" name="ellipse_2865"/>
              <p:cNvSpPr/>
              <p:nvPr/>
            </p:nvSpPr>
            <p:spPr>
              <a:xfrm>
                <a:off x="358802" y="5931970"/>
                <a:ext cx="27163" cy="27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1" name="ellipse_2866"/>
              <p:cNvSpPr/>
              <p:nvPr/>
            </p:nvSpPr>
            <p:spPr>
              <a:xfrm>
                <a:off x="244814" y="5920367"/>
                <a:ext cx="30834" cy="3083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2" name="ellipse_2867"/>
              <p:cNvSpPr/>
              <p:nvPr/>
            </p:nvSpPr>
            <p:spPr>
              <a:xfrm>
                <a:off x="184490" y="5733812"/>
                <a:ext cx="31950" cy="3195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3" name="ellipse_2868"/>
              <p:cNvSpPr/>
              <p:nvPr/>
            </p:nvSpPr>
            <p:spPr>
              <a:xfrm>
                <a:off x="347980" y="5691315"/>
                <a:ext cx="27922" cy="2792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4" name="ellipse_2869"/>
              <p:cNvSpPr/>
              <p:nvPr/>
            </p:nvSpPr>
            <p:spPr>
              <a:xfrm>
                <a:off x="429796" y="5723751"/>
                <a:ext cx="38175" cy="3817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3055" name="Candidate blob | editable contour"/>
            <p:cNvSpPr/>
            <p:nvPr/>
          </p:nvSpPr>
          <p:spPr>
            <a:xfrm>
              <a:off x="302286" y="5754734"/>
              <a:ext cx="109391" cy="82087"/>
            </a:xfrm>
            <a:custGeom>
              <a:avLst/>
              <a:gdLst/>
              <a:ahLst/>
              <a:cxnLst/>
              <a:rect l="0" t="0" r="w" b="h"/>
              <a:pathLst>
                <a:path w="109391" h="82087" extrusionOk="0">
                  <a:moveTo>
                    <a:pt x="2562" y="51602"/>
                  </a:moveTo>
                  <a:cubicBezTo>
                    <a:pt x="0" y="42552"/>
                    <a:pt x="9067" y="28738"/>
                    <a:pt x="14388" y="23022"/>
                  </a:cubicBezTo>
                  <a:cubicBezTo>
                    <a:pt x="19710" y="17306"/>
                    <a:pt x="28185" y="20800"/>
                    <a:pt x="34492" y="17306"/>
                  </a:cubicBezTo>
                  <a:cubicBezTo>
                    <a:pt x="40800" y="13813"/>
                    <a:pt x="44348" y="4128"/>
                    <a:pt x="52232" y="2064"/>
                  </a:cubicBezTo>
                  <a:cubicBezTo>
                    <a:pt x="60116" y="0"/>
                    <a:pt x="73913" y="1905"/>
                    <a:pt x="81797" y="4922"/>
                  </a:cubicBezTo>
                  <a:cubicBezTo>
                    <a:pt x="89680" y="7939"/>
                    <a:pt x="95199" y="13813"/>
                    <a:pt x="99535" y="20164"/>
                  </a:cubicBezTo>
                  <a:cubicBezTo>
                    <a:pt x="103872" y="26515"/>
                    <a:pt x="109391" y="35407"/>
                    <a:pt x="107814" y="43028"/>
                  </a:cubicBezTo>
                  <a:cubicBezTo>
                    <a:pt x="106237" y="50649"/>
                    <a:pt x="97565" y="59699"/>
                    <a:pt x="90075" y="65892"/>
                  </a:cubicBezTo>
                  <a:cubicBezTo>
                    <a:pt x="82585" y="72084"/>
                    <a:pt x="72927" y="78276"/>
                    <a:pt x="62875" y="80181"/>
                  </a:cubicBezTo>
                  <a:cubicBezTo>
                    <a:pt x="52823" y="82087"/>
                    <a:pt x="39814" y="82087"/>
                    <a:pt x="29762" y="77323"/>
                  </a:cubicBezTo>
                  <a:cubicBezTo>
                    <a:pt x="19710" y="72560"/>
                    <a:pt x="5125" y="60652"/>
                    <a:pt x="2562" y="5160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7F1F9"/>
                </a:gs>
                <a:gs pos="48000">
                  <a:srgbClr val="79B3DC"/>
                </a:gs>
                <a:gs pos="100000">
                  <a:srgbClr val="5E9ECD"/>
                </a:gs>
              </a:gsLst>
              <a:lin ang="2700000" scaled="1"/>
              <a:tileRect/>
            </a:gradFill>
            <a:ln w="3285" cap="rnd" cmpd="sng" algn="ctr">
              <a:solidFill>
                <a:srgbClr val="68A6D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56" name="ellipse_2871"/>
            <p:cNvSpPr/>
            <p:nvPr/>
          </p:nvSpPr>
          <p:spPr>
            <a:xfrm>
              <a:off x="327317" y="5777757"/>
              <a:ext cx="27200" cy="10479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57" name="Text | Site p"/>
            <p:cNvSpPr txBox="1"/>
            <p:nvPr/>
          </p:nvSpPr>
          <p:spPr>
            <a:xfrm>
              <a:off x="203508" y="5975415"/>
              <a:ext cx="322253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Site p</a:t>
              </a:r>
              <a:endParaRPr lang="en-US" sz="698"/>
            </a:p>
          </p:txBody>
        </p:sp>
        <p:sp>
          <p:nvSpPr>
            <p:cNvPr id="3058" name="Text | from Find"/>
            <p:cNvSpPr txBox="1"/>
            <p:nvPr/>
          </p:nvSpPr>
          <p:spPr>
            <a:xfrm>
              <a:off x="181872" y="6070680"/>
              <a:ext cx="365527" cy="1026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9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from Find</a:t>
              </a:r>
              <a:endParaRPr lang="en-US" sz="569"/>
            </a:p>
          </p:txBody>
        </p:sp>
        <p:sp>
          <p:nvSpPr>
            <p:cNvPr id="3059" name="Text | +"/>
            <p:cNvSpPr txBox="1"/>
            <p:nvPr/>
          </p:nvSpPr>
          <p:spPr>
            <a:xfrm>
              <a:off x="601134" y="5745465"/>
              <a:ext cx="124871" cy="149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28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</a:t>
              </a:r>
              <a:endParaRPr lang="en-US" sz="828"/>
            </a:p>
          </p:txBody>
        </p:sp>
        <p:grpSp>
          <p:nvGrpSpPr>
            <p:cNvPr id="3060" name="d | Ligand identity: illustrative molecular graph"/>
            <p:cNvGrpSpPr/>
            <p:nvPr/>
          </p:nvGrpSpPr>
          <p:grpSpPr>
            <a:xfrm>
              <a:off x="863060" y="5744348"/>
              <a:ext cx="420988" cy="204721"/>
              <a:chOff x="863060" y="5744348"/>
              <a:chExt cx="420988" cy="204721"/>
            </a:xfrm>
          </p:grpSpPr>
          <p:cxnSp>
            <p:nvCxnSpPr>
              <p:cNvPr id="3061" name="path_2875"/>
              <p:cNvCxnSpPr/>
              <p:nvPr/>
            </p:nvCxnSpPr>
            <p:spPr>
              <a:xfrm flipH="1">
                <a:off x="956231" y="5897889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2" name="path_2876"/>
              <p:cNvCxnSpPr/>
              <p:nvPr/>
            </p:nvCxnSpPr>
            <p:spPr>
              <a:xfrm flipH="1" flipV="1">
                <a:off x="863060" y="5897889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3" name="path_2877"/>
              <p:cNvCxnSpPr/>
              <p:nvPr/>
            </p:nvCxnSpPr>
            <p:spPr>
              <a:xfrm flipH="1" flipV="1">
                <a:off x="863060" y="5795528"/>
                <a:ext cx="0" cy="102361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4" name="path_2878"/>
              <p:cNvCxnSpPr/>
              <p:nvPr/>
            </p:nvCxnSpPr>
            <p:spPr>
              <a:xfrm flipV="1">
                <a:off x="863060" y="5744348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5" name="path_2879"/>
              <p:cNvCxnSpPr/>
              <p:nvPr/>
            </p:nvCxnSpPr>
            <p:spPr>
              <a:xfrm>
                <a:off x="956231" y="5744348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6" name="path_2880"/>
              <p:cNvCxnSpPr/>
              <p:nvPr/>
            </p:nvCxnSpPr>
            <p:spPr>
              <a:xfrm flipH="1">
                <a:off x="1049401" y="5795528"/>
                <a:ext cx="0" cy="102361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7" name="path_2881"/>
              <p:cNvCxnSpPr/>
              <p:nvPr/>
            </p:nvCxnSpPr>
            <p:spPr>
              <a:xfrm flipV="1">
                <a:off x="1049401" y="5768591"/>
                <a:ext cx="83267" cy="12929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8" name="path_2882"/>
              <p:cNvCxnSpPr/>
              <p:nvPr/>
            </p:nvCxnSpPr>
            <p:spPr>
              <a:xfrm>
                <a:off x="1132668" y="5768591"/>
                <a:ext cx="60247" cy="565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9" name="path_2883"/>
              <p:cNvCxnSpPr/>
              <p:nvPr/>
            </p:nvCxnSpPr>
            <p:spPr>
              <a:xfrm flipH="1">
                <a:off x="956231" y="5888677"/>
                <a:ext cx="76400" cy="419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70" name="path_2884"/>
              <p:cNvCxnSpPr/>
              <p:nvPr/>
            </p:nvCxnSpPr>
            <p:spPr>
              <a:xfrm flipH="1" flipV="1">
                <a:off x="879831" y="5804741"/>
                <a:ext cx="0" cy="83936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71" name="path_2885"/>
              <p:cNvCxnSpPr/>
              <p:nvPr/>
            </p:nvCxnSpPr>
            <p:spPr>
              <a:xfrm>
                <a:off x="956231" y="5762773"/>
                <a:ext cx="76400" cy="419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072" name="Text | O"/>
              <p:cNvSpPr txBox="1"/>
              <p:nvPr/>
            </p:nvSpPr>
            <p:spPr>
              <a:xfrm>
                <a:off x="1206055" y="5782454"/>
                <a:ext cx="77993" cy="932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17" b="0" i="0" baseline="0" dirty="0">
                    <a:solidFill>
                      <a:srgbClr val="CE4148"/>
                    </a:solidFill>
                    <a:latin typeface="Arial"/>
                    <a:ea typeface="Arial"/>
                    <a:cs typeface="Arial"/>
                  </a:rPr>
                  <a:t>O</a:t>
                </a:r>
                <a:endParaRPr lang="en-US" sz="517"/>
              </a:p>
            </p:txBody>
          </p:sp>
        </p:grpSp>
        <p:sp>
          <p:nvSpPr>
            <p:cNvPr id="3073" name="Text | SMILES"/>
            <p:cNvSpPr txBox="1"/>
            <p:nvPr/>
          </p:nvSpPr>
          <p:spPr>
            <a:xfrm>
              <a:off x="786913" y="5975415"/>
              <a:ext cx="397173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SMILES</a:t>
              </a:r>
              <a:endParaRPr lang="en-US" sz="698"/>
            </a:p>
          </p:txBody>
        </p:sp>
        <p:sp>
          <p:nvSpPr>
            <p:cNvPr id="3074" name="Text | +"/>
            <p:cNvSpPr txBox="1"/>
            <p:nvPr/>
          </p:nvSpPr>
          <p:spPr>
            <a:xfrm>
              <a:off x="1267989" y="5745465"/>
              <a:ext cx="124871" cy="149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28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</a:t>
              </a:r>
              <a:endParaRPr lang="en-US" sz="828"/>
            </a:p>
          </p:txBody>
        </p:sp>
        <p:grpSp>
          <p:nvGrpSpPr>
            <p:cNvPr id="3075" name="d | Pocket: local receptor environment"/>
            <p:cNvGrpSpPr/>
            <p:nvPr/>
          </p:nvGrpSpPr>
          <p:grpSpPr>
            <a:xfrm>
              <a:off x="1411968" y="5662376"/>
              <a:ext cx="418007" cy="338292"/>
              <a:chOff x="1411968" y="5662376"/>
              <a:chExt cx="418007" cy="338292"/>
            </a:xfrm>
          </p:grpSpPr>
          <p:sp>
            <p:nvSpPr>
              <p:cNvPr id="3076" name="ellipse_2889"/>
              <p:cNvSpPr/>
              <p:nvPr/>
            </p:nvSpPr>
            <p:spPr>
              <a:xfrm>
                <a:off x="1477028" y="5730123"/>
                <a:ext cx="31529" cy="3152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7" name="ellipse_2890"/>
              <p:cNvSpPr/>
              <p:nvPr/>
            </p:nvSpPr>
            <p:spPr>
              <a:xfrm>
                <a:off x="1413313" y="5768742"/>
                <a:ext cx="29533" cy="2953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8" name="ellipse_2891"/>
              <p:cNvSpPr/>
              <p:nvPr/>
            </p:nvSpPr>
            <p:spPr>
              <a:xfrm>
                <a:off x="1606772" y="5962955"/>
                <a:ext cx="37712" cy="3771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9" name="ellipse_2892"/>
              <p:cNvSpPr/>
              <p:nvPr/>
            </p:nvSpPr>
            <p:spPr>
              <a:xfrm>
                <a:off x="1692365" y="5876366"/>
                <a:ext cx="39137" cy="3913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0" name="ellipse_2893"/>
              <p:cNvSpPr/>
              <p:nvPr/>
            </p:nvSpPr>
            <p:spPr>
              <a:xfrm>
                <a:off x="1446482" y="5820853"/>
                <a:ext cx="35562" cy="3556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1" name="ellipse_2894"/>
              <p:cNvSpPr/>
              <p:nvPr/>
            </p:nvSpPr>
            <p:spPr>
              <a:xfrm>
                <a:off x="1411968" y="5817386"/>
                <a:ext cx="29762" cy="2976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2" name="ellipse_2895"/>
              <p:cNvSpPr/>
              <p:nvPr/>
            </p:nvSpPr>
            <p:spPr>
              <a:xfrm>
                <a:off x="1469529" y="5784286"/>
                <a:ext cx="35695" cy="3569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3" name="ellipse_2896"/>
              <p:cNvSpPr/>
              <p:nvPr/>
            </p:nvSpPr>
            <p:spPr>
              <a:xfrm>
                <a:off x="1485370" y="5743617"/>
                <a:ext cx="39374" cy="3937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4" name="ellipse_2897"/>
              <p:cNvSpPr/>
              <p:nvPr/>
            </p:nvSpPr>
            <p:spPr>
              <a:xfrm>
                <a:off x="1543334" y="5929029"/>
                <a:ext cx="29140" cy="2914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5" name="ellipse_2898"/>
              <p:cNvSpPr/>
              <p:nvPr/>
            </p:nvSpPr>
            <p:spPr>
              <a:xfrm>
                <a:off x="1466275" y="5765882"/>
                <a:ext cx="25820" cy="2582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6" name="ellipse_2899"/>
              <p:cNvSpPr/>
              <p:nvPr/>
            </p:nvSpPr>
            <p:spPr>
              <a:xfrm>
                <a:off x="1582840" y="5966745"/>
                <a:ext cx="30939" cy="3093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7" name="ellipse_2900"/>
              <p:cNvSpPr/>
              <p:nvPr/>
            </p:nvSpPr>
            <p:spPr>
              <a:xfrm>
                <a:off x="1507992" y="5722896"/>
                <a:ext cx="33525" cy="3352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8" name="ellipse_2901"/>
              <p:cNvSpPr/>
              <p:nvPr/>
            </p:nvSpPr>
            <p:spPr>
              <a:xfrm>
                <a:off x="1455591" y="5791788"/>
                <a:ext cx="31551" cy="3155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9" name="ellipse_2902"/>
              <p:cNvSpPr/>
              <p:nvPr/>
            </p:nvSpPr>
            <p:spPr>
              <a:xfrm>
                <a:off x="1565027" y="5913802"/>
                <a:ext cx="34699" cy="3469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0" name="ellipse_2903"/>
              <p:cNvSpPr/>
              <p:nvPr/>
            </p:nvSpPr>
            <p:spPr>
              <a:xfrm>
                <a:off x="1592477" y="5951568"/>
                <a:ext cx="38059" cy="3805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1" name="ellipse_2904"/>
              <p:cNvSpPr/>
              <p:nvPr/>
            </p:nvSpPr>
            <p:spPr>
              <a:xfrm>
                <a:off x="1755519" y="5859269"/>
                <a:ext cx="33604" cy="336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2" name="ellipse_2905"/>
              <p:cNvSpPr/>
              <p:nvPr/>
            </p:nvSpPr>
            <p:spPr>
              <a:xfrm>
                <a:off x="1714504" y="5932612"/>
                <a:ext cx="32252" cy="3225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3" name="ellipse_2906"/>
              <p:cNvSpPr/>
              <p:nvPr/>
            </p:nvSpPr>
            <p:spPr>
              <a:xfrm>
                <a:off x="1739282" y="5823798"/>
                <a:ext cx="27565" cy="2756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4" name="ellipse_2907"/>
              <p:cNvSpPr/>
              <p:nvPr/>
            </p:nvSpPr>
            <p:spPr>
              <a:xfrm>
                <a:off x="1477659" y="5897421"/>
                <a:ext cx="33413" cy="3341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5" name="ellipse_2908"/>
              <p:cNvSpPr/>
              <p:nvPr/>
            </p:nvSpPr>
            <p:spPr>
              <a:xfrm>
                <a:off x="1671524" y="5897894"/>
                <a:ext cx="34031" cy="3403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6" name="ellipse_2909"/>
              <p:cNvSpPr/>
              <p:nvPr/>
            </p:nvSpPr>
            <p:spPr>
              <a:xfrm>
                <a:off x="1742971" y="5773835"/>
                <a:ext cx="35121" cy="3512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7" name="ellipse_2910"/>
              <p:cNvSpPr/>
              <p:nvPr/>
            </p:nvSpPr>
            <p:spPr>
              <a:xfrm>
                <a:off x="1555987" y="5962446"/>
                <a:ext cx="25963" cy="2596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8" name="ellipse_2911"/>
              <p:cNvSpPr/>
              <p:nvPr/>
            </p:nvSpPr>
            <p:spPr>
              <a:xfrm>
                <a:off x="1725888" y="5766654"/>
                <a:ext cx="33262" cy="332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9" name="ellipse_2912"/>
              <p:cNvSpPr/>
              <p:nvPr/>
            </p:nvSpPr>
            <p:spPr>
              <a:xfrm>
                <a:off x="1638437" y="5914338"/>
                <a:ext cx="38036" cy="380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0" name="ellipse_2913"/>
              <p:cNvSpPr/>
              <p:nvPr/>
            </p:nvSpPr>
            <p:spPr>
              <a:xfrm>
                <a:off x="1469814" y="5810243"/>
                <a:ext cx="26475" cy="2647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1" name="ellipse_2914"/>
              <p:cNvSpPr/>
              <p:nvPr/>
            </p:nvSpPr>
            <p:spPr>
              <a:xfrm>
                <a:off x="1604446" y="5912480"/>
                <a:ext cx="25177" cy="2517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2" name="ellipse_2915"/>
              <p:cNvSpPr/>
              <p:nvPr/>
            </p:nvSpPr>
            <p:spPr>
              <a:xfrm>
                <a:off x="1537160" y="5725932"/>
                <a:ext cx="26446" cy="2644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3" name="ellipse_2916"/>
              <p:cNvSpPr/>
              <p:nvPr/>
            </p:nvSpPr>
            <p:spPr>
              <a:xfrm>
                <a:off x="1627934" y="5686479"/>
                <a:ext cx="28884" cy="288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4" name="ellipse_2917"/>
              <p:cNvSpPr/>
              <p:nvPr/>
            </p:nvSpPr>
            <p:spPr>
              <a:xfrm>
                <a:off x="1673455" y="5697854"/>
                <a:ext cx="24843" cy="2484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5" name="ellipse_2918"/>
              <p:cNvSpPr/>
              <p:nvPr/>
            </p:nvSpPr>
            <p:spPr>
              <a:xfrm>
                <a:off x="1740188" y="5843935"/>
                <a:ext cx="33634" cy="3363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6" name="ellipse_2919"/>
              <p:cNvSpPr/>
              <p:nvPr/>
            </p:nvSpPr>
            <p:spPr>
              <a:xfrm>
                <a:off x="1747527" y="5782823"/>
                <a:ext cx="38868" cy="388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7" name="ellipse_2920"/>
              <p:cNvSpPr/>
              <p:nvPr/>
            </p:nvSpPr>
            <p:spPr>
              <a:xfrm>
                <a:off x="1601887" y="5948096"/>
                <a:ext cx="25828" cy="2582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8" name="ellipse_2921"/>
              <p:cNvSpPr/>
              <p:nvPr/>
            </p:nvSpPr>
            <p:spPr>
              <a:xfrm>
                <a:off x="1749582" y="5888113"/>
                <a:ext cx="36487" cy="3648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9" name="ellipse_2922"/>
              <p:cNvSpPr/>
              <p:nvPr/>
            </p:nvSpPr>
            <p:spPr>
              <a:xfrm>
                <a:off x="1731701" y="5860783"/>
                <a:ext cx="23989" cy="2398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0" name="ellipse_2923"/>
              <p:cNvSpPr/>
              <p:nvPr/>
            </p:nvSpPr>
            <p:spPr>
              <a:xfrm>
                <a:off x="1759056" y="5817672"/>
                <a:ext cx="28808" cy="288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1" name="ellipse_2924"/>
              <p:cNvSpPr/>
              <p:nvPr/>
            </p:nvSpPr>
            <p:spPr>
              <a:xfrm>
                <a:off x="1547821" y="5674848"/>
                <a:ext cx="24536" cy="245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2" name="ellipse_2925"/>
              <p:cNvSpPr/>
              <p:nvPr/>
            </p:nvSpPr>
            <p:spPr>
              <a:xfrm>
                <a:off x="1436856" y="5736363"/>
                <a:ext cx="23841" cy="2384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3" name="ellipse_2926"/>
              <p:cNvSpPr/>
              <p:nvPr/>
            </p:nvSpPr>
            <p:spPr>
              <a:xfrm>
                <a:off x="1457390" y="5888267"/>
                <a:ext cx="35961" cy="3596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4" name="ellipse_2927"/>
              <p:cNvSpPr/>
              <p:nvPr/>
            </p:nvSpPr>
            <p:spPr>
              <a:xfrm>
                <a:off x="1428158" y="5810865"/>
                <a:ext cx="33956" cy="3395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5" name="ellipse_2928"/>
              <p:cNvSpPr/>
              <p:nvPr/>
            </p:nvSpPr>
            <p:spPr>
              <a:xfrm>
                <a:off x="1806304" y="5819862"/>
                <a:ext cx="23670" cy="2367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6" name="ellipse_2929"/>
              <p:cNvSpPr/>
              <p:nvPr/>
            </p:nvSpPr>
            <p:spPr>
              <a:xfrm>
                <a:off x="1627313" y="5712973"/>
                <a:ext cx="37885" cy="3788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7" name="ellipse_2930"/>
              <p:cNvSpPr/>
              <p:nvPr/>
            </p:nvSpPr>
            <p:spPr>
              <a:xfrm>
                <a:off x="1710685" y="5883673"/>
                <a:ext cx="23533" cy="2353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8" name="ellipse_2931"/>
              <p:cNvSpPr/>
              <p:nvPr/>
            </p:nvSpPr>
            <p:spPr>
              <a:xfrm>
                <a:off x="1694615" y="5911084"/>
                <a:ext cx="29708" cy="297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9" name="ellipse_2932"/>
              <p:cNvSpPr/>
              <p:nvPr/>
            </p:nvSpPr>
            <p:spPr>
              <a:xfrm>
                <a:off x="1701593" y="5924380"/>
                <a:ext cx="23793" cy="2379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0" name="ellipse_2933"/>
              <p:cNvSpPr/>
              <p:nvPr/>
            </p:nvSpPr>
            <p:spPr>
              <a:xfrm>
                <a:off x="1599033" y="5681949"/>
                <a:ext cx="29376" cy="29376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1" name="ellipse_2934"/>
              <p:cNvSpPr/>
              <p:nvPr/>
            </p:nvSpPr>
            <p:spPr>
              <a:xfrm>
                <a:off x="1706363" y="5885733"/>
                <a:ext cx="27882" cy="2788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2" name="ellipse_2935"/>
              <p:cNvSpPr/>
              <p:nvPr/>
            </p:nvSpPr>
            <p:spPr>
              <a:xfrm>
                <a:off x="1644117" y="5927383"/>
                <a:ext cx="31868" cy="318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3" name="ellipse_2936"/>
              <p:cNvSpPr/>
              <p:nvPr/>
            </p:nvSpPr>
            <p:spPr>
              <a:xfrm>
                <a:off x="1582830" y="5913046"/>
                <a:ext cx="31662" cy="316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4" name="ellipse_2937"/>
              <p:cNvSpPr/>
              <p:nvPr/>
            </p:nvSpPr>
            <p:spPr>
              <a:xfrm>
                <a:off x="1441252" y="5843458"/>
                <a:ext cx="37932" cy="3793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5" name="ellipse_2938"/>
              <p:cNvSpPr/>
              <p:nvPr/>
            </p:nvSpPr>
            <p:spPr>
              <a:xfrm>
                <a:off x="1676913" y="5723244"/>
                <a:ext cx="35560" cy="3556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6" name="ellipse_2939"/>
              <p:cNvSpPr/>
              <p:nvPr/>
            </p:nvSpPr>
            <p:spPr>
              <a:xfrm>
                <a:off x="1442316" y="5759309"/>
                <a:ext cx="30564" cy="3056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7" name="ellipse_2940"/>
              <p:cNvSpPr/>
              <p:nvPr/>
            </p:nvSpPr>
            <p:spPr>
              <a:xfrm>
                <a:off x="1660843" y="5732672"/>
                <a:ext cx="32471" cy="3247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8" name="ellipse_2941"/>
              <p:cNvSpPr/>
              <p:nvPr/>
            </p:nvSpPr>
            <p:spPr>
              <a:xfrm>
                <a:off x="1441929" y="5857738"/>
                <a:ext cx="27539" cy="2753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9" name="ellipse_2942"/>
              <p:cNvSpPr/>
              <p:nvPr/>
            </p:nvSpPr>
            <p:spPr>
              <a:xfrm>
                <a:off x="1605905" y="5946213"/>
                <a:ext cx="23720" cy="2372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0" name="ellipse_2943"/>
              <p:cNvSpPr/>
              <p:nvPr/>
            </p:nvSpPr>
            <p:spPr>
              <a:xfrm>
                <a:off x="1666560" y="5904207"/>
                <a:ext cx="25696" cy="2569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1" name="ellipse_2944"/>
              <p:cNvSpPr/>
              <p:nvPr/>
            </p:nvSpPr>
            <p:spPr>
              <a:xfrm>
                <a:off x="1569217" y="5720001"/>
                <a:ext cx="32959" cy="329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2" name="ellipse_2945"/>
              <p:cNvSpPr/>
              <p:nvPr/>
            </p:nvSpPr>
            <p:spPr>
              <a:xfrm>
                <a:off x="1628649" y="5681483"/>
                <a:ext cx="30404" cy="304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3" name="ellipse_2946"/>
              <p:cNvSpPr/>
              <p:nvPr/>
            </p:nvSpPr>
            <p:spPr>
              <a:xfrm>
                <a:off x="1713397" y="5861457"/>
                <a:ext cx="33198" cy="331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4" name="ellipse_2947"/>
              <p:cNvSpPr/>
              <p:nvPr/>
            </p:nvSpPr>
            <p:spPr>
              <a:xfrm>
                <a:off x="1568321" y="5927538"/>
                <a:ext cx="37172" cy="3717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5" name="ellipse_2948"/>
              <p:cNvSpPr/>
              <p:nvPr/>
            </p:nvSpPr>
            <p:spPr>
              <a:xfrm>
                <a:off x="1589792" y="5719262"/>
                <a:ext cx="26962" cy="2696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6" name="ellipse_2949"/>
              <p:cNvSpPr/>
              <p:nvPr/>
            </p:nvSpPr>
            <p:spPr>
              <a:xfrm>
                <a:off x="1493034" y="5768073"/>
                <a:ext cx="32512" cy="3251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7" name="ellipse_2950"/>
              <p:cNvSpPr/>
              <p:nvPr/>
            </p:nvSpPr>
            <p:spPr>
              <a:xfrm>
                <a:off x="1700028" y="5916902"/>
                <a:ext cx="26704" cy="2670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8" name="ellipse_2951"/>
              <p:cNvSpPr/>
              <p:nvPr/>
            </p:nvSpPr>
            <p:spPr>
              <a:xfrm>
                <a:off x="1484645" y="5849570"/>
                <a:ext cx="34307" cy="3430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9" name="ellipse_2952"/>
              <p:cNvSpPr/>
              <p:nvPr/>
            </p:nvSpPr>
            <p:spPr>
              <a:xfrm>
                <a:off x="1796236" y="5779448"/>
                <a:ext cx="31087" cy="3108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0" name="ellipse_2953"/>
              <p:cNvSpPr/>
              <p:nvPr/>
            </p:nvSpPr>
            <p:spPr>
              <a:xfrm>
                <a:off x="1703383" y="5707987"/>
                <a:ext cx="24249" cy="24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1" name="ellipse_2954"/>
              <p:cNvSpPr/>
              <p:nvPr/>
            </p:nvSpPr>
            <p:spPr>
              <a:xfrm>
                <a:off x="1639165" y="5940343"/>
                <a:ext cx="34999" cy="3499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2" name="ellipse_2955"/>
              <p:cNvSpPr/>
              <p:nvPr/>
            </p:nvSpPr>
            <p:spPr>
              <a:xfrm>
                <a:off x="1607929" y="5664825"/>
                <a:ext cx="32753" cy="327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3" name="ellipse_2956"/>
              <p:cNvSpPr/>
              <p:nvPr/>
            </p:nvSpPr>
            <p:spPr>
              <a:xfrm>
                <a:off x="1431638" y="5888721"/>
                <a:ext cx="32307" cy="3230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4" name="ellipse_2957"/>
              <p:cNvSpPr/>
              <p:nvPr/>
            </p:nvSpPr>
            <p:spPr>
              <a:xfrm>
                <a:off x="1763250" y="5810798"/>
                <a:ext cx="24008" cy="2400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5" name="ellipse_2958"/>
              <p:cNvSpPr/>
              <p:nvPr/>
            </p:nvSpPr>
            <p:spPr>
              <a:xfrm>
                <a:off x="1770156" y="5894195"/>
                <a:ext cx="34129" cy="3412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6" name="ellipse_2959"/>
              <p:cNvSpPr/>
              <p:nvPr/>
            </p:nvSpPr>
            <p:spPr>
              <a:xfrm>
                <a:off x="1631456" y="5662376"/>
                <a:ext cx="36317" cy="3631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7" name="ellipse_2960"/>
              <p:cNvSpPr/>
              <p:nvPr/>
            </p:nvSpPr>
            <p:spPr>
              <a:xfrm>
                <a:off x="1505565" y="5729779"/>
                <a:ext cx="35155" cy="3515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8" name="ellipse_2961"/>
              <p:cNvSpPr/>
              <p:nvPr/>
            </p:nvSpPr>
            <p:spPr>
              <a:xfrm>
                <a:off x="1745125" y="5807695"/>
                <a:ext cx="28645" cy="2864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9" name="ellipse_2962"/>
              <p:cNvSpPr/>
              <p:nvPr/>
            </p:nvSpPr>
            <p:spPr>
              <a:xfrm>
                <a:off x="1415944" y="5861397"/>
                <a:ext cx="29118" cy="2911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0" name="ellipse_2963"/>
              <p:cNvSpPr/>
              <p:nvPr/>
            </p:nvSpPr>
            <p:spPr>
              <a:xfrm>
                <a:off x="1444289" y="5910192"/>
                <a:ext cx="36484" cy="364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1" name="ellipse_2964"/>
              <p:cNvSpPr/>
              <p:nvPr/>
            </p:nvSpPr>
            <p:spPr>
              <a:xfrm>
                <a:off x="1692595" y="5720180"/>
                <a:ext cx="34350" cy="3435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2" name="ellipse_2965"/>
              <p:cNvSpPr/>
              <p:nvPr/>
            </p:nvSpPr>
            <p:spPr>
              <a:xfrm>
                <a:off x="1645377" y="5668528"/>
                <a:ext cx="23232" cy="2323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3" name="ellipse_2966"/>
              <p:cNvSpPr/>
              <p:nvPr/>
            </p:nvSpPr>
            <p:spPr>
              <a:xfrm>
                <a:off x="1463027" y="5702838"/>
                <a:ext cx="32775" cy="3277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4" name="ellipse_2967"/>
              <p:cNvSpPr/>
              <p:nvPr/>
            </p:nvSpPr>
            <p:spPr>
              <a:xfrm>
                <a:off x="1471693" y="5806019"/>
                <a:ext cx="36914" cy="3691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5" name="ellipse_2968"/>
              <p:cNvSpPr/>
              <p:nvPr/>
            </p:nvSpPr>
            <p:spPr>
              <a:xfrm>
                <a:off x="1447857" y="5802230"/>
                <a:ext cx="29872" cy="29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6" name="ellipse_2969"/>
              <p:cNvSpPr/>
              <p:nvPr/>
            </p:nvSpPr>
            <p:spPr>
              <a:xfrm>
                <a:off x="1612617" y="5934978"/>
                <a:ext cx="25869" cy="2586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7" name="ellipse_2970"/>
              <p:cNvSpPr/>
              <p:nvPr/>
            </p:nvSpPr>
            <p:spPr>
              <a:xfrm>
                <a:off x="1499567" y="5923927"/>
                <a:ext cx="29366" cy="2936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8" name="ellipse_2971"/>
              <p:cNvSpPr/>
              <p:nvPr/>
            </p:nvSpPr>
            <p:spPr>
              <a:xfrm>
                <a:off x="1439722" y="5746255"/>
                <a:ext cx="30428" cy="3042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9" name="ellipse_2972"/>
              <p:cNvSpPr/>
              <p:nvPr/>
            </p:nvSpPr>
            <p:spPr>
              <a:xfrm>
                <a:off x="1601892" y="5705782"/>
                <a:ext cx="26593" cy="265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60" name="ellipse_2973"/>
              <p:cNvSpPr/>
              <p:nvPr/>
            </p:nvSpPr>
            <p:spPr>
              <a:xfrm>
                <a:off x="1683294" y="5736674"/>
                <a:ext cx="36357" cy="3635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3161" name="Text | Pocket"/>
            <p:cNvSpPr txBox="1"/>
            <p:nvPr/>
          </p:nvSpPr>
          <p:spPr>
            <a:xfrm>
              <a:off x="1435143" y="5975415"/>
              <a:ext cx="368725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Pocket</a:t>
              </a:r>
              <a:endParaRPr lang="en-US" sz="698"/>
            </a:p>
          </p:txBody>
        </p:sp>
        <p:sp>
          <p:nvSpPr>
            <p:cNvPr id="3168" name="d | Route card: Default PocketXMol"/>
            <p:cNvSpPr/>
            <p:nvPr/>
          </p:nvSpPr>
          <p:spPr>
            <a:xfrm>
              <a:off x="2141820" y="5591070"/>
              <a:ext cx="1514385" cy="243090"/>
            </a:xfrm>
            <a:prstGeom prst="roundRect">
              <a:avLst>
                <a:gd name="adj" fmla="val 9459"/>
              </a:avLst>
            </a:prstGeom>
            <a:solidFill>
              <a:srgbClr val="FFF8EC"/>
            </a:solidFill>
            <a:ln w="10160" cap="rnd" cmpd="sng" algn="ctr">
              <a:solidFill>
                <a:srgbClr val="D9B77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pic>
          <p:nvPicPr>
            <p:cNvPr id="16001" name="Density voxel illustration | exp" descr="Synthetic voxel-grid density schematic"/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2197099" y="5635440"/>
              <a:ext cx="135682" cy="131400"/>
            </a:xfrm>
            <a:prstGeom prst="rect">
              <a:avLst/>
            </a:prstGeom>
          </p:spPr>
        </p:pic>
        <p:sp>
          <p:nvSpPr>
            <p:cNvPr id="3296" name="Text | Default · PocketXMol"/>
            <p:cNvSpPr txBox="1"/>
            <p:nvPr/>
          </p:nvSpPr>
          <p:spPr>
            <a:xfrm>
              <a:off x="2401335" y="5600925"/>
              <a:ext cx="1120324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4" b="1" i="0" baseline="0" dirty="0">
                  <a:solidFill>
                    <a:srgbClr val="946019"/>
                  </a:solidFill>
                  <a:latin typeface="Arial"/>
                  <a:ea typeface="Arial"/>
                  <a:cs typeface="Arial"/>
                </a:rPr>
                <a:t>Default · PocketXMol</a:t>
              </a:r>
              <a:endParaRPr lang="en-US" sz="724"/>
            </a:p>
          </p:txBody>
        </p:sp>
        <p:sp>
          <p:nvSpPr>
            <p:cNvPr id="3297" name="Text | Density-conditioned fine-tuning"/>
            <p:cNvSpPr txBox="1"/>
            <p:nvPr/>
          </p:nvSpPr>
          <p:spPr>
            <a:xfrm>
              <a:off x="2401335" y="5709330"/>
              <a:ext cx="127186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Density-conditioned fine-tuning</a:t>
              </a:r>
              <a:endParaRPr lang="en-US" sz="621"/>
            </a:p>
          </p:txBody>
        </p:sp>
        <p:sp>
          <p:nvSpPr>
            <p:cNvPr id="3298" name="d | Route card: Docking tools"/>
            <p:cNvSpPr/>
            <p:nvPr/>
          </p:nvSpPr>
          <p:spPr>
            <a:xfrm>
              <a:off x="2141820" y="5876865"/>
              <a:ext cx="1514385" cy="233235"/>
            </a:xfrm>
            <a:prstGeom prst="roundRect">
              <a:avLst>
                <a:gd name="adj" fmla="val 9859"/>
              </a:avLst>
            </a:prstGeom>
            <a:solidFill>
              <a:srgbClr val="F7F9FB"/>
            </a:solidFill>
            <a:ln w="10160" cap="rnd" cmpd="sng" algn="ctr">
              <a:solidFill>
                <a:srgbClr val="C5D5E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299" name="Text | Docking tools"/>
            <p:cNvSpPr txBox="1"/>
            <p:nvPr/>
          </p:nvSpPr>
          <p:spPr>
            <a:xfrm>
              <a:off x="2214090" y="5883435"/>
              <a:ext cx="738930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4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Docking tools</a:t>
              </a:r>
              <a:endParaRPr lang="en-US" sz="724"/>
            </a:p>
          </p:txBody>
        </p:sp>
        <p:sp>
          <p:nvSpPr>
            <p:cNvPr id="3300" name="Text | Vina · DiffDock · EMERALD"/>
            <p:cNvSpPr txBox="1"/>
            <p:nvPr/>
          </p:nvSpPr>
          <p:spPr>
            <a:xfrm>
              <a:off x="2214090" y="5988555"/>
              <a:ext cx="1107334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Vina · DiffDock · EMERALD</a:t>
              </a:r>
              <a:endParaRPr lang="en-US" sz="647"/>
            </a:p>
          </p:txBody>
        </p:sp>
        <p:grpSp>
          <p:nvGrpSpPr>
            <p:cNvPr id="3307" name="d | All-atom ligand pose: local receptor environment"/>
            <p:cNvGrpSpPr/>
            <p:nvPr/>
          </p:nvGrpSpPr>
          <p:grpSpPr>
            <a:xfrm>
              <a:off x="4251809" y="5604959"/>
              <a:ext cx="702691" cy="463459"/>
              <a:chOff x="4251809" y="5604959"/>
              <a:chExt cx="702691" cy="463459"/>
            </a:xfrm>
          </p:grpSpPr>
          <p:sp>
            <p:nvSpPr>
              <p:cNvPr id="3308" name="ellipse_3111"/>
              <p:cNvSpPr/>
              <p:nvPr/>
            </p:nvSpPr>
            <p:spPr>
              <a:xfrm>
                <a:off x="4362855" y="5697772"/>
                <a:ext cx="43194" cy="431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09" name="ellipse_3112"/>
              <p:cNvSpPr/>
              <p:nvPr/>
            </p:nvSpPr>
            <p:spPr>
              <a:xfrm>
                <a:off x="4254062" y="5750681"/>
                <a:ext cx="40460" cy="4046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0" name="ellipse_3113"/>
              <p:cNvSpPr/>
              <p:nvPr/>
            </p:nvSpPr>
            <p:spPr>
              <a:xfrm>
                <a:off x="4584744" y="6016753"/>
                <a:ext cx="51665" cy="5166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1" name="ellipse_3114"/>
              <p:cNvSpPr/>
              <p:nvPr/>
            </p:nvSpPr>
            <p:spPr>
              <a:xfrm>
                <a:off x="4730684" y="5898125"/>
                <a:ext cx="53618" cy="5361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2" name="ellipse_3115"/>
              <p:cNvSpPr/>
              <p:nvPr/>
            </p:nvSpPr>
            <p:spPr>
              <a:xfrm>
                <a:off x="4311526" y="5822073"/>
                <a:ext cx="48720" cy="4872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3" name="ellipse_3116"/>
              <p:cNvSpPr/>
              <p:nvPr/>
            </p:nvSpPr>
            <p:spPr>
              <a:xfrm>
                <a:off x="4251809" y="5817323"/>
                <a:ext cx="40774" cy="407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4" name="ellipse_3117"/>
              <p:cNvSpPr/>
              <p:nvPr/>
            </p:nvSpPr>
            <p:spPr>
              <a:xfrm>
                <a:off x="4350782" y="5771975"/>
                <a:ext cx="48903" cy="4890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5" name="ellipse_3118"/>
              <p:cNvSpPr/>
              <p:nvPr/>
            </p:nvSpPr>
            <p:spPr>
              <a:xfrm>
                <a:off x="4378359" y="5716259"/>
                <a:ext cx="53942" cy="5394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6" name="ellipse_3119"/>
              <p:cNvSpPr/>
              <p:nvPr/>
            </p:nvSpPr>
            <p:spPr>
              <a:xfrm>
                <a:off x="4475330" y="5970274"/>
                <a:ext cx="39922" cy="3992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7" name="ellipse_3120"/>
              <p:cNvSpPr/>
              <p:nvPr/>
            </p:nvSpPr>
            <p:spPr>
              <a:xfrm>
                <a:off x="4343602" y="5746762"/>
                <a:ext cx="35373" cy="3537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8" name="ellipse_3121"/>
              <p:cNvSpPr/>
              <p:nvPr/>
            </p:nvSpPr>
            <p:spPr>
              <a:xfrm>
                <a:off x="4542880" y="6021945"/>
                <a:ext cx="42386" cy="4238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9" name="ellipse_3122"/>
              <p:cNvSpPr/>
              <p:nvPr/>
            </p:nvSpPr>
            <p:spPr>
              <a:xfrm>
                <a:off x="4415896" y="5687872"/>
                <a:ext cx="45929" cy="4592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0" name="ellipse_3123"/>
              <p:cNvSpPr/>
              <p:nvPr/>
            </p:nvSpPr>
            <p:spPr>
              <a:xfrm>
                <a:off x="4326366" y="5782253"/>
                <a:ext cx="43224" cy="4322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1" name="ellipse_3124"/>
              <p:cNvSpPr/>
              <p:nvPr/>
            </p:nvSpPr>
            <p:spPr>
              <a:xfrm>
                <a:off x="4513181" y="5949412"/>
                <a:ext cx="47537" cy="4753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2" name="ellipse_3125"/>
              <p:cNvSpPr/>
              <p:nvPr/>
            </p:nvSpPr>
            <p:spPr>
              <a:xfrm>
                <a:off x="4560468" y="6001152"/>
                <a:ext cx="52141" cy="5214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3" name="ellipse_3126"/>
              <p:cNvSpPr/>
              <p:nvPr/>
            </p:nvSpPr>
            <p:spPr>
              <a:xfrm>
                <a:off x="4837273" y="5874703"/>
                <a:ext cx="46037" cy="4603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4" name="ellipse_3127"/>
              <p:cNvSpPr/>
              <p:nvPr/>
            </p:nvSpPr>
            <p:spPr>
              <a:xfrm>
                <a:off x="4767228" y="5975183"/>
                <a:ext cx="44185" cy="4418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5" name="ellipse_3128"/>
              <p:cNvSpPr/>
              <p:nvPr/>
            </p:nvSpPr>
            <p:spPr>
              <a:xfrm>
                <a:off x="4808629" y="5826107"/>
                <a:ext cx="37764" cy="3776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6" name="ellipse_3129"/>
              <p:cNvSpPr/>
              <p:nvPr/>
            </p:nvSpPr>
            <p:spPr>
              <a:xfrm>
                <a:off x="4364241" y="5926971"/>
                <a:ext cx="45776" cy="4577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7" name="ellipse_3130"/>
              <p:cNvSpPr/>
              <p:nvPr/>
            </p:nvSpPr>
            <p:spPr>
              <a:xfrm>
                <a:off x="4694360" y="5927618"/>
                <a:ext cx="46623" cy="4662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8" name="ellipse_3131"/>
              <p:cNvSpPr/>
              <p:nvPr/>
            </p:nvSpPr>
            <p:spPr>
              <a:xfrm>
                <a:off x="4816164" y="5757658"/>
                <a:ext cx="48115" cy="4811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9" name="ellipse_3132"/>
              <p:cNvSpPr/>
              <p:nvPr/>
            </p:nvSpPr>
            <p:spPr>
              <a:xfrm>
                <a:off x="4496341" y="6016055"/>
                <a:ext cx="35569" cy="3556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0" name="ellipse_3133"/>
              <p:cNvSpPr/>
              <p:nvPr/>
            </p:nvSpPr>
            <p:spPr>
              <a:xfrm>
                <a:off x="4786774" y="5747820"/>
                <a:ext cx="45568" cy="4556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1" name="ellipse_3134"/>
              <p:cNvSpPr/>
              <p:nvPr/>
            </p:nvSpPr>
            <p:spPr>
              <a:xfrm>
                <a:off x="4638700" y="5950146"/>
                <a:ext cx="52109" cy="5210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2" name="ellipse_3135"/>
              <p:cNvSpPr/>
              <p:nvPr/>
            </p:nvSpPr>
            <p:spPr>
              <a:xfrm>
                <a:off x="4349735" y="5807537"/>
                <a:ext cx="36271" cy="36271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3" name="ellipse_3136"/>
              <p:cNvSpPr/>
              <p:nvPr/>
            </p:nvSpPr>
            <p:spPr>
              <a:xfrm>
                <a:off x="4578702" y="5947602"/>
                <a:ext cx="34493" cy="344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4" name="ellipse_3137"/>
              <p:cNvSpPr/>
              <p:nvPr/>
            </p:nvSpPr>
            <p:spPr>
              <a:xfrm>
                <a:off x="4464372" y="5692031"/>
                <a:ext cx="36230" cy="3623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5" name="ellipse_3138"/>
              <p:cNvSpPr/>
              <p:nvPr/>
            </p:nvSpPr>
            <p:spPr>
              <a:xfrm>
                <a:off x="4619301" y="5637981"/>
                <a:ext cx="39572" cy="39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6" name="ellipse_3139"/>
              <p:cNvSpPr/>
              <p:nvPr/>
            </p:nvSpPr>
            <p:spPr>
              <a:xfrm>
                <a:off x="4696119" y="5653563"/>
                <a:ext cx="34035" cy="3403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7" name="ellipse_3140"/>
              <p:cNvSpPr/>
              <p:nvPr/>
            </p:nvSpPr>
            <p:spPr>
              <a:xfrm>
                <a:off x="4811179" y="5853695"/>
                <a:ext cx="46078" cy="4607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8" name="ellipse_3141"/>
              <p:cNvSpPr/>
              <p:nvPr/>
            </p:nvSpPr>
            <p:spPr>
              <a:xfrm>
                <a:off x="4824542" y="5769972"/>
                <a:ext cx="53249" cy="53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9" name="ellipse_3142"/>
              <p:cNvSpPr/>
              <p:nvPr/>
            </p:nvSpPr>
            <p:spPr>
              <a:xfrm>
                <a:off x="4574454" y="5996396"/>
                <a:ext cx="35384" cy="3538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0" name="ellipse_3143"/>
              <p:cNvSpPr/>
              <p:nvPr/>
            </p:nvSpPr>
            <p:spPr>
              <a:xfrm>
                <a:off x="4827644" y="5914219"/>
                <a:ext cx="49988" cy="4998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1" name="ellipse_3144"/>
              <p:cNvSpPr/>
              <p:nvPr/>
            </p:nvSpPr>
            <p:spPr>
              <a:xfrm>
                <a:off x="4795129" y="5876776"/>
                <a:ext cx="32865" cy="3286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2" name="ellipse_3145"/>
              <p:cNvSpPr/>
              <p:nvPr/>
            </p:nvSpPr>
            <p:spPr>
              <a:xfrm>
                <a:off x="4842496" y="5817715"/>
                <a:ext cx="39467" cy="3946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3" name="ellipse_3146"/>
              <p:cNvSpPr/>
              <p:nvPr/>
            </p:nvSpPr>
            <p:spPr>
              <a:xfrm>
                <a:off x="4482203" y="5622045"/>
                <a:ext cx="33614" cy="3361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4" name="ellipse_3147"/>
              <p:cNvSpPr/>
              <p:nvPr/>
            </p:nvSpPr>
            <p:spPr>
              <a:xfrm>
                <a:off x="4293194" y="5706321"/>
                <a:ext cx="32662" cy="326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5" name="ellipse_3148"/>
              <p:cNvSpPr/>
              <p:nvPr/>
            </p:nvSpPr>
            <p:spPr>
              <a:xfrm>
                <a:off x="4330162" y="5914429"/>
                <a:ext cx="49267" cy="4926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6" name="ellipse_3149"/>
              <p:cNvSpPr/>
              <p:nvPr/>
            </p:nvSpPr>
            <p:spPr>
              <a:xfrm>
                <a:off x="4280067" y="5808389"/>
                <a:ext cx="46519" cy="4651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7" name="ellipse_3150"/>
              <p:cNvSpPr/>
              <p:nvPr/>
            </p:nvSpPr>
            <p:spPr>
              <a:xfrm>
                <a:off x="4922072" y="5820714"/>
                <a:ext cx="32428" cy="3242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8" name="ellipse_3151"/>
              <p:cNvSpPr/>
              <p:nvPr/>
            </p:nvSpPr>
            <p:spPr>
              <a:xfrm>
                <a:off x="4619740" y="5674277"/>
                <a:ext cx="51902" cy="5190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9" name="ellipse_3152"/>
              <p:cNvSpPr/>
              <p:nvPr/>
            </p:nvSpPr>
            <p:spPr>
              <a:xfrm>
                <a:off x="4759279" y="5908135"/>
                <a:ext cx="32240" cy="3224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0" name="ellipse_3153"/>
              <p:cNvSpPr/>
              <p:nvPr/>
            </p:nvSpPr>
            <p:spPr>
              <a:xfrm>
                <a:off x="4732949" y="5945689"/>
                <a:ext cx="40700" cy="4070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1" name="ellipse_3154"/>
              <p:cNvSpPr/>
              <p:nvPr/>
            </p:nvSpPr>
            <p:spPr>
              <a:xfrm>
                <a:off x="4743845" y="5963904"/>
                <a:ext cx="32597" cy="325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2" name="ellipse_3155"/>
              <p:cNvSpPr/>
              <p:nvPr/>
            </p:nvSpPr>
            <p:spPr>
              <a:xfrm>
                <a:off x="4570184" y="5631774"/>
                <a:ext cx="40245" cy="4024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3" name="ellipse_3156"/>
              <p:cNvSpPr/>
              <p:nvPr/>
            </p:nvSpPr>
            <p:spPr>
              <a:xfrm>
                <a:off x="4752643" y="5910958"/>
                <a:ext cx="38199" cy="3819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4" name="ellipse_3157"/>
              <p:cNvSpPr/>
              <p:nvPr/>
            </p:nvSpPr>
            <p:spPr>
              <a:xfrm>
                <a:off x="4647344" y="5968018"/>
                <a:ext cx="43659" cy="436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5" name="ellipse_3158"/>
              <p:cNvSpPr/>
              <p:nvPr/>
            </p:nvSpPr>
            <p:spPr>
              <a:xfrm>
                <a:off x="4542983" y="5948377"/>
                <a:ext cx="43376" cy="4337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6" name="ellipse_3159"/>
              <p:cNvSpPr/>
              <p:nvPr/>
            </p:nvSpPr>
            <p:spPr>
              <a:xfrm>
                <a:off x="4303018" y="5853041"/>
                <a:ext cx="51967" cy="5196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7" name="ellipse_3160"/>
              <p:cNvSpPr/>
              <p:nvPr/>
            </p:nvSpPr>
            <p:spPr>
              <a:xfrm>
                <a:off x="4703787" y="5688348"/>
                <a:ext cx="48718" cy="4871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8" name="ellipse_3161"/>
              <p:cNvSpPr/>
              <p:nvPr/>
            </p:nvSpPr>
            <p:spPr>
              <a:xfrm>
                <a:off x="4303604" y="5737757"/>
                <a:ext cx="41872" cy="41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9" name="ellipse_3162"/>
              <p:cNvSpPr/>
              <p:nvPr/>
            </p:nvSpPr>
            <p:spPr>
              <a:xfrm>
                <a:off x="4675918" y="5701264"/>
                <a:ext cx="44485" cy="4448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0" name="ellipse_3163"/>
              <p:cNvSpPr/>
              <p:nvPr/>
            </p:nvSpPr>
            <p:spPr>
              <a:xfrm>
                <a:off x="4302443" y="5872605"/>
                <a:ext cx="37728" cy="3772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1" name="ellipse_3164"/>
              <p:cNvSpPr/>
              <p:nvPr/>
            </p:nvSpPr>
            <p:spPr>
              <a:xfrm>
                <a:off x="4580943" y="5993816"/>
                <a:ext cx="32497" cy="324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2" name="ellipse_3165"/>
              <p:cNvSpPr/>
              <p:nvPr/>
            </p:nvSpPr>
            <p:spPr>
              <a:xfrm>
                <a:off x="4684525" y="5936268"/>
                <a:ext cx="35204" cy="352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3" name="ellipse_3166"/>
              <p:cNvSpPr/>
              <p:nvPr/>
            </p:nvSpPr>
            <p:spPr>
              <a:xfrm>
                <a:off x="4520025" y="5683904"/>
                <a:ext cx="45153" cy="451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4" name="ellipse_3167"/>
              <p:cNvSpPr/>
              <p:nvPr/>
            </p:nvSpPr>
            <p:spPr>
              <a:xfrm>
                <a:off x="4620771" y="5631136"/>
                <a:ext cx="41654" cy="4165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5" name="ellipse_3168"/>
              <p:cNvSpPr/>
              <p:nvPr/>
            </p:nvSpPr>
            <p:spPr>
              <a:xfrm>
                <a:off x="4765501" y="5877700"/>
                <a:ext cx="45481" cy="4548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6" name="ellipse_3169"/>
              <p:cNvSpPr/>
              <p:nvPr/>
            </p:nvSpPr>
            <p:spPr>
              <a:xfrm>
                <a:off x="4519199" y="5968230"/>
                <a:ext cx="50926" cy="5092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7" name="ellipse_3170"/>
              <p:cNvSpPr/>
              <p:nvPr/>
            </p:nvSpPr>
            <p:spPr>
              <a:xfrm>
                <a:off x="4554053" y="5682892"/>
                <a:ext cx="36938" cy="3693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8" name="ellipse_3171"/>
              <p:cNvSpPr/>
              <p:nvPr/>
            </p:nvSpPr>
            <p:spPr>
              <a:xfrm>
                <a:off x="4390264" y="5749764"/>
                <a:ext cx="44541" cy="4454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9" name="ellipse_3172"/>
              <p:cNvSpPr/>
              <p:nvPr/>
            </p:nvSpPr>
            <p:spPr>
              <a:xfrm>
                <a:off x="4741663" y="5953659"/>
                <a:ext cx="36584" cy="365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0" name="ellipse_3173"/>
              <p:cNvSpPr/>
              <p:nvPr/>
            </p:nvSpPr>
            <p:spPr>
              <a:xfrm>
                <a:off x="4376282" y="5861415"/>
                <a:ext cx="47001" cy="4700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1" name="ellipse_3174"/>
              <p:cNvSpPr/>
              <p:nvPr/>
            </p:nvSpPr>
            <p:spPr>
              <a:xfrm>
                <a:off x="4906166" y="5765347"/>
                <a:ext cx="42589" cy="4258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2" name="ellipse_3175"/>
              <p:cNvSpPr/>
              <p:nvPr/>
            </p:nvSpPr>
            <p:spPr>
              <a:xfrm>
                <a:off x="4746967" y="5667445"/>
                <a:ext cx="33221" cy="3322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3" name="ellipse_3176"/>
              <p:cNvSpPr/>
              <p:nvPr/>
            </p:nvSpPr>
            <p:spPr>
              <a:xfrm>
                <a:off x="4639435" y="5985774"/>
                <a:ext cx="47949" cy="4794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4" name="ellipse_3177"/>
              <p:cNvSpPr/>
              <p:nvPr/>
            </p:nvSpPr>
            <p:spPr>
              <a:xfrm>
                <a:off x="4585890" y="5608315"/>
                <a:ext cx="44872" cy="44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5" name="ellipse_3178"/>
              <p:cNvSpPr/>
              <p:nvPr/>
            </p:nvSpPr>
            <p:spPr>
              <a:xfrm>
                <a:off x="4285718" y="5915052"/>
                <a:ext cx="44261" cy="4426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6" name="ellipse_3179"/>
              <p:cNvSpPr/>
              <p:nvPr/>
            </p:nvSpPr>
            <p:spPr>
              <a:xfrm>
                <a:off x="4848838" y="5808297"/>
                <a:ext cx="32891" cy="3289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7" name="ellipse_3180"/>
              <p:cNvSpPr/>
              <p:nvPr/>
            </p:nvSpPr>
            <p:spPr>
              <a:xfrm>
                <a:off x="4862276" y="5922551"/>
                <a:ext cx="46756" cy="4675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8" name="ellipse_3181"/>
              <p:cNvSpPr/>
              <p:nvPr/>
            </p:nvSpPr>
            <p:spPr>
              <a:xfrm>
                <a:off x="4626532" y="5604959"/>
                <a:ext cx="49755" cy="4975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9" name="ellipse_3182"/>
              <p:cNvSpPr/>
              <p:nvPr/>
            </p:nvSpPr>
            <p:spPr>
              <a:xfrm>
                <a:off x="4412035" y="5697300"/>
                <a:ext cx="48163" cy="4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0" name="ellipse_3183"/>
              <p:cNvSpPr/>
              <p:nvPr/>
            </p:nvSpPr>
            <p:spPr>
              <a:xfrm>
                <a:off x="4818754" y="5804046"/>
                <a:ext cx="39243" cy="3924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1" name="ellipse_3184"/>
              <p:cNvSpPr/>
              <p:nvPr/>
            </p:nvSpPr>
            <p:spPr>
              <a:xfrm>
                <a:off x="4258472" y="5877618"/>
                <a:ext cx="39892" cy="3989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2" name="ellipse_3185"/>
              <p:cNvSpPr/>
              <p:nvPr/>
            </p:nvSpPr>
            <p:spPr>
              <a:xfrm>
                <a:off x="4307946" y="5944467"/>
                <a:ext cx="49983" cy="4998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3" name="ellipse_3186"/>
              <p:cNvSpPr/>
              <p:nvPr/>
            </p:nvSpPr>
            <p:spPr>
              <a:xfrm>
                <a:off x="4730281" y="5684151"/>
                <a:ext cx="47059" cy="4705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4" name="ellipse_3187"/>
              <p:cNvSpPr/>
              <p:nvPr/>
            </p:nvSpPr>
            <p:spPr>
              <a:xfrm>
                <a:off x="4648054" y="5613386"/>
                <a:ext cx="31827" cy="3182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5" name="ellipse_3188"/>
              <p:cNvSpPr/>
              <p:nvPr/>
            </p:nvSpPr>
            <p:spPr>
              <a:xfrm>
                <a:off x="4339228" y="5660392"/>
                <a:ext cx="44901" cy="4490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6" name="ellipse_3189"/>
              <p:cNvSpPr/>
              <p:nvPr/>
            </p:nvSpPr>
            <p:spPr>
              <a:xfrm>
                <a:off x="4354668" y="5801749"/>
                <a:ext cx="50572" cy="50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7" name="ellipse_3190"/>
              <p:cNvSpPr/>
              <p:nvPr/>
            </p:nvSpPr>
            <p:spPr>
              <a:xfrm>
                <a:off x="4312921" y="5796559"/>
                <a:ext cx="40925" cy="409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8" name="ellipse_3191"/>
              <p:cNvSpPr/>
              <p:nvPr/>
            </p:nvSpPr>
            <p:spPr>
              <a:xfrm>
                <a:off x="4592726" y="5978423"/>
                <a:ext cx="35441" cy="3544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9" name="ellipse_3192"/>
              <p:cNvSpPr/>
              <p:nvPr/>
            </p:nvSpPr>
            <p:spPr>
              <a:xfrm>
                <a:off x="4400863" y="5963283"/>
                <a:ext cx="40231" cy="4023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0" name="ellipse_3193"/>
              <p:cNvSpPr/>
              <p:nvPr/>
            </p:nvSpPr>
            <p:spPr>
              <a:xfrm>
                <a:off x="4299166" y="5719874"/>
                <a:ext cx="41687" cy="4168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1" name="ellipse_3194"/>
              <p:cNvSpPr/>
              <p:nvPr/>
            </p:nvSpPr>
            <p:spPr>
              <a:xfrm>
                <a:off x="4574590" y="5664426"/>
                <a:ext cx="36432" cy="3643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2" name="ellipse_3195"/>
              <p:cNvSpPr/>
              <p:nvPr/>
            </p:nvSpPr>
            <p:spPr>
              <a:xfrm>
                <a:off x="4714781" y="5706746"/>
                <a:ext cx="49809" cy="4980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grpSp>
            <p:nvGrpSpPr>
              <p:cNvPr id="3393" name="Ligand identity | illustrative molecular graph"/>
              <p:cNvGrpSpPr/>
              <p:nvPr/>
            </p:nvGrpSpPr>
            <p:grpSpPr>
              <a:xfrm>
                <a:off x="4471951" y="5748405"/>
                <a:ext cx="309662" cy="197297"/>
                <a:chOff x="4471951" y="5748405"/>
                <a:chExt cx="309662" cy="197297"/>
              </a:xfrm>
            </p:grpSpPr>
            <p:cxnSp>
              <p:nvCxnSpPr>
                <p:cNvPr id="3394" name="path_3196"/>
                <p:cNvCxnSpPr/>
                <p:nvPr/>
              </p:nvCxnSpPr>
              <p:spPr>
                <a:xfrm flipH="1">
                  <a:off x="4564393" y="5889808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5" name="path_3197"/>
                <p:cNvCxnSpPr/>
                <p:nvPr/>
              </p:nvCxnSpPr>
              <p:spPr>
                <a:xfrm flipH="1" flipV="1">
                  <a:off x="4485091" y="5889808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6" name="path_3198"/>
                <p:cNvCxnSpPr/>
                <p:nvPr/>
              </p:nvCxnSpPr>
              <p:spPr>
                <a:xfrm flipV="1">
                  <a:off x="4485091" y="5804299"/>
                  <a:ext cx="0" cy="85509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7" name="path_3199"/>
                <p:cNvCxnSpPr/>
                <p:nvPr/>
              </p:nvCxnSpPr>
              <p:spPr>
                <a:xfrm flipV="1">
                  <a:off x="4485091" y="5761545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8" name="path_3200"/>
                <p:cNvCxnSpPr/>
                <p:nvPr/>
              </p:nvCxnSpPr>
              <p:spPr>
                <a:xfrm>
                  <a:off x="4564393" y="5761545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9" name="path_3201"/>
                <p:cNvCxnSpPr/>
                <p:nvPr/>
              </p:nvCxnSpPr>
              <p:spPr>
                <a:xfrm>
                  <a:off x="4643694" y="5804299"/>
                  <a:ext cx="0" cy="85509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400" name="path_3202"/>
                <p:cNvCxnSpPr/>
                <p:nvPr/>
              </p:nvCxnSpPr>
              <p:spPr>
                <a:xfrm flipV="1">
                  <a:off x="4643694" y="5781797"/>
                  <a:ext cx="70872" cy="108011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401" name="path_3203"/>
                <p:cNvCxnSpPr/>
                <p:nvPr/>
              </p:nvCxnSpPr>
              <p:spPr>
                <a:xfrm>
                  <a:off x="4714566" y="5781797"/>
                  <a:ext cx="51279" cy="47255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402" name="ellipse_3204"/>
                <p:cNvSpPr/>
                <p:nvPr/>
              </p:nvSpPr>
              <p:spPr>
                <a:xfrm>
                  <a:off x="4630554" y="5876668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3" name="ellipse_3205"/>
                <p:cNvSpPr/>
                <p:nvPr/>
              </p:nvSpPr>
              <p:spPr>
                <a:xfrm>
                  <a:off x="4551253" y="5919422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4" name="ellipse_3206"/>
                <p:cNvSpPr/>
                <p:nvPr/>
              </p:nvSpPr>
              <p:spPr>
                <a:xfrm>
                  <a:off x="4471951" y="5876668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5" name="ellipse_3207"/>
                <p:cNvSpPr/>
                <p:nvPr/>
              </p:nvSpPr>
              <p:spPr>
                <a:xfrm>
                  <a:off x="4471951" y="5791159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6" name="ellipse_3208"/>
                <p:cNvSpPr/>
                <p:nvPr/>
              </p:nvSpPr>
              <p:spPr>
                <a:xfrm>
                  <a:off x="4551253" y="5748405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7" name="ellipse_3209"/>
                <p:cNvSpPr/>
                <p:nvPr/>
              </p:nvSpPr>
              <p:spPr>
                <a:xfrm>
                  <a:off x="4630554" y="5791159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8" name="ellipse_3210"/>
                <p:cNvSpPr/>
                <p:nvPr/>
              </p:nvSpPr>
              <p:spPr>
                <a:xfrm>
                  <a:off x="4698798" y="5766029"/>
                  <a:ext cx="31536" cy="315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9" name="ellipse_3211"/>
                <p:cNvSpPr/>
                <p:nvPr/>
              </p:nvSpPr>
              <p:spPr>
                <a:xfrm>
                  <a:off x="4750077" y="5813284"/>
                  <a:ext cx="31536" cy="315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8E2E4"/>
                    </a:gs>
                    <a:gs pos="43000">
                      <a:srgbClr val="DC767B"/>
                    </a:gs>
                    <a:gs pos="100000">
                      <a:srgbClr val="B4434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</p:grpSp>
        <p:sp>
          <p:nvSpPr>
            <p:cNvPr id="3410" name="Text | All-atom ligand pose"/>
            <p:cNvSpPr txBox="1"/>
            <p:nvPr/>
          </p:nvSpPr>
          <p:spPr>
            <a:xfrm>
              <a:off x="4090568" y="6054255"/>
              <a:ext cx="1062854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All-atom ligand pose</a:t>
              </a:r>
              <a:endParaRPr lang="en-US" sz="698"/>
            </a:p>
          </p:txBody>
        </p:sp>
        <p:sp>
          <p:nvSpPr>
            <p:cNvPr id="5846" name="Build inputs | shared junction"/>
            <p:cNvSpPr/>
            <p:nvPr/>
          </p:nvSpPr>
          <p:spPr>
            <a:xfrm>
              <a:off x="1836000" y="5844600"/>
              <a:ext cx="151200" cy="36"/>
            </a:xfrm>
            <a:custGeom>
              <a:avLst/>
              <a:gdLst/>
              <a:ahLst/>
              <a:cxnLst/>
              <a:rect l="0" t="0" r="r" b="b"/>
              <a:pathLst>
                <a:path w="151200" h="36" fill="none">
                  <a:moveTo>
                    <a:pt x="0" y="0"/>
                  </a:moveTo>
                  <a:lnTo>
                    <a:pt x="151200" y="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grpSp>
          <p:nvGrpSpPr>
            <p:cNvPr id="5849" name="Build inputs → default PocketXMol | editable route"/>
            <p:cNvGrpSpPr/>
            <p:nvPr/>
          </p:nvGrpSpPr>
          <p:grpSpPr>
            <a:xfrm>
              <a:off x="1987200" y="5702400"/>
              <a:ext cx="154440" cy="142200"/>
              <a:chOff x="1987200" y="5702400"/>
              <a:chExt cx="154440" cy="142200"/>
            </a:xfrm>
          </p:grpSpPr>
          <p:sp>
            <p:nvSpPr>
              <p:cNvPr id="5847" name="Build inputs → default PocketXMol"/>
              <p:cNvSpPr/>
              <p:nvPr/>
            </p:nvSpPr>
            <p:spPr>
              <a:xfrm>
                <a:off x="1987200" y="5712480"/>
                <a:ext cx="128520" cy="132120"/>
              </a:xfrm>
              <a:custGeom>
                <a:avLst/>
                <a:gdLst/>
                <a:ahLst/>
                <a:cxnLst/>
                <a:rect l="0" t="0" r="r" b="b"/>
                <a:pathLst>
                  <a:path w="128520" h="132120" fill="none">
                    <a:moveTo>
                      <a:pt x="0" y="132120"/>
                    </a:moveTo>
                    <a:lnTo>
                      <a:pt x="0" y="0"/>
                    </a:lnTo>
                    <a:lnTo>
                      <a:pt x="128520" y="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48" name="Build inputs → default PocketXMol | arrowhead"/>
              <p:cNvSpPr/>
              <p:nvPr/>
            </p:nvSpPr>
            <p:spPr>
              <a:xfrm>
                <a:off x="2115720" y="570240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  <p:grpSp>
          <p:nvGrpSpPr>
            <p:cNvPr id="5852" name="Build inputs → docking tools | editable route"/>
            <p:cNvGrpSpPr/>
            <p:nvPr/>
          </p:nvGrpSpPr>
          <p:grpSpPr>
            <a:xfrm>
              <a:off x="1987200" y="5844600"/>
              <a:ext cx="154440" cy="159120"/>
              <a:chOff x="1987200" y="5844600"/>
              <a:chExt cx="154440" cy="159120"/>
            </a:xfrm>
          </p:grpSpPr>
          <p:sp>
            <p:nvSpPr>
              <p:cNvPr id="5850" name="Build inputs → docking tools"/>
              <p:cNvSpPr/>
              <p:nvPr/>
            </p:nvSpPr>
            <p:spPr>
              <a:xfrm>
                <a:off x="1987200" y="5844600"/>
                <a:ext cx="128520" cy="149040"/>
              </a:xfrm>
              <a:custGeom>
                <a:avLst/>
                <a:gdLst/>
                <a:ahLst/>
                <a:cxnLst/>
                <a:rect l="0" t="0" r="r" b="b"/>
                <a:pathLst>
                  <a:path w="128520" h="149040" fill="none">
                    <a:moveTo>
                      <a:pt x="0" y="0"/>
                    </a:moveTo>
                    <a:lnTo>
                      <a:pt x="0" y="149040"/>
                    </a:lnTo>
                    <a:lnTo>
                      <a:pt x="128520" y="14904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51" name="Build inputs → docking tools | arrowhead"/>
              <p:cNvSpPr/>
              <p:nvPr/>
            </p:nvSpPr>
            <p:spPr>
              <a:xfrm>
                <a:off x="2115720" y="598356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  <p:sp>
          <p:nvSpPr>
            <p:cNvPr id="5853" name="Default PocketXMol → pose merge"/>
            <p:cNvSpPr/>
            <p:nvPr/>
          </p:nvSpPr>
          <p:spPr>
            <a:xfrm>
              <a:off x="3656160" y="5712480"/>
              <a:ext cx="145440" cy="137520"/>
            </a:xfrm>
            <a:custGeom>
              <a:avLst/>
              <a:gdLst/>
              <a:ahLst/>
              <a:cxnLst/>
              <a:rect l="0" t="0" r="r" b="b"/>
              <a:pathLst>
                <a:path w="145440" h="137520" fill="none">
                  <a:moveTo>
                    <a:pt x="0" y="0"/>
                  </a:moveTo>
                  <a:lnTo>
                    <a:pt x="145440" y="0"/>
                  </a:lnTo>
                  <a:lnTo>
                    <a:pt x="145440" y="13752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sp>
          <p:nvSpPr>
            <p:cNvPr id="5854" name="Docking tools → pose merge"/>
            <p:cNvSpPr/>
            <p:nvPr/>
          </p:nvSpPr>
          <p:spPr>
            <a:xfrm>
              <a:off x="3656160" y="5850000"/>
              <a:ext cx="145440" cy="143640"/>
            </a:xfrm>
            <a:custGeom>
              <a:avLst/>
              <a:gdLst/>
              <a:ahLst/>
              <a:cxnLst/>
              <a:rect l="0" t="0" r="r" b="b"/>
              <a:pathLst>
                <a:path w="145440" h="143640" fill="none">
                  <a:moveTo>
                    <a:pt x="0" y="143640"/>
                  </a:moveTo>
                  <a:lnTo>
                    <a:pt x="145440" y="143640"/>
                  </a:lnTo>
                  <a:lnTo>
                    <a:pt x="145440" y="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grpSp>
          <p:nvGrpSpPr>
            <p:cNvPr id="5857" name="Pose merge → all-atom pose | editable route"/>
            <p:cNvGrpSpPr/>
            <p:nvPr/>
          </p:nvGrpSpPr>
          <p:grpSpPr>
            <a:xfrm>
              <a:off x="3801600" y="5839920"/>
              <a:ext cx="410400" cy="20160"/>
              <a:chOff x="3801600" y="5839920"/>
              <a:chExt cx="410400" cy="20160"/>
            </a:xfrm>
          </p:grpSpPr>
          <p:sp>
            <p:nvSpPr>
              <p:cNvPr id="5855" name="Pose merge → all-atom pose"/>
              <p:cNvSpPr/>
              <p:nvPr/>
            </p:nvSpPr>
            <p:spPr>
              <a:xfrm>
                <a:off x="3801600" y="5850000"/>
                <a:ext cx="384480" cy="36"/>
              </a:xfrm>
              <a:custGeom>
                <a:avLst/>
                <a:gdLst/>
                <a:ahLst/>
                <a:cxnLst/>
                <a:rect l="0" t="0" r="r" b="b"/>
                <a:pathLst>
                  <a:path w="384480" h="36" fill="none">
                    <a:moveTo>
                      <a:pt x="0" y="0"/>
                    </a:moveTo>
                    <a:lnTo>
                      <a:pt x="384480" y="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56" name="Pose merge → all-atom pose | arrowhead"/>
              <p:cNvSpPr/>
              <p:nvPr/>
            </p:nvSpPr>
            <p:spPr>
              <a:xfrm>
                <a:off x="4186080" y="583992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</p:grpSp>
      <p:pic>
        <p:nvPicPr>
          <p:cNvPr id="16002" name="a | density cube M_exp" descr="Synthetic voxel-grid density schematic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3382" y="684000"/>
            <a:ext cx="288836" cy="279720"/>
          </a:xfrm>
          <a:prstGeom prst="rect">
            <a:avLst/>
          </a:prstGeom>
        </p:spPr>
      </p:pic>
      <p:pic>
        <p:nvPicPr>
          <p:cNvPr id="16003" name="a | density cube M_sim" descr="Synthetic voxel-grid density schematic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2702" y="684000"/>
            <a:ext cx="288836" cy="279720"/>
          </a:xfrm>
          <a:prstGeom prst="rect">
            <a:avLst/>
          </a:prstGeom>
        </p:spPr>
      </p:pic>
      <p:pic>
        <p:nvPicPr>
          <p:cNvPr id="16004" name="a | density cube M_diff" descr="Synthetic voxel-grid density schematic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3382" y="1152000"/>
            <a:ext cx="288836" cy="279720"/>
          </a:xfrm>
          <a:prstGeom prst="rect">
            <a:avLst/>
          </a:prstGeom>
        </p:spPr>
      </p:pic>
      <p:pic>
        <p:nvPicPr>
          <p:cNvPr id="16005" name="a | density cube M_diff+" descr="Synthetic voxel-grid density schematic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72702" y="1152000"/>
            <a:ext cx="288836" cy="279720"/>
          </a:xfrm>
          <a:prstGeom prst="rect">
            <a:avLst/>
          </a:prstGeom>
        </p:spPr>
      </p:pic>
      <p:grpSp>
        <p:nvGrpSpPr>
          <p:cNvPr id="2" name="a | Raw distribution">
            <a:extLst>
              <a:ext uri="{FF2B5EF4-FFF2-40B4-BE49-F238E27FC236}">
                <a16:creationId xmlns:a16="http://schemas.microsoft.com/office/drawing/2014/main" id="{5C8CEDBF-7BA5-6444-6D5D-9A1FB00AA011}"/>
              </a:ext>
            </a:extLst>
          </p:cNvPr>
          <p:cNvGrpSpPr/>
          <p:nvPr/>
        </p:nvGrpSpPr>
        <p:grpSpPr>
          <a:xfrm>
            <a:off x="165240" y="2224800"/>
            <a:ext cx="280800" cy="162036"/>
            <a:chOff x="165240" y="2224800"/>
            <a:chExt cx="280800" cy="162036"/>
          </a:xfrm>
        </p:grpSpPr>
        <p:sp>
          <p:nvSpPr>
            <p:cNvPr id="8" name="part_3415_0">
              <a:extLst>
                <a:ext uri="{FF2B5EF4-FFF2-40B4-BE49-F238E27FC236}">
                  <a16:creationId xmlns:a16="http://schemas.microsoft.com/office/drawing/2014/main" id="{D731C81D-F4F2-F635-33B0-E195A7564A0F}"/>
                </a:ext>
              </a:extLst>
            </p:cNvPr>
            <p:cNvSpPr>
              <a:spLocks/>
            </p:cNvSpPr>
            <p:nvPr/>
          </p:nvSpPr>
          <p:spPr>
            <a:xfrm>
              <a:off x="174240" y="2224800"/>
              <a:ext cx="262800" cy="162000"/>
            </a:xfrm>
            <a:custGeom>
              <a:avLst/>
              <a:gdLst/>
              <a:ahLst/>
              <a:cxnLst/>
              <a:rect l="0" t="0" r="0" b="0"/>
              <a:pathLst>
                <a:path w="262800" h="162000">
                  <a:moveTo>
                    <a:pt x="0" y="162000"/>
                  </a:moveTo>
                  <a:lnTo>
                    <a:pt x="0" y="161032"/>
                  </a:lnTo>
                  <a:lnTo>
                    <a:pt x="4106" y="160673"/>
                  </a:lnTo>
                  <a:lnTo>
                    <a:pt x="8213" y="160200"/>
                  </a:lnTo>
                  <a:lnTo>
                    <a:pt x="12319" y="159583"/>
                  </a:lnTo>
                  <a:lnTo>
                    <a:pt x="16425" y="158786"/>
                  </a:lnTo>
                  <a:lnTo>
                    <a:pt x="20531" y="157768"/>
                  </a:lnTo>
                  <a:lnTo>
                    <a:pt x="24638" y="156484"/>
                  </a:lnTo>
                  <a:lnTo>
                    <a:pt x="28744" y="154882"/>
                  </a:lnTo>
                  <a:lnTo>
                    <a:pt x="32850" y="152906"/>
                  </a:lnTo>
                  <a:lnTo>
                    <a:pt x="36956" y="150497"/>
                  </a:lnTo>
                  <a:lnTo>
                    <a:pt x="41063" y="147595"/>
                  </a:lnTo>
                  <a:lnTo>
                    <a:pt x="45169" y="144139"/>
                  </a:lnTo>
                  <a:lnTo>
                    <a:pt x="49275" y="140076"/>
                  </a:lnTo>
                  <a:lnTo>
                    <a:pt x="53381" y="135355"/>
                  </a:lnTo>
                  <a:lnTo>
                    <a:pt x="57488" y="129940"/>
                  </a:lnTo>
                  <a:lnTo>
                    <a:pt x="61594" y="123809"/>
                  </a:lnTo>
                  <a:lnTo>
                    <a:pt x="65700" y="116958"/>
                  </a:lnTo>
                  <a:lnTo>
                    <a:pt x="69806" y="109406"/>
                  </a:lnTo>
                  <a:lnTo>
                    <a:pt x="73913" y="101200"/>
                  </a:lnTo>
                  <a:lnTo>
                    <a:pt x="78019" y="92412"/>
                  </a:lnTo>
                  <a:lnTo>
                    <a:pt x="82125" y="83146"/>
                  </a:lnTo>
                  <a:lnTo>
                    <a:pt x="86231" y="73536"/>
                  </a:lnTo>
                  <a:lnTo>
                    <a:pt x="90338" y="63742"/>
                  </a:lnTo>
                  <a:lnTo>
                    <a:pt x="94444" y="53950"/>
                  </a:lnTo>
                  <a:lnTo>
                    <a:pt x="98550" y="44364"/>
                  </a:lnTo>
                  <a:lnTo>
                    <a:pt x="102656" y="35202"/>
                  </a:lnTo>
                  <a:lnTo>
                    <a:pt x="106763" y="26686"/>
                  </a:lnTo>
                  <a:lnTo>
                    <a:pt x="110869" y="19036"/>
                  </a:lnTo>
                  <a:lnTo>
                    <a:pt x="114975" y="12455"/>
                  </a:lnTo>
                  <a:lnTo>
                    <a:pt x="119081" y="7128"/>
                  </a:lnTo>
                  <a:lnTo>
                    <a:pt x="123188" y="3208"/>
                  </a:lnTo>
                  <a:lnTo>
                    <a:pt x="127294" y="808"/>
                  </a:lnTo>
                  <a:lnTo>
                    <a:pt x="131400" y="0"/>
                  </a:lnTo>
                  <a:lnTo>
                    <a:pt x="135506" y="808"/>
                  </a:lnTo>
                  <a:lnTo>
                    <a:pt x="139613" y="3208"/>
                  </a:lnTo>
                  <a:lnTo>
                    <a:pt x="143719" y="7128"/>
                  </a:lnTo>
                  <a:lnTo>
                    <a:pt x="147825" y="12455"/>
                  </a:lnTo>
                  <a:lnTo>
                    <a:pt x="151931" y="19036"/>
                  </a:lnTo>
                  <a:lnTo>
                    <a:pt x="156038" y="26686"/>
                  </a:lnTo>
                  <a:lnTo>
                    <a:pt x="160144" y="35202"/>
                  </a:lnTo>
                  <a:lnTo>
                    <a:pt x="164250" y="44364"/>
                  </a:lnTo>
                  <a:lnTo>
                    <a:pt x="168356" y="53950"/>
                  </a:lnTo>
                  <a:lnTo>
                    <a:pt x="172463" y="63742"/>
                  </a:lnTo>
                  <a:lnTo>
                    <a:pt x="176569" y="73536"/>
                  </a:lnTo>
                  <a:lnTo>
                    <a:pt x="180675" y="83146"/>
                  </a:lnTo>
                  <a:lnTo>
                    <a:pt x="184781" y="92412"/>
                  </a:lnTo>
                  <a:lnTo>
                    <a:pt x="188888" y="101200"/>
                  </a:lnTo>
                  <a:lnTo>
                    <a:pt x="192994" y="109406"/>
                  </a:lnTo>
                  <a:lnTo>
                    <a:pt x="197100" y="116958"/>
                  </a:lnTo>
                  <a:lnTo>
                    <a:pt x="201206" y="123809"/>
                  </a:lnTo>
                  <a:lnTo>
                    <a:pt x="205313" y="129940"/>
                  </a:lnTo>
                  <a:lnTo>
                    <a:pt x="209419" y="135355"/>
                  </a:lnTo>
                  <a:lnTo>
                    <a:pt x="213525" y="140076"/>
                  </a:lnTo>
                  <a:lnTo>
                    <a:pt x="217631" y="144139"/>
                  </a:lnTo>
                  <a:lnTo>
                    <a:pt x="221738" y="147595"/>
                  </a:lnTo>
                  <a:lnTo>
                    <a:pt x="225844" y="150497"/>
                  </a:lnTo>
                  <a:lnTo>
                    <a:pt x="229950" y="152906"/>
                  </a:lnTo>
                  <a:lnTo>
                    <a:pt x="234056" y="154882"/>
                  </a:lnTo>
                  <a:lnTo>
                    <a:pt x="238163" y="156484"/>
                  </a:lnTo>
                  <a:lnTo>
                    <a:pt x="242269" y="157768"/>
                  </a:lnTo>
                  <a:lnTo>
                    <a:pt x="246375" y="158786"/>
                  </a:lnTo>
                  <a:lnTo>
                    <a:pt x="250481" y="159583"/>
                  </a:lnTo>
                  <a:lnTo>
                    <a:pt x="254588" y="160200"/>
                  </a:lnTo>
                  <a:lnTo>
                    <a:pt x="258694" y="160673"/>
                  </a:lnTo>
                  <a:lnTo>
                    <a:pt x="262800" y="161032"/>
                  </a:lnTo>
                  <a:lnTo>
                    <a:pt x="262800" y="162000"/>
                  </a:lnTo>
                  <a:close/>
                </a:path>
              </a:pathLst>
            </a:custGeom>
            <a:solidFill>
              <a:srgbClr val="DCE8FA">
                <a:alpha val="80000"/>
              </a:srgbClr>
            </a:solidFill>
            <a:ln w="0">
              <a:noFill/>
            </a:ln>
          </p:spPr>
        </p:sp>
        <p:sp>
          <p:nvSpPr>
            <p:cNvPr id="10" name="part_3415_1">
              <a:extLst>
                <a:ext uri="{FF2B5EF4-FFF2-40B4-BE49-F238E27FC236}">
                  <a16:creationId xmlns:a16="http://schemas.microsoft.com/office/drawing/2014/main" id="{6F2F91D3-4A51-C75C-67FF-FB252FE9A652}"/>
                </a:ext>
              </a:extLst>
            </p:cNvPr>
            <p:cNvSpPr>
              <a:spLocks/>
            </p:cNvSpPr>
            <p:nvPr/>
          </p:nvSpPr>
          <p:spPr>
            <a:xfrm>
              <a:off x="174240" y="2224800"/>
              <a:ext cx="262800" cy="161032"/>
            </a:xfrm>
            <a:custGeom>
              <a:avLst/>
              <a:gdLst/>
              <a:ahLst/>
              <a:cxnLst/>
              <a:rect l="0" t="0" r="0" b="0"/>
              <a:pathLst>
                <a:path w="262800" h="161032">
                  <a:moveTo>
                    <a:pt x="0" y="161032"/>
                  </a:moveTo>
                  <a:lnTo>
                    <a:pt x="4106" y="160673"/>
                  </a:lnTo>
                  <a:lnTo>
                    <a:pt x="8213" y="160200"/>
                  </a:lnTo>
                  <a:lnTo>
                    <a:pt x="12319" y="159583"/>
                  </a:lnTo>
                  <a:lnTo>
                    <a:pt x="16425" y="158786"/>
                  </a:lnTo>
                  <a:lnTo>
                    <a:pt x="20531" y="157768"/>
                  </a:lnTo>
                  <a:lnTo>
                    <a:pt x="24638" y="156484"/>
                  </a:lnTo>
                  <a:lnTo>
                    <a:pt x="28744" y="154882"/>
                  </a:lnTo>
                  <a:lnTo>
                    <a:pt x="32850" y="152906"/>
                  </a:lnTo>
                  <a:lnTo>
                    <a:pt x="36956" y="150497"/>
                  </a:lnTo>
                  <a:lnTo>
                    <a:pt x="41063" y="147595"/>
                  </a:lnTo>
                  <a:lnTo>
                    <a:pt x="45169" y="144139"/>
                  </a:lnTo>
                  <a:lnTo>
                    <a:pt x="49275" y="140076"/>
                  </a:lnTo>
                  <a:lnTo>
                    <a:pt x="53381" y="135355"/>
                  </a:lnTo>
                  <a:lnTo>
                    <a:pt x="57488" y="129940"/>
                  </a:lnTo>
                  <a:lnTo>
                    <a:pt x="61594" y="123809"/>
                  </a:lnTo>
                  <a:lnTo>
                    <a:pt x="65700" y="116958"/>
                  </a:lnTo>
                  <a:lnTo>
                    <a:pt x="69806" y="109406"/>
                  </a:lnTo>
                  <a:lnTo>
                    <a:pt x="73913" y="101200"/>
                  </a:lnTo>
                  <a:lnTo>
                    <a:pt x="78019" y="92412"/>
                  </a:lnTo>
                  <a:lnTo>
                    <a:pt x="82125" y="83146"/>
                  </a:lnTo>
                  <a:lnTo>
                    <a:pt x="86231" y="73536"/>
                  </a:lnTo>
                  <a:lnTo>
                    <a:pt x="90338" y="63742"/>
                  </a:lnTo>
                  <a:lnTo>
                    <a:pt x="94444" y="53950"/>
                  </a:lnTo>
                  <a:lnTo>
                    <a:pt x="98550" y="44364"/>
                  </a:lnTo>
                  <a:lnTo>
                    <a:pt x="102656" y="35202"/>
                  </a:lnTo>
                  <a:lnTo>
                    <a:pt x="106763" y="26686"/>
                  </a:lnTo>
                  <a:lnTo>
                    <a:pt x="110869" y="19036"/>
                  </a:lnTo>
                  <a:lnTo>
                    <a:pt x="114975" y="12455"/>
                  </a:lnTo>
                  <a:lnTo>
                    <a:pt x="119081" y="7128"/>
                  </a:lnTo>
                  <a:lnTo>
                    <a:pt x="123188" y="3208"/>
                  </a:lnTo>
                  <a:lnTo>
                    <a:pt x="127294" y="808"/>
                  </a:lnTo>
                  <a:lnTo>
                    <a:pt x="131400" y="0"/>
                  </a:lnTo>
                  <a:lnTo>
                    <a:pt x="135506" y="808"/>
                  </a:lnTo>
                  <a:lnTo>
                    <a:pt x="139613" y="3208"/>
                  </a:lnTo>
                  <a:lnTo>
                    <a:pt x="143719" y="7128"/>
                  </a:lnTo>
                  <a:lnTo>
                    <a:pt x="147825" y="12455"/>
                  </a:lnTo>
                  <a:lnTo>
                    <a:pt x="151931" y="19036"/>
                  </a:lnTo>
                  <a:lnTo>
                    <a:pt x="156038" y="26686"/>
                  </a:lnTo>
                  <a:lnTo>
                    <a:pt x="160144" y="35202"/>
                  </a:lnTo>
                  <a:lnTo>
                    <a:pt x="164250" y="44364"/>
                  </a:lnTo>
                  <a:lnTo>
                    <a:pt x="168356" y="53950"/>
                  </a:lnTo>
                  <a:lnTo>
                    <a:pt x="172463" y="63742"/>
                  </a:lnTo>
                  <a:lnTo>
                    <a:pt x="176569" y="73536"/>
                  </a:lnTo>
                  <a:lnTo>
                    <a:pt x="180675" y="83146"/>
                  </a:lnTo>
                  <a:lnTo>
                    <a:pt x="184781" y="92412"/>
                  </a:lnTo>
                  <a:lnTo>
                    <a:pt x="188888" y="101200"/>
                  </a:lnTo>
                  <a:lnTo>
                    <a:pt x="192994" y="109406"/>
                  </a:lnTo>
                  <a:lnTo>
                    <a:pt x="197100" y="116958"/>
                  </a:lnTo>
                  <a:lnTo>
                    <a:pt x="201206" y="123809"/>
                  </a:lnTo>
                  <a:lnTo>
                    <a:pt x="205313" y="129940"/>
                  </a:lnTo>
                  <a:lnTo>
                    <a:pt x="209419" y="135355"/>
                  </a:lnTo>
                  <a:lnTo>
                    <a:pt x="213525" y="140076"/>
                  </a:lnTo>
                  <a:lnTo>
                    <a:pt x="217631" y="144139"/>
                  </a:lnTo>
                  <a:lnTo>
                    <a:pt x="221738" y="147595"/>
                  </a:lnTo>
                  <a:lnTo>
                    <a:pt x="225844" y="150497"/>
                  </a:lnTo>
                  <a:lnTo>
                    <a:pt x="229950" y="152906"/>
                  </a:lnTo>
                  <a:lnTo>
                    <a:pt x="234056" y="154882"/>
                  </a:lnTo>
                  <a:lnTo>
                    <a:pt x="238163" y="156484"/>
                  </a:lnTo>
                  <a:lnTo>
                    <a:pt x="242269" y="157768"/>
                  </a:lnTo>
                  <a:lnTo>
                    <a:pt x="246375" y="158786"/>
                  </a:lnTo>
                  <a:lnTo>
                    <a:pt x="250481" y="159583"/>
                  </a:lnTo>
                  <a:lnTo>
                    <a:pt x="254588" y="160200"/>
                  </a:lnTo>
                  <a:lnTo>
                    <a:pt x="258694" y="160673"/>
                  </a:lnTo>
                  <a:lnTo>
                    <a:pt x="262800" y="161032"/>
                  </a:lnTo>
                </a:path>
              </a:pathLst>
            </a:custGeom>
            <a:noFill/>
            <a:ln w="4320">
              <a:solidFill>
                <a:srgbClr val="9AB9E3"/>
              </a:solidFill>
            </a:ln>
          </p:spPr>
        </p:sp>
        <p:sp>
          <p:nvSpPr>
            <p:cNvPr id="12" name="part_3415_2">
              <a:extLst>
                <a:ext uri="{FF2B5EF4-FFF2-40B4-BE49-F238E27FC236}">
                  <a16:creationId xmlns:a16="http://schemas.microsoft.com/office/drawing/2014/main" id="{5A712273-FF8D-C7DE-86E8-849C310B86C7}"/>
                </a:ext>
              </a:extLst>
            </p:cNvPr>
            <p:cNvSpPr>
              <a:spLocks/>
            </p:cNvSpPr>
            <p:nvPr/>
          </p:nvSpPr>
          <p:spPr>
            <a:xfrm>
              <a:off x="165240" y="2386800"/>
              <a:ext cx="280800" cy="36"/>
            </a:xfrm>
            <a:custGeom>
              <a:avLst/>
              <a:gdLst/>
              <a:ahLst/>
              <a:cxnLst/>
              <a:rect l="0" t="0" r="0" b="0"/>
              <a:pathLst>
                <a:path w="280800" h="36">
                  <a:moveTo>
                    <a:pt x="0" y="0"/>
                  </a:moveTo>
                  <a:lnTo>
                    <a:pt x="280800" y="0"/>
                  </a:lnTo>
                </a:path>
              </a:pathLst>
            </a:custGeom>
            <a:noFill/>
            <a:ln w="3600">
              <a:solidFill>
                <a:srgbClr val="C4D2DF"/>
              </a:solidFill>
            </a:ln>
          </p:spPr>
        </p:sp>
      </p:grpSp>
      <p:grpSp>
        <p:nvGrpSpPr>
          <p:cNvPr id="3416" name="a | Z-score histogram"/>
          <p:cNvGrpSpPr/>
          <p:nvPr/>
        </p:nvGrpSpPr>
        <p:grpSpPr>
          <a:xfrm>
            <a:off x="564120" y="2192067"/>
            <a:ext cx="306000" cy="187713"/>
            <a:chOff x="564120" y="2192067"/>
            <a:chExt cx="306000" cy="187713"/>
          </a:xfrm>
        </p:grpSpPr>
        <p:sp>
          <p:nvSpPr>
            <p:cNvPr id="15270" name="hist_3416_0">
              <a:extLst>
                <a:ext uri="{FF2B5EF4-FFF2-40B4-BE49-F238E27FC236}">
                  <a16:creationId xmlns:a16="http://schemas.microsoft.com/office/drawing/2014/main" id="{673C4A45-BCB4-4312-96FF-A57C18A50139}"/>
                </a:ext>
              </a:extLst>
            </p:cNvPr>
            <p:cNvSpPr>
              <a:spLocks/>
            </p:cNvSpPr>
            <p:nvPr/>
          </p:nvSpPr>
          <p:spPr>
            <a:xfrm>
              <a:off x="571320" y="2375668"/>
              <a:ext cx="8460" cy="213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1" name="hist_3416_1">
              <a:extLst>
                <a:ext uri="{FF2B5EF4-FFF2-40B4-BE49-F238E27FC236}">
                  <a16:creationId xmlns:a16="http://schemas.microsoft.com/office/drawing/2014/main" id="{E0A33B06-468A-4BC4-AFAA-38192F85EEA9}"/>
                </a:ext>
              </a:extLst>
            </p:cNvPr>
            <p:cNvSpPr>
              <a:spLocks/>
            </p:cNvSpPr>
            <p:nvPr/>
          </p:nvSpPr>
          <p:spPr>
            <a:xfrm>
              <a:off x="582120" y="2373576"/>
              <a:ext cx="8460" cy="422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2" name="hist_3416_2">
              <a:extLst>
                <a:ext uri="{FF2B5EF4-FFF2-40B4-BE49-F238E27FC236}">
                  <a16:creationId xmlns:a16="http://schemas.microsoft.com/office/drawing/2014/main" id="{F2712185-FA7C-4971-BD31-40C65DDEF358}"/>
                </a:ext>
              </a:extLst>
            </p:cNvPr>
            <p:cNvSpPr>
              <a:spLocks/>
            </p:cNvSpPr>
            <p:nvPr/>
          </p:nvSpPr>
          <p:spPr>
            <a:xfrm>
              <a:off x="592920" y="2370486"/>
              <a:ext cx="8460" cy="731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3" name="hist_3416_3">
              <a:extLst>
                <a:ext uri="{FF2B5EF4-FFF2-40B4-BE49-F238E27FC236}">
                  <a16:creationId xmlns:a16="http://schemas.microsoft.com/office/drawing/2014/main" id="{6DC2F1AC-C7B7-4806-B1F5-6D3D171313B0}"/>
                </a:ext>
              </a:extLst>
            </p:cNvPr>
            <p:cNvSpPr>
              <a:spLocks/>
            </p:cNvSpPr>
            <p:nvPr/>
          </p:nvSpPr>
          <p:spPr>
            <a:xfrm>
              <a:off x="603720" y="2364234"/>
              <a:ext cx="8460" cy="13566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4" name="hist_3416_4">
              <a:extLst>
                <a:ext uri="{FF2B5EF4-FFF2-40B4-BE49-F238E27FC236}">
                  <a16:creationId xmlns:a16="http://schemas.microsoft.com/office/drawing/2014/main" id="{4ACBB599-6925-46FD-B746-99FF7C25ACFE}"/>
                </a:ext>
              </a:extLst>
            </p:cNvPr>
            <p:cNvSpPr>
              <a:spLocks/>
            </p:cNvSpPr>
            <p:nvPr/>
          </p:nvSpPr>
          <p:spPr>
            <a:xfrm>
              <a:off x="614520" y="2356127"/>
              <a:ext cx="8460" cy="21673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5" name="hist_3416_5">
              <a:extLst>
                <a:ext uri="{FF2B5EF4-FFF2-40B4-BE49-F238E27FC236}">
                  <a16:creationId xmlns:a16="http://schemas.microsoft.com/office/drawing/2014/main" id="{BC2B33ED-7BED-4A14-B1E9-22415ED9B174}"/>
                </a:ext>
              </a:extLst>
            </p:cNvPr>
            <p:cNvSpPr>
              <a:spLocks/>
            </p:cNvSpPr>
            <p:nvPr/>
          </p:nvSpPr>
          <p:spPr>
            <a:xfrm>
              <a:off x="625320" y="2344270"/>
              <a:ext cx="8460" cy="3353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6" name="hist_3416_6">
              <a:extLst>
                <a:ext uri="{FF2B5EF4-FFF2-40B4-BE49-F238E27FC236}">
                  <a16:creationId xmlns:a16="http://schemas.microsoft.com/office/drawing/2014/main" id="{ED29455F-CC77-4844-8475-84E6753E5CE4}"/>
                </a:ext>
              </a:extLst>
            </p:cNvPr>
            <p:cNvSpPr>
              <a:spLocks/>
            </p:cNvSpPr>
            <p:nvPr/>
          </p:nvSpPr>
          <p:spPr>
            <a:xfrm>
              <a:off x="636120" y="2325290"/>
              <a:ext cx="8460" cy="5251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7" name="hist_3416_7">
              <a:extLst>
                <a:ext uri="{FF2B5EF4-FFF2-40B4-BE49-F238E27FC236}">
                  <a16:creationId xmlns:a16="http://schemas.microsoft.com/office/drawing/2014/main" id="{8196666A-D7E9-4924-9422-D6A48CCC3263}"/>
                </a:ext>
              </a:extLst>
            </p:cNvPr>
            <p:cNvSpPr>
              <a:spLocks/>
            </p:cNvSpPr>
            <p:nvPr/>
          </p:nvSpPr>
          <p:spPr>
            <a:xfrm>
              <a:off x="646920" y="2308412"/>
              <a:ext cx="8460" cy="69388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8" name="hist_3416_8">
              <a:extLst>
                <a:ext uri="{FF2B5EF4-FFF2-40B4-BE49-F238E27FC236}">
                  <a16:creationId xmlns:a16="http://schemas.microsoft.com/office/drawing/2014/main" id="{BD0DD0CF-381D-4B98-ACAB-2423CFFA30CA}"/>
                </a:ext>
              </a:extLst>
            </p:cNvPr>
            <p:cNvSpPr>
              <a:spLocks/>
            </p:cNvSpPr>
            <p:nvPr/>
          </p:nvSpPr>
          <p:spPr>
            <a:xfrm>
              <a:off x="657720" y="2280881"/>
              <a:ext cx="8460" cy="96919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9" name="hist_3416_9">
              <a:extLst>
                <a:ext uri="{FF2B5EF4-FFF2-40B4-BE49-F238E27FC236}">
                  <a16:creationId xmlns:a16="http://schemas.microsoft.com/office/drawing/2014/main" id="{7D229BC7-478E-443E-8F65-D59949763693}"/>
                </a:ext>
              </a:extLst>
            </p:cNvPr>
            <p:cNvSpPr>
              <a:spLocks/>
            </p:cNvSpPr>
            <p:nvPr/>
          </p:nvSpPr>
          <p:spPr>
            <a:xfrm>
              <a:off x="668520" y="2254700"/>
              <a:ext cx="8460" cy="12310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0" name="hist_3416_10">
              <a:extLst>
                <a:ext uri="{FF2B5EF4-FFF2-40B4-BE49-F238E27FC236}">
                  <a16:creationId xmlns:a16="http://schemas.microsoft.com/office/drawing/2014/main" id="{5C9B1F3E-CE0C-4EB2-8015-FE98D4F4137A}"/>
                </a:ext>
              </a:extLst>
            </p:cNvPr>
            <p:cNvSpPr>
              <a:spLocks/>
            </p:cNvSpPr>
            <p:nvPr/>
          </p:nvSpPr>
          <p:spPr>
            <a:xfrm>
              <a:off x="679320" y="2236272"/>
              <a:ext cx="8460" cy="141528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1" name="hist_3416_11">
              <a:extLst>
                <a:ext uri="{FF2B5EF4-FFF2-40B4-BE49-F238E27FC236}">
                  <a16:creationId xmlns:a16="http://schemas.microsoft.com/office/drawing/2014/main" id="{881716DE-5892-4E95-8BD0-BDE1905F6EA1}"/>
                </a:ext>
              </a:extLst>
            </p:cNvPr>
            <p:cNvSpPr>
              <a:spLocks/>
            </p:cNvSpPr>
            <p:nvPr/>
          </p:nvSpPr>
          <p:spPr>
            <a:xfrm>
              <a:off x="690120" y="2205424"/>
              <a:ext cx="8460" cy="172376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2" name="hist_3416_12">
              <a:extLst>
                <a:ext uri="{FF2B5EF4-FFF2-40B4-BE49-F238E27FC236}">
                  <a16:creationId xmlns:a16="http://schemas.microsoft.com/office/drawing/2014/main" id="{BA106C43-3812-47CF-B519-CFDF96416311}"/>
                </a:ext>
              </a:extLst>
            </p:cNvPr>
            <p:cNvSpPr>
              <a:spLocks/>
            </p:cNvSpPr>
            <p:nvPr/>
          </p:nvSpPr>
          <p:spPr>
            <a:xfrm>
              <a:off x="700920" y="2200406"/>
              <a:ext cx="8460" cy="17739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3" name="hist_3416_13">
              <a:extLst>
                <a:ext uri="{FF2B5EF4-FFF2-40B4-BE49-F238E27FC236}">
                  <a16:creationId xmlns:a16="http://schemas.microsoft.com/office/drawing/2014/main" id="{F6D36008-96F9-474F-8659-11F7D20796A0}"/>
                </a:ext>
              </a:extLst>
            </p:cNvPr>
            <p:cNvSpPr>
              <a:spLocks/>
            </p:cNvSpPr>
            <p:nvPr/>
          </p:nvSpPr>
          <p:spPr>
            <a:xfrm>
              <a:off x="711720" y="2193790"/>
              <a:ext cx="8460" cy="18401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4" name="hist_3416_14">
              <a:extLst>
                <a:ext uri="{FF2B5EF4-FFF2-40B4-BE49-F238E27FC236}">
                  <a16:creationId xmlns:a16="http://schemas.microsoft.com/office/drawing/2014/main" id="{2A26F7BD-3755-4E6D-AB85-AA8D6B81D37F}"/>
                </a:ext>
              </a:extLst>
            </p:cNvPr>
            <p:cNvSpPr>
              <a:spLocks/>
            </p:cNvSpPr>
            <p:nvPr/>
          </p:nvSpPr>
          <p:spPr>
            <a:xfrm>
              <a:off x="722520" y="2192067"/>
              <a:ext cx="8460" cy="185733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5" name="hist_3416_15">
              <a:extLst>
                <a:ext uri="{FF2B5EF4-FFF2-40B4-BE49-F238E27FC236}">
                  <a16:creationId xmlns:a16="http://schemas.microsoft.com/office/drawing/2014/main" id="{511EF929-DCE2-4EF9-82D6-8A20F18644B4}"/>
                </a:ext>
              </a:extLst>
            </p:cNvPr>
            <p:cNvSpPr>
              <a:spLocks/>
            </p:cNvSpPr>
            <p:nvPr/>
          </p:nvSpPr>
          <p:spPr>
            <a:xfrm>
              <a:off x="733320" y="2216786"/>
              <a:ext cx="8460" cy="16101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6" name="hist_3416_16">
              <a:extLst>
                <a:ext uri="{FF2B5EF4-FFF2-40B4-BE49-F238E27FC236}">
                  <a16:creationId xmlns:a16="http://schemas.microsoft.com/office/drawing/2014/main" id="{1E30E4C3-64BE-4F1E-8B95-8658819040A7}"/>
                </a:ext>
              </a:extLst>
            </p:cNvPr>
            <p:cNvSpPr>
              <a:spLocks/>
            </p:cNvSpPr>
            <p:nvPr/>
          </p:nvSpPr>
          <p:spPr>
            <a:xfrm>
              <a:off x="744120" y="2228341"/>
              <a:ext cx="8460" cy="149459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7" name="hist_3416_17">
              <a:extLst>
                <a:ext uri="{FF2B5EF4-FFF2-40B4-BE49-F238E27FC236}">
                  <a16:creationId xmlns:a16="http://schemas.microsoft.com/office/drawing/2014/main" id="{B40A8248-671F-44BC-A10E-39017D983833}"/>
                </a:ext>
              </a:extLst>
            </p:cNvPr>
            <p:cNvSpPr>
              <a:spLocks/>
            </p:cNvSpPr>
            <p:nvPr/>
          </p:nvSpPr>
          <p:spPr>
            <a:xfrm>
              <a:off x="754920" y="2256148"/>
              <a:ext cx="8460" cy="12165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8" name="hist_3416_18">
              <a:extLst>
                <a:ext uri="{FF2B5EF4-FFF2-40B4-BE49-F238E27FC236}">
                  <a16:creationId xmlns:a16="http://schemas.microsoft.com/office/drawing/2014/main" id="{602070AA-B48D-4E3A-B052-01BAD3F4BE68}"/>
                </a:ext>
              </a:extLst>
            </p:cNvPr>
            <p:cNvSpPr>
              <a:spLocks/>
            </p:cNvSpPr>
            <p:nvPr/>
          </p:nvSpPr>
          <p:spPr>
            <a:xfrm>
              <a:off x="765720" y="2284395"/>
              <a:ext cx="8460" cy="93405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9" name="hist_3416_19">
              <a:extLst>
                <a:ext uri="{FF2B5EF4-FFF2-40B4-BE49-F238E27FC236}">
                  <a16:creationId xmlns:a16="http://schemas.microsoft.com/office/drawing/2014/main" id="{F4508BA0-3148-4A85-9B54-2561F0A1045E}"/>
                </a:ext>
              </a:extLst>
            </p:cNvPr>
            <p:cNvSpPr>
              <a:spLocks/>
            </p:cNvSpPr>
            <p:nvPr/>
          </p:nvSpPr>
          <p:spPr>
            <a:xfrm>
              <a:off x="776520" y="2303684"/>
              <a:ext cx="8460" cy="74116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0" name="hist_3416_20">
              <a:extLst>
                <a:ext uri="{FF2B5EF4-FFF2-40B4-BE49-F238E27FC236}">
                  <a16:creationId xmlns:a16="http://schemas.microsoft.com/office/drawing/2014/main" id="{1E814EE0-F15D-4E45-A1F1-73468B008A6D}"/>
                </a:ext>
              </a:extLst>
            </p:cNvPr>
            <p:cNvSpPr>
              <a:spLocks/>
            </p:cNvSpPr>
            <p:nvPr/>
          </p:nvSpPr>
          <p:spPr>
            <a:xfrm>
              <a:off x="787320" y="2328373"/>
              <a:ext cx="8460" cy="49427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1" name="hist_3416_21">
              <a:extLst>
                <a:ext uri="{FF2B5EF4-FFF2-40B4-BE49-F238E27FC236}">
                  <a16:creationId xmlns:a16="http://schemas.microsoft.com/office/drawing/2014/main" id="{95A3EFB3-C62D-4967-A6A8-7BCC4B8F47BB}"/>
                </a:ext>
              </a:extLst>
            </p:cNvPr>
            <p:cNvSpPr>
              <a:spLocks/>
            </p:cNvSpPr>
            <p:nvPr/>
          </p:nvSpPr>
          <p:spPr>
            <a:xfrm>
              <a:off x="798120" y="2343468"/>
              <a:ext cx="8460" cy="3433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2" name="hist_3416_22">
              <a:extLst>
                <a:ext uri="{FF2B5EF4-FFF2-40B4-BE49-F238E27FC236}">
                  <a16:creationId xmlns:a16="http://schemas.microsoft.com/office/drawing/2014/main" id="{6B8B5BB5-5CE0-497D-ABEA-F5959E3B43FE}"/>
                </a:ext>
              </a:extLst>
            </p:cNvPr>
            <p:cNvSpPr>
              <a:spLocks/>
            </p:cNvSpPr>
            <p:nvPr/>
          </p:nvSpPr>
          <p:spPr>
            <a:xfrm>
              <a:off x="808920" y="2355558"/>
              <a:ext cx="8460" cy="2224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3" name="hist_3416_23">
              <a:extLst>
                <a:ext uri="{FF2B5EF4-FFF2-40B4-BE49-F238E27FC236}">
                  <a16:creationId xmlns:a16="http://schemas.microsoft.com/office/drawing/2014/main" id="{5030FD95-7478-4257-A5D9-D939F5AE98FC}"/>
                </a:ext>
              </a:extLst>
            </p:cNvPr>
            <p:cNvSpPr>
              <a:spLocks/>
            </p:cNvSpPr>
            <p:nvPr/>
          </p:nvSpPr>
          <p:spPr>
            <a:xfrm>
              <a:off x="819720" y="2365051"/>
              <a:ext cx="8460" cy="12749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4" name="hist_3416_24">
              <a:extLst>
                <a:ext uri="{FF2B5EF4-FFF2-40B4-BE49-F238E27FC236}">
                  <a16:creationId xmlns:a16="http://schemas.microsoft.com/office/drawing/2014/main" id="{3926886D-495F-4478-8F1B-706F849E28A3}"/>
                </a:ext>
              </a:extLst>
            </p:cNvPr>
            <p:cNvSpPr>
              <a:spLocks/>
            </p:cNvSpPr>
            <p:nvPr/>
          </p:nvSpPr>
          <p:spPr>
            <a:xfrm>
              <a:off x="830520" y="2369992"/>
              <a:ext cx="8460" cy="7808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5" name="hist_3416_25">
              <a:extLst>
                <a:ext uri="{FF2B5EF4-FFF2-40B4-BE49-F238E27FC236}">
                  <a16:creationId xmlns:a16="http://schemas.microsoft.com/office/drawing/2014/main" id="{B61C32A0-72B7-4779-BCDD-4CCD09797BE9}"/>
                </a:ext>
              </a:extLst>
            </p:cNvPr>
            <p:cNvSpPr>
              <a:spLocks/>
            </p:cNvSpPr>
            <p:nvPr/>
          </p:nvSpPr>
          <p:spPr>
            <a:xfrm>
              <a:off x="841320" y="2373717"/>
              <a:ext cx="8460" cy="4083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6" name="hist_3416_26">
              <a:extLst>
                <a:ext uri="{FF2B5EF4-FFF2-40B4-BE49-F238E27FC236}">
                  <a16:creationId xmlns:a16="http://schemas.microsoft.com/office/drawing/2014/main" id="{9688AA3F-240D-4604-B4E3-BD1EEF21C388}"/>
                </a:ext>
              </a:extLst>
            </p:cNvPr>
            <p:cNvSpPr>
              <a:spLocks/>
            </p:cNvSpPr>
            <p:nvPr/>
          </p:nvSpPr>
          <p:spPr>
            <a:xfrm>
              <a:off x="852120" y="2375700"/>
              <a:ext cx="8460" cy="210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7" name="hist_3416_baseline">
              <a:extLst>
                <a:ext uri="{FF2B5EF4-FFF2-40B4-BE49-F238E27FC236}">
                  <a16:creationId xmlns:a16="http://schemas.microsoft.com/office/drawing/2014/main" id="{AF195640-DB62-4316-9CA1-0D21CA0E3DBC}"/>
                </a:ext>
              </a:extLst>
            </p:cNvPr>
            <p:cNvSpPr>
              <a:spLocks/>
            </p:cNvSpPr>
            <p:nvPr/>
          </p:nvSpPr>
          <p:spPr>
            <a:xfrm>
              <a:off x="564120" y="2377800"/>
              <a:ext cx="306000" cy="1980"/>
            </a:xfrm>
            <a:prstGeom prst="rect">
              <a:avLst/>
            </a:prstGeom>
            <a:solidFill>
              <a:srgbClr val="D7E1EF"/>
            </a:solidFill>
            <a:ln w="0">
              <a:noFill/>
            </a:ln>
          </p:spPr>
        </p:sp>
      </p:grpSp>
      <p:pic>
        <p:nvPicPr>
          <p:cNvPr id="16006" name="a | spatial view identity" descr="Synthetic voxel-grid density schematic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9254" y="2840400"/>
            <a:ext cx="217092" cy="210240"/>
          </a:xfrm>
          <a:prstGeom prst="rect">
            <a:avLst/>
          </a:prstGeom>
        </p:spPr>
      </p:pic>
      <p:pic>
        <p:nvPicPr>
          <p:cNvPr id="16007" name="a | spatial view gaussian x2" descr="Synthetic voxel-grid density schematic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8574" y="2840400"/>
            <a:ext cx="217092" cy="210240"/>
          </a:xfrm>
          <a:prstGeom prst="rect">
            <a:avLst/>
          </a:prstGeom>
        </p:spPr>
      </p:pic>
      <p:pic>
        <p:nvPicPr>
          <p:cNvPr id="16008" name="a | spatial view dog x2" descr="Synthetic voxel-grid density schematic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9254" y="3240000"/>
            <a:ext cx="217092" cy="210240"/>
          </a:xfrm>
          <a:prstGeom prst="rect">
            <a:avLst/>
          </a:prstGeom>
        </p:spPr>
      </p:pic>
      <p:pic>
        <p:nvPicPr>
          <p:cNvPr id="16009" name="a | spatial view receptor suppression x2" descr="Synthetic voxel-grid density schematic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8574" y="3240000"/>
            <a:ext cx="217092" cy="210240"/>
          </a:xfrm>
          <a:prstGeom prst="rect">
            <a:avLst/>
          </a:prstGeom>
        </p:spPr>
      </p:pic>
      <p:pic>
        <p:nvPicPr>
          <p:cNvPr id="16010" name="a | 56-channel tensor stack" descr="Synthetic voxel-grid density schematic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62269" y="3858120"/>
            <a:ext cx="480222" cy="332280"/>
          </a:xfrm>
          <a:prstGeom prst="rect">
            <a:avLst/>
          </a:prstGeom>
        </p:spPr>
      </p:pic>
      <p:grpSp>
        <p:nvGrpSpPr>
          <p:cNvPr id="3422" name="a | receptor atom cloud"/>
          <p:cNvGrpSpPr/>
          <p:nvPr/>
        </p:nvGrpSpPr>
        <p:grpSpPr>
          <a:xfrm>
            <a:off x="169875" y="4807960"/>
            <a:ext cx="229109" cy="243694"/>
            <a:chOff x="169875" y="4807960"/>
            <a:chExt cx="229109" cy="243694"/>
          </a:xfrm>
        </p:grpSpPr>
        <p:sp>
          <p:nvSpPr>
            <p:cNvPr id="5650" name="asset_3422_0">
              <a:extLst>
                <a:ext uri="{FF2B5EF4-FFF2-40B4-BE49-F238E27FC236}">
                  <a16:creationId xmlns:a16="http://schemas.microsoft.com/office/drawing/2014/main" id="{7CD7B3CF-EBE7-4FA2-A5C8-68E5E508C843}"/>
                </a:ext>
              </a:extLst>
            </p:cNvPr>
            <p:cNvSpPr>
              <a:spLocks noGrp="1"/>
            </p:cNvSpPr>
            <p:nvPr/>
          </p:nvSpPr>
          <p:spPr>
            <a:xfrm>
              <a:off x="231052" y="4952240"/>
              <a:ext cx="50740" cy="5074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1" name="asset_3422_1">
              <a:extLst>
                <a:ext uri="{FF2B5EF4-FFF2-40B4-BE49-F238E27FC236}">
                  <a16:creationId xmlns:a16="http://schemas.microsoft.com/office/drawing/2014/main" id="{75B5F1C1-1C1C-49C7-9B50-55E23704AE54}"/>
                </a:ext>
              </a:extLst>
            </p:cNvPr>
            <p:cNvSpPr>
              <a:spLocks noGrp="1"/>
            </p:cNvSpPr>
            <p:nvPr/>
          </p:nvSpPr>
          <p:spPr>
            <a:xfrm>
              <a:off x="241961" y="4961881"/>
              <a:ext cx="16490" cy="96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2" name="asset_3422_2">
              <a:extLst>
                <a:ext uri="{FF2B5EF4-FFF2-40B4-BE49-F238E27FC236}">
                  <a16:creationId xmlns:a16="http://schemas.microsoft.com/office/drawing/2014/main" id="{1406DE58-A25C-4CBD-B82B-E915489E17B1}"/>
                </a:ext>
              </a:extLst>
            </p:cNvPr>
            <p:cNvSpPr>
              <a:spLocks noGrp="1"/>
            </p:cNvSpPr>
            <p:nvPr/>
          </p:nvSpPr>
          <p:spPr>
            <a:xfrm>
              <a:off x="257492" y="4890552"/>
              <a:ext cx="45016" cy="4501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3" name="asset_3422_3">
              <a:extLst>
                <a:ext uri="{FF2B5EF4-FFF2-40B4-BE49-F238E27FC236}">
                  <a16:creationId xmlns:a16="http://schemas.microsoft.com/office/drawing/2014/main" id="{20E28CD4-2BBF-4AB9-8948-1989D5D1E19C}"/>
                </a:ext>
              </a:extLst>
            </p:cNvPr>
            <p:cNvSpPr>
              <a:spLocks noGrp="1"/>
            </p:cNvSpPr>
            <p:nvPr/>
          </p:nvSpPr>
          <p:spPr>
            <a:xfrm>
              <a:off x="267171" y="4899105"/>
              <a:ext cx="14630" cy="855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4" name="asset_3422_4">
              <a:extLst>
                <a:ext uri="{FF2B5EF4-FFF2-40B4-BE49-F238E27FC236}">
                  <a16:creationId xmlns:a16="http://schemas.microsoft.com/office/drawing/2014/main" id="{718A19E5-85C6-4B5B-997F-C71E208323BB}"/>
                </a:ext>
              </a:extLst>
            </p:cNvPr>
            <p:cNvSpPr>
              <a:spLocks noGrp="1"/>
            </p:cNvSpPr>
            <p:nvPr/>
          </p:nvSpPr>
          <p:spPr>
            <a:xfrm>
              <a:off x="341683" y="4917382"/>
              <a:ext cx="49251" cy="4925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5" name="asset_3422_5">
              <a:extLst>
                <a:ext uri="{FF2B5EF4-FFF2-40B4-BE49-F238E27FC236}">
                  <a16:creationId xmlns:a16="http://schemas.microsoft.com/office/drawing/2014/main" id="{5D6D7CCF-BE56-4B16-B1DD-AD6D039D6708}"/>
                </a:ext>
              </a:extLst>
            </p:cNvPr>
            <p:cNvSpPr>
              <a:spLocks noGrp="1"/>
            </p:cNvSpPr>
            <p:nvPr/>
          </p:nvSpPr>
          <p:spPr>
            <a:xfrm>
              <a:off x="352272" y="4926740"/>
              <a:ext cx="16007" cy="935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6" name="asset_3422_6">
              <a:extLst>
                <a:ext uri="{FF2B5EF4-FFF2-40B4-BE49-F238E27FC236}">
                  <a16:creationId xmlns:a16="http://schemas.microsoft.com/office/drawing/2014/main" id="{EEDC7AC8-1D85-4DF5-A19A-1B83897E425B}"/>
                </a:ext>
              </a:extLst>
            </p:cNvPr>
            <p:cNvSpPr>
              <a:spLocks noGrp="1"/>
            </p:cNvSpPr>
            <p:nvPr/>
          </p:nvSpPr>
          <p:spPr>
            <a:xfrm>
              <a:off x="271855" y="4975772"/>
              <a:ext cx="36195" cy="36195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7" name="asset_3422_7">
              <a:extLst>
                <a:ext uri="{FF2B5EF4-FFF2-40B4-BE49-F238E27FC236}">
                  <a16:creationId xmlns:a16="http://schemas.microsoft.com/office/drawing/2014/main" id="{81C70CFB-76EA-4D7E-B29D-20E55655F6B8}"/>
                </a:ext>
              </a:extLst>
            </p:cNvPr>
            <p:cNvSpPr>
              <a:spLocks noGrp="1"/>
            </p:cNvSpPr>
            <p:nvPr/>
          </p:nvSpPr>
          <p:spPr>
            <a:xfrm>
              <a:off x="279637" y="4982649"/>
              <a:ext cx="11764" cy="68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8" name="asset_3422_8">
              <a:extLst>
                <a:ext uri="{FF2B5EF4-FFF2-40B4-BE49-F238E27FC236}">
                  <a16:creationId xmlns:a16="http://schemas.microsoft.com/office/drawing/2014/main" id="{766B80D0-D8E7-49EE-804F-F1CC76A0A66B}"/>
                </a:ext>
              </a:extLst>
            </p:cNvPr>
            <p:cNvSpPr>
              <a:spLocks noGrp="1"/>
            </p:cNvSpPr>
            <p:nvPr/>
          </p:nvSpPr>
          <p:spPr>
            <a:xfrm>
              <a:off x="189829" y="4978084"/>
              <a:ext cx="46368" cy="4636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9" name="asset_3422_9">
              <a:extLst>
                <a:ext uri="{FF2B5EF4-FFF2-40B4-BE49-F238E27FC236}">
                  <a16:creationId xmlns:a16="http://schemas.microsoft.com/office/drawing/2014/main" id="{9595C7E5-7D71-4212-9551-2E7579EE33F9}"/>
                </a:ext>
              </a:extLst>
            </p:cNvPr>
            <p:cNvSpPr>
              <a:spLocks noGrp="1"/>
            </p:cNvSpPr>
            <p:nvPr/>
          </p:nvSpPr>
          <p:spPr>
            <a:xfrm>
              <a:off x="199798" y="4986894"/>
              <a:ext cx="15070" cy="881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0" name="asset_3422_10">
              <a:extLst>
                <a:ext uri="{FF2B5EF4-FFF2-40B4-BE49-F238E27FC236}">
                  <a16:creationId xmlns:a16="http://schemas.microsoft.com/office/drawing/2014/main" id="{41E52241-AAC6-4F3B-AE64-91C3D1BA8C16}"/>
                </a:ext>
              </a:extLst>
            </p:cNvPr>
            <p:cNvSpPr>
              <a:spLocks noGrp="1"/>
            </p:cNvSpPr>
            <p:nvPr/>
          </p:nvSpPr>
          <p:spPr>
            <a:xfrm>
              <a:off x="225545" y="5013901"/>
              <a:ext cx="33003" cy="3300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1" name="asset_3422_11">
              <a:extLst>
                <a:ext uri="{FF2B5EF4-FFF2-40B4-BE49-F238E27FC236}">
                  <a16:creationId xmlns:a16="http://schemas.microsoft.com/office/drawing/2014/main" id="{CC8ABD07-AFE7-40AC-A72C-D4F73CDD107D}"/>
                </a:ext>
              </a:extLst>
            </p:cNvPr>
            <p:cNvSpPr>
              <a:spLocks noGrp="1"/>
            </p:cNvSpPr>
            <p:nvPr/>
          </p:nvSpPr>
          <p:spPr>
            <a:xfrm>
              <a:off x="232640" y="5020172"/>
              <a:ext cx="10726" cy="627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2" name="asset_3422_12">
              <a:extLst>
                <a:ext uri="{FF2B5EF4-FFF2-40B4-BE49-F238E27FC236}">
                  <a16:creationId xmlns:a16="http://schemas.microsoft.com/office/drawing/2014/main" id="{8BF42A6F-0565-4656-B993-13340E83815C}"/>
                </a:ext>
              </a:extLst>
            </p:cNvPr>
            <p:cNvSpPr>
              <a:spLocks noGrp="1"/>
            </p:cNvSpPr>
            <p:nvPr/>
          </p:nvSpPr>
          <p:spPr>
            <a:xfrm>
              <a:off x="202899" y="4919795"/>
              <a:ext cx="44462" cy="444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3" name="asset_3422_13">
              <a:extLst>
                <a:ext uri="{FF2B5EF4-FFF2-40B4-BE49-F238E27FC236}">
                  <a16:creationId xmlns:a16="http://schemas.microsoft.com/office/drawing/2014/main" id="{A076190D-ED3C-4F59-81AA-D147EA64373B}"/>
                </a:ext>
              </a:extLst>
            </p:cNvPr>
            <p:cNvSpPr>
              <a:spLocks noGrp="1"/>
            </p:cNvSpPr>
            <p:nvPr/>
          </p:nvSpPr>
          <p:spPr>
            <a:xfrm>
              <a:off x="212458" y="4928243"/>
              <a:ext cx="14450" cy="844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4" name="asset_3422_14">
              <a:extLst>
                <a:ext uri="{FF2B5EF4-FFF2-40B4-BE49-F238E27FC236}">
                  <a16:creationId xmlns:a16="http://schemas.microsoft.com/office/drawing/2014/main" id="{682A514B-1778-4332-A610-ADA11F090EA5}"/>
                </a:ext>
              </a:extLst>
            </p:cNvPr>
            <p:cNvSpPr>
              <a:spLocks noGrp="1"/>
            </p:cNvSpPr>
            <p:nvPr/>
          </p:nvSpPr>
          <p:spPr>
            <a:xfrm>
              <a:off x="248117" y="4866798"/>
              <a:ext cx="41123" cy="4112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5" name="asset_3422_15">
              <a:extLst>
                <a:ext uri="{FF2B5EF4-FFF2-40B4-BE49-F238E27FC236}">
                  <a16:creationId xmlns:a16="http://schemas.microsoft.com/office/drawing/2014/main" id="{828DE8E8-5147-487F-B9EB-18B5345337BA}"/>
                </a:ext>
              </a:extLst>
            </p:cNvPr>
            <p:cNvSpPr>
              <a:spLocks noGrp="1"/>
            </p:cNvSpPr>
            <p:nvPr/>
          </p:nvSpPr>
          <p:spPr>
            <a:xfrm>
              <a:off x="256958" y="4874611"/>
              <a:ext cx="13365" cy="781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6" name="asset_3422_16">
              <a:extLst>
                <a:ext uri="{FF2B5EF4-FFF2-40B4-BE49-F238E27FC236}">
                  <a16:creationId xmlns:a16="http://schemas.microsoft.com/office/drawing/2014/main" id="{CA9BA05B-6E59-4110-9841-6BB5D9501C35}"/>
                </a:ext>
              </a:extLst>
            </p:cNvPr>
            <p:cNvSpPr>
              <a:spLocks noGrp="1"/>
            </p:cNvSpPr>
            <p:nvPr/>
          </p:nvSpPr>
          <p:spPr>
            <a:xfrm>
              <a:off x="297907" y="4941502"/>
              <a:ext cx="42220" cy="4222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7" name="asset_3422_17">
              <a:extLst>
                <a:ext uri="{FF2B5EF4-FFF2-40B4-BE49-F238E27FC236}">
                  <a16:creationId xmlns:a16="http://schemas.microsoft.com/office/drawing/2014/main" id="{251CD247-1511-4ABF-B1D8-FDDC01048C69}"/>
                </a:ext>
              </a:extLst>
            </p:cNvPr>
            <p:cNvSpPr>
              <a:spLocks noGrp="1"/>
            </p:cNvSpPr>
            <p:nvPr/>
          </p:nvSpPr>
          <p:spPr>
            <a:xfrm>
              <a:off x="306984" y="4949524"/>
              <a:ext cx="13721" cy="802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8" name="asset_3422_18">
              <a:extLst>
                <a:ext uri="{FF2B5EF4-FFF2-40B4-BE49-F238E27FC236}">
                  <a16:creationId xmlns:a16="http://schemas.microsoft.com/office/drawing/2014/main" id="{B1DC04FE-2B55-4D1C-AC5C-DC311BA132C0}"/>
                </a:ext>
              </a:extLst>
            </p:cNvPr>
            <p:cNvSpPr>
              <a:spLocks noGrp="1"/>
            </p:cNvSpPr>
            <p:nvPr/>
          </p:nvSpPr>
          <p:spPr>
            <a:xfrm>
              <a:off x="197886" y="4901933"/>
              <a:ext cx="33418" cy="334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9" name="asset_3422_19">
              <a:extLst>
                <a:ext uri="{FF2B5EF4-FFF2-40B4-BE49-F238E27FC236}">
                  <a16:creationId xmlns:a16="http://schemas.microsoft.com/office/drawing/2014/main" id="{02C0870C-0AF8-4D5E-98EC-98FE1B6C1C66}"/>
                </a:ext>
              </a:extLst>
            </p:cNvPr>
            <p:cNvSpPr>
              <a:spLocks noGrp="1"/>
            </p:cNvSpPr>
            <p:nvPr/>
          </p:nvSpPr>
          <p:spPr>
            <a:xfrm>
              <a:off x="205071" y="4908282"/>
              <a:ext cx="10861" cy="635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0" name="asset_3422_20">
              <a:extLst>
                <a:ext uri="{FF2B5EF4-FFF2-40B4-BE49-F238E27FC236}">
                  <a16:creationId xmlns:a16="http://schemas.microsoft.com/office/drawing/2014/main" id="{F84A014E-4472-4005-B580-15D6278D0614}"/>
                </a:ext>
              </a:extLst>
            </p:cNvPr>
            <p:cNvSpPr>
              <a:spLocks noGrp="1"/>
            </p:cNvSpPr>
            <p:nvPr/>
          </p:nvSpPr>
          <p:spPr>
            <a:xfrm>
              <a:off x="245477" y="4933298"/>
              <a:ext cx="48764" cy="4876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1" name="asset_3422_21">
              <a:extLst>
                <a:ext uri="{FF2B5EF4-FFF2-40B4-BE49-F238E27FC236}">
                  <a16:creationId xmlns:a16="http://schemas.microsoft.com/office/drawing/2014/main" id="{32163822-74AB-45A8-B4D3-7683FD32048F}"/>
                </a:ext>
              </a:extLst>
            </p:cNvPr>
            <p:cNvSpPr>
              <a:spLocks noGrp="1"/>
            </p:cNvSpPr>
            <p:nvPr/>
          </p:nvSpPr>
          <p:spPr>
            <a:xfrm>
              <a:off x="255962" y="4942563"/>
              <a:ext cx="15848" cy="926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2" name="asset_3422_22">
              <a:extLst>
                <a:ext uri="{FF2B5EF4-FFF2-40B4-BE49-F238E27FC236}">
                  <a16:creationId xmlns:a16="http://schemas.microsoft.com/office/drawing/2014/main" id="{6E09D3B4-8BC7-4A20-97EA-4ADAE8712AD8}"/>
                </a:ext>
              </a:extLst>
            </p:cNvPr>
            <p:cNvSpPr>
              <a:spLocks noGrp="1"/>
            </p:cNvSpPr>
            <p:nvPr/>
          </p:nvSpPr>
          <p:spPr>
            <a:xfrm>
              <a:off x="264633" y="4948569"/>
              <a:ext cx="40342" cy="4034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3" name="asset_3422_23">
              <a:extLst>
                <a:ext uri="{FF2B5EF4-FFF2-40B4-BE49-F238E27FC236}">
                  <a16:creationId xmlns:a16="http://schemas.microsoft.com/office/drawing/2014/main" id="{BAC63CEA-CC3C-47A5-BF40-5212AB2B9859}"/>
                </a:ext>
              </a:extLst>
            </p:cNvPr>
            <p:cNvSpPr>
              <a:spLocks noGrp="1"/>
            </p:cNvSpPr>
            <p:nvPr/>
          </p:nvSpPr>
          <p:spPr>
            <a:xfrm>
              <a:off x="273306" y="4956234"/>
              <a:ext cx="13111" cy="766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4" name="asset_3422_24">
              <a:extLst>
                <a:ext uri="{FF2B5EF4-FFF2-40B4-BE49-F238E27FC236}">
                  <a16:creationId xmlns:a16="http://schemas.microsoft.com/office/drawing/2014/main" id="{0EF07495-3179-43F6-9461-A69182AAD4F3}"/>
                </a:ext>
              </a:extLst>
            </p:cNvPr>
            <p:cNvSpPr>
              <a:spLocks noGrp="1"/>
            </p:cNvSpPr>
            <p:nvPr/>
          </p:nvSpPr>
          <p:spPr>
            <a:xfrm>
              <a:off x="230598" y="4889071"/>
              <a:ext cx="32512" cy="3251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5" name="asset_3422_25">
              <a:extLst>
                <a:ext uri="{FF2B5EF4-FFF2-40B4-BE49-F238E27FC236}">
                  <a16:creationId xmlns:a16="http://schemas.microsoft.com/office/drawing/2014/main" id="{CCFE2342-FD70-448C-8104-7657FCAEEA11}"/>
                </a:ext>
              </a:extLst>
            </p:cNvPr>
            <p:cNvSpPr>
              <a:spLocks noGrp="1"/>
            </p:cNvSpPr>
            <p:nvPr/>
          </p:nvSpPr>
          <p:spPr>
            <a:xfrm>
              <a:off x="237588" y="4895249"/>
              <a:ext cx="10566" cy="61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6" name="asset_3422_26">
              <a:extLst>
                <a:ext uri="{FF2B5EF4-FFF2-40B4-BE49-F238E27FC236}">
                  <a16:creationId xmlns:a16="http://schemas.microsoft.com/office/drawing/2014/main" id="{E7FC5FF9-C186-4B07-BC15-A8F8BE03694E}"/>
                </a:ext>
              </a:extLst>
            </p:cNvPr>
            <p:cNvSpPr>
              <a:spLocks noGrp="1"/>
            </p:cNvSpPr>
            <p:nvPr/>
          </p:nvSpPr>
          <p:spPr>
            <a:xfrm>
              <a:off x="301686" y="4928199"/>
              <a:ext cx="31620" cy="3162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7" name="asset_3422_27">
              <a:extLst>
                <a:ext uri="{FF2B5EF4-FFF2-40B4-BE49-F238E27FC236}">
                  <a16:creationId xmlns:a16="http://schemas.microsoft.com/office/drawing/2014/main" id="{2A73BC2B-47FA-4EE0-9254-D78B0ECA431D}"/>
                </a:ext>
              </a:extLst>
            </p:cNvPr>
            <p:cNvSpPr>
              <a:spLocks noGrp="1"/>
            </p:cNvSpPr>
            <p:nvPr/>
          </p:nvSpPr>
          <p:spPr>
            <a:xfrm>
              <a:off x="308484" y="4934207"/>
              <a:ext cx="10277" cy="600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8" name="asset_3422_28">
              <a:extLst>
                <a:ext uri="{FF2B5EF4-FFF2-40B4-BE49-F238E27FC236}">
                  <a16:creationId xmlns:a16="http://schemas.microsoft.com/office/drawing/2014/main" id="{BABB876E-F903-4F27-8C46-C5727C0CAF7B}"/>
                </a:ext>
              </a:extLst>
            </p:cNvPr>
            <p:cNvSpPr>
              <a:spLocks noGrp="1"/>
            </p:cNvSpPr>
            <p:nvPr/>
          </p:nvSpPr>
          <p:spPr>
            <a:xfrm>
              <a:off x="188764" y="4922985"/>
              <a:ext cx="37593" cy="3759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9" name="asset_3422_29">
              <a:extLst>
                <a:ext uri="{FF2B5EF4-FFF2-40B4-BE49-F238E27FC236}">
                  <a16:creationId xmlns:a16="http://schemas.microsoft.com/office/drawing/2014/main" id="{FFAB5239-0F57-4006-BA1B-F1BAE3E5D4CC}"/>
                </a:ext>
              </a:extLst>
            </p:cNvPr>
            <p:cNvSpPr>
              <a:spLocks noGrp="1"/>
            </p:cNvSpPr>
            <p:nvPr/>
          </p:nvSpPr>
          <p:spPr>
            <a:xfrm>
              <a:off x="196847" y="4930127"/>
              <a:ext cx="12218" cy="714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0" name="asset_3422_30">
              <a:extLst>
                <a:ext uri="{FF2B5EF4-FFF2-40B4-BE49-F238E27FC236}">
                  <a16:creationId xmlns:a16="http://schemas.microsoft.com/office/drawing/2014/main" id="{BB944D80-AE7A-4E86-BF5D-076263DBDB98}"/>
                </a:ext>
              </a:extLst>
            </p:cNvPr>
            <p:cNvSpPr>
              <a:spLocks noGrp="1"/>
            </p:cNvSpPr>
            <p:nvPr/>
          </p:nvSpPr>
          <p:spPr>
            <a:xfrm>
              <a:off x="218174" y="4997359"/>
              <a:ext cx="31164" cy="3116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1" name="asset_3422_31">
              <a:extLst>
                <a:ext uri="{FF2B5EF4-FFF2-40B4-BE49-F238E27FC236}">
                  <a16:creationId xmlns:a16="http://schemas.microsoft.com/office/drawing/2014/main" id="{A46BAD26-760D-40DD-9727-BAC6C1320743}"/>
                </a:ext>
              </a:extLst>
            </p:cNvPr>
            <p:cNvSpPr>
              <a:spLocks noGrp="1"/>
            </p:cNvSpPr>
            <p:nvPr/>
          </p:nvSpPr>
          <p:spPr>
            <a:xfrm>
              <a:off x="224874" y="5003280"/>
              <a:ext cx="10128" cy="592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2" name="asset_3422_32">
              <a:extLst>
                <a:ext uri="{FF2B5EF4-FFF2-40B4-BE49-F238E27FC236}">
                  <a16:creationId xmlns:a16="http://schemas.microsoft.com/office/drawing/2014/main" id="{AACFAED0-E569-4C5A-9B65-724EFBAA261F}"/>
                </a:ext>
              </a:extLst>
            </p:cNvPr>
            <p:cNvSpPr>
              <a:spLocks noGrp="1"/>
            </p:cNvSpPr>
            <p:nvPr/>
          </p:nvSpPr>
          <p:spPr>
            <a:xfrm>
              <a:off x="291333" y="4860690"/>
              <a:ext cx="35713" cy="357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3" name="asset_3422_33">
              <a:extLst>
                <a:ext uri="{FF2B5EF4-FFF2-40B4-BE49-F238E27FC236}">
                  <a16:creationId xmlns:a16="http://schemas.microsoft.com/office/drawing/2014/main" id="{CED842F7-E7C8-4ABC-BB52-1DBE3C061C2A}"/>
                </a:ext>
              </a:extLst>
            </p:cNvPr>
            <p:cNvSpPr>
              <a:spLocks noGrp="1"/>
            </p:cNvSpPr>
            <p:nvPr/>
          </p:nvSpPr>
          <p:spPr>
            <a:xfrm>
              <a:off x="299012" y="4867475"/>
              <a:ext cx="11607" cy="678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4" name="asset_3422_34">
              <a:extLst>
                <a:ext uri="{FF2B5EF4-FFF2-40B4-BE49-F238E27FC236}">
                  <a16:creationId xmlns:a16="http://schemas.microsoft.com/office/drawing/2014/main" id="{AD5B420C-0971-4FE8-8DF8-8AD47487E609}"/>
                </a:ext>
              </a:extLst>
            </p:cNvPr>
            <p:cNvSpPr>
              <a:spLocks noGrp="1"/>
            </p:cNvSpPr>
            <p:nvPr/>
          </p:nvSpPr>
          <p:spPr>
            <a:xfrm>
              <a:off x="190779" y="4973792"/>
              <a:ext cx="35794" cy="3579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5" name="asset_3422_35">
              <a:extLst>
                <a:ext uri="{FF2B5EF4-FFF2-40B4-BE49-F238E27FC236}">
                  <a16:creationId xmlns:a16="http://schemas.microsoft.com/office/drawing/2014/main" id="{5EE83361-B159-434C-8637-12D82604E302}"/>
                </a:ext>
              </a:extLst>
            </p:cNvPr>
            <p:cNvSpPr>
              <a:spLocks noGrp="1"/>
            </p:cNvSpPr>
            <p:nvPr/>
          </p:nvSpPr>
          <p:spPr>
            <a:xfrm>
              <a:off x="198475" y="4980593"/>
              <a:ext cx="11633" cy="680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6" name="asset_3422_36">
              <a:extLst>
                <a:ext uri="{FF2B5EF4-FFF2-40B4-BE49-F238E27FC236}">
                  <a16:creationId xmlns:a16="http://schemas.microsoft.com/office/drawing/2014/main" id="{43BE8EFE-72EF-4A4D-95CA-B86188EA255E}"/>
                </a:ext>
              </a:extLst>
            </p:cNvPr>
            <p:cNvSpPr>
              <a:spLocks noGrp="1"/>
            </p:cNvSpPr>
            <p:nvPr/>
          </p:nvSpPr>
          <p:spPr>
            <a:xfrm>
              <a:off x="225392" y="4818090"/>
              <a:ext cx="40954" cy="4095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7" name="asset_3422_37">
              <a:extLst>
                <a:ext uri="{FF2B5EF4-FFF2-40B4-BE49-F238E27FC236}">
                  <a16:creationId xmlns:a16="http://schemas.microsoft.com/office/drawing/2014/main" id="{DA3DF571-E236-4366-AF8A-9469DECEE62B}"/>
                </a:ext>
              </a:extLst>
            </p:cNvPr>
            <p:cNvSpPr>
              <a:spLocks noGrp="1"/>
            </p:cNvSpPr>
            <p:nvPr/>
          </p:nvSpPr>
          <p:spPr>
            <a:xfrm>
              <a:off x="234197" y="4825872"/>
              <a:ext cx="13310" cy="778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8" name="asset_3422_38">
              <a:extLst>
                <a:ext uri="{FF2B5EF4-FFF2-40B4-BE49-F238E27FC236}">
                  <a16:creationId xmlns:a16="http://schemas.microsoft.com/office/drawing/2014/main" id="{A24DDF83-E49C-4901-AC73-C26A20FA474F}"/>
                </a:ext>
              </a:extLst>
            </p:cNvPr>
            <p:cNvSpPr>
              <a:spLocks noGrp="1"/>
            </p:cNvSpPr>
            <p:nvPr/>
          </p:nvSpPr>
          <p:spPr>
            <a:xfrm>
              <a:off x="202785" y="4934968"/>
              <a:ext cx="44618" cy="446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9" name="asset_3422_39">
              <a:extLst>
                <a:ext uri="{FF2B5EF4-FFF2-40B4-BE49-F238E27FC236}">
                  <a16:creationId xmlns:a16="http://schemas.microsoft.com/office/drawing/2014/main" id="{5855DFCA-3099-40FF-B9EE-38142ADE3AE5}"/>
                </a:ext>
              </a:extLst>
            </p:cNvPr>
            <p:cNvSpPr>
              <a:spLocks noGrp="1"/>
            </p:cNvSpPr>
            <p:nvPr/>
          </p:nvSpPr>
          <p:spPr>
            <a:xfrm>
              <a:off x="212377" y="4943445"/>
              <a:ext cx="14501" cy="84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0" name="asset_3422_40">
              <a:extLst>
                <a:ext uri="{FF2B5EF4-FFF2-40B4-BE49-F238E27FC236}">
                  <a16:creationId xmlns:a16="http://schemas.microsoft.com/office/drawing/2014/main" id="{FEBB2ED5-FFEC-48E9-A8F7-9533C7C15236}"/>
                </a:ext>
              </a:extLst>
            </p:cNvPr>
            <p:cNvSpPr>
              <a:spLocks noGrp="1"/>
            </p:cNvSpPr>
            <p:nvPr/>
          </p:nvSpPr>
          <p:spPr>
            <a:xfrm>
              <a:off x="338599" y="4889037"/>
              <a:ext cx="31138" cy="3113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1" name="asset_3422_41">
              <a:extLst>
                <a:ext uri="{FF2B5EF4-FFF2-40B4-BE49-F238E27FC236}">
                  <a16:creationId xmlns:a16="http://schemas.microsoft.com/office/drawing/2014/main" id="{FE010273-4076-4A56-8D61-534330988090}"/>
                </a:ext>
              </a:extLst>
            </p:cNvPr>
            <p:cNvSpPr>
              <a:spLocks noGrp="1"/>
            </p:cNvSpPr>
            <p:nvPr/>
          </p:nvSpPr>
          <p:spPr>
            <a:xfrm>
              <a:off x="345294" y="4894953"/>
              <a:ext cx="10120" cy="591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2" name="asset_3422_42">
              <a:extLst>
                <a:ext uri="{FF2B5EF4-FFF2-40B4-BE49-F238E27FC236}">
                  <a16:creationId xmlns:a16="http://schemas.microsoft.com/office/drawing/2014/main" id="{5B05720A-34E2-4D37-BDE7-6636E9CB3BF8}"/>
                </a:ext>
              </a:extLst>
            </p:cNvPr>
            <p:cNvSpPr>
              <a:spLocks noGrp="1"/>
            </p:cNvSpPr>
            <p:nvPr/>
          </p:nvSpPr>
          <p:spPr>
            <a:xfrm>
              <a:off x="320967" y="4999928"/>
              <a:ext cx="43221" cy="4322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3" name="asset_3422_43">
              <a:extLst>
                <a:ext uri="{FF2B5EF4-FFF2-40B4-BE49-F238E27FC236}">
                  <a16:creationId xmlns:a16="http://schemas.microsoft.com/office/drawing/2014/main" id="{6886DB43-FF4D-4532-BF3D-1AFAC8805942}"/>
                </a:ext>
              </a:extLst>
            </p:cNvPr>
            <p:cNvSpPr>
              <a:spLocks noGrp="1"/>
            </p:cNvSpPr>
            <p:nvPr/>
          </p:nvSpPr>
          <p:spPr>
            <a:xfrm>
              <a:off x="330259" y="5008140"/>
              <a:ext cx="14047" cy="821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4" name="asset_3422_44">
              <a:extLst>
                <a:ext uri="{FF2B5EF4-FFF2-40B4-BE49-F238E27FC236}">
                  <a16:creationId xmlns:a16="http://schemas.microsoft.com/office/drawing/2014/main" id="{76DA8448-F880-4A83-BB62-667799EA5268}"/>
                </a:ext>
              </a:extLst>
            </p:cNvPr>
            <p:cNvSpPr>
              <a:spLocks noGrp="1"/>
            </p:cNvSpPr>
            <p:nvPr/>
          </p:nvSpPr>
          <p:spPr>
            <a:xfrm>
              <a:off x="350970" y="4966161"/>
              <a:ext cx="35562" cy="355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5" name="asset_3422_45">
              <a:extLst>
                <a:ext uri="{FF2B5EF4-FFF2-40B4-BE49-F238E27FC236}">
                  <a16:creationId xmlns:a16="http://schemas.microsoft.com/office/drawing/2014/main" id="{4B5981FE-AF96-4743-BD4E-1081E06F9481}"/>
                </a:ext>
              </a:extLst>
            </p:cNvPr>
            <p:cNvSpPr>
              <a:spLocks noGrp="1"/>
            </p:cNvSpPr>
            <p:nvPr/>
          </p:nvSpPr>
          <p:spPr>
            <a:xfrm>
              <a:off x="358616" y="4972917"/>
              <a:ext cx="11558" cy="675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6" name="asset_3422_46">
              <a:extLst>
                <a:ext uri="{FF2B5EF4-FFF2-40B4-BE49-F238E27FC236}">
                  <a16:creationId xmlns:a16="http://schemas.microsoft.com/office/drawing/2014/main" id="{748CBAA8-2C08-4BE4-AA1F-8BC2B26289AB}"/>
                </a:ext>
              </a:extLst>
            </p:cNvPr>
            <p:cNvSpPr>
              <a:spLocks noGrp="1"/>
            </p:cNvSpPr>
            <p:nvPr/>
          </p:nvSpPr>
          <p:spPr>
            <a:xfrm>
              <a:off x="218758" y="4839345"/>
              <a:ext cx="38113" cy="381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7" name="asset_3422_47">
              <a:extLst>
                <a:ext uri="{FF2B5EF4-FFF2-40B4-BE49-F238E27FC236}">
                  <a16:creationId xmlns:a16="http://schemas.microsoft.com/office/drawing/2014/main" id="{74069FEB-5DA7-47AB-A8FC-B32A4EF8BCF3}"/>
                </a:ext>
              </a:extLst>
            </p:cNvPr>
            <p:cNvSpPr>
              <a:spLocks noGrp="1"/>
            </p:cNvSpPr>
            <p:nvPr/>
          </p:nvSpPr>
          <p:spPr>
            <a:xfrm>
              <a:off x="226952" y="4846587"/>
              <a:ext cx="12387" cy="72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8" name="asset_3422_48">
              <a:extLst>
                <a:ext uri="{FF2B5EF4-FFF2-40B4-BE49-F238E27FC236}">
                  <a16:creationId xmlns:a16="http://schemas.microsoft.com/office/drawing/2014/main" id="{A6A50CBB-9A14-4E82-A658-DAD4BBF03B49}"/>
                </a:ext>
              </a:extLst>
            </p:cNvPr>
            <p:cNvSpPr>
              <a:spLocks noGrp="1"/>
            </p:cNvSpPr>
            <p:nvPr/>
          </p:nvSpPr>
          <p:spPr>
            <a:xfrm>
              <a:off x="341389" y="4932820"/>
              <a:ext cx="34691" cy="3469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9" name="asset_3422_49">
              <a:extLst>
                <a:ext uri="{FF2B5EF4-FFF2-40B4-BE49-F238E27FC236}">
                  <a16:creationId xmlns:a16="http://schemas.microsoft.com/office/drawing/2014/main" id="{6A1514E4-D205-49A7-88CF-D96ABE73C40E}"/>
                </a:ext>
              </a:extLst>
            </p:cNvPr>
            <p:cNvSpPr>
              <a:spLocks noGrp="1"/>
            </p:cNvSpPr>
            <p:nvPr/>
          </p:nvSpPr>
          <p:spPr>
            <a:xfrm>
              <a:off x="348848" y="4939412"/>
              <a:ext cx="11275" cy="659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0" name="asset_3422_50">
              <a:extLst>
                <a:ext uri="{FF2B5EF4-FFF2-40B4-BE49-F238E27FC236}">
                  <a16:creationId xmlns:a16="http://schemas.microsoft.com/office/drawing/2014/main" id="{2A801525-37C3-4507-8E75-FDC0F197A770}"/>
                </a:ext>
              </a:extLst>
            </p:cNvPr>
            <p:cNvSpPr>
              <a:spLocks noGrp="1"/>
            </p:cNvSpPr>
            <p:nvPr/>
          </p:nvSpPr>
          <p:spPr>
            <a:xfrm>
              <a:off x="216428" y="4994121"/>
              <a:ext cx="37106" cy="3710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1" name="asset_3422_51">
              <a:extLst>
                <a:ext uri="{FF2B5EF4-FFF2-40B4-BE49-F238E27FC236}">
                  <a16:creationId xmlns:a16="http://schemas.microsoft.com/office/drawing/2014/main" id="{AC850C43-E2DD-4B66-BEC7-82AE91B39D8D}"/>
                </a:ext>
              </a:extLst>
            </p:cNvPr>
            <p:cNvSpPr>
              <a:spLocks noGrp="1"/>
            </p:cNvSpPr>
            <p:nvPr/>
          </p:nvSpPr>
          <p:spPr>
            <a:xfrm>
              <a:off x="224406" y="5001171"/>
              <a:ext cx="12060" cy="705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2" name="asset_3422_52">
              <a:extLst>
                <a:ext uri="{FF2B5EF4-FFF2-40B4-BE49-F238E27FC236}">
                  <a16:creationId xmlns:a16="http://schemas.microsoft.com/office/drawing/2014/main" id="{52E40259-ABAD-4E5D-8024-452B2EAA70F4}"/>
                </a:ext>
              </a:extLst>
            </p:cNvPr>
            <p:cNvSpPr>
              <a:spLocks noGrp="1"/>
            </p:cNvSpPr>
            <p:nvPr/>
          </p:nvSpPr>
          <p:spPr>
            <a:xfrm>
              <a:off x="264136" y="4989684"/>
              <a:ext cx="38739" cy="38739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3" name="asset_3422_53">
              <a:extLst>
                <a:ext uri="{FF2B5EF4-FFF2-40B4-BE49-F238E27FC236}">
                  <a16:creationId xmlns:a16="http://schemas.microsoft.com/office/drawing/2014/main" id="{9FA80880-D39F-4152-8148-2735148F349B}"/>
                </a:ext>
              </a:extLst>
            </p:cNvPr>
            <p:cNvSpPr>
              <a:spLocks noGrp="1"/>
            </p:cNvSpPr>
            <p:nvPr/>
          </p:nvSpPr>
          <p:spPr>
            <a:xfrm>
              <a:off x="272465" y="4997045"/>
              <a:ext cx="12590" cy="736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4" name="asset_3422_54">
              <a:extLst>
                <a:ext uri="{FF2B5EF4-FFF2-40B4-BE49-F238E27FC236}">
                  <a16:creationId xmlns:a16="http://schemas.microsoft.com/office/drawing/2014/main" id="{EB9E1684-F7CC-4CBA-A1C5-561FDC878716}"/>
                </a:ext>
              </a:extLst>
            </p:cNvPr>
            <p:cNvSpPr>
              <a:spLocks noGrp="1"/>
            </p:cNvSpPr>
            <p:nvPr/>
          </p:nvSpPr>
          <p:spPr>
            <a:xfrm>
              <a:off x="259170" y="4848057"/>
              <a:ext cx="31787" cy="3178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5" name="asset_3422_55">
              <a:extLst>
                <a:ext uri="{FF2B5EF4-FFF2-40B4-BE49-F238E27FC236}">
                  <a16:creationId xmlns:a16="http://schemas.microsoft.com/office/drawing/2014/main" id="{3B1DC993-5CE0-4E0F-866F-A7896025577F}"/>
                </a:ext>
              </a:extLst>
            </p:cNvPr>
            <p:cNvSpPr>
              <a:spLocks noGrp="1"/>
            </p:cNvSpPr>
            <p:nvPr/>
          </p:nvSpPr>
          <p:spPr>
            <a:xfrm>
              <a:off x="266004" y="4854097"/>
              <a:ext cx="10331" cy="603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6" name="asset_3422_56">
              <a:extLst>
                <a:ext uri="{FF2B5EF4-FFF2-40B4-BE49-F238E27FC236}">
                  <a16:creationId xmlns:a16="http://schemas.microsoft.com/office/drawing/2014/main" id="{5040DA87-F568-49ED-AA05-E7A03A54681E}"/>
                </a:ext>
              </a:extLst>
            </p:cNvPr>
            <p:cNvSpPr>
              <a:spLocks noGrp="1"/>
            </p:cNvSpPr>
            <p:nvPr/>
          </p:nvSpPr>
          <p:spPr>
            <a:xfrm>
              <a:off x="339932" y="4846499"/>
              <a:ext cx="35333" cy="3533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7" name="asset_3422_57">
              <a:extLst>
                <a:ext uri="{FF2B5EF4-FFF2-40B4-BE49-F238E27FC236}">
                  <a16:creationId xmlns:a16="http://schemas.microsoft.com/office/drawing/2014/main" id="{40670EC9-23BE-4A11-A490-746F247ECC6F}"/>
                </a:ext>
              </a:extLst>
            </p:cNvPr>
            <p:cNvSpPr>
              <a:spLocks noGrp="1"/>
            </p:cNvSpPr>
            <p:nvPr/>
          </p:nvSpPr>
          <p:spPr>
            <a:xfrm>
              <a:off x="347528" y="4853212"/>
              <a:ext cx="11483" cy="671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8" name="asset_3422_58">
              <a:extLst>
                <a:ext uri="{FF2B5EF4-FFF2-40B4-BE49-F238E27FC236}">
                  <a16:creationId xmlns:a16="http://schemas.microsoft.com/office/drawing/2014/main" id="{209EA37E-DA69-4AC4-9D1A-CBCC17531F37}"/>
                </a:ext>
              </a:extLst>
            </p:cNvPr>
            <p:cNvSpPr>
              <a:spLocks noGrp="1"/>
            </p:cNvSpPr>
            <p:nvPr/>
          </p:nvSpPr>
          <p:spPr>
            <a:xfrm>
              <a:off x="247737" y="4821086"/>
              <a:ext cx="41986" cy="4198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9" name="asset_3422_59">
              <a:extLst>
                <a:ext uri="{FF2B5EF4-FFF2-40B4-BE49-F238E27FC236}">
                  <a16:creationId xmlns:a16="http://schemas.microsoft.com/office/drawing/2014/main" id="{2090D247-F09C-427E-B69B-6DAAF5DF6CCF}"/>
                </a:ext>
              </a:extLst>
            </p:cNvPr>
            <p:cNvSpPr>
              <a:spLocks noGrp="1"/>
            </p:cNvSpPr>
            <p:nvPr/>
          </p:nvSpPr>
          <p:spPr>
            <a:xfrm>
              <a:off x="256763" y="4829063"/>
              <a:ext cx="13645" cy="79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0" name="asset_3422_60">
              <a:extLst>
                <a:ext uri="{FF2B5EF4-FFF2-40B4-BE49-F238E27FC236}">
                  <a16:creationId xmlns:a16="http://schemas.microsoft.com/office/drawing/2014/main" id="{2BF85604-0626-4329-B79C-EDF82CFEB0DC}"/>
                </a:ext>
              </a:extLst>
            </p:cNvPr>
            <p:cNvSpPr>
              <a:spLocks noGrp="1"/>
            </p:cNvSpPr>
            <p:nvPr/>
          </p:nvSpPr>
          <p:spPr>
            <a:xfrm>
              <a:off x="352013" y="4951727"/>
              <a:ext cx="41933" cy="4193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1" name="asset_3422_61">
              <a:extLst>
                <a:ext uri="{FF2B5EF4-FFF2-40B4-BE49-F238E27FC236}">
                  <a16:creationId xmlns:a16="http://schemas.microsoft.com/office/drawing/2014/main" id="{AF969BB1-9196-476B-A37A-F8F70D6EDD13}"/>
                </a:ext>
              </a:extLst>
            </p:cNvPr>
            <p:cNvSpPr>
              <a:spLocks noGrp="1"/>
            </p:cNvSpPr>
            <p:nvPr/>
          </p:nvSpPr>
          <p:spPr>
            <a:xfrm>
              <a:off x="361028" y="4959695"/>
              <a:ext cx="13628" cy="796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2" name="asset_3422_62">
              <a:extLst>
                <a:ext uri="{FF2B5EF4-FFF2-40B4-BE49-F238E27FC236}">
                  <a16:creationId xmlns:a16="http://schemas.microsoft.com/office/drawing/2014/main" id="{46ECA087-A579-4CBC-85EE-38755A5B9CA9}"/>
                </a:ext>
              </a:extLst>
            </p:cNvPr>
            <p:cNvSpPr>
              <a:spLocks noGrp="1"/>
            </p:cNvSpPr>
            <p:nvPr/>
          </p:nvSpPr>
          <p:spPr>
            <a:xfrm>
              <a:off x="280588" y="4991959"/>
              <a:ext cx="33271" cy="3327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3" name="asset_3422_63">
              <a:extLst>
                <a:ext uri="{FF2B5EF4-FFF2-40B4-BE49-F238E27FC236}">
                  <a16:creationId xmlns:a16="http://schemas.microsoft.com/office/drawing/2014/main" id="{B260533A-BF7B-4F7D-BDC7-44064CF1E838}"/>
                </a:ext>
              </a:extLst>
            </p:cNvPr>
            <p:cNvSpPr>
              <a:spLocks noGrp="1"/>
            </p:cNvSpPr>
            <p:nvPr/>
          </p:nvSpPr>
          <p:spPr>
            <a:xfrm>
              <a:off x="287741" y="4998280"/>
              <a:ext cx="10813" cy="632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4" name="asset_3422_64">
              <a:extLst>
                <a:ext uri="{FF2B5EF4-FFF2-40B4-BE49-F238E27FC236}">
                  <a16:creationId xmlns:a16="http://schemas.microsoft.com/office/drawing/2014/main" id="{3CAC0C6D-02F8-4588-BD45-22A16FD30CC6}"/>
                </a:ext>
              </a:extLst>
            </p:cNvPr>
            <p:cNvSpPr>
              <a:spLocks noGrp="1"/>
            </p:cNvSpPr>
            <p:nvPr/>
          </p:nvSpPr>
          <p:spPr>
            <a:xfrm>
              <a:off x="335774" y="4884877"/>
              <a:ext cx="37623" cy="3762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5" name="asset_3422_65">
              <a:extLst>
                <a:ext uri="{FF2B5EF4-FFF2-40B4-BE49-F238E27FC236}">
                  <a16:creationId xmlns:a16="http://schemas.microsoft.com/office/drawing/2014/main" id="{5C163C6E-8E51-4AA2-BC23-1A29DDB45BCB}"/>
                </a:ext>
              </a:extLst>
            </p:cNvPr>
            <p:cNvSpPr>
              <a:spLocks noGrp="1"/>
            </p:cNvSpPr>
            <p:nvPr/>
          </p:nvSpPr>
          <p:spPr>
            <a:xfrm>
              <a:off x="343862" y="4892025"/>
              <a:ext cx="12227" cy="714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6" name="asset_3422_66">
              <a:extLst>
                <a:ext uri="{FF2B5EF4-FFF2-40B4-BE49-F238E27FC236}">
                  <a16:creationId xmlns:a16="http://schemas.microsoft.com/office/drawing/2014/main" id="{D41FDECB-DD06-43EB-8BEE-72351B9415A4}"/>
                </a:ext>
              </a:extLst>
            </p:cNvPr>
            <p:cNvSpPr>
              <a:spLocks noGrp="1"/>
            </p:cNvSpPr>
            <p:nvPr/>
          </p:nvSpPr>
          <p:spPr>
            <a:xfrm>
              <a:off x="328939" y="4981497"/>
              <a:ext cx="33522" cy="3352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7" name="asset_3422_67">
              <a:extLst>
                <a:ext uri="{FF2B5EF4-FFF2-40B4-BE49-F238E27FC236}">
                  <a16:creationId xmlns:a16="http://schemas.microsoft.com/office/drawing/2014/main" id="{3FFB4D7C-2287-426D-999A-56DCCE09E5DB}"/>
                </a:ext>
              </a:extLst>
            </p:cNvPr>
            <p:cNvSpPr>
              <a:spLocks noGrp="1"/>
            </p:cNvSpPr>
            <p:nvPr/>
          </p:nvSpPr>
          <p:spPr>
            <a:xfrm>
              <a:off x="336146" y="4987866"/>
              <a:ext cx="10895" cy="636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8" name="asset_3422_68">
              <a:extLst>
                <a:ext uri="{FF2B5EF4-FFF2-40B4-BE49-F238E27FC236}">
                  <a16:creationId xmlns:a16="http://schemas.microsoft.com/office/drawing/2014/main" id="{F754A500-B240-4880-969D-780FC5BCDBF4}"/>
                </a:ext>
              </a:extLst>
            </p:cNvPr>
            <p:cNvSpPr>
              <a:spLocks noGrp="1"/>
            </p:cNvSpPr>
            <p:nvPr/>
          </p:nvSpPr>
          <p:spPr>
            <a:xfrm>
              <a:off x="252204" y="4955574"/>
              <a:ext cx="31928" cy="3192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9" name="asset_3422_69">
              <a:extLst>
                <a:ext uri="{FF2B5EF4-FFF2-40B4-BE49-F238E27FC236}">
                  <a16:creationId xmlns:a16="http://schemas.microsoft.com/office/drawing/2014/main" id="{D6FCC8BB-F7CD-4300-8711-BA2B6E2E7DEE}"/>
                </a:ext>
              </a:extLst>
            </p:cNvPr>
            <p:cNvSpPr>
              <a:spLocks noGrp="1"/>
            </p:cNvSpPr>
            <p:nvPr/>
          </p:nvSpPr>
          <p:spPr>
            <a:xfrm>
              <a:off x="259069" y="4961640"/>
              <a:ext cx="10376" cy="606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0" name="asset_3422_70">
              <a:extLst>
                <a:ext uri="{FF2B5EF4-FFF2-40B4-BE49-F238E27FC236}">
                  <a16:creationId xmlns:a16="http://schemas.microsoft.com/office/drawing/2014/main" id="{A4D52D69-D09B-4622-8C6F-FE6F802F9396}"/>
                </a:ext>
              </a:extLst>
            </p:cNvPr>
            <p:cNvSpPr>
              <a:spLocks noGrp="1"/>
            </p:cNvSpPr>
            <p:nvPr/>
          </p:nvSpPr>
          <p:spPr>
            <a:xfrm>
              <a:off x="351225" y="4959284"/>
              <a:ext cx="35375" cy="35375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1" name="asset_3422_71">
              <a:extLst>
                <a:ext uri="{FF2B5EF4-FFF2-40B4-BE49-F238E27FC236}">
                  <a16:creationId xmlns:a16="http://schemas.microsoft.com/office/drawing/2014/main" id="{20F561E7-035D-475C-BF20-D6CDCB488752}"/>
                </a:ext>
              </a:extLst>
            </p:cNvPr>
            <p:cNvSpPr>
              <a:spLocks noGrp="1"/>
            </p:cNvSpPr>
            <p:nvPr/>
          </p:nvSpPr>
          <p:spPr>
            <a:xfrm>
              <a:off x="358831" y="4966005"/>
              <a:ext cx="11497" cy="672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2" name="asset_3422_72">
              <a:extLst>
                <a:ext uri="{FF2B5EF4-FFF2-40B4-BE49-F238E27FC236}">
                  <a16:creationId xmlns:a16="http://schemas.microsoft.com/office/drawing/2014/main" id="{0842A828-5EEB-4B73-AB87-AE1E381C62F2}"/>
                </a:ext>
              </a:extLst>
            </p:cNvPr>
            <p:cNvSpPr>
              <a:spLocks noGrp="1"/>
            </p:cNvSpPr>
            <p:nvPr/>
          </p:nvSpPr>
          <p:spPr>
            <a:xfrm>
              <a:off x="283858" y="4807960"/>
              <a:ext cx="50708" cy="5070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3" name="asset_3422_73">
              <a:extLst>
                <a:ext uri="{FF2B5EF4-FFF2-40B4-BE49-F238E27FC236}">
                  <a16:creationId xmlns:a16="http://schemas.microsoft.com/office/drawing/2014/main" id="{A3489609-C18A-4B89-94ED-1A33D37CDDDF}"/>
                </a:ext>
              </a:extLst>
            </p:cNvPr>
            <p:cNvSpPr>
              <a:spLocks noGrp="1"/>
            </p:cNvSpPr>
            <p:nvPr/>
          </p:nvSpPr>
          <p:spPr>
            <a:xfrm>
              <a:off x="294760" y="4817594"/>
              <a:ext cx="16480" cy="963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4" name="asset_3422_74">
              <a:extLst>
                <a:ext uri="{FF2B5EF4-FFF2-40B4-BE49-F238E27FC236}">
                  <a16:creationId xmlns:a16="http://schemas.microsoft.com/office/drawing/2014/main" id="{5D1052BF-CEF3-4BC1-960D-EAE2B2D4B637}"/>
                </a:ext>
              </a:extLst>
            </p:cNvPr>
            <p:cNvSpPr>
              <a:spLocks noGrp="1"/>
            </p:cNvSpPr>
            <p:nvPr/>
          </p:nvSpPr>
          <p:spPr>
            <a:xfrm>
              <a:off x="227957" y="4916303"/>
              <a:ext cx="43904" cy="4390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5" name="asset_3422_75">
              <a:extLst>
                <a:ext uri="{FF2B5EF4-FFF2-40B4-BE49-F238E27FC236}">
                  <a16:creationId xmlns:a16="http://schemas.microsoft.com/office/drawing/2014/main" id="{90022AAB-FF8F-4106-9388-5C94CC256F18}"/>
                </a:ext>
              </a:extLst>
            </p:cNvPr>
            <p:cNvSpPr>
              <a:spLocks noGrp="1"/>
            </p:cNvSpPr>
            <p:nvPr/>
          </p:nvSpPr>
          <p:spPr>
            <a:xfrm>
              <a:off x="237396" y="4924644"/>
              <a:ext cx="14269" cy="834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6" name="asset_3422_76">
              <a:extLst>
                <a:ext uri="{FF2B5EF4-FFF2-40B4-BE49-F238E27FC236}">
                  <a16:creationId xmlns:a16="http://schemas.microsoft.com/office/drawing/2014/main" id="{22AF82F4-4F32-44CD-85B8-C8A72B4CA501}"/>
                </a:ext>
              </a:extLst>
            </p:cNvPr>
            <p:cNvSpPr>
              <a:spLocks noGrp="1"/>
            </p:cNvSpPr>
            <p:nvPr/>
          </p:nvSpPr>
          <p:spPr>
            <a:xfrm>
              <a:off x="308000" y="4902881"/>
              <a:ext cx="50802" cy="5080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7" name="asset_3422_77">
              <a:extLst>
                <a:ext uri="{FF2B5EF4-FFF2-40B4-BE49-F238E27FC236}">
                  <a16:creationId xmlns:a16="http://schemas.microsoft.com/office/drawing/2014/main" id="{8F6B68DE-B599-4735-B0EC-AB41D0A20EDE}"/>
                </a:ext>
              </a:extLst>
            </p:cNvPr>
            <p:cNvSpPr>
              <a:spLocks noGrp="1"/>
            </p:cNvSpPr>
            <p:nvPr/>
          </p:nvSpPr>
          <p:spPr>
            <a:xfrm>
              <a:off x="318923" y="4912533"/>
              <a:ext cx="16511" cy="965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8" name="asset_3422_78">
              <a:extLst>
                <a:ext uri="{FF2B5EF4-FFF2-40B4-BE49-F238E27FC236}">
                  <a16:creationId xmlns:a16="http://schemas.microsoft.com/office/drawing/2014/main" id="{B31790CD-66B6-4102-AC59-B5C7953EC25F}"/>
                </a:ext>
              </a:extLst>
            </p:cNvPr>
            <p:cNvSpPr>
              <a:spLocks noGrp="1"/>
            </p:cNvSpPr>
            <p:nvPr/>
          </p:nvSpPr>
          <p:spPr>
            <a:xfrm>
              <a:off x="221278" y="4892246"/>
              <a:ext cx="31003" cy="3100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9" name="asset_3422_79">
              <a:extLst>
                <a:ext uri="{FF2B5EF4-FFF2-40B4-BE49-F238E27FC236}">
                  <a16:creationId xmlns:a16="http://schemas.microsoft.com/office/drawing/2014/main" id="{9F4B37B7-BA9E-40B8-8B7F-E47A4C01A79B}"/>
                </a:ext>
              </a:extLst>
            </p:cNvPr>
            <p:cNvSpPr>
              <a:spLocks noGrp="1"/>
            </p:cNvSpPr>
            <p:nvPr/>
          </p:nvSpPr>
          <p:spPr>
            <a:xfrm>
              <a:off x="227943" y="4898137"/>
              <a:ext cx="10076" cy="589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0" name="asset_3422_80">
              <a:extLst>
                <a:ext uri="{FF2B5EF4-FFF2-40B4-BE49-F238E27FC236}">
                  <a16:creationId xmlns:a16="http://schemas.microsoft.com/office/drawing/2014/main" id="{F4081D7D-BF61-406A-9AD4-50ADB1CED8B3}"/>
                </a:ext>
              </a:extLst>
            </p:cNvPr>
            <p:cNvSpPr>
              <a:spLocks noGrp="1"/>
            </p:cNvSpPr>
            <p:nvPr/>
          </p:nvSpPr>
          <p:spPr>
            <a:xfrm>
              <a:off x="245288" y="4946120"/>
              <a:ext cx="42319" cy="42319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1" name="asset_3422_81">
              <a:extLst>
                <a:ext uri="{FF2B5EF4-FFF2-40B4-BE49-F238E27FC236}">
                  <a16:creationId xmlns:a16="http://schemas.microsoft.com/office/drawing/2014/main" id="{660F0098-C3C9-4A31-AFDC-AB3B5A39A906}"/>
                </a:ext>
              </a:extLst>
            </p:cNvPr>
            <p:cNvSpPr>
              <a:spLocks noGrp="1"/>
            </p:cNvSpPr>
            <p:nvPr/>
          </p:nvSpPr>
          <p:spPr>
            <a:xfrm>
              <a:off x="254387" y="4954160"/>
              <a:ext cx="13754" cy="80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2" name="asset_3422_82">
              <a:extLst>
                <a:ext uri="{FF2B5EF4-FFF2-40B4-BE49-F238E27FC236}">
                  <a16:creationId xmlns:a16="http://schemas.microsoft.com/office/drawing/2014/main" id="{5EAD2FC1-7505-4F83-A286-3E91FC448E7C}"/>
                </a:ext>
              </a:extLst>
            </p:cNvPr>
            <p:cNvSpPr>
              <a:spLocks noGrp="1"/>
            </p:cNvSpPr>
            <p:nvPr/>
          </p:nvSpPr>
          <p:spPr>
            <a:xfrm>
              <a:off x="295710" y="4881024"/>
              <a:ext cx="31860" cy="3186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3" name="asset_3422_83">
              <a:extLst>
                <a:ext uri="{FF2B5EF4-FFF2-40B4-BE49-F238E27FC236}">
                  <a16:creationId xmlns:a16="http://schemas.microsoft.com/office/drawing/2014/main" id="{F12A9BA7-D34E-414D-9A91-D491051E2A25}"/>
                </a:ext>
              </a:extLst>
            </p:cNvPr>
            <p:cNvSpPr>
              <a:spLocks noGrp="1"/>
            </p:cNvSpPr>
            <p:nvPr/>
          </p:nvSpPr>
          <p:spPr>
            <a:xfrm>
              <a:off x="302560" y="4887077"/>
              <a:ext cx="10354" cy="605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4" name="asset_3422_84">
              <a:extLst>
                <a:ext uri="{FF2B5EF4-FFF2-40B4-BE49-F238E27FC236}">
                  <a16:creationId xmlns:a16="http://schemas.microsoft.com/office/drawing/2014/main" id="{38BC6368-729F-47F7-AE1F-65767E2E25B5}"/>
                </a:ext>
              </a:extLst>
            </p:cNvPr>
            <p:cNvSpPr>
              <a:spLocks noGrp="1"/>
            </p:cNvSpPr>
            <p:nvPr/>
          </p:nvSpPr>
          <p:spPr>
            <a:xfrm>
              <a:off x="220856" y="4873218"/>
              <a:ext cx="35097" cy="3509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5" name="asset_3422_85">
              <a:extLst>
                <a:ext uri="{FF2B5EF4-FFF2-40B4-BE49-F238E27FC236}">
                  <a16:creationId xmlns:a16="http://schemas.microsoft.com/office/drawing/2014/main" id="{FF247E36-BA09-491F-A367-81AC46AF46F0}"/>
                </a:ext>
              </a:extLst>
            </p:cNvPr>
            <p:cNvSpPr>
              <a:spLocks noGrp="1"/>
            </p:cNvSpPr>
            <p:nvPr/>
          </p:nvSpPr>
          <p:spPr>
            <a:xfrm>
              <a:off x="228402" y="4879887"/>
              <a:ext cx="11407" cy="666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6" name="asset_3422_86">
              <a:extLst>
                <a:ext uri="{FF2B5EF4-FFF2-40B4-BE49-F238E27FC236}">
                  <a16:creationId xmlns:a16="http://schemas.microsoft.com/office/drawing/2014/main" id="{4B4D93C7-D11D-44D2-B31D-AF7A392B5B51}"/>
                </a:ext>
              </a:extLst>
            </p:cNvPr>
            <p:cNvSpPr>
              <a:spLocks noGrp="1"/>
            </p:cNvSpPr>
            <p:nvPr/>
          </p:nvSpPr>
          <p:spPr>
            <a:xfrm>
              <a:off x="196153" y="4954990"/>
              <a:ext cx="38214" cy="3821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7" name="asset_3422_87">
              <a:extLst>
                <a:ext uri="{FF2B5EF4-FFF2-40B4-BE49-F238E27FC236}">
                  <a16:creationId xmlns:a16="http://schemas.microsoft.com/office/drawing/2014/main" id="{CCA1FC3C-FDEC-4706-AD27-4C91FE943B10}"/>
                </a:ext>
              </a:extLst>
            </p:cNvPr>
            <p:cNvSpPr>
              <a:spLocks noGrp="1"/>
            </p:cNvSpPr>
            <p:nvPr/>
          </p:nvSpPr>
          <p:spPr>
            <a:xfrm>
              <a:off x="204369" y="4962251"/>
              <a:ext cx="12420" cy="726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8" name="asset_3422_88">
              <a:extLst>
                <a:ext uri="{FF2B5EF4-FFF2-40B4-BE49-F238E27FC236}">
                  <a16:creationId xmlns:a16="http://schemas.microsoft.com/office/drawing/2014/main" id="{8B2DEABE-D846-4A68-B344-84E6285C5E17}"/>
                </a:ext>
              </a:extLst>
            </p:cNvPr>
            <p:cNvSpPr>
              <a:spLocks noGrp="1"/>
            </p:cNvSpPr>
            <p:nvPr/>
          </p:nvSpPr>
          <p:spPr>
            <a:xfrm>
              <a:off x="311634" y="4857039"/>
              <a:ext cx="32924" cy="3292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9" name="asset_3422_89">
              <a:extLst>
                <a:ext uri="{FF2B5EF4-FFF2-40B4-BE49-F238E27FC236}">
                  <a16:creationId xmlns:a16="http://schemas.microsoft.com/office/drawing/2014/main" id="{0428F975-0943-43E8-A022-99931BBF54AC}"/>
                </a:ext>
              </a:extLst>
            </p:cNvPr>
            <p:cNvSpPr>
              <a:spLocks noGrp="1"/>
            </p:cNvSpPr>
            <p:nvPr/>
          </p:nvSpPr>
          <p:spPr>
            <a:xfrm>
              <a:off x="318713" y="4863294"/>
              <a:ext cx="10700" cy="625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0" name="asset_3422_90">
              <a:extLst>
                <a:ext uri="{FF2B5EF4-FFF2-40B4-BE49-F238E27FC236}">
                  <a16:creationId xmlns:a16="http://schemas.microsoft.com/office/drawing/2014/main" id="{6FDCCA8E-1E63-4385-97EC-32BCFFD11ACF}"/>
                </a:ext>
              </a:extLst>
            </p:cNvPr>
            <p:cNvSpPr>
              <a:spLocks noGrp="1"/>
            </p:cNvSpPr>
            <p:nvPr/>
          </p:nvSpPr>
          <p:spPr>
            <a:xfrm>
              <a:off x="222322" y="4929964"/>
              <a:ext cx="42100" cy="4210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1" name="asset_3422_91">
              <a:extLst>
                <a:ext uri="{FF2B5EF4-FFF2-40B4-BE49-F238E27FC236}">
                  <a16:creationId xmlns:a16="http://schemas.microsoft.com/office/drawing/2014/main" id="{F56F7CB8-2224-4486-A6B4-54B7B1F4992C}"/>
                </a:ext>
              </a:extLst>
            </p:cNvPr>
            <p:cNvSpPr>
              <a:spLocks noGrp="1"/>
            </p:cNvSpPr>
            <p:nvPr/>
          </p:nvSpPr>
          <p:spPr>
            <a:xfrm>
              <a:off x="231373" y="4937963"/>
              <a:ext cx="13683" cy="799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2" name="asset_3422_92">
              <a:extLst>
                <a:ext uri="{FF2B5EF4-FFF2-40B4-BE49-F238E27FC236}">
                  <a16:creationId xmlns:a16="http://schemas.microsoft.com/office/drawing/2014/main" id="{24DA10A9-A289-49F9-8A6F-35FD643B5C28}"/>
                </a:ext>
              </a:extLst>
            </p:cNvPr>
            <p:cNvSpPr>
              <a:spLocks noGrp="1"/>
            </p:cNvSpPr>
            <p:nvPr/>
          </p:nvSpPr>
          <p:spPr>
            <a:xfrm>
              <a:off x="290257" y="4968623"/>
              <a:ext cx="44062" cy="440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3" name="asset_3422_93">
              <a:extLst>
                <a:ext uri="{FF2B5EF4-FFF2-40B4-BE49-F238E27FC236}">
                  <a16:creationId xmlns:a16="http://schemas.microsoft.com/office/drawing/2014/main" id="{A8415FC4-C0EF-4BF6-AD79-7EA68E773AD6}"/>
                </a:ext>
              </a:extLst>
            </p:cNvPr>
            <p:cNvSpPr>
              <a:spLocks noGrp="1"/>
            </p:cNvSpPr>
            <p:nvPr/>
          </p:nvSpPr>
          <p:spPr>
            <a:xfrm>
              <a:off x="299730" y="4976995"/>
              <a:ext cx="14320" cy="837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4" name="asset_3422_94">
              <a:extLst>
                <a:ext uri="{FF2B5EF4-FFF2-40B4-BE49-F238E27FC236}">
                  <a16:creationId xmlns:a16="http://schemas.microsoft.com/office/drawing/2014/main" id="{4E37EDB2-3F64-4AD3-A84B-DA3C0C7FB26C}"/>
                </a:ext>
              </a:extLst>
            </p:cNvPr>
            <p:cNvSpPr>
              <a:spLocks noGrp="1"/>
            </p:cNvSpPr>
            <p:nvPr/>
          </p:nvSpPr>
          <p:spPr>
            <a:xfrm>
              <a:off x="278874" y="4994845"/>
              <a:ext cx="47350" cy="4735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5" name="asset_3422_95">
              <a:extLst>
                <a:ext uri="{FF2B5EF4-FFF2-40B4-BE49-F238E27FC236}">
                  <a16:creationId xmlns:a16="http://schemas.microsoft.com/office/drawing/2014/main" id="{13D9D197-61E9-45B8-9322-CE2279969C9D}"/>
                </a:ext>
              </a:extLst>
            </p:cNvPr>
            <p:cNvSpPr>
              <a:spLocks noGrp="1"/>
            </p:cNvSpPr>
            <p:nvPr/>
          </p:nvSpPr>
          <p:spPr>
            <a:xfrm>
              <a:off x="289054" y="5003841"/>
              <a:ext cx="15389" cy="899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6" name="asset_3422_96">
              <a:extLst>
                <a:ext uri="{FF2B5EF4-FFF2-40B4-BE49-F238E27FC236}">
                  <a16:creationId xmlns:a16="http://schemas.microsoft.com/office/drawing/2014/main" id="{D4D142A1-4F17-4115-96BE-F75120FA7B34}"/>
                </a:ext>
              </a:extLst>
            </p:cNvPr>
            <p:cNvSpPr>
              <a:spLocks noGrp="1"/>
            </p:cNvSpPr>
            <p:nvPr/>
          </p:nvSpPr>
          <p:spPr>
            <a:xfrm>
              <a:off x="339177" y="4942783"/>
              <a:ext cx="35427" cy="3542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7" name="asset_3422_97">
              <a:extLst>
                <a:ext uri="{FF2B5EF4-FFF2-40B4-BE49-F238E27FC236}">
                  <a16:creationId xmlns:a16="http://schemas.microsoft.com/office/drawing/2014/main" id="{E6FE0C03-CB21-483E-8D10-24693583E61E}"/>
                </a:ext>
              </a:extLst>
            </p:cNvPr>
            <p:cNvSpPr>
              <a:spLocks noGrp="1"/>
            </p:cNvSpPr>
            <p:nvPr/>
          </p:nvSpPr>
          <p:spPr>
            <a:xfrm>
              <a:off x="346794" y="4949514"/>
              <a:ext cx="11514" cy="673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8" name="asset_3422_98">
              <a:extLst>
                <a:ext uri="{FF2B5EF4-FFF2-40B4-BE49-F238E27FC236}">
                  <a16:creationId xmlns:a16="http://schemas.microsoft.com/office/drawing/2014/main" id="{40999A13-CA15-4AA2-82FA-579B90B0EF6F}"/>
                </a:ext>
              </a:extLst>
            </p:cNvPr>
            <p:cNvSpPr>
              <a:spLocks noGrp="1"/>
            </p:cNvSpPr>
            <p:nvPr/>
          </p:nvSpPr>
          <p:spPr>
            <a:xfrm>
              <a:off x="181300" y="4897328"/>
              <a:ext cx="39596" cy="3959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9" name="asset_3422_99">
              <a:extLst>
                <a:ext uri="{FF2B5EF4-FFF2-40B4-BE49-F238E27FC236}">
                  <a16:creationId xmlns:a16="http://schemas.microsoft.com/office/drawing/2014/main" id="{B2CFB0A2-2A0A-48CE-BBC2-C90843B52DFD}"/>
                </a:ext>
              </a:extLst>
            </p:cNvPr>
            <p:cNvSpPr>
              <a:spLocks noGrp="1"/>
            </p:cNvSpPr>
            <p:nvPr/>
          </p:nvSpPr>
          <p:spPr>
            <a:xfrm>
              <a:off x="189813" y="4904851"/>
              <a:ext cx="12869" cy="752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0" name="asset_3422_100">
              <a:extLst>
                <a:ext uri="{FF2B5EF4-FFF2-40B4-BE49-F238E27FC236}">
                  <a16:creationId xmlns:a16="http://schemas.microsoft.com/office/drawing/2014/main" id="{A92E3D45-7461-4A44-8F67-88D0979BCBCD}"/>
                </a:ext>
              </a:extLst>
            </p:cNvPr>
            <p:cNvSpPr>
              <a:spLocks noGrp="1"/>
            </p:cNvSpPr>
            <p:nvPr/>
          </p:nvSpPr>
          <p:spPr>
            <a:xfrm>
              <a:off x="270474" y="4941710"/>
              <a:ext cx="45030" cy="4503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1" name="asset_3422_101">
              <a:extLst>
                <a:ext uri="{FF2B5EF4-FFF2-40B4-BE49-F238E27FC236}">
                  <a16:creationId xmlns:a16="http://schemas.microsoft.com/office/drawing/2014/main" id="{3174FC93-67A7-4F86-99A0-4EB7025072C2}"/>
                </a:ext>
              </a:extLst>
            </p:cNvPr>
            <p:cNvSpPr>
              <a:spLocks noGrp="1"/>
            </p:cNvSpPr>
            <p:nvPr/>
          </p:nvSpPr>
          <p:spPr>
            <a:xfrm>
              <a:off x="280155" y="4950266"/>
              <a:ext cx="14635" cy="855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2" name="asset_3422_102">
              <a:extLst>
                <a:ext uri="{FF2B5EF4-FFF2-40B4-BE49-F238E27FC236}">
                  <a16:creationId xmlns:a16="http://schemas.microsoft.com/office/drawing/2014/main" id="{0ACF1C1B-1A80-42FC-82D7-BC7B5A4234B9}"/>
                </a:ext>
              </a:extLst>
            </p:cNvPr>
            <p:cNvSpPr>
              <a:spLocks noGrp="1"/>
            </p:cNvSpPr>
            <p:nvPr/>
          </p:nvSpPr>
          <p:spPr>
            <a:xfrm>
              <a:off x="353860" y="4863561"/>
              <a:ext cx="45124" cy="4512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3" name="asset_3422_103">
              <a:extLst>
                <a:ext uri="{FF2B5EF4-FFF2-40B4-BE49-F238E27FC236}">
                  <a16:creationId xmlns:a16="http://schemas.microsoft.com/office/drawing/2014/main" id="{85C89A21-7747-4773-90C1-4340A90EDA04}"/>
                </a:ext>
              </a:extLst>
            </p:cNvPr>
            <p:cNvSpPr>
              <a:spLocks noGrp="1"/>
            </p:cNvSpPr>
            <p:nvPr/>
          </p:nvSpPr>
          <p:spPr>
            <a:xfrm>
              <a:off x="363561" y="4872135"/>
              <a:ext cx="14665" cy="8574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4" name="asset_3422_104">
              <a:extLst>
                <a:ext uri="{FF2B5EF4-FFF2-40B4-BE49-F238E27FC236}">
                  <a16:creationId xmlns:a16="http://schemas.microsoft.com/office/drawing/2014/main" id="{D26328FA-DAF5-496A-B489-0C0F7341262C}"/>
                </a:ext>
              </a:extLst>
            </p:cNvPr>
            <p:cNvSpPr>
              <a:spLocks noGrp="1"/>
            </p:cNvSpPr>
            <p:nvPr/>
          </p:nvSpPr>
          <p:spPr>
            <a:xfrm>
              <a:off x="292608" y="4856843"/>
              <a:ext cx="47953" cy="4795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5" name="asset_3422_105">
              <a:extLst>
                <a:ext uri="{FF2B5EF4-FFF2-40B4-BE49-F238E27FC236}">
                  <a16:creationId xmlns:a16="http://schemas.microsoft.com/office/drawing/2014/main" id="{314C25A7-1095-42AF-AA4F-1542D67A1171}"/>
                </a:ext>
              </a:extLst>
            </p:cNvPr>
            <p:cNvSpPr>
              <a:spLocks noGrp="1"/>
            </p:cNvSpPr>
            <p:nvPr/>
          </p:nvSpPr>
          <p:spPr>
            <a:xfrm>
              <a:off x="302918" y="4865954"/>
              <a:ext cx="15585" cy="911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6" name="asset_3422_106">
              <a:extLst>
                <a:ext uri="{FF2B5EF4-FFF2-40B4-BE49-F238E27FC236}">
                  <a16:creationId xmlns:a16="http://schemas.microsoft.com/office/drawing/2014/main" id="{1679D408-982D-4F68-9C50-FE16F9400400}"/>
                </a:ext>
              </a:extLst>
            </p:cNvPr>
            <p:cNvSpPr>
              <a:spLocks noGrp="1"/>
            </p:cNvSpPr>
            <p:nvPr/>
          </p:nvSpPr>
          <p:spPr>
            <a:xfrm>
              <a:off x="325107" y="5005898"/>
              <a:ext cx="40713" cy="407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7" name="asset_3422_107">
              <a:extLst>
                <a:ext uri="{FF2B5EF4-FFF2-40B4-BE49-F238E27FC236}">
                  <a16:creationId xmlns:a16="http://schemas.microsoft.com/office/drawing/2014/main" id="{0CA7FB78-2993-4150-B75E-014E28F3EA83}"/>
                </a:ext>
              </a:extLst>
            </p:cNvPr>
            <p:cNvSpPr>
              <a:spLocks noGrp="1"/>
            </p:cNvSpPr>
            <p:nvPr/>
          </p:nvSpPr>
          <p:spPr>
            <a:xfrm>
              <a:off x="333860" y="5013633"/>
              <a:ext cx="13232" cy="773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8" name="asset_3422_108">
              <a:extLst>
                <a:ext uri="{FF2B5EF4-FFF2-40B4-BE49-F238E27FC236}">
                  <a16:creationId xmlns:a16="http://schemas.microsoft.com/office/drawing/2014/main" id="{3F8F70C5-DA91-475D-8984-D05B8BC931A5}"/>
                </a:ext>
              </a:extLst>
            </p:cNvPr>
            <p:cNvSpPr>
              <a:spLocks noGrp="1"/>
            </p:cNvSpPr>
            <p:nvPr/>
          </p:nvSpPr>
          <p:spPr>
            <a:xfrm>
              <a:off x="229166" y="5002250"/>
              <a:ext cx="49404" cy="4940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9" name="asset_3422_109">
              <a:extLst>
                <a:ext uri="{FF2B5EF4-FFF2-40B4-BE49-F238E27FC236}">
                  <a16:creationId xmlns:a16="http://schemas.microsoft.com/office/drawing/2014/main" id="{CF9D2BC7-3F43-4093-A273-6720E48507FD}"/>
                </a:ext>
              </a:extLst>
            </p:cNvPr>
            <p:cNvSpPr>
              <a:spLocks noGrp="1"/>
            </p:cNvSpPr>
            <p:nvPr/>
          </p:nvSpPr>
          <p:spPr>
            <a:xfrm>
              <a:off x="239788" y="5011637"/>
              <a:ext cx="16056" cy="938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0" name="asset_3422_110">
              <a:extLst>
                <a:ext uri="{FF2B5EF4-FFF2-40B4-BE49-F238E27FC236}">
                  <a16:creationId xmlns:a16="http://schemas.microsoft.com/office/drawing/2014/main" id="{273C8640-7DB6-404E-8C9E-72F4CFFAFA84}"/>
                </a:ext>
              </a:extLst>
            </p:cNvPr>
            <p:cNvSpPr>
              <a:spLocks noGrp="1"/>
            </p:cNvSpPr>
            <p:nvPr/>
          </p:nvSpPr>
          <p:spPr>
            <a:xfrm>
              <a:off x="310153" y="4825306"/>
              <a:ext cx="38398" cy="3839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1" name="asset_3422_111">
              <a:extLst>
                <a:ext uri="{FF2B5EF4-FFF2-40B4-BE49-F238E27FC236}">
                  <a16:creationId xmlns:a16="http://schemas.microsoft.com/office/drawing/2014/main" id="{D4AA65DB-1516-4F14-BC12-2EDBF0DF26DD}"/>
                </a:ext>
              </a:extLst>
            </p:cNvPr>
            <p:cNvSpPr>
              <a:spLocks noGrp="1"/>
            </p:cNvSpPr>
            <p:nvPr/>
          </p:nvSpPr>
          <p:spPr>
            <a:xfrm>
              <a:off x="318409" y="4832601"/>
              <a:ext cx="12479" cy="729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2" name="asset_3422_112">
              <a:extLst>
                <a:ext uri="{FF2B5EF4-FFF2-40B4-BE49-F238E27FC236}">
                  <a16:creationId xmlns:a16="http://schemas.microsoft.com/office/drawing/2014/main" id="{6C2CC930-14F8-4AB3-B2B1-2955C73FD246}"/>
                </a:ext>
              </a:extLst>
            </p:cNvPr>
            <p:cNvSpPr>
              <a:spLocks noGrp="1"/>
            </p:cNvSpPr>
            <p:nvPr/>
          </p:nvSpPr>
          <p:spPr>
            <a:xfrm>
              <a:off x="169875" y="4921315"/>
              <a:ext cx="31880" cy="3188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3" name="asset_3422_113">
              <a:extLst>
                <a:ext uri="{FF2B5EF4-FFF2-40B4-BE49-F238E27FC236}">
                  <a16:creationId xmlns:a16="http://schemas.microsoft.com/office/drawing/2014/main" id="{E23DFDF8-DB3C-49FC-A72D-5146F6817592}"/>
                </a:ext>
              </a:extLst>
            </p:cNvPr>
            <p:cNvSpPr>
              <a:spLocks noGrp="1"/>
            </p:cNvSpPr>
            <p:nvPr/>
          </p:nvSpPr>
          <p:spPr>
            <a:xfrm>
              <a:off x="176729" y="4927373"/>
              <a:ext cx="10361" cy="605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4" name="asset_3422_114">
              <a:extLst>
                <a:ext uri="{FF2B5EF4-FFF2-40B4-BE49-F238E27FC236}">
                  <a16:creationId xmlns:a16="http://schemas.microsoft.com/office/drawing/2014/main" id="{EE735D33-079D-48FC-961F-011A59E17791}"/>
                </a:ext>
              </a:extLst>
            </p:cNvPr>
            <p:cNvSpPr>
              <a:spLocks noGrp="1"/>
            </p:cNvSpPr>
            <p:nvPr/>
          </p:nvSpPr>
          <p:spPr>
            <a:xfrm>
              <a:off x="337382" y="4943216"/>
              <a:ext cx="45411" cy="4541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5" name="asset_3422_115">
              <a:extLst>
                <a:ext uri="{FF2B5EF4-FFF2-40B4-BE49-F238E27FC236}">
                  <a16:creationId xmlns:a16="http://schemas.microsoft.com/office/drawing/2014/main" id="{C950C850-CE24-44B6-9695-B7BBA4199A26}"/>
                </a:ext>
              </a:extLst>
            </p:cNvPr>
            <p:cNvSpPr>
              <a:spLocks noGrp="1"/>
            </p:cNvSpPr>
            <p:nvPr/>
          </p:nvSpPr>
          <p:spPr>
            <a:xfrm>
              <a:off x="347146" y="4951844"/>
              <a:ext cx="14759" cy="862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6" name="asset_3422_116">
              <a:extLst>
                <a:ext uri="{FF2B5EF4-FFF2-40B4-BE49-F238E27FC236}">
                  <a16:creationId xmlns:a16="http://schemas.microsoft.com/office/drawing/2014/main" id="{FC8FF2B7-2D49-4949-857E-963A234520E4}"/>
                </a:ext>
              </a:extLst>
            </p:cNvPr>
            <p:cNvSpPr>
              <a:spLocks noGrp="1"/>
            </p:cNvSpPr>
            <p:nvPr/>
          </p:nvSpPr>
          <p:spPr>
            <a:xfrm>
              <a:off x="286766" y="4989439"/>
              <a:ext cx="37293" cy="3729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7" name="asset_3422_117">
              <a:extLst>
                <a:ext uri="{FF2B5EF4-FFF2-40B4-BE49-F238E27FC236}">
                  <a16:creationId xmlns:a16="http://schemas.microsoft.com/office/drawing/2014/main" id="{A5034F46-0C7C-43A9-9D27-68169E39CC70}"/>
                </a:ext>
              </a:extLst>
            </p:cNvPr>
            <p:cNvSpPr>
              <a:spLocks noGrp="1"/>
            </p:cNvSpPr>
            <p:nvPr/>
          </p:nvSpPr>
          <p:spPr>
            <a:xfrm>
              <a:off x="294784" y="4996525"/>
              <a:ext cx="12120" cy="708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8" name="asset_3422_118">
              <a:extLst>
                <a:ext uri="{FF2B5EF4-FFF2-40B4-BE49-F238E27FC236}">
                  <a16:creationId xmlns:a16="http://schemas.microsoft.com/office/drawing/2014/main" id="{153F9ACE-BE69-4908-A26F-9909E5205E73}"/>
                </a:ext>
              </a:extLst>
            </p:cNvPr>
            <p:cNvSpPr>
              <a:spLocks noGrp="1"/>
            </p:cNvSpPr>
            <p:nvPr/>
          </p:nvSpPr>
          <p:spPr>
            <a:xfrm>
              <a:off x="348022" y="4844260"/>
              <a:ext cx="48957" cy="4895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9" name="asset_3422_119">
              <a:extLst>
                <a:ext uri="{FF2B5EF4-FFF2-40B4-BE49-F238E27FC236}">
                  <a16:creationId xmlns:a16="http://schemas.microsoft.com/office/drawing/2014/main" id="{7B88A253-6E38-443E-8B40-40DC5CF2DA6B}"/>
                </a:ext>
              </a:extLst>
            </p:cNvPr>
            <p:cNvSpPr>
              <a:spLocks noGrp="1"/>
            </p:cNvSpPr>
            <p:nvPr/>
          </p:nvSpPr>
          <p:spPr>
            <a:xfrm>
              <a:off x="358547" y="4853562"/>
              <a:ext cx="15911" cy="930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70" name="asset_3422_120">
              <a:extLst>
                <a:ext uri="{FF2B5EF4-FFF2-40B4-BE49-F238E27FC236}">
                  <a16:creationId xmlns:a16="http://schemas.microsoft.com/office/drawing/2014/main" id="{64D36AA8-01DA-4C2A-BA04-9C9BE2BBDAFA}"/>
                </a:ext>
              </a:extLst>
            </p:cNvPr>
            <p:cNvSpPr>
              <a:spLocks noGrp="1"/>
            </p:cNvSpPr>
            <p:nvPr/>
          </p:nvSpPr>
          <p:spPr>
            <a:xfrm>
              <a:off x="214854" y="4846950"/>
              <a:ext cx="50307" cy="5030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71" name="asset_3422_121">
              <a:extLst>
                <a:ext uri="{FF2B5EF4-FFF2-40B4-BE49-F238E27FC236}">
                  <a16:creationId xmlns:a16="http://schemas.microsoft.com/office/drawing/2014/main" id="{EBC384F0-C001-4D21-8233-4735F0F73D1E}"/>
                </a:ext>
              </a:extLst>
            </p:cNvPr>
            <p:cNvSpPr>
              <a:spLocks noGrp="1"/>
            </p:cNvSpPr>
            <p:nvPr/>
          </p:nvSpPr>
          <p:spPr>
            <a:xfrm>
              <a:off x="225670" y="4856508"/>
              <a:ext cx="16350" cy="955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72" name="asset_3422_122">
              <a:extLst>
                <a:ext uri="{FF2B5EF4-FFF2-40B4-BE49-F238E27FC236}">
                  <a16:creationId xmlns:a16="http://schemas.microsoft.com/office/drawing/2014/main" id="{7DF38B50-314D-44EF-B50D-89F84671F861}"/>
                </a:ext>
              </a:extLst>
            </p:cNvPr>
            <p:cNvSpPr>
              <a:spLocks noGrp="1"/>
            </p:cNvSpPr>
            <p:nvPr/>
          </p:nvSpPr>
          <p:spPr>
            <a:xfrm>
              <a:off x="238599" y="5005575"/>
              <a:ext cx="36118" cy="361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73" name="asset_3422_123">
              <a:extLst>
                <a:ext uri="{FF2B5EF4-FFF2-40B4-BE49-F238E27FC236}">
                  <a16:creationId xmlns:a16="http://schemas.microsoft.com/office/drawing/2014/main" id="{AD369D6A-35F6-40C0-8939-1628DC4A0650}"/>
                </a:ext>
              </a:extLst>
            </p:cNvPr>
            <p:cNvSpPr>
              <a:spLocks noGrp="1"/>
            </p:cNvSpPr>
            <p:nvPr/>
          </p:nvSpPr>
          <p:spPr>
            <a:xfrm>
              <a:off x="246364" y="5012438"/>
              <a:ext cx="11738" cy="686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</p:grpSp>
      <p:pic>
        <p:nvPicPr>
          <p:cNvPr id="3423" name="a | 50D atom feature bar" descr="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585" y="4891365"/>
            <a:ext cx="285795" cy="75555"/>
          </a:xfrm>
          <a:prstGeom prst="rect">
            <a:avLst/>
          </a:prstGeom>
        </p:spPr>
      </p:pic>
      <p:grpSp>
        <p:nvGrpSpPr>
          <p:cNvPr id="12000" name="b | Find redesigned"/>
          <p:cNvGrpSpPr/>
          <p:nvPr/>
        </p:nvGrpSpPr>
        <p:grpSpPr>
          <a:xfrm>
            <a:off x="1051200" y="65700"/>
            <a:ext cx="4139100" cy="2233800"/>
            <a:chOff x="0" y="-3"/>
            <a:chExt cx="15239999" cy="8225040"/>
          </a:xfrm>
        </p:grpSpPr>
        <p:sp>
          <p:nvSpPr>
            <p:cNvPr id="12001" name="b | panel background">
              <a:extLst>
                <a:ext uri="{FF2B5EF4-FFF2-40B4-BE49-F238E27FC236}">
                  <a16:creationId xmlns:a16="http://schemas.microsoft.com/office/drawing/2014/main" id="{CCF3DBC2-C595-4D5B-B7A3-726152118C1E}"/>
                </a:ext>
              </a:extLst>
            </p:cNvPr>
            <p:cNvSpPr>
              <a:spLocks noGrp="1"/>
            </p:cNvSpPr>
            <p:nvPr/>
          </p:nvSpPr>
          <p:spPr>
            <a:xfrm>
              <a:off x="0" y="-3"/>
              <a:ext cx="15239999" cy="8225040"/>
            </a:xfrm>
            <a:prstGeom prst="roundRect">
              <a:avLst>
                <a:gd name="adj" fmla="val 1737"/>
              </a:avLst>
            </a:prstGeom>
            <a:solidFill>
              <a:srgbClr val="F4F8FC"/>
            </a:solidFill>
            <a:ln w="5174">
              <a:solidFill>
                <a:srgbClr val="BCD3E4"/>
              </a:solidFill>
              <a:prstDash val="solid"/>
            </a:ln>
          </p:spPr>
        </p:sp>
        <p:sp>
          <p:nvSpPr>
            <p:cNvPr id="12002" name="b | panel label">
              <a:extLst>
                <a:ext uri="{FF2B5EF4-FFF2-40B4-BE49-F238E27FC236}">
                  <a16:creationId xmlns:a16="http://schemas.microsoft.com/office/drawing/2014/main" id="{960FDC53-FFBB-4FEA-8C3D-C6967FA5A048}"/>
                </a:ext>
              </a:extLst>
            </p:cNvPr>
            <p:cNvSpPr>
              <a:spLocks noGrp="1"/>
            </p:cNvSpPr>
            <p:nvPr/>
          </p:nvSpPr>
          <p:spPr>
            <a:xfrm>
              <a:off x="219077" y="200023"/>
              <a:ext cx="457200" cy="571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978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978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2003" name="b | title">
              <a:extLst>
                <a:ext uri="{FF2B5EF4-FFF2-40B4-BE49-F238E27FC236}">
                  <a16:creationId xmlns:a16="http://schemas.microsoft.com/office/drawing/2014/main" id="{2A87DBFB-06C8-4026-8D23-9D882AB33281}"/>
                </a:ext>
              </a:extLst>
            </p:cNvPr>
            <p:cNvSpPr>
              <a:spLocks noGrp="1"/>
            </p:cNvSpPr>
            <p:nvPr/>
          </p:nvSpPr>
          <p:spPr>
            <a:xfrm>
              <a:off x="762001" y="257173"/>
              <a:ext cx="11049001" cy="5238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876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876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Find: locate ligand area</a:t>
              </a:r>
            </a:p>
          </p:txBody>
        </p:sp>
        <p:sp>
          <p:nvSpPr>
            <p:cNvPr id="12004" name="b | density input frame">
              <a:extLst>
                <a:ext uri="{FF2B5EF4-FFF2-40B4-BE49-F238E27FC236}">
                  <a16:creationId xmlns:a16="http://schemas.microsoft.com/office/drawing/2014/main" id="{59B4C9ED-55B7-4F77-890A-8DC63F441CB0}"/>
                </a:ext>
              </a:extLst>
            </p:cNvPr>
            <p:cNvSpPr>
              <a:spLocks noGrp="1"/>
            </p:cNvSpPr>
            <p:nvPr/>
          </p:nvSpPr>
          <p:spPr>
            <a:xfrm>
              <a:off x="238124" y="1523998"/>
              <a:ext cx="2143125" cy="2333624"/>
            </a:xfrm>
            <a:prstGeom prst="roundRect">
              <a:avLst>
                <a:gd name="adj" fmla="val 3556"/>
              </a:avLst>
            </a:prstGeom>
            <a:noFill/>
            <a:ln w="4010">
              <a:solidFill>
                <a:srgbClr val="B9D1E7"/>
              </a:solidFill>
              <a:prstDash val="solid"/>
            </a:ln>
          </p:spPr>
        </p:sp>
        <p:sp>
          <p:nvSpPr>
            <p:cNvPr id="12005" name="b | receptor input frame">
              <a:extLst>
                <a:ext uri="{FF2B5EF4-FFF2-40B4-BE49-F238E27FC236}">
                  <a16:creationId xmlns:a16="http://schemas.microsoft.com/office/drawing/2014/main" id="{BD4FC1FA-5652-4DA1-AAAF-145D92B1A6D0}"/>
                </a:ext>
              </a:extLst>
            </p:cNvPr>
            <p:cNvSpPr>
              <a:spLocks noGrp="1"/>
            </p:cNvSpPr>
            <p:nvPr/>
          </p:nvSpPr>
          <p:spPr>
            <a:xfrm>
              <a:off x="238124" y="4619626"/>
              <a:ext cx="2143125" cy="1695449"/>
            </a:xfrm>
            <a:prstGeom prst="roundRect">
              <a:avLst>
                <a:gd name="adj" fmla="val 4494"/>
              </a:avLst>
            </a:prstGeom>
            <a:noFill/>
            <a:ln w="4010">
              <a:solidFill>
                <a:srgbClr val="C8BEDB"/>
              </a:solidFill>
              <a:prstDash val="solid"/>
            </a:ln>
          </p:spPr>
        </p:sp>
        <p:sp>
          <p:nvSpPr>
            <p:cNvPr id="12006" name="b | pseudo input frame">
              <a:extLst>
                <a:ext uri="{FF2B5EF4-FFF2-40B4-BE49-F238E27FC236}">
                  <a16:creationId xmlns:a16="http://schemas.microsoft.com/office/drawing/2014/main" id="{E28EBBC9-4CFC-4469-AF7B-22257DB1AEDA}"/>
                </a:ext>
              </a:extLst>
            </p:cNvPr>
            <p:cNvSpPr>
              <a:spLocks noGrp="1"/>
            </p:cNvSpPr>
            <p:nvPr/>
          </p:nvSpPr>
          <p:spPr>
            <a:xfrm>
              <a:off x="238124" y="6743699"/>
              <a:ext cx="2143125" cy="1228726"/>
            </a:xfrm>
            <a:prstGeom prst="roundRect">
              <a:avLst>
                <a:gd name="adj" fmla="val 6202"/>
              </a:avLst>
            </a:prstGeom>
            <a:noFill/>
            <a:ln w="4010">
              <a:solidFill>
                <a:srgbClr val="DEC6A0"/>
              </a:solidFill>
              <a:prstDash val="solid"/>
            </a:ln>
          </p:spPr>
        </p:sp>
        <p:sp>
          <p:nvSpPr>
            <p:cNvPr id="12007" name="b | ligand probability frame">
              <a:extLst>
                <a:ext uri="{FF2B5EF4-FFF2-40B4-BE49-F238E27FC236}">
                  <a16:creationId xmlns:a16="http://schemas.microsoft.com/office/drawing/2014/main" id="{056E1DB7-E2B0-4C2D-9831-ED415F341A16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1504947"/>
              <a:ext cx="3095626" cy="2362201"/>
            </a:xfrm>
            <a:prstGeom prst="roundRect">
              <a:avLst>
                <a:gd name="adj" fmla="val 3226"/>
              </a:avLst>
            </a:prstGeom>
            <a:noFill/>
            <a:ln w="4398">
              <a:solidFill>
                <a:srgbClr val="AFC9DF"/>
              </a:solidFill>
              <a:prstDash val="solid"/>
            </a:ln>
          </p:spPr>
        </p:sp>
        <p:sp>
          <p:nvSpPr>
            <p:cNvPr id="12008" name="b | cues frame">
              <a:extLst>
                <a:ext uri="{FF2B5EF4-FFF2-40B4-BE49-F238E27FC236}">
                  <a16:creationId xmlns:a16="http://schemas.microsoft.com/office/drawing/2014/main" id="{0AFEDD99-0A7E-4843-8372-BBE5DD01A8DA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4076699"/>
              <a:ext cx="3095626" cy="1562102"/>
            </a:xfrm>
            <a:prstGeom prst="roundRect">
              <a:avLst>
                <a:gd name="adj" fmla="val 4878"/>
              </a:avLst>
            </a:prstGeom>
            <a:noFill/>
            <a:ln w="4139">
              <a:solidFill>
                <a:srgbClr val="AFC9DF"/>
              </a:solidFill>
              <a:prstDash val="dash"/>
            </a:ln>
          </p:spPr>
        </p:sp>
        <p:sp>
          <p:nvSpPr>
            <p:cNvPr id="12009" name="b | atom probability frame">
              <a:extLst>
                <a:ext uri="{FF2B5EF4-FFF2-40B4-BE49-F238E27FC236}">
                  <a16:creationId xmlns:a16="http://schemas.microsoft.com/office/drawing/2014/main" id="{31D048D3-4EE4-43EB-91A5-BCEECAAEAADA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5848348"/>
              <a:ext cx="3095626" cy="2124077"/>
            </a:xfrm>
            <a:prstGeom prst="roundRect">
              <a:avLst>
                <a:gd name="adj" fmla="val 3587"/>
              </a:avLst>
            </a:prstGeom>
            <a:noFill/>
            <a:ln w="4398">
              <a:solidFill>
                <a:srgbClr val="C2B8D4"/>
              </a:solidFill>
              <a:prstDash val="solid"/>
            </a:ln>
          </p:spPr>
        </p:sp>
        <p:sp>
          <p:nvSpPr>
            <p:cNvPr id="12010" name="b | point pathway frame">
              <a:extLst>
                <a:ext uri="{FF2B5EF4-FFF2-40B4-BE49-F238E27FC236}">
                  <a16:creationId xmlns:a16="http://schemas.microsoft.com/office/drawing/2014/main" id="{59DA7623-4A92-4DA1-B1B3-5C4314CEA4D6}"/>
                </a:ext>
              </a:extLst>
            </p:cNvPr>
            <p:cNvSpPr>
              <a:spLocks noGrp="1"/>
            </p:cNvSpPr>
            <p:nvPr/>
          </p:nvSpPr>
          <p:spPr>
            <a:xfrm>
              <a:off x="4048123" y="5800724"/>
              <a:ext cx="7581898" cy="2266949"/>
            </a:xfrm>
            <a:prstGeom prst="roundRect">
              <a:avLst>
                <a:gd name="adj" fmla="val 4202"/>
              </a:avLst>
            </a:prstGeom>
            <a:solidFill>
              <a:srgbClr val="F7F6FC"/>
            </a:solidFill>
            <a:ln w="4398">
              <a:solidFill>
                <a:srgbClr val="C6BCDA"/>
              </a:solidFill>
              <a:prstDash val="solid"/>
            </a:ln>
          </p:spPr>
        </p:sp>
        <p:sp>
          <p:nvSpPr>
            <p:cNvPr id="12011" name="Density bank">
              <a:extLst>
                <a:ext uri="{FF2B5EF4-FFF2-40B4-BE49-F238E27FC236}">
                  <a16:creationId xmlns:a16="http://schemas.microsoft.com/office/drawing/2014/main" id="{0BB32265-71DF-4500-8D9D-1D6D10A51ED5}"/>
                </a:ext>
              </a:extLst>
            </p:cNvPr>
            <p:cNvSpPr>
              <a:spLocks noGrp="1"/>
            </p:cNvSpPr>
            <p:nvPr/>
          </p:nvSpPr>
          <p:spPr>
            <a:xfrm>
              <a:off x="371477" y="1600199"/>
              <a:ext cx="1895476" cy="381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11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11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Density bank</a:t>
              </a:r>
            </a:p>
          </p:txBody>
        </p:sp>
        <p:pic>
          <p:nvPicPr>
            <p:cNvPr id="12012" name="图片 12011"/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495301" y="2087865"/>
              <a:ext cx="1628774" cy="1577368"/>
            </a:xfrm>
            <a:prstGeom prst="rect">
              <a:avLst/>
            </a:prstGeom>
          </p:spPr>
        </p:pic>
        <p:sp>
          <p:nvSpPr>
            <p:cNvPr id="12013" name="Receptor atoms">
              <a:extLst>
                <a:ext uri="{FF2B5EF4-FFF2-40B4-BE49-F238E27FC236}">
                  <a16:creationId xmlns:a16="http://schemas.microsoft.com/office/drawing/2014/main" id="{FB4AA729-ACEC-4439-A9F7-CC6B3B211567}"/>
                </a:ext>
              </a:extLst>
            </p:cNvPr>
            <p:cNvSpPr>
              <a:spLocks noGrp="1"/>
            </p:cNvSpPr>
            <p:nvPr/>
          </p:nvSpPr>
          <p:spPr>
            <a:xfrm>
              <a:off x="352426" y="4705348"/>
              <a:ext cx="1914523" cy="34290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91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91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Receptor atoms</a:t>
              </a:r>
            </a:p>
          </p:txBody>
        </p:sp>
        <p:pic>
          <p:nvPicPr>
            <p:cNvPr id="12014" name="图片 12013"/>
            <p:cNvPicPr>
              <a:picLocks noChangeAspect="1"/>
            </p:cNvPicPr>
            <p:nvPr/>
          </p:nvPicPr>
          <p:blipFill>
            <a:blip r:embed="rId9"/>
            <a:stretch/>
          </p:blipFill>
          <p:spPr>
            <a:xfrm>
              <a:off x="520699" y="5095874"/>
              <a:ext cx="1587499" cy="952500"/>
            </a:xfrm>
            <a:prstGeom prst="rect">
              <a:avLst/>
            </a:prstGeom>
          </p:spPr>
        </p:pic>
        <p:sp>
          <p:nvSpPr>
            <p:cNvPr id="12015" name="Atom encoding">
              <a:extLst>
                <a:ext uri="{FF2B5EF4-FFF2-40B4-BE49-F238E27FC236}">
                  <a16:creationId xmlns:a16="http://schemas.microsoft.com/office/drawing/2014/main" id="{8C05BF9D-50FB-45CC-A282-C547340B58AE}"/>
                </a:ext>
              </a:extLst>
            </p:cNvPr>
            <p:cNvSpPr>
              <a:spLocks noGrp="1"/>
            </p:cNvSpPr>
            <p:nvPr/>
          </p:nvSpPr>
          <p:spPr>
            <a:xfrm>
              <a:off x="2438400" y="5486399"/>
              <a:ext cx="1285876" cy="6381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50" b="0">
                  <a:solidFill>
                    <a:srgbClr val="776399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776399"/>
                  </a:solidFill>
                  <a:latin typeface="Arial"/>
                  <a:ea typeface="Arial"/>
                  <a:cs typeface="Arial"/>
                </a:rPr>
                <a:t>Atom</a:t>
              </a:r>
            </a:p>
            <a:p>
              <a:pPr algn="ctr">
                <a:defRPr sz="550" b="0">
                  <a:solidFill>
                    <a:srgbClr val="776399"/>
                  </a:solidFill>
                  <a:latin typeface="Arial"/>
                  <a:ea typeface="Arial"/>
                  <a:cs typeface="Arial"/>
                </a:defRPr>
              </a:pPr>
              <a:r>
                <a:rPr sz="550" b="0">
                  <a:solidFill>
                    <a:srgbClr val="776399"/>
                  </a:solidFill>
                  <a:latin typeface="Arial"/>
                  <a:ea typeface="Arial"/>
                  <a:cs typeface="Arial"/>
                </a:rPr>
                <a:t>encoding</a:t>
              </a:r>
            </a:p>
          </p:txBody>
        </p:sp>
        <p:sp>
          <p:nvSpPr>
            <p:cNvPr id="12016" name="Pseudo atoms">
              <a:extLst>
                <a:ext uri="{FF2B5EF4-FFF2-40B4-BE49-F238E27FC236}">
                  <a16:creationId xmlns:a16="http://schemas.microsoft.com/office/drawing/2014/main" id="{51138507-9F32-4EC8-B63B-2AD5FB9CDA0A}"/>
                </a:ext>
              </a:extLst>
            </p:cNvPr>
            <p:cNvSpPr>
              <a:spLocks noGrp="1"/>
            </p:cNvSpPr>
            <p:nvPr/>
          </p:nvSpPr>
          <p:spPr>
            <a:xfrm>
              <a:off x="333376" y="6838950"/>
              <a:ext cx="1952624" cy="36194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91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91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Pseudo atoms</a:t>
              </a:r>
            </a:p>
          </p:txBody>
        </p:sp>
        <p:sp>
          <p:nvSpPr>
            <p:cNvPr id="12017" name="3D voxel U-Net">
              <a:extLst>
                <a:ext uri="{FF2B5EF4-FFF2-40B4-BE49-F238E27FC236}">
                  <a16:creationId xmlns:a16="http://schemas.microsoft.com/office/drawing/2014/main" id="{266AFAA8-CC19-4E7E-9F6A-28A28CBE3D90}"/>
                </a:ext>
              </a:extLst>
            </p:cNvPr>
            <p:cNvSpPr>
              <a:spLocks noGrp="1"/>
            </p:cNvSpPr>
            <p:nvPr/>
          </p:nvSpPr>
          <p:spPr>
            <a:xfrm>
              <a:off x="5200650" y="1238250"/>
              <a:ext cx="5191125" cy="4190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713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713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3D voxel U-Net</a:t>
              </a:r>
            </a:p>
          </p:txBody>
        </p:sp>
        <p:pic>
          <p:nvPicPr>
            <p:cNvPr id="12018" name="图片 12017"/>
            <p:cNvPicPr>
              <a:picLocks noChangeAspect="1"/>
            </p:cNvPicPr>
            <p:nvPr/>
          </p:nvPicPr>
          <p:blipFill>
            <a:blip r:embed="rId10"/>
            <a:stretch/>
          </p:blipFill>
          <p:spPr>
            <a:xfrm>
              <a:off x="4210048" y="2581765"/>
              <a:ext cx="7191375" cy="1208696"/>
            </a:xfrm>
            <a:prstGeom prst="rect">
              <a:avLst/>
            </a:prstGeom>
          </p:spPr>
        </p:pic>
        <p:sp>
          <p:nvSpPr>
            <p:cNvPr id="12019" name="Density bank to voxel input">
              <a:extLst>
                <a:ext uri="{FF2B5EF4-FFF2-40B4-BE49-F238E27FC236}">
                  <a16:creationId xmlns:a16="http://schemas.microsoft.com/office/drawing/2014/main" id="{5BC7A662-E4A3-4D4B-80BB-89A0E0D6E89B}"/>
                </a:ext>
              </a:extLst>
            </p:cNvPr>
            <p:cNvSpPr>
              <a:spLocks noGrp="1"/>
            </p:cNvSpPr>
            <p:nvPr/>
          </p:nvSpPr>
          <p:spPr>
            <a:xfrm>
              <a:off x="2381249" y="3114673"/>
              <a:ext cx="1781174" cy="475"/>
            </a:xfrm>
            <a:custGeom>
              <a:avLst/>
              <a:gdLst/>
              <a:ahLst/>
              <a:cxnLst/>
              <a:rect l="0" t="0" r="0" b="0"/>
              <a:pathLst>
                <a:path w="1781175" h="476">
                  <a:moveTo>
                    <a:pt x="0" y="0"/>
                  </a:moveTo>
                  <a:lnTo>
                    <a:pt x="1781175" y="0"/>
                  </a:lnTo>
                </a:path>
              </a:pathLst>
            </a:custGeom>
            <a:noFill/>
            <a:ln w="7243">
              <a:solidFill>
                <a:srgbClr val="388BBE"/>
              </a:solidFill>
              <a:prstDash val="solid"/>
            </a:ln>
          </p:spPr>
        </p:sp>
        <p:sp>
          <p:nvSpPr>
            <p:cNvPr id="12020" name="Density bank to voxel input | arrowhead">
              <a:extLst>
                <a:ext uri="{FF2B5EF4-FFF2-40B4-BE49-F238E27FC236}">
                  <a16:creationId xmlns:a16="http://schemas.microsoft.com/office/drawing/2014/main" id="{6967CBEA-7B6E-446A-A4B6-32023CA8137C}"/>
                </a:ext>
              </a:extLst>
            </p:cNvPr>
            <p:cNvSpPr>
              <a:spLocks noGrp="1"/>
            </p:cNvSpPr>
            <p:nvPr/>
          </p:nvSpPr>
          <p:spPr>
            <a:xfrm>
              <a:off x="4062413" y="3070669"/>
              <a:ext cx="100013" cy="88013"/>
            </a:xfrm>
            <a:custGeom>
              <a:avLst/>
              <a:gdLst/>
              <a:ahLst/>
              <a:cxnLst/>
              <a:rect l="0" t="0" r="0" b="0"/>
              <a:pathLst>
                <a:path w="100013" h="88011">
                  <a:moveTo>
                    <a:pt x="100013" y="44006"/>
                  </a:moveTo>
                  <a:lnTo>
                    <a:pt x="0" y="0"/>
                  </a:lnTo>
                  <a:lnTo>
                    <a:pt x="0" y="88011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21" name="Atom encoding shared trunk">
              <a:extLst>
                <a:ext uri="{FF2B5EF4-FFF2-40B4-BE49-F238E27FC236}">
                  <a16:creationId xmlns:a16="http://schemas.microsoft.com/office/drawing/2014/main" id="{BD47F55A-3FBF-4EE7-8D2B-17C46C0024AB}"/>
                </a:ext>
              </a:extLst>
            </p:cNvPr>
            <p:cNvSpPr>
              <a:spLocks noGrp="1"/>
            </p:cNvSpPr>
            <p:nvPr/>
          </p:nvSpPr>
          <p:spPr>
            <a:xfrm>
              <a:off x="2381249" y="5400673"/>
              <a:ext cx="1400176" cy="475"/>
            </a:xfrm>
            <a:custGeom>
              <a:avLst/>
              <a:gdLst/>
              <a:ahLst/>
              <a:cxnLst/>
              <a:rect l="0" t="0" r="0" b="0"/>
              <a:pathLst>
                <a:path w="1400175" h="476">
                  <a:moveTo>
                    <a:pt x="0" y="0"/>
                  </a:moveTo>
                  <a:lnTo>
                    <a:pt x="1400175" y="0"/>
                  </a:lnTo>
                </a:path>
              </a:pathLst>
            </a:custGeom>
            <a:noFill/>
            <a:ln w="6467">
              <a:solidFill>
                <a:srgbClr val="8C77B3"/>
              </a:solidFill>
              <a:prstDash val="solid"/>
            </a:ln>
          </p:spPr>
        </p:sp>
        <p:sp>
          <p:nvSpPr>
            <p:cNvPr id="12022" name="Atom encoding to voxel input">
              <a:extLst>
                <a:ext uri="{FF2B5EF4-FFF2-40B4-BE49-F238E27FC236}">
                  <a16:creationId xmlns:a16="http://schemas.microsoft.com/office/drawing/2014/main" id="{C53CBF1C-FB20-4B02-ACB6-91E2453A1FD2}"/>
                </a:ext>
              </a:extLst>
            </p:cNvPr>
            <p:cNvSpPr>
              <a:spLocks noGrp="1"/>
            </p:cNvSpPr>
            <p:nvPr/>
          </p:nvSpPr>
          <p:spPr>
            <a:xfrm>
              <a:off x="3781424" y="3495673"/>
              <a:ext cx="380998" cy="1905000"/>
            </a:xfrm>
            <a:custGeom>
              <a:avLst/>
              <a:gdLst/>
              <a:ahLst/>
              <a:cxnLst/>
              <a:rect l="0" t="0" r="0" b="0"/>
              <a:pathLst>
                <a:path w="381000" h="1905000">
                  <a:moveTo>
                    <a:pt x="0" y="1905000"/>
                  </a:moveTo>
                  <a:lnTo>
                    <a:pt x="0" y="0"/>
                  </a:lnTo>
                  <a:lnTo>
                    <a:pt x="381000" y="0"/>
                  </a:lnTo>
                </a:path>
              </a:pathLst>
            </a:custGeom>
            <a:noFill/>
            <a:ln w="6467">
              <a:solidFill>
                <a:srgbClr val="8C77B3"/>
              </a:solidFill>
              <a:prstDash val="solid"/>
            </a:ln>
          </p:spPr>
        </p:sp>
        <p:sp>
          <p:nvSpPr>
            <p:cNvPr id="12023" name="Atom encoding to voxel input | arrowhead">
              <a:extLst>
                <a:ext uri="{FF2B5EF4-FFF2-40B4-BE49-F238E27FC236}">
                  <a16:creationId xmlns:a16="http://schemas.microsoft.com/office/drawing/2014/main" id="{651301F2-E7B7-4FA8-BDEE-5A7E8EC754AD}"/>
                </a:ext>
              </a:extLst>
            </p:cNvPr>
            <p:cNvSpPr>
              <a:spLocks noGrp="1"/>
            </p:cNvSpPr>
            <p:nvPr/>
          </p:nvSpPr>
          <p:spPr>
            <a:xfrm>
              <a:off x="4062413" y="3451669"/>
              <a:ext cx="100013" cy="88013"/>
            </a:xfrm>
            <a:custGeom>
              <a:avLst/>
              <a:gdLst/>
              <a:ahLst/>
              <a:cxnLst/>
              <a:rect l="0" t="0" r="0" b="0"/>
              <a:pathLst>
                <a:path w="100013" h="88011">
                  <a:moveTo>
                    <a:pt x="100013" y="44006"/>
                  </a:moveTo>
                  <a:lnTo>
                    <a:pt x="0" y="0"/>
                  </a:lnTo>
                  <a:lnTo>
                    <a:pt x="0" y="88011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24" name="Atom encoding to point input">
              <a:extLst>
                <a:ext uri="{FF2B5EF4-FFF2-40B4-BE49-F238E27FC236}">
                  <a16:creationId xmlns:a16="http://schemas.microsoft.com/office/drawing/2014/main" id="{82FE85D7-9572-45C7-AAD5-06F36A8A5F6B}"/>
                </a:ext>
              </a:extLst>
            </p:cNvPr>
            <p:cNvSpPr>
              <a:spLocks noGrp="1"/>
            </p:cNvSpPr>
            <p:nvPr/>
          </p:nvSpPr>
          <p:spPr>
            <a:xfrm>
              <a:off x="3781424" y="5400673"/>
              <a:ext cx="342901" cy="1028701"/>
            </a:xfrm>
            <a:custGeom>
              <a:avLst/>
              <a:gdLst/>
              <a:ahLst/>
              <a:cxnLst/>
              <a:rect l="0" t="0" r="0" b="0"/>
              <a:pathLst>
                <a:path w="342900" h="1028700">
                  <a:moveTo>
                    <a:pt x="0" y="0"/>
                  </a:moveTo>
                  <a:lnTo>
                    <a:pt x="0" y="1028700"/>
                  </a:lnTo>
                  <a:lnTo>
                    <a:pt x="342900" y="1028700"/>
                  </a:lnTo>
                </a:path>
              </a:pathLst>
            </a:custGeom>
            <a:noFill/>
            <a:ln w="6467">
              <a:solidFill>
                <a:srgbClr val="8C77B3"/>
              </a:solidFill>
              <a:prstDash val="solid"/>
            </a:ln>
          </p:spPr>
        </p:sp>
        <p:sp>
          <p:nvSpPr>
            <p:cNvPr id="12025" name="Atom encoding to point input | arrowhead">
              <a:extLst>
                <a:ext uri="{FF2B5EF4-FFF2-40B4-BE49-F238E27FC236}">
                  <a16:creationId xmlns:a16="http://schemas.microsoft.com/office/drawing/2014/main" id="{77C91194-495F-4F3D-8584-AA1D0C8AD437}"/>
                </a:ext>
              </a:extLst>
            </p:cNvPr>
            <p:cNvSpPr>
              <a:spLocks noGrp="1"/>
            </p:cNvSpPr>
            <p:nvPr/>
          </p:nvSpPr>
          <p:spPr>
            <a:xfrm>
              <a:off x="4024312" y="6385369"/>
              <a:ext cx="100013" cy="88013"/>
            </a:xfrm>
            <a:custGeom>
              <a:avLst/>
              <a:gdLst/>
              <a:ahLst/>
              <a:cxnLst/>
              <a:rect l="0" t="0" r="0" b="0"/>
              <a:pathLst>
                <a:path w="100013" h="88011">
                  <a:moveTo>
                    <a:pt x="100013" y="44006"/>
                  </a:moveTo>
                  <a:lnTo>
                    <a:pt x="0" y="0"/>
                  </a:lnTo>
                  <a:lnTo>
                    <a:pt x="0" y="88011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26" name="Pseudo atoms to point input">
              <a:extLst>
                <a:ext uri="{FF2B5EF4-FFF2-40B4-BE49-F238E27FC236}">
                  <a16:creationId xmlns:a16="http://schemas.microsoft.com/office/drawing/2014/main" id="{4ADA826C-6844-4AF0-8F3E-A75436C0CD83}"/>
                </a:ext>
              </a:extLst>
            </p:cNvPr>
            <p:cNvSpPr>
              <a:spLocks noGrp="1"/>
            </p:cNvSpPr>
            <p:nvPr/>
          </p:nvSpPr>
          <p:spPr>
            <a:xfrm>
              <a:off x="2381249" y="6715126"/>
              <a:ext cx="1743076" cy="733427"/>
            </a:xfrm>
            <a:custGeom>
              <a:avLst/>
              <a:gdLst/>
              <a:ahLst/>
              <a:cxnLst/>
              <a:rect l="0" t="0" r="0" b="0"/>
              <a:pathLst>
                <a:path w="1743075" h="733425">
                  <a:moveTo>
                    <a:pt x="0" y="733425"/>
                  </a:moveTo>
                  <a:lnTo>
                    <a:pt x="1552575" y="733425"/>
                  </a:lnTo>
                  <a:lnTo>
                    <a:pt x="1552575" y="0"/>
                  </a:lnTo>
                  <a:lnTo>
                    <a:pt x="1743075" y="0"/>
                  </a:lnTo>
                </a:path>
              </a:pathLst>
            </a:custGeom>
            <a:noFill/>
            <a:ln w="6467">
              <a:solidFill>
                <a:srgbClr val="C78A2B"/>
              </a:solidFill>
              <a:prstDash val="solid"/>
            </a:ln>
          </p:spPr>
        </p:sp>
        <p:sp>
          <p:nvSpPr>
            <p:cNvPr id="12027" name="Pseudo atoms to point input | arrowhead">
              <a:extLst>
                <a:ext uri="{FF2B5EF4-FFF2-40B4-BE49-F238E27FC236}">
                  <a16:creationId xmlns:a16="http://schemas.microsoft.com/office/drawing/2014/main" id="{6E6C9524-C16F-404A-BB9D-BDD5B5B99EF4}"/>
                </a:ext>
              </a:extLst>
            </p:cNvPr>
            <p:cNvSpPr>
              <a:spLocks noGrp="1"/>
            </p:cNvSpPr>
            <p:nvPr/>
          </p:nvSpPr>
          <p:spPr>
            <a:xfrm>
              <a:off x="4024312" y="6671121"/>
              <a:ext cx="100013" cy="88013"/>
            </a:xfrm>
            <a:custGeom>
              <a:avLst/>
              <a:gdLst/>
              <a:ahLst/>
              <a:cxnLst/>
              <a:rect l="0" t="0" r="0" b="0"/>
              <a:pathLst>
                <a:path w="100013" h="88011">
                  <a:moveTo>
                    <a:pt x="100013" y="44006"/>
                  </a:moveTo>
                  <a:lnTo>
                    <a:pt x="0" y="0"/>
                  </a:lnTo>
                  <a:lnTo>
                    <a:pt x="0" y="88011"/>
                  </a:lnTo>
                  <a:close/>
                </a:path>
              </a:pathLst>
            </a:custGeom>
            <a:solidFill>
              <a:srgbClr val="C78A2B"/>
            </a:solidFill>
            <a:ln w="0">
              <a:noFill/>
            </a:ln>
          </p:spPr>
        </p:sp>
        <p:sp>
          <p:nvSpPr>
            <p:cNvPr id="12028" name="U-Net forward">
              <a:extLst>
                <a:ext uri="{FF2B5EF4-FFF2-40B4-BE49-F238E27FC236}">
                  <a16:creationId xmlns:a16="http://schemas.microsoft.com/office/drawing/2014/main" id="{174639A9-FBEA-425A-9082-3659F4EFC301}"/>
                </a:ext>
              </a:extLst>
            </p:cNvPr>
            <p:cNvSpPr>
              <a:spLocks noGrp="1"/>
            </p:cNvSpPr>
            <p:nvPr/>
          </p:nvSpPr>
          <p:spPr>
            <a:xfrm>
              <a:off x="4924426" y="3638549"/>
              <a:ext cx="85723" cy="475"/>
            </a:xfrm>
            <a:custGeom>
              <a:avLst/>
              <a:gdLst/>
              <a:ahLst/>
              <a:cxnLst/>
              <a:rect l="0" t="0" r="0" b="0"/>
              <a:pathLst>
                <a:path w="85725" h="476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4656">
              <a:solidFill>
                <a:srgbClr val="6993B4"/>
              </a:solidFill>
              <a:prstDash val="solid"/>
            </a:ln>
          </p:spPr>
        </p:sp>
        <p:sp>
          <p:nvSpPr>
            <p:cNvPr id="12029" name="U-Net forward | arrowhead">
              <a:extLst>
                <a:ext uri="{FF2B5EF4-FFF2-40B4-BE49-F238E27FC236}">
                  <a16:creationId xmlns:a16="http://schemas.microsoft.com/office/drawing/2014/main" id="{1E9B6F4C-4F59-4498-B38F-30BE305C3EF8}"/>
                </a:ext>
              </a:extLst>
            </p:cNvPr>
            <p:cNvSpPr>
              <a:spLocks noGrp="1"/>
            </p:cNvSpPr>
            <p:nvPr/>
          </p:nvSpPr>
          <p:spPr>
            <a:xfrm>
              <a:off x="4954430" y="3614030"/>
              <a:ext cx="55723" cy="49034"/>
            </a:xfrm>
            <a:custGeom>
              <a:avLst/>
              <a:gdLst/>
              <a:ahLst/>
              <a:cxnLst/>
              <a:rect l="0" t="0" r="0" b="0"/>
              <a:pathLst>
                <a:path w="55721" h="49035">
                  <a:moveTo>
                    <a:pt x="55721" y="24517"/>
                  </a:moveTo>
                  <a:lnTo>
                    <a:pt x="0" y="0"/>
                  </a:lnTo>
                  <a:lnTo>
                    <a:pt x="0" y="49035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30" name="U-Net forward">
              <a:extLst>
                <a:ext uri="{FF2B5EF4-FFF2-40B4-BE49-F238E27FC236}">
                  <a16:creationId xmlns:a16="http://schemas.microsoft.com/office/drawing/2014/main" id="{689A6F69-F563-4F92-BF19-8450F2D9087D}"/>
                </a:ext>
              </a:extLst>
            </p:cNvPr>
            <p:cNvSpPr>
              <a:spLocks noGrp="1"/>
            </p:cNvSpPr>
            <p:nvPr/>
          </p:nvSpPr>
          <p:spPr>
            <a:xfrm>
              <a:off x="5534026" y="3638549"/>
              <a:ext cx="85723" cy="475"/>
            </a:xfrm>
            <a:custGeom>
              <a:avLst/>
              <a:gdLst/>
              <a:ahLst/>
              <a:cxnLst/>
              <a:rect l="0" t="0" r="0" b="0"/>
              <a:pathLst>
                <a:path w="85725" h="476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4656">
              <a:solidFill>
                <a:srgbClr val="6993B4"/>
              </a:solidFill>
              <a:prstDash val="solid"/>
            </a:ln>
          </p:spPr>
        </p:sp>
        <p:sp>
          <p:nvSpPr>
            <p:cNvPr id="12031" name="U-Net forward | arrowhead">
              <a:extLst>
                <a:ext uri="{FF2B5EF4-FFF2-40B4-BE49-F238E27FC236}">
                  <a16:creationId xmlns:a16="http://schemas.microsoft.com/office/drawing/2014/main" id="{E6A55EEF-B233-4C82-AA01-52E68FD31DA0}"/>
                </a:ext>
              </a:extLst>
            </p:cNvPr>
            <p:cNvSpPr>
              <a:spLocks noGrp="1"/>
            </p:cNvSpPr>
            <p:nvPr/>
          </p:nvSpPr>
          <p:spPr>
            <a:xfrm>
              <a:off x="5564030" y="3614030"/>
              <a:ext cx="55723" cy="49034"/>
            </a:xfrm>
            <a:custGeom>
              <a:avLst/>
              <a:gdLst/>
              <a:ahLst/>
              <a:cxnLst/>
              <a:rect l="0" t="0" r="0" b="0"/>
              <a:pathLst>
                <a:path w="55721" h="49035">
                  <a:moveTo>
                    <a:pt x="55721" y="24517"/>
                  </a:moveTo>
                  <a:lnTo>
                    <a:pt x="0" y="0"/>
                  </a:lnTo>
                  <a:lnTo>
                    <a:pt x="0" y="49035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32" name="U-Net forward">
              <a:extLst>
                <a:ext uri="{FF2B5EF4-FFF2-40B4-BE49-F238E27FC236}">
                  <a16:creationId xmlns:a16="http://schemas.microsoft.com/office/drawing/2014/main" id="{ACD0931A-D09C-4D9F-8981-969E46BAA54B}"/>
                </a:ext>
              </a:extLst>
            </p:cNvPr>
            <p:cNvSpPr>
              <a:spLocks noGrp="1"/>
            </p:cNvSpPr>
            <p:nvPr/>
          </p:nvSpPr>
          <p:spPr>
            <a:xfrm>
              <a:off x="6296026" y="3638549"/>
              <a:ext cx="66677" cy="475"/>
            </a:xfrm>
            <a:custGeom>
              <a:avLst/>
              <a:gdLst/>
              <a:ahLst/>
              <a:cxnLst/>
              <a:rect l="0" t="0" r="0" b="0"/>
              <a:pathLst>
                <a:path w="66675" h="476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4656">
              <a:solidFill>
                <a:srgbClr val="6993B4"/>
              </a:solidFill>
              <a:prstDash val="solid"/>
            </a:ln>
          </p:spPr>
        </p:sp>
        <p:sp>
          <p:nvSpPr>
            <p:cNvPr id="12033" name="U-Net forward | arrowhead">
              <a:extLst>
                <a:ext uri="{FF2B5EF4-FFF2-40B4-BE49-F238E27FC236}">
                  <a16:creationId xmlns:a16="http://schemas.microsoft.com/office/drawing/2014/main" id="{F873024A-1356-4F15-A429-8E28DA94DFDF}"/>
                </a:ext>
              </a:extLst>
            </p:cNvPr>
            <p:cNvSpPr>
              <a:spLocks noGrp="1"/>
            </p:cNvSpPr>
            <p:nvPr/>
          </p:nvSpPr>
          <p:spPr>
            <a:xfrm>
              <a:off x="6319362" y="3619480"/>
              <a:ext cx="43340" cy="38139"/>
            </a:xfrm>
            <a:custGeom>
              <a:avLst/>
              <a:gdLst/>
              <a:ahLst/>
              <a:cxnLst/>
              <a:rect l="0" t="0" r="0" b="0"/>
              <a:pathLst>
                <a:path w="43339" h="38138">
                  <a:moveTo>
                    <a:pt x="43339" y="19069"/>
                  </a:moveTo>
                  <a:lnTo>
                    <a:pt x="0" y="0"/>
                  </a:lnTo>
                  <a:lnTo>
                    <a:pt x="0" y="38138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34" name="U-Net forward">
              <a:extLst>
                <a:ext uri="{FF2B5EF4-FFF2-40B4-BE49-F238E27FC236}">
                  <a16:creationId xmlns:a16="http://schemas.microsoft.com/office/drawing/2014/main" id="{C6F0D6D3-6CC8-4C9E-9A32-111C720597E8}"/>
                </a:ext>
              </a:extLst>
            </p:cNvPr>
            <p:cNvSpPr>
              <a:spLocks noGrp="1"/>
            </p:cNvSpPr>
            <p:nvPr/>
          </p:nvSpPr>
          <p:spPr>
            <a:xfrm>
              <a:off x="6905626" y="3638549"/>
              <a:ext cx="66677" cy="475"/>
            </a:xfrm>
            <a:custGeom>
              <a:avLst/>
              <a:gdLst/>
              <a:ahLst/>
              <a:cxnLst/>
              <a:rect l="0" t="0" r="0" b="0"/>
              <a:pathLst>
                <a:path w="66675" h="476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4656">
              <a:solidFill>
                <a:srgbClr val="6993B4"/>
              </a:solidFill>
              <a:prstDash val="solid"/>
            </a:ln>
          </p:spPr>
        </p:sp>
        <p:sp>
          <p:nvSpPr>
            <p:cNvPr id="12035" name="U-Net forward | arrowhead">
              <a:extLst>
                <a:ext uri="{FF2B5EF4-FFF2-40B4-BE49-F238E27FC236}">
                  <a16:creationId xmlns:a16="http://schemas.microsoft.com/office/drawing/2014/main" id="{10E544B3-4B32-4EE8-909C-D7FD33FEFCEB}"/>
                </a:ext>
              </a:extLst>
            </p:cNvPr>
            <p:cNvSpPr>
              <a:spLocks noGrp="1"/>
            </p:cNvSpPr>
            <p:nvPr/>
          </p:nvSpPr>
          <p:spPr>
            <a:xfrm>
              <a:off x="6928962" y="3619480"/>
              <a:ext cx="43340" cy="38139"/>
            </a:xfrm>
            <a:custGeom>
              <a:avLst/>
              <a:gdLst/>
              <a:ahLst/>
              <a:cxnLst/>
              <a:rect l="0" t="0" r="0" b="0"/>
              <a:pathLst>
                <a:path w="43339" h="38138">
                  <a:moveTo>
                    <a:pt x="43339" y="19069"/>
                  </a:moveTo>
                  <a:lnTo>
                    <a:pt x="0" y="0"/>
                  </a:lnTo>
                  <a:lnTo>
                    <a:pt x="0" y="38138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36" name="U-Net forward">
              <a:extLst>
                <a:ext uri="{FF2B5EF4-FFF2-40B4-BE49-F238E27FC236}">
                  <a16:creationId xmlns:a16="http://schemas.microsoft.com/office/drawing/2014/main" id="{3EFBD3D3-F65A-4FA6-A654-BEC7E4682A90}"/>
                </a:ext>
              </a:extLst>
            </p:cNvPr>
            <p:cNvSpPr>
              <a:spLocks noGrp="1"/>
            </p:cNvSpPr>
            <p:nvPr/>
          </p:nvSpPr>
          <p:spPr>
            <a:xfrm>
              <a:off x="7448549" y="3638549"/>
              <a:ext cx="76202" cy="475"/>
            </a:xfrm>
            <a:custGeom>
              <a:avLst/>
              <a:gdLst/>
              <a:ahLst/>
              <a:cxnLst/>
              <a:rect l="0" t="0" r="0" b="0"/>
              <a:pathLst>
                <a:path w="76200" h="476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4656">
              <a:solidFill>
                <a:srgbClr val="6993B4"/>
              </a:solidFill>
              <a:prstDash val="solid"/>
            </a:ln>
          </p:spPr>
        </p:sp>
        <p:sp>
          <p:nvSpPr>
            <p:cNvPr id="12037" name="U-Net forward | arrowhead">
              <a:extLst>
                <a:ext uri="{FF2B5EF4-FFF2-40B4-BE49-F238E27FC236}">
                  <a16:creationId xmlns:a16="http://schemas.microsoft.com/office/drawing/2014/main" id="{6053E7DB-1C31-47D6-A321-D8A18541B2DA}"/>
                </a:ext>
              </a:extLst>
            </p:cNvPr>
            <p:cNvSpPr>
              <a:spLocks noGrp="1"/>
            </p:cNvSpPr>
            <p:nvPr/>
          </p:nvSpPr>
          <p:spPr>
            <a:xfrm>
              <a:off x="7475221" y="3616755"/>
              <a:ext cx="49530" cy="43585"/>
            </a:xfrm>
            <a:custGeom>
              <a:avLst/>
              <a:gdLst/>
              <a:ahLst/>
              <a:cxnLst/>
              <a:rect l="0" t="0" r="0" b="0"/>
              <a:pathLst>
                <a:path w="49530" h="43586">
                  <a:moveTo>
                    <a:pt x="49530" y="21793"/>
                  </a:moveTo>
                  <a:lnTo>
                    <a:pt x="0" y="0"/>
                  </a:lnTo>
                  <a:lnTo>
                    <a:pt x="0" y="43586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38" name="U-Net forward">
              <a:extLst>
                <a:ext uri="{FF2B5EF4-FFF2-40B4-BE49-F238E27FC236}">
                  <a16:creationId xmlns:a16="http://schemas.microsoft.com/office/drawing/2014/main" id="{EE4E1A4F-14B6-415F-83A3-78BD62AF9BB7}"/>
                </a:ext>
              </a:extLst>
            </p:cNvPr>
            <p:cNvSpPr>
              <a:spLocks noGrp="1"/>
            </p:cNvSpPr>
            <p:nvPr/>
          </p:nvSpPr>
          <p:spPr>
            <a:xfrm>
              <a:off x="8048624" y="3638549"/>
              <a:ext cx="76202" cy="475"/>
            </a:xfrm>
            <a:custGeom>
              <a:avLst/>
              <a:gdLst/>
              <a:ahLst/>
              <a:cxnLst/>
              <a:rect l="0" t="0" r="0" b="0"/>
              <a:pathLst>
                <a:path w="76200" h="476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4656">
              <a:solidFill>
                <a:srgbClr val="6993B4"/>
              </a:solidFill>
              <a:prstDash val="solid"/>
            </a:ln>
          </p:spPr>
        </p:sp>
        <p:sp>
          <p:nvSpPr>
            <p:cNvPr id="12039" name="U-Net forward | arrowhead">
              <a:extLst>
                <a:ext uri="{FF2B5EF4-FFF2-40B4-BE49-F238E27FC236}">
                  <a16:creationId xmlns:a16="http://schemas.microsoft.com/office/drawing/2014/main" id="{EAE9A666-555B-4954-A47E-8AE33C1B85B6}"/>
                </a:ext>
              </a:extLst>
            </p:cNvPr>
            <p:cNvSpPr>
              <a:spLocks noGrp="1"/>
            </p:cNvSpPr>
            <p:nvPr/>
          </p:nvSpPr>
          <p:spPr>
            <a:xfrm>
              <a:off x="8075296" y="3616755"/>
              <a:ext cx="49530" cy="43585"/>
            </a:xfrm>
            <a:custGeom>
              <a:avLst/>
              <a:gdLst/>
              <a:ahLst/>
              <a:cxnLst/>
              <a:rect l="0" t="0" r="0" b="0"/>
              <a:pathLst>
                <a:path w="49530" h="43586">
                  <a:moveTo>
                    <a:pt x="49530" y="21793"/>
                  </a:moveTo>
                  <a:lnTo>
                    <a:pt x="0" y="0"/>
                  </a:lnTo>
                  <a:lnTo>
                    <a:pt x="0" y="43586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40" name="U-Net forward">
              <a:extLst>
                <a:ext uri="{FF2B5EF4-FFF2-40B4-BE49-F238E27FC236}">
                  <a16:creationId xmlns:a16="http://schemas.microsoft.com/office/drawing/2014/main" id="{C650054A-BA53-403F-9583-D841AEDDDFAE}"/>
                </a:ext>
              </a:extLst>
            </p:cNvPr>
            <p:cNvSpPr>
              <a:spLocks noGrp="1"/>
            </p:cNvSpPr>
            <p:nvPr/>
          </p:nvSpPr>
          <p:spPr>
            <a:xfrm>
              <a:off x="8629648" y="3638549"/>
              <a:ext cx="57151" cy="475"/>
            </a:xfrm>
            <a:custGeom>
              <a:avLst/>
              <a:gdLst/>
              <a:ahLst/>
              <a:cxnLst/>
              <a:rect l="0" t="0" r="0" b="0"/>
              <a:pathLst>
                <a:path w="57150" h="476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4656">
              <a:solidFill>
                <a:srgbClr val="6993B4"/>
              </a:solidFill>
              <a:prstDash val="solid"/>
            </a:ln>
          </p:spPr>
        </p:sp>
        <p:sp>
          <p:nvSpPr>
            <p:cNvPr id="12041" name="U-Net forward | arrowhead">
              <a:extLst>
                <a:ext uri="{FF2B5EF4-FFF2-40B4-BE49-F238E27FC236}">
                  <a16:creationId xmlns:a16="http://schemas.microsoft.com/office/drawing/2014/main" id="{B0A0FE20-0C26-4571-BD01-286690C913C2}"/>
                </a:ext>
              </a:extLst>
            </p:cNvPr>
            <p:cNvSpPr>
              <a:spLocks noGrp="1"/>
            </p:cNvSpPr>
            <p:nvPr/>
          </p:nvSpPr>
          <p:spPr>
            <a:xfrm>
              <a:off x="8643938" y="3619690"/>
              <a:ext cx="42862" cy="37719"/>
            </a:xfrm>
            <a:custGeom>
              <a:avLst/>
              <a:gdLst/>
              <a:ahLst/>
              <a:cxnLst/>
              <a:rect l="0" t="0" r="0" b="0"/>
              <a:pathLst>
                <a:path w="42863" h="37719">
                  <a:moveTo>
                    <a:pt x="42863" y="18860"/>
                  </a:moveTo>
                  <a:lnTo>
                    <a:pt x="0" y="0"/>
                  </a:lnTo>
                  <a:lnTo>
                    <a:pt x="0" y="37719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42" name="U-Net forward">
              <a:extLst>
                <a:ext uri="{FF2B5EF4-FFF2-40B4-BE49-F238E27FC236}">
                  <a16:creationId xmlns:a16="http://schemas.microsoft.com/office/drawing/2014/main" id="{48FB8F2D-7D26-4931-AB7E-5AEC3101BFAD}"/>
                </a:ext>
              </a:extLst>
            </p:cNvPr>
            <p:cNvSpPr>
              <a:spLocks noGrp="1"/>
            </p:cNvSpPr>
            <p:nvPr/>
          </p:nvSpPr>
          <p:spPr>
            <a:xfrm>
              <a:off x="9229723" y="3638549"/>
              <a:ext cx="57151" cy="475"/>
            </a:xfrm>
            <a:custGeom>
              <a:avLst/>
              <a:gdLst/>
              <a:ahLst/>
              <a:cxnLst/>
              <a:rect l="0" t="0" r="0" b="0"/>
              <a:pathLst>
                <a:path w="57150" h="476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4656">
              <a:solidFill>
                <a:srgbClr val="6993B4"/>
              </a:solidFill>
              <a:prstDash val="solid"/>
            </a:ln>
          </p:spPr>
        </p:sp>
        <p:sp>
          <p:nvSpPr>
            <p:cNvPr id="12043" name="U-Net forward | arrowhead">
              <a:extLst>
                <a:ext uri="{FF2B5EF4-FFF2-40B4-BE49-F238E27FC236}">
                  <a16:creationId xmlns:a16="http://schemas.microsoft.com/office/drawing/2014/main" id="{CBCA5AC3-6FD2-475E-94A2-E884EB4A965A}"/>
                </a:ext>
              </a:extLst>
            </p:cNvPr>
            <p:cNvSpPr>
              <a:spLocks noGrp="1"/>
            </p:cNvSpPr>
            <p:nvPr/>
          </p:nvSpPr>
          <p:spPr>
            <a:xfrm>
              <a:off x="9244012" y="3619690"/>
              <a:ext cx="42862" cy="37719"/>
            </a:xfrm>
            <a:custGeom>
              <a:avLst/>
              <a:gdLst/>
              <a:ahLst/>
              <a:cxnLst/>
              <a:rect l="0" t="0" r="0" b="0"/>
              <a:pathLst>
                <a:path w="42863" h="37719">
                  <a:moveTo>
                    <a:pt x="42863" y="18860"/>
                  </a:moveTo>
                  <a:lnTo>
                    <a:pt x="0" y="0"/>
                  </a:lnTo>
                  <a:lnTo>
                    <a:pt x="0" y="37719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44" name="U-Net forward">
              <a:extLst>
                <a:ext uri="{FF2B5EF4-FFF2-40B4-BE49-F238E27FC236}">
                  <a16:creationId xmlns:a16="http://schemas.microsoft.com/office/drawing/2014/main" id="{82F16BF7-37D2-482B-BD64-96A8A4B2DF7A}"/>
                </a:ext>
              </a:extLst>
            </p:cNvPr>
            <p:cNvSpPr>
              <a:spLocks noGrp="1"/>
            </p:cNvSpPr>
            <p:nvPr/>
          </p:nvSpPr>
          <p:spPr>
            <a:xfrm>
              <a:off x="9972676" y="3638549"/>
              <a:ext cx="76202" cy="475"/>
            </a:xfrm>
            <a:custGeom>
              <a:avLst/>
              <a:gdLst/>
              <a:ahLst/>
              <a:cxnLst/>
              <a:rect l="0" t="0" r="0" b="0"/>
              <a:pathLst>
                <a:path w="76200" h="476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4656">
              <a:solidFill>
                <a:srgbClr val="6993B4"/>
              </a:solidFill>
              <a:prstDash val="solid"/>
            </a:ln>
          </p:spPr>
        </p:sp>
        <p:sp>
          <p:nvSpPr>
            <p:cNvPr id="12045" name="U-Net forward | arrowhead">
              <a:extLst>
                <a:ext uri="{FF2B5EF4-FFF2-40B4-BE49-F238E27FC236}">
                  <a16:creationId xmlns:a16="http://schemas.microsoft.com/office/drawing/2014/main" id="{1F7225CE-D2CD-4BD3-9312-174E4A77C258}"/>
                </a:ext>
              </a:extLst>
            </p:cNvPr>
            <p:cNvSpPr>
              <a:spLocks noGrp="1"/>
            </p:cNvSpPr>
            <p:nvPr/>
          </p:nvSpPr>
          <p:spPr>
            <a:xfrm>
              <a:off x="9999344" y="3616755"/>
              <a:ext cx="49530" cy="43585"/>
            </a:xfrm>
            <a:custGeom>
              <a:avLst/>
              <a:gdLst/>
              <a:ahLst/>
              <a:cxnLst/>
              <a:rect l="0" t="0" r="0" b="0"/>
              <a:pathLst>
                <a:path w="49530" h="43586">
                  <a:moveTo>
                    <a:pt x="49530" y="21793"/>
                  </a:moveTo>
                  <a:lnTo>
                    <a:pt x="0" y="0"/>
                  </a:lnTo>
                  <a:lnTo>
                    <a:pt x="0" y="43586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46" name="U-Net forward">
              <a:extLst>
                <a:ext uri="{FF2B5EF4-FFF2-40B4-BE49-F238E27FC236}">
                  <a16:creationId xmlns:a16="http://schemas.microsoft.com/office/drawing/2014/main" id="{3ADAB834-87F7-4289-9243-75FC643C975C}"/>
                </a:ext>
              </a:extLst>
            </p:cNvPr>
            <p:cNvSpPr>
              <a:spLocks noGrp="1"/>
            </p:cNvSpPr>
            <p:nvPr/>
          </p:nvSpPr>
          <p:spPr>
            <a:xfrm>
              <a:off x="10544175" y="3638549"/>
              <a:ext cx="123824" cy="475"/>
            </a:xfrm>
            <a:custGeom>
              <a:avLst/>
              <a:gdLst/>
              <a:ahLst/>
              <a:cxnLst/>
              <a:rect l="0" t="0" r="0" b="0"/>
              <a:pathLst>
                <a:path w="123825" h="476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4656">
              <a:solidFill>
                <a:srgbClr val="6993B4"/>
              </a:solidFill>
              <a:prstDash val="solid"/>
            </a:ln>
          </p:spPr>
        </p:sp>
        <p:sp>
          <p:nvSpPr>
            <p:cNvPr id="12047" name="U-Net forward | arrowhead">
              <a:extLst>
                <a:ext uri="{FF2B5EF4-FFF2-40B4-BE49-F238E27FC236}">
                  <a16:creationId xmlns:a16="http://schemas.microsoft.com/office/drawing/2014/main" id="{B4BBF6A6-53E4-4B41-A70A-F7AB4A5E96E6}"/>
                </a:ext>
              </a:extLst>
            </p:cNvPr>
            <p:cNvSpPr>
              <a:spLocks noGrp="1"/>
            </p:cNvSpPr>
            <p:nvPr/>
          </p:nvSpPr>
          <p:spPr>
            <a:xfrm>
              <a:off x="10587512" y="3603135"/>
              <a:ext cx="80488" cy="70829"/>
            </a:xfrm>
            <a:custGeom>
              <a:avLst/>
              <a:gdLst/>
              <a:ahLst/>
              <a:cxnLst/>
              <a:rect l="0" t="0" r="0" b="0"/>
              <a:pathLst>
                <a:path w="80486" h="70828">
                  <a:moveTo>
                    <a:pt x="80486" y="35414"/>
                  </a:moveTo>
                  <a:lnTo>
                    <a:pt x="0" y="0"/>
                  </a:lnTo>
                  <a:lnTo>
                    <a:pt x="0" y="70828"/>
                  </a:lnTo>
                  <a:close/>
                </a:path>
              </a:pathLst>
            </a:custGeom>
            <a:solidFill>
              <a:srgbClr val="6993B4"/>
            </a:solidFill>
            <a:ln w="0">
              <a:noFill/>
            </a:ln>
          </p:spPr>
        </p:sp>
        <p:sp>
          <p:nvSpPr>
            <p:cNvPr id="12048" name="U-Net skip 1">
              <a:extLst>
                <a:ext uri="{FF2B5EF4-FFF2-40B4-BE49-F238E27FC236}">
                  <a16:creationId xmlns:a16="http://schemas.microsoft.com/office/drawing/2014/main" id="{641D925B-F127-48F9-A7BE-66D08C73B21A}"/>
                </a:ext>
              </a:extLst>
            </p:cNvPr>
            <p:cNvSpPr>
              <a:spLocks noGrp="1"/>
            </p:cNvSpPr>
            <p:nvPr/>
          </p:nvSpPr>
          <p:spPr>
            <a:xfrm>
              <a:off x="4572000" y="2076447"/>
              <a:ext cx="6467476" cy="438150"/>
            </a:xfrm>
            <a:custGeom>
              <a:avLst/>
              <a:gdLst/>
              <a:ahLst/>
              <a:cxnLst/>
              <a:rect l="0" t="0" r="0" b="0"/>
              <a:pathLst>
                <a:path w="6467475" h="438150">
                  <a:moveTo>
                    <a:pt x="0" y="438150"/>
                  </a:moveTo>
                  <a:lnTo>
                    <a:pt x="0" y="0"/>
                  </a:lnTo>
                  <a:lnTo>
                    <a:pt x="6467475" y="0"/>
                  </a:lnTo>
                  <a:lnTo>
                    <a:pt x="6467475" y="438150"/>
                  </a:lnTo>
                </a:path>
              </a:pathLst>
            </a:custGeom>
            <a:noFill/>
            <a:ln w="4915">
              <a:solidFill>
                <a:srgbClr val="86A6C7"/>
              </a:solidFill>
              <a:prstDash val="dash"/>
            </a:ln>
          </p:spPr>
        </p:sp>
        <p:sp>
          <p:nvSpPr>
            <p:cNvPr id="12049" name="U-Net skip 1 | arrowhead">
              <a:extLst>
                <a:ext uri="{FF2B5EF4-FFF2-40B4-BE49-F238E27FC236}">
                  <a16:creationId xmlns:a16="http://schemas.microsoft.com/office/drawing/2014/main" id="{A7C2FAFC-A155-41F6-8B23-AE1FA5AFEB4F}"/>
                </a:ext>
              </a:extLst>
            </p:cNvPr>
            <p:cNvSpPr>
              <a:spLocks noGrp="1"/>
            </p:cNvSpPr>
            <p:nvPr/>
          </p:nvSpPr>
          <p:spPr>
            <a:xfrm>
              <a:off x="10995469" y="2414588"/>
              <a:ext cx="88010" cy="100013"/>
            </a:xfrm>
            <a:custGeom>
              <a:avLst/>
              <a:gdLst/>
              <a:ahLst/>
              <a:cxnLst/>
              <a:rect l="0" t="0" r="0" b="0"/>
              <a:pathLst>
                <a:path w="88011" h="100013">
                  <a:moveTo>
                    <a:pt x="44005" y="100013"/>
                  </a:moveTo>
                  <a:lnTo>
                    <a:pt x="88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A6C7"/>
            </a:solidFill>
            <a:ln w="0">
              <a:noFill/>
            </a:ln>
          </p:spPr>
        </p:sp>
        <p:sp>
          <p:nvSpPr>
            <p:cNvPr id="12050" name="U-Net skip 2">
              <a:extLst>
                <a:ext uri="{FF2B5EF4-FFF2-40B4-BE49-F238E27FC236}">
                  <a16:creationId xmlns:a16="http://schemas.microsoft.com/office/drawing/2014/main" id="{6D4CB1AF-AD6E-4EE4-A37F-C2D2AE18BF00}"/>
                </a:ext>
              </a:extLst>
            </p:cNvPr>
            <p:cNvSpPr>
              <a:spLocks noGrp="1"/>
            </p:cNvSpPr>
            <p:nvPr/>
          </p:nvSpPr>
          <p:spPr>
            <a:xfrm>
              <a:off x="5276848" y="2305049"/>
              <a:ext cx="5019674" cy="447675"/>
            </a:xfrm>
            <a:custGeom>
              <a:avLst/>
              <a:gdLst/>
              <a:ahLst/>
              <a:cxnLst/>
              <a:rect l="0" t="0" r="0" b="0"/>
              <a:pathLst>
                <a:path w="5019675" h="447675">
                  <a:moveTo>
                    <a:pt x="0" y="447675"/>
                  </a:moveTo>
                  <a:lnTo>
                    <a:pt x="0" y="0"/>
                  </a:lnTo>
                  <a:lnTo>
                    <a:pt x="5019675" y="0"/>
                  </a:lnTo>
                  <a:lnTo>
                    <a:pt x="5019675" y="447675"/>
                  </a:lnTo>
                </a:path>
              </a:pathLst>
            </a:custGeom>
            <a:noFill/>
            <a:ln w="4915">
              <a:solidFill>
                <a:srgbClr val="86A6C7"/>
              </a:solidFill>
              <a:prstDash val="dash"/>
            </a:ln>
          </p:spPr>
        </p:sp>
        <p:sp>
          <p:nvSpPr>
            <p:cNvPr id="12051" name="U-Net skip 2 | arrowhead">
              <a:extLst>
                <a:ext uri="{FF2B5EF4-FFF2-40B4-BE49-F238E27FC236}">
                  <a16:creationId xmlns:a16="http://schemas.microsoft.com/office/drawing/2014/main" id="{567A3C01-4622-4B8F-AB7A-0224D345E65F}"/>
                </a:ext>
              </a:extLst>
            </p:cNvPr>
            <p:cNvSpPr>
              <a:spLocks noGrp="1"/>
            </p:cNvSpPr>
            <p:nvPr/>
          </p:nvSpPr>
          <p:spPr>
            <a:xfrm>
              <a:off x="10252520" y="2652712"/>
              <a:ext cx="88010" cy="100013"/>
            </a:xfrm>
            <a:custGeom>
              <a:avLst/>
              <a:gdLst/>
              <a:ahLst/>
              <a:cxnLst/>
              <a:rect l="0" t="0" r="0" b="0"/>
              <a:pathLst>
                <a:path w="88011" h="100013">
                  <a:moveTo>
                    <a:pt x="44005" y="100013"/>
                  </a:moveTo>
                  <a:lnTo>
                    <a:pt x="88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A6C7"/>
            </a:solidFill>
            <a:ln w="0">
              <a:noFill/>
            </a:ln>
          </p:spPr>
        </p:sp>
        <p:sp>
          <p:nvSpPr>
            <p:cNvPr id="12052" name="U-Net skip 3">
              <a:extLst>
                <a:ext uri="{FF2B5EF4-FFF2-40B4-BE49-F238E27FC236}">
                  <a16:creationId xmlns:a16="http://schemas.microsoft.com/office/drawing/2014/main" id="{C0B5FC12-A1AE-4832-9059-4C293AB9A986}"/>
                </a:ext>
              </a:extLst>
            </p:cNvPr>
            <p:cNvSpPr>
              <a:spLocks noGrp="1"/>
            </p:cNvSpPr>
            <p:nvPr/>
          </p:nvSpPr>
          <p:spPr>
            <a:xfrm>
              <a:off x="5962650" y="2524122"/>
              <a:ext cx="3667125" cy="419099"/>
            </a:xfrm>
            <a:custGeom>
              <a:avLst/>
              <a:gdLst/>
              <a:ahLst/>
              <a:cxnLst/>
              <a:rect l="0" t="0" r="0" b="0"/>
              <a:pathLst>
                <a:path w="3667125" h="419100">
                  <a:moveTo>
                    <a:pt x="0" y="419100"/>
                  </a:moveTo>
                  <a:lnTo>
                    <a:pt x="0" y="0"/>
                  </a:lnTo>
                  <a:lnTo>
                    <a:pt x="3667125" y="0"/>
                  </a:lnTo>
                  <a:lnTo>
                    <a:pt x="3667125" y="419100"/>
                  </a:lnTo>
                </a:path>
              </a:pathLst>
            </a:custGeom>
            <a:noFill/>
            <a:ln w="4915">
              <a:solidFill>
                <a:srgbClr val="86A6C7"/>
              </a:solidFill>
              <a:prstDash val="dash"/>
            </a:ln>
          </p:spPr>
        </p:sp>
        <p:sp>
          <p:nvSpPr>
            <p:cNvPr id="12053" name="U-Net skip 3 | arrowhead">
              <a:extLst>
                <a:ext uri="{FF2B5EF4-FFF2-40B4-BE49-F238E27FC236}">
                  <a16:creationId xmlns:a16="http://schemas.microsoft.com/office/drawing/2014/main" id="{75ED001C-6961-456F-B7E7-17CD536DF078}"/>
                </a:ext>
              </a:extLst>
            </p:cNvPr>
            <p:cNvSpPr>
              <a:spLocks noGrp="1"/>
            </p:cNvSpPr>
            <p:nvPr/>
          </p:nvSpPr>
          <p:spPr>
            <a:xfrm>
              <a:off x="9585768" y="2843212"/>
              <a:ext cx="88010" cy="100013"/>
            </a:xfrm>
            <a:custGeom>
              <a:avLst/>
              <a:gdLst/>
              <a:ahLst/>
              <a:cxnLst/>
              <a:rect l="0" t="0" r="0" b="0"/>
              <a:pathLst>
                <a:path w="88011" h="100013">
                  <a:moveTo>
                    <a:pt x="44006" y="100013"/>
                  </a:moveTo>
                  <a:lnTo>
                    <a:pt x="88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A6C7"/>
            </a:solidFill>
            <a:ln w="0">
              <a:noFill/>
            </a:ln>
          </p:spPr>
        </p:sp>
        <p:sp>
          <p:nvSpPr>
            <p:cNvPr id="12054" name="U-Net skip 4">
              <a:extLst>
                <a:ext uri="{FF2B5EF4-FFF2-40B4-BE49-F238E27FC236}">
                  <a16:creationId xmlns:a16="http://schemas.microsoft.com/office/drawing/2014/main" id="{8686D6FB-F188-47F1-8230-2AF5F58DE003}"/>
                </a:ext>
              </a:extLst>
            </p:cNvPr>
            <p:cNvSpPr>
              <a:spLocks noGrp="1"/>
            </p:cNvSpPr>
            <p:nvPr/>
          </p:nvSpPr>
          <p:spPr>
            <a:xfrm>
              <a:off x="6638923" y="2733673"/>
              <a:ext cx="2314575" cy="504825"/>
            </a:xfrm>
            <a:custGeom>
              <a:avLst/>
              <a:gdLst/>
              <a:ahLst/>
              <a:cxnLst/>
              <a:rect l="0" t="0" r="0" b="0"/>
              <a:pathLst>
                <a:path w="2314575" h="504825">
                  <a:moveTo>
                    <a:pt x="0" y="504825"/>
                  </a:moveTo>
                  <a:lnTo>
                    <a:pt x="0" y="0"/>
                  </a:lnTo>
                  <a:lnTo>
                    <a:pt x="2314575" y="0"/>
                  </a:lnTo>
                  <a:lnTo>
                    <a:pt x="2314575" y="504825"/>
                  </a:lnTo>
                </a:path>
              </a:pathLst>
            </a:custGeom>
            <a:noFill/>
            <a:ln w="4915">
              <a:solidFill>
                <a:srgbClr val="86A6C7"/>
              </a:solidFill>
              <a:prstDash val="dash"/>
            </a:ln>
          </p:spPr>
        </p:sp>
        <p:sp>
          <p:nvSpPr>
            <p:cNvPr id="12055" name="U-Net skip 4 | arrowhead">
              <a:extLst>
                <a:ext uri="{FF2B5EF4-FFF2-40B4-BE49-F238E27FC236}">
                  <a16:creationId xmlns:a16="http://schemas.microsoft.com/office/drawing/2014/main" id="{2BD6E9C1-BFE5-4D09-9AFC-F7788E9C33C7}"/>
                </a:ext>
              </a:extLst>
            </p:cNvPr>
            <p:cNvSpPr>
              <a:spLocks noGrp="1"/>
            </p:cNvSpPr>
            <p:nvPr/>
          </p:nvSpPr>
          <p:spPr>
            <a:xfrm>
              <a:off x="8909495" y="3138485"/>
              <a:ext cx="88010" cy="100013"/>
            </a:xfrm>
            <a:custGeom>
              <a:avLst/>
              <a:gdLst/>
              <a:ahLst/>
              <a:cxnLst/>
              <a:rect l="0" t="0" r="0" b="0"/>
              <a:pathLst>
                <a:path w="88011" h="100013">
                  <a:moveTo>
                    <a:pt x="44006" y="100013"/>
                  </a:moveTo>
                  <a:lnTo>
                    <a:pt x="88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A6C7"/>
            </a:solidFill>
            <a:ln w="0">
              <a:noFill/>
            </a:ln>
          </p:spPr>
        </p:sp>
        <p:sp>
          <p:nvSpPr>
            <p:cNvPr id="12056" name="Skip connections">
              <a:extLst>
                <a:ext uri="{FF2B5EF4-FFF2-40B4-BE49-F238E27FC236}">
                  <a16:creationId xmlns:a16="http://schemas.microsoft.com/office/drawing/2014/main" id="{8DECC1EA-DC98-459F-9D72-F786C933C894}"/>
                </a:ext>
              </a:extLst>
            </p:cNvPr>
            <p:cNvSpPr>
              <a:spLocks noGrp="1"/>
            </p:cNvSpPr>
            <p:nvPr/>
          </p:nvSpPr>
          <p:spPr>
            <a:xfrm>
              <a:off x="6267450" y="1695447"/>
              <a:ext cx="3048000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09" b="0">
                  <a:solidFill>
                    <a:srgbClr val="617F9F"/>
                  </a:solidFill>
                  <a:latin typeface="Arial"/>
                  <a:ea typeface="Arial"/>
                  <a:cs typeface="Arial"/>
                </a:defRPr>
              </a:pPr>
              <a:r>
                <a:rPr sz="509" b="0">
                  <a:solidFill>
                    <a:srgbClr val="617F9F"/>
                  </a:solidFill>
                  <a:latin typeface="Arial"/>
                  <a:ea typeface="Arial"/>
                  <a:cs typeface="Arial"/>
                </a:rPr>
                <a:t>Skip connections</a:t>
              </a:r>
            </a:p>
          </p:txBody>
        </p:sp>
        <p:sp>
          <p:nvSpPr>
            <p:cNvPr id="12057" name="Encoder">
              <a:extLst>
                <a:ext uri="{FF2B5EF4-FFF2-40B4-BE49-F238E27FC236}">
                  <a16:creationId xmlns:a16="http://schemas.microsoft.com/office/drawing/2014/main" id="{B64371F4-0F04-45A6-BF69-21AA09EBD04A}"/>
                </a:ext>
              </a:extLst>
            </p:cNvPr>
            <p:cNvSpPr>
              <a:spLocks noGrp="1"/>
            </p:cNvSpPr>
            <p:nvPr/>
          </p:nvSpPr>
          <p:spPr>
            <a:xfrm>
              <a:off x="4552949" y="3962400"/>
              <a:ext cx="2219323" cy="3905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91" b="0">
                  <a:solidFill>
                    <a:srgbClr val="507CAB"/>
                  </a:solidFill>
                  <a:latin typeface="Arial"/>
                  <a:ea typeface="Arial"/>
                  <a:cs typeface="Arial"/>
                </a:defRPr>
              </a:pPr>
              <a:r>
                <a:rPr sz="591" b="0">
                  <a:solidFill>
                    <a:srgbClr val="507CAB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  <p:sp>
          <p:nvSpPr>
            <p:cNvPr id="12058" name="Bottleneck">
              <a:extLst>
                <a:ext uri="{FF2B5EF4-FFF2-40B4-BE49-F238E27FC236}">
                  <a16:creationId xmlns:a16="http://schemas.microsoft.com/office/drawing/2014/main" id="{9C9A89D7-0630-4D4C-BE8E-940E7F28375F}"/>
                </a:ext>
              </a:extLst>
            </p:cNvPr>
            <p:cNvSpPr>
              <a:spLocks noGrp="1"/>
            </p:cNvSpPr>
            <p:nvPr/>
          </p:nvSpPr>
          <p:spPr>
            <a:xfrm>
              <a:off x="6915151" y="3962400"/>
              <a:ext cx="1743076" cy="3905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91" b="0">
                  <a:solidFill>
                    <a:srgbClr val="8C72AC"/>
                  </a:solidFill>
                  <a:latin typeface="Arial"/>
                  <a:ea typeface="Arial"/>
                  <a:cs typeface="Arial"/>
                </a:defRPr>
              </a:pPr>
              <a:r>
                <a:rPr sz="591" b="0">
                  <a:solidFill>
                    <a:srgbClr val="8C72AC"/>
                  </a:solidFill>
                  <a:latin typeface="Arial"/>
                  <a:ea typeface="Arial"/>
                  <a:cs typeface="Arial"/>
                </a:rPr>
                <a:t>Bottleneck</a:t>
              </a:r>
            </a:p>
          </p:txBody>
        </p:sp>
        <p:sp>
          <p:nvSpPr>
            <p:cNvPr id="12059" name="Decoder">
              <a:extLst>
                <a:ext uri="{FF2B5EF4-FFF2-40B4-BE49-F238E27FC236}">
                  <a16:creationId xmlns:a16="http://schemas.microsoft.com/office/drawing/2014/main" id="{A94BCC40-9A3A-4DAD-B6C1-4EEA58A17686}"/>
                </a:ext>
              </a:extLst>
            </p:cNvPr>
            <p:cNvSpPr>
              <a:spLocks noGrp="1"/>
            </p:cNvSpPr>
            <p:nvPr/>
          </p:nvSpPr>
          <p:spPr>
            <a:xfrm>
              <a:off x="9191626" y="3962400"/>
              <a:ext cx="2114549" cy="3905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91" b="0">
                  <a:solidFill>
                    <a:srgbClr val="4F8E84"/>
                  </a:solidFill>
                  <a:latin typeface="Arial"/>
                  <a:ea typeface="Arial"/>
                  <a:cs typeface="Arial"/>
                </a:defRPr>
              </a:pPr>
              <a:r>
                <a:rPr sz="591" b="0">
                  <a:solidFill>
                    <a:srgbClr val="4F8E84"/>
                  </a:solidFill>
                  <a:latin typeface="Arial"/>
                  <a:ea typeface="Arial"/>
                  <a:cs typeface="Arial"/>
                </a:rPr>
                <a:t>Decoder</a:t>
              </a:r>
            </a:p>
          </p:txBody>
        </p:sp>
        <p:sp>
          <p:nvSpPr>
            <p:cNvPr id="12060" name="Voxel-to-point fusion">
              <a:extLst>
                <a:ext uri="{FF2B5EF4-FFF2-40B4-BE49-F238E27FC236}">
                  <a16:creationId xmlns:a16="http://schemas.microsoft.com/office/drawing/2014/main" id="{78FA9EE4-3F0E-4849-80F4-EF6D24B6DC39}"/>
                </a:ext>
              </a:extLst>
            </p:cNvPr>
            <p:cNvSpPr>
              <a:spLocks noGrp="1"/>
            </p:cNvSpPr>
            <p:nvPr/>
          </p:nvSpPr>
          <p:spPr>
            <a:xfrm>
              <a:off x="4667248" y="4467224"/>
              <a:ext cx="475" cy="1514474"/>
            </a:xfrm>
            <a:custGeom>
              <a:avLst/>
              <a:gdLst/>
              <a:ahLst/>
              <a:cxnLst/>
              <a:rect l="0" t="0" r="0" b="0"/>
              <a:pathLst>
                <a:path w="476" h="1514475">
                  <a:moveTo>
                    <a:pt x="0" y="0"/>
                  </a:moveTo>
                  <a:lnTo>
                    <a:pt x="0" y="1514475"/>
                  </a:lnTo>
                </a:path>
              </a:pathLst>
            </a:custGeom>
            <a:noFill/>
            <a:ln w="8537">
              <a:solidFill>
                <a:srgbClr val="388BBE"/>
              </a:solidFill>
              <a:prstDash val="solid"/>
            </a:ln>
          </p:spPr>
        </p:sp>
        <p:sp>
          <p:nvSpPr>
            <p:cNvPr id="12061" name="Voxel-to-point fusion | arrowhead">
              <a:extLst>
                <a:ext uri="{FF2B5EF4-FFF2-40B4-BE49-F238E27FC236}">
                  <a16:creationId xmlns:a16="http://schemas.microsoft.com/office/drawing/2014/main" id="{28FDC78F-FEA3-4D72-8F47-CE87B3F444B0}"/>
                </a:ext>
              </a:extLst>
            </p:cNvPr>
            <p:cNvSpPr>
              <a:spLocks noGrp="1"/>
            </p:cNvSpPr>
            <p:nvPr/>
          </p:nvSpPr>
          <p:spPr>
            <a:xfrm>
              <a:off x="4623245" y="5881686"/>
              <a:ext cx="88010" cy="100013"/>
            </a:xfrm>
            <a:custGeom>
              <a:avLst/>
              <a:gdLst/>
              <a:ahLst/>
              <a:cxnLst/>
              <a:rect l="0" t="0" r="0" b="0"/>
              <a:pathLst>
                <a:path w="88011" h="100013">
                  <a:moveTo>
                    <a:pt x="44006" y="100013"/>
                  </a:moveTo>
                  <a:lnTo>
                    <a:pt x="88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62" name="Voxel-to-point fusion">
              <a:extLst>
                <a:ext uri="{FF2B5EF4-FFF2-40B4-BE49-F238E27FC236}">
                  <a16:creationId xmlns:a16="http://schemas.microsoft.com/office/drawing/2014/main" id="{C9270EBE-2C22-4299-929C-B1E717D01896}"/>
                </a:ext>
              </a:extLst>
            </p:cNvPr>
            <p:cNvSpPr>
              <a:spLocks noGrp="1"/>
            </p:cNvSpPr>
            <p:nvPr/>
          </p:nvSpPr>
          <p:spPr>
            <a:xfrm>
              <a:off x="7791450" y="4467224"/>
              <a:ext cx="475" cy="1514474"/>
            </a:xfrm>
            <a:custGeom>
              <a:avLst/>
              <a:gdLst/>
              <a:ahLst/>
              <a:cxnLst/>
              <a:rect l="0" t="0" r="0" b="0"/>
              <a:pathLst>
                <a:path w="476" h="1514475">
                  <a:moveTo>
                    <a:pt x="0" y="0"/>
                  </a:moveTo>
                  <a:lnTo>
                    <a:pt x="0" y="1514475"/>
                  </a:lnTo>
                </a:path>
              </a:pathLst>
            </a:custGeom>
            <a:noFill/>
            <a:ln w="8537">
              <a:solidFill>
                <a:srgbClr val="388BBE"/>
              </a:solidFill>
              <a:prstDash val="solid"/>
            </a:ln>
          </p:spPr>
        </p:sp>
        <p:sp>
          <p:nvSpPr>
            <p:cNvPr id="12063" name="Voxel-to-point fusion | arrowhead">
              <a:extLst>
                <a:ext uri="{FF2B5EF4-FFF2-40B4-BE49-F238E27FC236}">
                  <a16:creationId xmlns:a16="http://schemas.microsoft.com/office/drawing/2014/main" id="{1D3E10CD-0D77-4F2F-AF31-0C9E0D354CA5}"/>
                </a:ext>
              </a:extLst>
            </p:cNvPr>
            <p:cNvSpPr>
              <a:spLocks noGrp="1"/>
            </p:cNvSpPr>
            <p:nvPr/>
          </p:nvSpPr>
          <p:spPr>
            <a:xfrm>
              <a:off x="7747443" y="5881686"/>
              <a:ext cx="88010" cy="100013"/>
            </a:xfrm>
            <a:custGeom>
              <a:avLst/>
              <a:gdLst/>
              <a:ahLst/>
              <a:cxnLst/>
              <a:rect l="0" t="0" r="0" b="0"/>
              <a:pathLst>
                <a:path w="88011" h="100013">
                  <a:moveTo>
                    <a:pt x="44006" y="100013"/>
                  </a:moveTo>
                  <a:lnTo>
                    <a:pt x="88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64" name="Voxel-to-point fusion">
              <a:extLst>
                <a:ext uri="{FF2B5EF4-FFF2-40B4-BE49-F238E27FC236}">
                  <a16:creationId xmlns:a16="http://schemas.microsoft.com/office/drawing/2014/main" id="{EB5989CC-FD35-433C-9252-EFAE0B41570B}"/>
                </a:ext>
              </a:extLst>
            </p:cNvPr>
            <p:cNvSpPr>
              <a:spLocks noGrp="1"/>
            </p:cNvSpPr>
            <p:nvPr/>
          </p:nvSpPr>
          <p:spPr>
            <a:xfrm>
              <a:off x="10915648" y="4467224"/>
              <a:ext cx="475" cy="1514474"/>
            </a:xfrm>
            <a:custGeom>
              <a:avLst/>
              <a:gdLst/>
              <a:ahLst/>
              <a:cxnLst/>
              <a:rect l="0" t="0" r="0" b="0"/>
              <a:pathLst>
                <a:path w="476" h="1514475">
                  <a:moveTo>
                    <a:pt x="0" y="0"/>
                  </a:moveTo>
                  <a:lnTo>
                    <a:pt x="0" y="1514475"/>
                  </a:lnTo>
                </a:path>
              </a:pathLst>
            </a:custGeom>
            <a:noFill/>
            <a:ln w="8537">
              <a:solidFill>
                <a:srgbClr val="388BBE"/>
              </a:solidFill>
              <a:prstDash val="solid"/>
            </a:ln>
          </p:spPr>
        </p:sp>
        <p:sp>
          <p:nvSpPr>
            <p:cNvPr id="12065" name="Voxel-to-point fusion | arrowhead">
              <a:extLst>
                <a:ext uri="{FF2B5EF4-FFF2-40B4-BE49-F238E27FC236}">
                  <a16:creationId xmlns:a16="http://schemas.microsoft.com/office/drawing/2014/main" id="{16C8335B-03FB-4931-BF18-A17F17601088}"/>
                </a:ext>
              </a:extLst>
            </p:cNvPr>
            <p:cNvSpPr>
              <a:spLocks noGrp="1"/>
            </p:cNvSpPr>
            <p:nvPr/>
          </p:nvSpPr>
          <p:spPr>
            <a:xfrm>
              <a:off x="10871645" y="5881686"/>
              <a:ext cx="88010" cy="100013"/>
            </a:xfrm>
            <a:custGeom>
              <a:avLst/>
              <a:gdLst/>
              <a:ahLst/>
              <a:cxnLst/>
              <a:rect l="0" t="0" r="0" b="0"/>
              <a:pathLst>
                <a:path w="88011" h="100013">
                  <a:moveTo>
                    <a:pt x="44005" y="100013"/>
                  </a:moveTo>
                  <a:lnTo>
                    <a:pt x="88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66" name="Voxel-to-point fusion">
              <a:extLst>
                <a:ext uri="{FF2B5EF4-FFF2-40B4-BE49-F238E27FC236}">
                  <a16:creationId xmlns:a16="http://schemas.microsoft.com/office/drawing/2014/main" id="{0842A12E-9DBB-49B1-9D92-EE8D77ACDBD9}"/>
                </a:ext>
              </a:extLst>
            </p:cNvPr>
            <p:cNvSpPr>
              <a:spLocks noGrp="1"/>
            </p:cNvSpPr>
            <p:nvPr/>
          </p:nvSpPr>
          <p:spPr>
            <a:xfrm>
              <a:off x="5000624" y="4886323"/>
              <a:ext cx="2524123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91" b="0">
                  <a:solidFill>
                    <a:srgbClr val="388BBE"/>
                  </a:solidFill>
                  <a:latin typeface="Arial"/>
                  <a:ea typeface="Arial"/>
                  <a:cs typeface="Arial"/>
                </a:defRPr>
              </a:pPr>
              <a:r>
                <a:rPr sz="591" b="0">
                  <a:solidFill>
                    <a:srgbClr val="388BBE"/>
                  </a:solidFill>
                  <a:latin typeface="Arial"/>
                  <a:ea typeface="Arial"/>
                  <a:cs typeface="Arial"/>
                </a:rPr>
                <a:t>Voxel-to-point</a:t>
              </a:r>
            </a:p>
            <a:p>
              <a:pPr algn="ctr">
                <a:defRPr sz="591" b="0">
                  <a:solidFill>
                    <a:srgbClr val="388BBE"/>
                  </a:solidFill>
                  <a:latin typeface="Arial"/>
                  <a:ea typeface="Arial"/>
                  <a:cs typeface="Arial"/>
                </a:defRPr>
              </a:pPr>
              <a:r>
                <a:rPr sz="591" b="0">
                  <a:solidFill>
                    <a:srgbClr val="388BBE"/>
                  </a:solidFill>
                  <a:latin typeface="Arial"/>
                  <a:ea typeface="Arial"/>
                  <a:cs typeface="Arial"/>
                </a:rPr>
                <a:t>fusion</a:t>
              </a:r>
            </a:p>
          </p:txBody>
        </p:sp>
        <p:sp>
          <p:nvSpPr>
            <p:cNvPr id="12067" name="b | refined point stage">
              <a:extLst>
                <a:ext uri="{FF2B5EF4-FFF2-40B4-BE49-F238E27FC236}">
                  <a16:creationId xmlns:a16="http://schemas.microsoft.com/office/drawing/2014/main" id="{AC787A14-0AA7-4121-B3F3-B6FA7A95CC76}"/>
                </a:ext>
              </a:extLst>
            </p:cNvPr>
            <p:cNvSpPr>
              <a:spLocks noGrp="1"/>
            </p:cNvSpPr>
            <p:nvPr/>
          </p:nvSpPr>
          <p:spPr>
            <a:xfrm>
              <a:off x="4171951" y="6076951"/>
              <a:ext cx="990602" cy="781051"/>
            </a:xfrm>
            <a:prstGeom prst="roundRect">
              <a:avLst>
                <a:gd name="adj" fmla="val 8537"/>
              </a:avLst>
            </a:prstGeom>
            <a:solidFill>
              <a:srgbClr val="FCFBFF"/>
            </a:solidFill>
            <a:ln w="4010">
              <a:solidFill>
                <a:srgbClr val="B6A6CF"/>
              </a:solidFill>
              <a:prstDash val="solid"/>
            </a:ln>
          </p:spPr>
        </p:sp>
        <p:sp>
          <p:nvSpPr>
            <p:cNvPr id="12068" name="b | refined point stage">
              <a:extLst>
                <a:ext uri="{FF2B5EF4-FFF2-40B4-BE49-F238E27FC236}">
                  <a16:creationId xmlns:a16="http://schemas.microsoft.com/office/drawing/2014/main" id="{E7C82707-893E-40C6-8ABC-7A1E1A67671D}"/>
                </a:ext>
              </a:extLst>
            </p:cNvPr>
            <p:cNvSpPr>
              <a:spLocks noGrp="1"/>
            </p:cNvSpPr>
            <p:nvPr/>
          </p:nvSpPr>
          <p:spPr>
            <a:xfrm>
              <a:off x="5734048" y="6076951"/>
              <a:ext cx="990602" cy="781051"/>
            </a:xfrm>
            <a:prstGeom prst="roundRect">
              <a:avLst>
                <a:gd name="adj" fmla="val 8537"/>
              </a:avLst>
            </a:prstGeom>
            <a:solidFill>
              <a:srgbClr val="FCFBFF"/>
            </a:solidFill>
            <a:ln w="4010">
              <a:solidFill>
                <a:srgbClr val="B6A6CF"/>
              </a:solidFill>
              <a:prstDash val="solid"/>
            </a:ln>
          </p:spPr>
        </p:sp>
        <p:sp>
          <p:nvSpPr>
            <p:cNvPr id="12069" name="b | refined point stage">
              <a:extLst>
                <a:ext uri="{FF2B5EF4-FFF2-40B4-BE49-F238E27FC236}">
                  <a16:creationId xmlns:a16="http://schemas.microsoft.com/office/drawing/2014/main" id="{DBDC2D80-81E7-4158-AC8B-99FFE268FEB3}"/>
                </a:ext>
              </a:extLst>
            </p:cNvPr>
            <p:cNvSpPr>
              <a:spLocks noGrp="1"/>
            </p:cNvSpPr>
            <p:nvPr/>
          </p:nvSpPr>
          <p:spPr>
            <a:xfrm>
              <a:off x="7296149" y="6076951"/>
              <a:ext cx="990602" cy="781051"/>
            </a:xfrm>
            <a:prstGeom prst="roundRect">
              <a:avLst>
                <a:gd name="adj" fmla="val 8537"/>
              </a:avLst>
            </a:prstGeom>
            <a:solidFill>
              <a:srgbClr val="FCFBFF"/>
            </a:solidFill>
            <a:ln w="4010">
              <a:solidFill>
                <a:srgbClr val="B6A6CF"/>
              </a:solidFill>
              <a:prstDash val="solid"/>
            </a:ln>
          </p:spPr>
        </p:sp>
        <p:sp>
          <p:nvSpPr>
            <p:cNvPr id="12070" name="b | refined point stage">
              <a:extLst>
                <a:ext uri="{FF2B5EF4-FFF2-40B4-BE49-F238E27FC236}">
                  <a16:creationId xmlns:a16="http://schemas.microsoft.com/office/drawing/2014/main" id="{6AEC36A8-892A-496D-B5FB-3B63393CA7E9}"/>
                </a:ext>
              </a:extLst>
            </p:cNvPr>
            <p:cNvSpPr>
              <a:spLocks noGrp="1"/>
            </p:cNvSpPr>
            <p:nvPr/>
          </p:nvSpPr>
          <p:spPr>
            <a:xfrm>
              <a:off x="8858250" y="6076951"/>
              <a:ext cx="990602" cy="781051"/>
            </a:xfrm>
            <a:prstGeom prst="roundRect">
              <a:avLst>
                <a:gd name="adj" fmla="val 8537"/>
              </a:avLst>
            </a:prstGeom>
            <a:solidFill>
              <a:srgbClr val="FCFBFF"/>
            </a:solidFill>
            <a:ln w="4010">
              <a:solidFill>
                <a:srgbClr val="B6A6CF"/>
              </a:solidFill>
              <a:prstDash val="solid"/>
            </a:ln>
          </p:spPr>
        </p:sp>
        <p:sp>
          <p:nvSpPr>
            <p:cNvPr id="12071" name="b | refined point stage">
              <a:extLst>
                <a:ext uri="{FF2B5EF4-FFF2-40B4-BE49-F238E27FC236}">
                  <a16:creationId xmlns:a16="http://schemas.microsoft.com/office/drawing/2014/main" id="{68C50C78-B9BE-4E85-944D-CDAC2FC28940}"/>
                </a:ext>
              </a:extLst>
            </p:cNvPr>
            <p:cNvSpPr>
              <a:spLocks noGrp="1"/>
            </p:cNvSpPr>
            <p:nvPr/>
          </p:nvSpPr>
          <p:spPr>
            <a:xfrm>
              <a:off x="10420351" y="6076951"/>
              <a:ext cx="990602" cy="781051"/>
            </a:xfrm>
            <a:prstGeom prst="roundRect">
              <a:avLst>
                <a:gd name="adj" fmla="val 8537"/>
              </a:avLst>
            </a:prstGeom>
            <a:solidFill>
              <a:srgbClr val="FCFBFF"/>
            </a:solidFill>
            <a:ln w="4010">
              <a:solidFill>
                <a:srgbClr val="B6A6CF"/>
              </a:solidFill>
              <a:prstDash val="solid"/>
            </a:ln>
          </p:spPr>
        </p:sp>
        <p:sp>
          <p:nvSpPr>
            <p:cNvPr id="12072" name="Point pathway forward">
              <a:extLst>
                <a:ext uri="{FF2B5EF4-FFF2-40B4-BE49-F238E27FC236}">
                  <a16:creationId xmlns:a16="http://schemas.microsoft.com/office/drawing/2014/main" id="{B9DAFF01-DA45-4A2C-B192-349B77992794}"/>
                </a:ext>
              </a:extLst>
            </p:cNvPr>
            <p:cNvSpPr>
              <a:spLocks noGrp="1"/>
            </p:cNvSpPr>
            <p:nvPr/>
          </p:nvSpPr>
          <p:spPr>
            <a:xfrm>
              <a:off x="5219701" y="6467476"/>
              <a:ext cx="447675" cy="475"/>
            </a:xfrm>
            <a:custGeom>
              <a:avLst/>
              <a:gdLst/>
              <a:ahLst/>
              <a:cxnLst/>
              <a:rect l="0" t="0" r="0" b="0"/>
              <a:pathLst>
                <a:path w="447675" h="476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6726">
              <a:solidFill>
                <a:srgbClr val="8C77B3"/>
              </a:solidFill>
              <a:prstDash val="solid"/>
            </a:ln>
          </p:spPr>
        </p:sp>
        <p:sp>
          <p:nvSpPr>
            <p:cNvPr id="12073" name="Point pathway forward | arrowhead">
              <a:extLst>
                <a:ext uri="{FF2B5EF4-FFF2-40B4-BE49-F238E27FC236}">
                  <a16:creationId xmlns:a16="http://schemas.microsoft.com/office/drawing/2014/main" id="{5747D815-4553-4BEC-9230-636D1493BD68}"/>
                </a:ext>
              </a:extLst>
            </p:cNvPr>
            <p:cNvSpPr>
              <a:spLocks noGrp="1"/>
            </p:cNvSpPr>
            <p:nvPr/>
          </p:nvSpPr>
          <p:spPr>
            <a:xfrm>
              <a:off x="5567362" y="6423468"/>
              <a:ext cx="100013" cy="88013"/>
            </a:xfrm>
            <a:custGeom>
              <a:avLst/>
              <a:gdLst/>
              <a:ahLst/>
              <a:cxnLst/>
              <a:rect l="0" t="0" r="0" b="0"/>
              <a:pathLst>
                <a:path w="100013" h="88011">
                  <a:moveTo>
                    <a:pt x="100013" y="44006"/>
                  </a:moveTo>
                  <a:lnTo>
                    <a:pt x="0" y="0"/>
                  </a:lnTo>
                  <a:lnTo>
                    <a:pt x="0" y="88011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74" name="Point pathway forward">
              <a:extLst>
                <a:ext uri="{FF2B5EF4-FFF2-40B4-BE49-F238E27FC236}">
                  <a16:creationId xmlns:a16="http://schemas.microsoft.com/office/drawing/2014/main" id="{ED63E370-4EA9-47D2-A7FD-2D7C154EF851}"/>
                </a:ext>
              </a:extLst>
            </p:cNvPr>
            <p:cNvSpPr>
              <a:spLocks noGrp="1"/>
            </p:cNvSpPr>
            <p:nvPr/>
          </p:nvSpPr>
          <p:spPr>
            <a:xfrm>
              <a:off x="6781801" y="6467476"/>
              <a:ext cx="447675" cy="475"/>
            </a:xfrm>
            <a:custGeom>
              <a:avLst/>
              <a:gdLst/>
              <a:ahLst/>
              <a:cxnLst/>
              <a:rect l="0" t="0" r="0" b="0"/>
              <a:pathLst>
                <a:path w="447675" h="476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6726">
              <a:solidFill>
                <a:srgbClr val="8C77B3"/>
              </a:solidFill>
              <a:prstDash val="solid"/>
            </a:ln>
          </p:spPr>
        </p:sp>
        <p:sp>
          <p:nvSpPr>
            <p:cNvPr id="12075" name="Point pathway forward | arrowhead">
              <a:extLst>
                <a:ext uri="{FF2B5EF4-FFF2-40B4-BE49-F238E27FC236}">
                  <a16:creationId xmlns:a16="http://schemas.microsoft.com/office/drawing/2014/main" id="{A8A4B4D2-437C-4827-A390-214D55F65696}"/>
                </a:ext>
              </a:extLst>
            </p:cNvPr>
            <p:cNvSpPr>
              <a:spLocks noGrp="1"/>
            </p:cNvSpPr>
            <p:nvPr/>
          </p:nvSpPr>
          <p:spPr>
            <a:xfrm>
              <a:off x="7129463" y="6423468"/>
              <a:ext cx="100013" cy="88013"/>
            </a:xfrm>
            <a:custGeom>
              <a:avLst/>
              <a:gdLst/>
              <a:ahLst/>
              <a:cxnLst/>
              <a:rect l="0" t="0" r="0" b="0"/>
              <a:pathLst>
                <a:path w="100013" h="88011">
                  <a:moveTo>
                    <a:pt x="100013" y="44006"/>
                  </a:moveTo>
                  <a:lnTo>
                    <a:pt x="0" y="0"/>
                  </a:lnTo>
                  <a:lnTo>
                    <a:pt x="0" y="88011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76" name="Point pathway forward">
              <a:extLst>
                <a:ext uri="{FF2B5EF4-FFF2-40B4-BE49-F238E27FC236}">
                  <a16:creationId xmlns:a16="http://schemas.microsoft.com/office/drawing/2014/main" id="{E55E981C-ACE2-45A5-94EC-045C6C397E56}"/>
                </a:ext>
              </a:extLst>
            </p:cNvPr>
            <p:cNvSpPr>
              <a:spLocks noGrp="1"/>
            </p:cNvSpPr>
            <p:nvPr/>
          </p:nvSpPr>
          <p:spPr>
            <a:xfrm>
              <a:off x="8343899" y="6467476"/>
              <a:ext cx="447675" cy="475"/>
            </a:xfrm>
            <a:custGeom>
              <a:avLst/>
              <a:gdLst/>
              <a:ahLst/>
              <a:cxnLst/>
              <a:rect l="0" t="0" r="0" b="0"/>
              <a:pathLst>
                <a:path w="447675" h="476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6726">
              <a:solidFill>
                <a:srgbClr val="8C77B3"/>
              </a:solidFill>
              <a:prstDash val="solid"/>
            </a:ln>
          </p:spPr>
        </p:sp>
        <p:sp>
          <p:nvSpPr>
            <p:cNvPr id="12077" name="Point pathway forward | arrowhead">
              <a:extLst>
                <a:ext uri="{FF2B5EF4-FFF2-40B4-BE49-F238E27FC236}">
                  <a16:creationId xmlns:a16="http://schemas.microsoft.com/office/drawing/2014/main" id="{03B4B2AA-EDA2-4DCA-BC97-01B54C795887}"/>
                </a:ext>
              </a:extLst>
            </p:cNvPr>
            <p:cNvSpPr>
              <a:spLocks noGrp="1"/>
            </p:cNvSpPr>
            <p:nvPr/>
          </p:nvSpPr>
          <p:spPr>
            <a:xfrm>
              <a:off x="8691564" y="6423468"/>
              <a:ext cx="100013" cy="88013"/>
            </a:xfrm>
            <a:custGeom>
              <a:avLst/>
              <a:gdLst/>
              <a:ahLst/>
              <a:cxnLst/>
              <a:rect l="0" t="0" r="0" b="0"/>
              <a:pathLst>
                <a:path w="100013" h="88011">
                  <a:moveTo>
                    <a:pt x="100013" y="44006"/>
                  </a:moveTo>
                  <a:lnTo>
                    <a:pt x="0" y="0"/>
                  </a:lnTo>
                  <a:lnTo>
                    <a:pt x="0" y="88011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78" name="Point pathway forward">
              <a:extLst>
                <a:ext uri="{FF2B5EF4-FFF2-40B4-BE49-F238E27FC236}">
                  <a16:creationId xmlns:a16="http://schemas.microsoft.com/office/drawing/2014/main" id="{76D7DF4E-C2F9-4522-8767-32BC37A9B476}"/>
                </a:ext>
              </a:extLst>
            </p:cNvPr>
            <p:cNvSpPr>
              <a:spLocks noGrp="1"/>
            </p:cNvSpPr>
            <p:nvPr/>
          </p:nvSpPr>
          <p:spPr>
            <a:xfrm>
              <a:off x="9905999" y="6467476"/>
              <a:ext cx="447675" cy="475"/>
            </a:xfrm>
            <a:custGeom>
              <a:avLst/>
              <a:gdLst/>
              <a:ahLst/>
              <a:cxnLst/>
              <a:rect l="0" t="0" r="0" b="0"/>
              <a:pathLst>
                <a:path w="447675" h="476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6726">
              <a:solidFill>
                <a:srgbClr val="8C77B3"/>
              </a:solidFill>
              <a:prstDash val="solid"/>
            </a:ln>
          </p:spPr>
        </p:sp>
        <p:sp>
          <p:nvSpPr>
            <p:cNvPr id="12079" name="Point pathway forward | arrowhead">
              <a:extLst>
                <a:ext uri="{FF2B5EF4-FFF2-40B4-BE49-F238E27FC236}">
                  <a16:creationId xmlns:a16="http://schemas.microsoft.com/office/drawing/2014/main" id="{233AC666-26ED-4EA7-A11C-833BD8039C32}"/>
                </a:ext>
              </a:extLst>
            </p:cNvPr>
            <p:cNvSpPr>
              <a:spLocks noGrp="1"/>
            </p:cNvSpPr>
            <p:nvPr/>
          </p:nvSpPr>
          <p:spPr>
            <a:xfrm>
              <a:off x="10253661" y="6423468"/>
              <a:ext cx="100013" cy="88013"/>
            </a:xfrm>
            <a:custGeom>
              <a:avLst/>
              <a:gdLst/>
              <a:ahLst/>
              <a:cxnLst/>
              <a:rect l="0" t="0" r="0" b="0"/>
              <a:pathLst>
                <a:path w="100013" h="88011">
                  <a:moveTo>
                    <a:pt x="100013" y="44006"/>
                  </a:moveTo>
                  <a:lnTo>
                    <a:pt x="0" y="0"/>
                  </a:lnTo>
                  <a:lnTo>
                    <a:pt x="0" y="88011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80" name="Point recycling rounded return">
              <a:extLst>
                <a:ext uri="{FF2B5EF4-FFF2-40B4-BE49-F238E27FC236}">
                  <a16:creationId xmlns:a16="http://schemas.microsoft.com/office/drawing/2014/main" id="{EC476154-DB5D-4076-8F03-FEB04DB9A625}"/>
                </a:ext>
              </a:extLst>
            </p:cNvPr>
            <p:cNvSpPr>
              <a:spLocks noGrp="1"/>
            </p:cNvSpPr>
            <p:nvPr/>
          </p:nvSpPr>
          <p:spPr>
            <a:xfrm>
              <a:off x="4667248" y="6943724"/>
              <a:ext cx="6248399" cy="542923"/>
            </a:xfrm>
            <a:custGeom>
              <a:avLst/>
              <a:gdLst/>
              <a:ahLst/>
              <a:cxnLst/>
              <a:rect l="0" t="0" r="0" b="0"/>
              <a:pathLst>
                <a:path w="6248400" h="542925">
                  <a:moveTo>
                    <a:pt x="6248400" y="0"/>
                  </a:moveTo>
                  <a:lnTo>
                    <a:pt x="6248400" y="314325"/>
                  </a:lnTo>
                  <a:lnTo>
                    <a:pt x="6247148" y="338220"/>
                  </a:lnTo>
                  <a:lnTo>
                    <a:pt x="6243405" y="361854"/>
                  </a:lnTo>
                  <a:lnTo>
                    <a:pt x="6237212" y="384966"/>
                  </a:lnTo>
                  <a:lnTo>
                    <a:pt x="6228636" y="407305"/>
                  </a:lnTo>
                  <a:lnTo>
                    <a:pt x="6217773" y="428625"/>
                  </a:lnTo>
                  <a:lnTo>
                    <a:pt x="6204741" y="448693"/>
                  </a:lnTo>
                  <a:lnTo>
                    <a:pt x="6189683" y="467288"/>
                  </a:lnTo>
                  <a:lnTo>
                    <a:pt x="6172763" y="484208"/>
                  </a:lnTo>
                  <a:lnTo>
                    <a:pt x="6154168" y="499266"/>
                  </a:lnTo>
                  <a:lnTo>
                    <a:pt x="6134100" y="512298"/>
                  </a:lnTo>
                  <a:lnTo>
                    <a:pt x="6112780" y="523161"/>
                  </a:lnTo>
                  <a:lnTo>
                    <a:pt x="6090441" y="531737"/>
                  </a:lnTo>
                  <a:lnTo>
                    <a:pt x="6067329" y="537930"/>
                  </a:lnTo>
                  <a:lnTo>
                    <a:pt x="6043695" y="541673"/>
                  </a:lnTo>
                  <a:lnTo>
                    <a:pt x="6019800" y="542925"/>
                  </a:lnTo>
                  <a:lnTo>
                    <a:pt x="228600" y="542925"/>
                  </a:lnTo>
                  <a:lnTo>
                    <a:pt x="204705" y="541673"/>
                  </a:lnTo>
                  <a:lnTo>
                    <a:pt x="181071" y="537930"/>
                  </a:lnTo>
                  <a:lnTo>
                    <a:pt x="157959" y="531737"/>
                  </a:lnTo>
                  <a:lnTo>
                    <a:pt x="135620" y="523161"/>
                  </a:lnTo>
                  <a:lnTo>
                    <a:pt x="114300" y="512298"/>
                  </a:lnTo>
                  <a:lnTo>
                    <a:pt x="94232" y="499266"/>
                  </a:lnTo>
                  <a:lnTo>
                    <a:pt x="75637" y="484208"/>
                  </a:lnTo>
                  <a:lnTo>
                    <a:pt x="58717" y="467288"/>
                  </a:lnTo>
                  <a:lnTo>
                    <a:pt x="43659" y="448693"/>
                  </a:lnTo>
                  <a:lnTo>
                    <a:pt x="30627" y="428625"/>
                  </a:lnTo>
                  <a:lnTo>
                    <a:pt x="19764" y="407305"/>
                  </a:lnTo>
                  <a:lnTo>
                    <a:pt x="11188" y="384966"/>
                  </a:lnTo>
                  <a:lnTo>
                    <a:pt x="4995" y="361854"/>
                  </a:lnTo>
                  <a:lnTo>
                    <a:pt x="1252" y="338220"/>
                  </a:lnTo>
                  <a:lnTo>
                    <a:pt x="0" y="314325"/>
                  </a:lnTo>
                  <a:lnTo>
                    <a:pt x="0" y="0"/>
                  </a:lnTo>
                </a:path>
              </a:pathLst>
            </a:custGeom>
            <a:noFill/>
            <a:ln w="7761">
              <a:solidFill>
                <a:srgbClr val="6B94B8"/>
              </a:solidFill>
              <a:prstDash val="solid"/>
            </a:ln>
          </p:spPr>
        </p:sp>
        <p:sp>
          <p:nvSpPr>
            <p:cNvPr id="12081" name="Point recycling rounded return | arrowhead">
              <a:extLst>
                <a:ext uri="{FF2B5EF4-FFF2-40B4-BE49-F238E27FC236}">
                  <a16:creationId xmlns:a16="http://schemas.microsoft.com/office/drawing/2014/main" id="{69D4073E-BC9C-4F9F-87B4-A433D5C1D299}"/>
                </a:ext>
              </a:extLst>
            </p:cNvPr>
            <p:cNvSpPr>
              <a:spLocks noGrp="1"/>
            </p:cNvSpPr>
            <p:nvPr/>
          </p:nvSpPr>
          <p:spPr>
            <a:xfrm>
              <a:off x="4623245" y="6943724"/>
              <a:ext cx="88010" cy="100013"/>
            </a:xfrm>
            <a:custGeom>
              <a:avLst/>
              <a:gdLst/>
              <a:ahLst/>
              <a:cxnLst/>
              <a:rect l="0" t="0" r="0" b="0"/>
              <a:pathLst>
                <a:path w="88011" h="100013">
                  <a:moveTo>
                    <a:pt x="44006" y="0"/>
                  </a:moveTo>
                  <a:lnTo>
                    <a:pt x="0" y="100013"/>
                  </a:lnTo>
                  <a:lnTo>
                    <a:pt x="88011" y="100013"/>
                  </a:lnTo>
                  <a:close/>
                </a:path>
              </a:pathLst>
            </a:custGeom>
            <a:solidFill>
              <a:srgbClr val="6B94B8"/>
            </a:solidFill>
            <a:ln w="0">
              <a:noFill/>
            </a:ln>
          </p:spPr>
        </p:sp>
        <p:sp>
          <p:nvSpPr>
            <p:cNvPr id="12082" name="Recycle">
              <a:extLst>
                <a:ext uri="{FF2B5EF4-FFF2-40B4-BE49-F238E27FC236}">
                  <a16:creationId xmlns:a16="http://schemas.microsoft.com/office/drawing/2014/main" id="{94D44F15-B4BF-4EC1-8523-3E34F5B75A0B}"/>
                </a:ext>
              </a:extLst>
            </p:cNvPr>
            <p:cNvSpPr>
              <a:spLocks noGrp="1"/>
            </p:cNvSpPr>
            <p:nvPr/>
          </p:nvSpPr>
          <p:spPr>
            <a:xfrm>
              <a:off x="6981824" y="7077075"/>
              <a:ext cx="1619248" cy="3333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91" b="0">
                  <a:solidFill>
                    <a:srgbClr val="4E769C"/>
                  </a:solidFill>
                  <a:latin typeface="Arial"/>
                  <a:ea typeface="Arial"/>
                  <a:cs typeface="Arial"/>
                </a:defRPr>
              </a:pPr>
              <a:r>
                <a:rPr sz="591" b="0" i="1">
                  <a:solidFill>
                    <a:srgbClr val="4E769C"/>
                  </a:solidFill>
                  <a:latin typeface="Segoe UI"/>
                  <a:ea typeface="Segoe UI"/>
                  <a:cs typeface="Segoe UI"/>
                </a:rPr>
                <a:t>Recycle</a:t>
              </a:r>
            </a:p>
          </p:txBody>
        </p:sp>
        <p:sp>
          <p:nvSpPr>
            <p:cNvPr id="12083" name="Point Transformer V3">
              <a:extLst>
                <a:ext uri="{FF2B5EF4-FFF2-40B4-BE49-F238E27FC236}">
                  <a16:creationId xmlns:a16="http://schemas.microsoft.com/office/drawing/2014/main" id="{4C1E722A-AAAE-4FE0-9393-9108969AEDAD}"/>
                </a:ext>
              </a:extLst>
            </p:cNvPr>
            <p:cNvSpPr>
              <a:spLocks noGrp="1"/>
            </p:cNvSpPr>
            <p:nvPr/>
          </p:nvSpPr>
          <p:spPr>
            <a:xfrm>
              <a:off x="4619626" y="7658100"/>
              <a:ext cx="6353173" cy="3333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652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Point Transformer V3</a:t>
              </a:r>
            </a:p>
          </p:txBody>
        </p:sp>
        <p:sp>
          <p:nvSpPr>
            <p:cNvPr id="12084" name="Voxel pathway to ligand-area probability">
              <a:extLst>
                <a:ext uri="{FF2B5EF4-FFF2-40B4-BE49-F238E27FC236}">
                  <a16:creationId xmlns:a16="http://schemas.microsoft.com/office/drawing/2014/main" id="{F60FB228-F85A-4555-9614-FB2FD6B5AE7C}"/>
                </a:ext>
              </a:extLst>
            </p:cNvPr>
            <p:cNvSpPr>
              <a:spLocks noGrp="1"/>
            </p:cNvSpPr>
            <p:nvPr/>
          </p:nvSpPr>
          <p:spPr>
            <a:xfrm>
              <a:off x="11420474" y="3114673"/>
              <a:ext cx="485776" cy="475"/>
            </a:xfrm>
            <a:custGeom>
              <a:avLst/>
              <a:gdLst/>
              <a:ahLst/>
              <a:cxnLst/>
              <a:rect l="0" t="0" r="0" b="0"/>
              <a:pathLst>
                <a:path w="485775" h="476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7502">
              <a:solidFill>
                <a:srgbClr val="388BBE"/>
              </a:solidFill>
              <a:prstDash val="solid"/>
            </a:ln>
          </p:spPr>
        </p:sp>
        <p:sp>
          <p:nvSpPr>
            <p:cNvPr id="12085" name="Voxel pathway to ligand-area probability | arrowhead">
              <a:extLst>
                <a:ext uri="{FF2B5EF4-FFF2-40B4-BE49-F238E27FC236}">
                  <a16:creationId xmlns:a16="http://schemas.microsoft.com/office/drawing/2014/main" id="{D6B32545-7B6C-4550-A991-068F729E8F0B}"/>
                </a:ext>
              </a:extLst>
            </p:cNvPr>
            <p:cNvSpPr>
              <a:spLocks noGrp="1"/>
            </p:cNvSpPr>
            <p:nvPr/>
          </p:nvSpPr>
          <p:spPr>
            <a:xfrm>
              <a:off x="11806237" y="3070669"/>
              <a:ext cx="100013" cy="88013"/>
            </a:xfrm>
            <a:custGeom>
              <a:avLst/>
              <a:gdLst/>
              <a:ahLst/>
              <a:cxnLst/>
              <a:rect l="0" t="0" r="0" b="0"/>
              <a:pathLst>
                <a:path w="100013" h="88011">
                  <a:moveTo>
                    <a:pt x="100013" y="44006"/>
                  </a:moveTo>
                  <a:lnTo>
                    <a:pt x="0" y="0"/>
                  </a:lnTo>
                  <a:lnTo>
                    <a:pt x="0" y="88011"/>
                  </a:lnTo>
                  <a:close/>
                </a:path>
              </a:pathLst>
            </a:custGeom>
            <a:solidFill>
              <a:srgbClr val="388BBE"/>
            </a:solidFill>
            <a:ln w="0">
              <a:noFill/>
            </a:ln>
          </p:spPr>
        </p:sp>
        <p:sp>
          <p:nvSpPr>
            <p:cNvPr id="12086" name="Point pathway to atom binding probability">
              <a:extLst>
                <a:ext uri="{FF2B5EF4-FFF2-40B4-BE49-F238E27FC236}">
                  <a16:creationId xmlns:a16="http://schemas.microsoft.com/office/drawing/2014/main" id="{76436368-AB9B-472C-BA90-6AEF6224AEE2}"/>
                </a:ext>
              </a:extLst>
            </p:cNvPr>
            <p:cNvSpPr>
              <a:spLocks noGrp="1"/>
            </p:cNvSpPr>
            <p:nvPr/>
          </p:nvSpPr>
          <p:spPr>
            <a:xfrm>
              <a:off x="11487151" y="6467476"/>
              <a:ext cx="419099" cy="475"/>
            </a:xfrm>
            <a:custGeom>
              <a:avLst/>
              <a:gdLst/>
              <a:ahLst/>
              <a:cxnLst/>
              <a:rect l="0" t="0" r="0" b="0"/>
              <a:pathLst>
                <a:path w="419100" h="476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7502">
              <a:solidFill>
                <a:srgbClr val="8C77B3"/>
              </a:solidFill>
              <a:prstDash val="solid"/>
            </a:ln>
          </p:spPr>
        </p:sp>
        <p:sp>
          <p:nvSpPr>
            <p:cNvPr id="12087" name="Point pathway to atom binding probability | arrowhead">
              <a:extLst>
                <a:ext uri="{FF2B5EF4-FFF2-40B4-BE49-F238E27FC236}">
                  <a16:creationId xmlns:a16="http://schemas.microsoft.com/office/drawing/2014/main" id="{6DFBB157-536E-4F9D-B253-EE23C480432A}"/>
                </a:ext>
              </a:extLst>
            </p:cNvPr>
            <p:cNvSpPr>
              <a:spLocks noGrp="1"/>
            </p:cNvSpPr>
            <p:nvPr/>
          </p:nvSpPr>
          <p:spPr>
            <a:xfrm>
              <a:off x="11806237" y="6423468"/>
              <a:ext cx="100013" cy="88013"/>
            </a:xfrm>
            <a:custGeom>
              <a:avLst/>
              <a:gdLst/>
              <a:ahLst/>
              <a:cxnLst/>
              <a:rect l="0" t="0" r="0" b="0"/>
              <a:pathLst>
                <a:path w="100013" h="88011">
                  <a:moveTo>
                    <a:pt x="100013" y="44006"/>
                  </a:moveTo>
                  <a:lnTo>
                    <a:pt x="0" y="0"/>
                  </a:lnTo>
                  <a:lnTo>
                    <a:pt x="0" y="88011"/>
                  </a:lnTo>
                  <a:close/>
                </a:path>
              </a:pathLst>
            </a:custGeom>
            <a:solidFill>
              <a:srgbClr val="8C77B3"/>
            </a:solidFill>
            <a:ln w="0">
              <a:noFill/>
            </a:ln>
          </p:spPr>
        </p:sp>
        <p:sp>
          <p:nvSpPr>
            <p:cNvPr id="12088" name="Ligand-area probability">
              <a:extLst>
                <a:ext uri="{FF2B5EF4-FFF2-40B4-BE49-F238E27FC236}">
                  <a16:creationId xmlns:a16="http://schemas.microsoft.com/office/drawing/2014/main" id="{00C6F243-388A-4E2C-8876-9BFBEA7BF429}"/>
                </a:ext>
              </a:extLst>
            </p:cNvPr>
            <p:cNvSpPr>
              <a:spLocks noGrp="1"/>
            </p:cNvSpPr>
            <p:nvPr/>
          </p:nvSpPr>
          <p:spPr>
            <a:xfrm>
              <a:off x="12115801" y="1600199"/>
              <a:ext cx="2676523" cy="5905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70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70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Ligand-area</a:t>
              </a:r>
            </a:p>
            <a:p>
              <a:pPr algn="ctr">
                <a:defRPr sz="570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70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probability</a:t>
              </a:r>
            </a:p>
          </p:txBody>
        </p:sp>
        <p:pic>
          <p:nvPicPr>
            <p:cNvPr id="12089" name="图片 12088"/>
            <p:cNvPicPr>
              <a:picLocks noChangeAspect="1"/>
            </p:cNvPicPr>
            <p:nvPr/>
          </p:nvPicPr>
          <p:blipFill>
            <a:blip r:embed="rId11"/>
            <a:stretch/>
          </p:blipFill>
          <p:spPr>
            <a:xfrm>
              <a:off x="12428525" y="2295524"/>
              <a:ext cx="1374803" cy="1390649"/>
            </a:xfrm>
            <a:prstGeom prst="rect">
              <a:avLst/>
            </a:prstGeom>
          </p:spPr>
        </p:pic>
        <p:sp>
          <p:nvSpPr>
            <p:cNvPr id="12090" name="Cues to Match">
              <a:extLst>
                <a:ext uri="{FF2B5EF4-FFF2-40B4-BE49-F238E27FC236}">
                  <a16:creationId xmlns:a16="http://schemas.microsoft.com/office/drawing/2014/main" id="{5545E94E-0B0D-47B4-AD81-1B12E38FF740}"/>
                </a:ext>
              </a:extLst>
            </p:cNvPr>
            <p:cNvSpPr>
              <a:spLocks noGrp="1"/>
            </p:cNvSpPr>
            <p:nvPr/>
          </p:nvSpPr>
          <p:spPr>
            <a:xfrm>
              <a:off x="12115801" y="4171951"/>
              <a:ext cx="2676523" cy="34290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70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70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Cues to Match</a:t>
              </a:r>
            </a:p>
          </p:txBody>
        </p:sp>
        <p:sp>
          <p:nvSpPr>
            <p:cNvPr id="12091" name="Blob">
              <a:extLst>
                <a:ext uri="{FF2B5EF4-FFF2-40B4-BE49-F238E27FC236}">
                  <a16:creationId xmlns:a16="http://schemas.microsoft.com/office/drawing/2014/main" id="{974F9CEE-E5C1-426D-B42C-8021198F8DE2}"/>
                </a:ext>
              </a:extLst>
            </p:cNvPr>
            <p:cNvSpPr>
              <a:spLocks noGrp="1"/>
            </p:cNvSpPr>
            <p:nvPr/>
          </p:nvSpPr>
          <p:spPr>
            <a:xfrm>
              <a:off x="12125323" y="5191126"/>
              <a:ext cx="1066800" cy="3333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09" b="0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09" b="0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Blob</a:t>
              </a:r>
            </a:p>
          </p:txBody>
        </p:sp>
        <p:sp>
          <p:nvSpPr>
            <p:cNvPr id="12092" name="Pseudo atoms cue">
              <a:extLst>
                <a:ext uri="{FF2B5EF4-FFF2-40B4-BE49-F238E27FC236}">
                  <a16:creationId xmlns:a16="http://schemas.microsoft.com/office/drawing/2014/main" id="{1F0EE212-CFF9-4017-A9AD-F0E330C09564}"/>
                </a:ext>
              </a:extLst>
            </p:cNvPr>
            <p:cNvSpPr>
              <a:spLocks noGrp="1"/>
            </p:cNvSpPr>
            <p:nvPr/>
          </p:nvSpPr>
          <p:spPr>
            <a:xfrm>
              <a:off x="13411199" y="5191126"/>
              <a:ext cx="1438276" cy="3333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09" b="0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09" b="0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Pseudo atoms</a:t>
              </a:r>
            </a:p>
          </p:txBody>
        </p:sp>
        <p:sp>
          <p:nvSpPr>
            <p:cNvPr id="12093" name="Cues divider">
              <a:extLst>
                <a:ext uri="{FF2B5EF4-FFF2-40B4-BE49-F238E27FC236}">
                  <a16:creationId xmlns:a16="http://schemas.microsoft.com/office/drawing/2014/main" id="{B07C0800-D1E4-4C86-BA20-569D9EBFD210}"/>
                </a:ext>
              </a:extLst>
            </p:cNvPr>
            <p:cNvSpPr>
              <a:spLocks noGrp="1"/>
            </p:cNvSpPr>
            <p:nvPr/>
          </p:nvSpPr>
          <p:spPr>
            <a:xfrm>
              <a:off x="13344522" y="4619626"/>
              <a:ext cx="475" cy="885825"/>
            </a:xfrm>
            <a:custGeom>
              <a:avLst/>
              <a:gdLst/>
              <a:ahLst/>
              <a:cxnLst/>
              <a:rect l="0" t="0" r="0" b="0"/>
              <a:pathLst>
                <a:path w="476" h="885825">
                  <a:moveTo>
                    <a:pt x="0" y="0"/>
                  </a:moveTo>
                  <a:lnTo>
                    <a:pt x="0" y="885825"/>
                  </a:lnTo>
                </a:path>
              </a:pathLst>
            </a:custGeom>
            <a:noFill/>
            <a:ln w="3104">
              <a:solidFill>
                <a:srgbClr val="D3DFEA"/>
              </a:solidFill>
              <a:prstDash val="solid"/>
            </a:ln>
          </p:spPr>
        </p:sp>
        <p:sp>
          <p:nvSpPr>
            <p:cNvPr id="12094" name="Atom binding probability">
              <a:extLst>
                <a:ext uri="{FF2B5EF4-FFF2-40B4-BE49-F238E27FC236}">
                  <a16:creationId xmlns:a16="http://schemas.microsoft.com/office/drawing/2014/main" id="{D7A25114-22C6-474D-B75A-44D6BEBD6C15}"/>
                </a:ext>
              </a:extLst>
            </p:cNvPr>
            <p:cNvSpPr>
              <a:spLocks noGrp="1"/>
            </p:cNvSpPr>
            <p:nvPr/>
          </p:nvSpPr>
          <p:spPr>
            <a:xfrm>
              <a:off x="12115801" y="5953126"/>
              <a:ext cx="2676523" cy="5905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570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70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Atom binding</a:t>
              </a:r>
            </a:p>
            <a:p>
              <a:pPr algn="ctr">
                <a:defRPr sz="570" b="1">
                  <a:solidFill>
                    <a:srgbClr val="193044"/>
                  </a:solidFill>
                  <a:latin typeface="Arial"/>
                  <a:ea typeface="Arial"/>
                  <a:cs typeface="Arial"/>
                </a:defRPr>
              </a:pPr>
              <a:r>
                <a:rPr sz="570" b="1">
                  <a:solidFill>
                    <a:srgbClr val="193044"/>
                  </a:solidFill>
                  <a:latin typeface="Arial"/>
                  <a:ea typeface="Arial"/>
                  <a:cs typeface="Arial"/>
                </a:rPr>
                <a:t>probability</a:t>
              </a:r>
            </a:p>
          </p:txBody>
        </p:sp>
        <p:sp>
          <p:nvSpPr>
            <p:cNvPr id="12095" name="Probability scale">
              <a:extLst>
                <a:ext uri="{FF2B5EF4-FFF2-40B4-BE49-F238E27FC236}">
                  <a16:creationId xmlns:a16="http://schemas.microsoft.com/office/drawing/2014/main" id="{655ABFAB-917E-45C0-BAFA-09DFC7508C05}"/>
                </a:ext>
              </a:extLst>
            </p:cNvPr>
            <p:cNvSpPr>
              <a:spLocks noGrp="1"/>
            </p:cNvSpPr>
            <p:nvPr/>
          </p:nvSpPr>
          <p:spPr>
            <a:xfrm>
              <a:off x="14163674" y="2466973"/>
              <a:ext cx="95249" cy="923927"/>
            </a:xfrm>
            <a:prstGeom prst="rect">
              <a:avLst/>
            </a:prstGeom>
            <a:gradFill>
              <a:gsLst>
                <a:gs pos="0">
                  <a:srgbClr val="D54C69"/>
                </a:gs>
                <a:gs pos="50000">
                  <a:srgbClr val="FCFCFE"/>
                </a:gs>
                <a:gs pos="100000">
                  <a:srgbClr val="3481B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2096" name="High">
              <a:extLst>
                <a:ext uri="{FF2B5EF4-FFF2-40B4-BE49-F238E27FC236}">
                  <a16:creationId xmlns:a16="http://schemas.microsoft.com/office/drawing/2014/main" id="{72BCDAAF-0E0F-4696-8EA2-7BE27586C412}"/>
                </a:ext>
              </a:extLst>
            </p:cNvPr>
            <p:cNvSpPr>
              <a:spLocks noGrp="1"/>
            </p:cNvSpPr>
            <p:nvPr/>
          </p:nvSpPr>
          <p:spPr>
            <a:xfrm>
              <a:off x="14354175" y="2400298"/>
              <a:ext cx="542923" cy="3047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509" b="0">
                  <a:solidFill>
                    <a:srgbClr val="4E6579"/>
                  </a:solidFill>
                  <a:latin typeface="Arial"/>
                  <a:ea typeface="Arial"/>
                  <a:cs typeface="Arial"/>
                </a:defRPr>
              </a:pPr>
              <a:r>
                <a:rPr sz="509" b="0">
                  <a:solidFill>
                    <a:srgbClr val="4E6579"/>
                  </a:solidFill>
                  <a:latin typeface="Arial"/>
                  <a:ea typeface="Arial"/>
                  <a:cs typeface="Arial"/>
                </a:rPr>
                <a:t>High</a:t>
              </a:r>
            </a:p>
          </p:txBody>
        </p:sp>
        <p:sp>
          <p:nvSpPr>
            <p:cNvPr id="12097" name="Low">
              <a:extLst>
                <a:ext uri="{FF2B5EF4-FFF2-40B4-BE49-F238E27FC236}">
                  <a16:creationId xmlns:a16="http://schemas.microsoft.com/office/drawing/2014/main" id="{04F520F1-09B0-4D38-AE2E-7A7A39FCC7C9}"/>
                </a:ext>
              </a:extLst>
            </p:cNvPr>
            <p:cNvSpPr>
              <a:spLocks noGrp="1"/>
            </p:cNvSpPr>
            <p:nvPr/>
          </p:nvSpPr>
          <p:spPr>
            <a:xfrm>
              <a:off x="14354175" y="3181349"/>
              <a:ext cx="533402" cy="3047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509" b="0">
                  <a:solidFill>
                    <a:srgbClr val="4E6579"/>
                  </a:solidFill>
                  <a:latin typeface="Arial"/>
                  <a:ea typeface="Arial"/>
                  <a:cs typeface="Arial"/>
                </a:defRPr>
              </a:pPr>
              <a:r>
                <a:rPr sz="509" b="0">
                  <a:solidFill>
                    <a:srgbClr val="4E6579"/>
                  </a:solidFill>
                  <a:latin typeface="Arial"/>
                  <a:ea typeface="Arial"/>
                  <a:cs typeface="Arial"/>
                </a:rPr>
                <a:t>Low</a:t>
              </a:r>
            </a:p>
          </p:txBody>
        </p:sp>
        <p:sp>
          <p:nvSpPr>
            <p:cNvPr id="12098" name="Probability scale">
              <a:extLst>
                <a:ext uri="{FF2B5EF4-FFF2-40B4-BE49-F238E27FC236}">
                  <a16:creationId xmlns:a16="http://schemas.microsoft.com/office/drawing/2014/main" id="{76A807F7-EA40-4BB1-B586-956E25221304}"/>
                </a:ext>
              </a:extLst>
            </p:cNvPr>
            <p:cNvSpPr>
              <a:spLocks noGrp="1"/>
            </p:cNvSpPr>
            <p:nvPr/>
          </p:nvSpPr>
          <p:spPr>
            <a:xfrm>
              <a:off x="14163674" y="6772275"/>
              <a:ext cx="95249" cy="923927"/>
            </a:xfrm>
            <a:prstGeom prst="rect">
              <a:avLst/>
            </a:prstGeom>
            <a:gradFill>
              <a:gsLst>
                <a:gs pos="0">
                  <a:srgbClr val="D54C69"/>
                </a:gs>
                <a:gs pos="50000">
                  <a:srgbClr val="FCFCFE"/>
                </a:gs>
                <a:gs pos="100000">
                  <a:srgbClr val="3481B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2099" name="High">
              <a:extLst>
                <a:ext uri="{FF2B5EF4-FFF2-40B4-BE49-F238E27FC236}">
                  <a16:creationId xmlns:a16="http://schemas.microsoft.com/office/drawing/2014/main" id="{D21E4D4C-C6C9-4BF6-BF83-524496C9A547}"/>
                </a:ext>
              </a:extLst>
            </p:cNvPr>
            <p:cNvSpPr>
              <a:spLocks noGrp="1"/>
            </p:cNvSpPr>
            <p:nvPr/>
          </p:nvSpPr>
          <p:spPr>
            <a:xfrm>
              <a:off x="14354175" y="6705600"/>
              <a:ext cx="542923" cy="3047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509" b="0">
                  <a:solidFill>
                    <a:srgbClr val="4E6579"/>
                  </a:solidFill>
                  <a:latin typeface="Arial"/>
                  <a:ea typeface="Arial"/>
                  <a:cs typeface="Arial"/>
                </a:defRPr>
              </a:pPr>
              <a:r>
                <a:rPr sz="509" b="0">
                  <a:solidFill>
                    <a:srgbClr val="4E6579"/>
                  </a:solidFill>
                  <a:latin typeface="Arial"/>
                  <a:ea typeface="Arial"/>
                  <a:cs typeface="Arial"/>
                </a:rPr>
                <a:t>High</a:t>
              </a:r>
            </a:p>
          </p:txBody>
        </p:sp>
        <p:sp>
          <p:nvSpPr>
            <p:cNvPr id="12100" name="Low">
              <a:extLst>
                <a:ext uri="{FF2B5EF4-FFF2-40B4-BE49-F238E27FC236}">
                  <a16:creationId xmlns:a16="http://schemas.microsoft.com/office/drawing/2014/main" id="{7748EB47-8248-44CB-B7AA-A233BC695A21}"/>
                </a:ext>
              </a:extLst>
            </p:cNvPr>
            <p:cNvSpPr>
              <a:spLocks noGrp="1"/>
            </p:cNvSpPr>
            <p:nvPr/>
          </p:nvSpPr>
          <p:spPr>
            <a:xfrm>
              <a:off x="14354175" y="7486651"/>
              <a:ext cx="533402" cy="3047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509" b="0">
                  <a:solidFill>
                    <a:srgbClr val="4E6579"/>
                  </a:solidFill>
                  <a:latin typeface="Arial"/>
                  <a:ea typeface="Arial"/>
                  <a:cs typeface="Arial"/>
                </a:defRPr>
              </a:pPr>
              <a:r>
                <a:rPr sz="509" b="0">
                  <a:solidFill>
                    <a:srgbClr val="4E6579"/>
                  </a:solidFill>
                  <a:latin typeface="Arial"/>
                  <a:ea typeface="Arial"/>
                  <a:cs typeface="Arial"/>
                </a:rPr>
                <a:t>Low</a:t>
              </a:r>
            </a:p>
          </p:txBody>
        </p:sp>
        <p:grpSp>
          <p:nvGrpSpPr>
            <p:cNvPr id="12101" name="b | PTV3 stage 1">
              <a:extLst>
                <a:ext uri="{FF2B5EF4-FFF2-40B4-BE49-F238E27FC236}">
                  <a16:creationId xmlns:a16="http://schemas.microsoft.com/office/drawing/2014/main" id="{C45814B3-EFC9-43F3-86EA-9E90B55A5FA2}"/>
                </a:ext>
              </a:extLst>
            </p:cNvPr>
            <p:cNvGrpSpPr/>
            <p:nvPr/>
          </p:nvGrpSpPr>
          <p:grpSpPr>
            <a:xfrm>
              <a:off x="4171951" y="6076951"/>
              <a:ext cx="990602" cy="781051"/>
              <a:chOff x="1837958" y="1438830"/>
              <a:chExt cx="279225" cy="243090"/>
            </a:xfrm>
          </p:grpSpPr>
          <p:sp>
            <p:nvSpPr>
              <p:cNvPr id="12102" name="ellipse_1845">
                <a:extLst>
                  <a:ext uri="{FF2B5EF4-FFF2-40B4-BE49-F238E27FC236}">
                    <a16:creationId xmlns:a16="http://schemas.microsoft.com/office/drawing/2014/main" id="{B50990B0-29D6-7AF9-F0C5-15002957B0B5}"/>
                  </a:ext>
                </a:extLst>
              </p:cNvPr>
              <p:cNvSpPr/>
              <p:nvPr/>
            </p:nvSpPr>
            <p:spPr>
              <a:xfrm>
                <a:off x="1913865" y="1551247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3" name="ellipse_1846">
                <a:extLst>
                  <a:ext uri="{FF2B5EF4-FFF2-40B4-BE49-F238E27FC236}">
                    <a16:creationId xmlns:a16="http://schemas.microsoft.com/office/drawing/2014/main" id="{FEFFD3D0-0BD7-DDF3-F532-55FA4DEE08AD}"/>
                  </a:ext>
                </a:extLst>
              </p:cNvPr>
              <p:cNvSpPr/>
              <p:nvPr/>
            </p:nvSpPr>
            <p:spPr>
              <a:xfrm>
                <a:off x="2018743" y="1570535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4" name="ellipse_1847">
                <a:extLst>
                  <a:ext uri="{FF2B5EF4-FFF2-40B4-BE49-F238E27FC236}">
                    <a16:creationId xmlns:a16="http://schemas.microsoft.com/office/drawing/2014/main" id="{5AC63B99-5AA2-748D-4B2A-8738E56838EE}"/>
                  </a:ext>
                </a:extLst>
              </p:cNvPr>
              <p:cNvSpPr/>
              <p:nvPr/>
            </p:nvSpPr>
            <p:spPr>
              <a:xfrm>
                <a:off x="1903691" y="1464584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5" name="ellipse_1848">
                <a:extLst>
                  <a:ext uri="{FF2B5EF4-FFF2-40B4-BE49-F238E27FC236}">
                    <a16:creationId xmlns:a16="http://schemas.microsoft.com/office/drawing/2014/main" id="{5E56F200-0481-CC61-DDAD-84339083D2F4}"/>
                  </a:ext>
                </a:extLst>
              </p:cNvPr>
              <p:cNvSpPr/>
              <p:nvPr/>
            </p:nvSpPr>
            <p:spPr>
              <a:xfrm>
                <a:off x="1969603" y="1492581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6" name="ellipse_1849">
                <a:extLst>
                  <a:ext uri="{FF2B5EF4-FFF2-40B4-BE49-F238E27FC236}">
                    <a16:creationId xmlns:a16="http://schemas.microsoft.com/office/drawing/2014/main" id="{79CD2A1E-1F24-0A68-968A-24B787463A8A}"/>
                  </a:ext>
                </a:extLst>
              </p:cNvPr>
              <p:cNvSpPr/>
              <p:nvPr/>
            </p:nvSpPr>
            <p:spPr>
              <a:xfrm>
                <a:off x="1983888" y="1463335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7" name="ellipse_1850">
                <a:extLst>
                  <a:ext uri="{FF2B5EF4-FFF2-40B4-BE49-F238E27FC236}">
                    <a16:creationId xmlns:a16="http://schemas.microsoft.com/office/drawing/2014/main" id="{838BE43E-7E48-FEF9-B8D3-053336C9A9B7}"/>
                  </a:ext>
                </a:extLst>
              </p:cNvPr>
              <p:cNvSpPr/>
              <p:nvPr/>
            </p:nvSpPr>
            <p:spPr>
              <a:xfrm>
                <a:off x="2028487" y="1524139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8" name="ellipse_1851">
                <a:extLst>
                  <a:ext uri="{FF2B5EF4-FFF2-40B4-BE49-F238E27FC236}">
                    <a16:creationId xmlns:a16="http://schemas.microsoft.com/office/drawing/2014/main" id="{21BEDD8C-EE87-E19B-DCA4-3B837D86767F}"/>
                  </a:ext>
                </a:extLst>
              </p:cNvPr>
              <p:cNvSpPr/>
              <p:nvPr/>
            </p:nvSpPr>
            <p:spPr>
              <a:xfrm>
                <a:off x="1926343" y="1575448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09" name="ellipse_1852">
                <a:extLst>
                  <a:ext uri="{FF2B5EF4-FFF2-40B4-BE49-F238E27FC236}">
                    <a16:creationId xmlns:a16="http://schemas.microsoft.com/office/drawing/2014/main" id="{FB7B6F56-6957-96B0-8FC6-8ADEC6EA375D}"/>
                  </a:ext>
                </a:extLst>
              </p:cNvPr>
              <p:cNvSpPr/>
              <p:nvPr/>
            </p:nvSpPr>
            <p:spPr>
              <a:xfrm>
                <a:off x="2049637" y="1494041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0" name="ellipse_1853">
                <a:extLst>
                  <a:ext uri="{FF2B5EF4-FFF2-40B4-BE49-F238E27FC236}">
                    <a16:creationId xmlns:a16="http://schemas.microsoft.com/office/drawing/2014/main" id="{9F548155-5A32-FA98-97D0-F474D5064CBD}"/>
                  </a:ext>
                </a:extLst>
              </p:cNvPr>
              <p:cNvSpPr/>
              <p:nvPr/>
            </p:nvSpPr>
            <p:spPr>
              <a:xfrm>
                <a:off x="1974089" y="1622584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1" name="ellipse_1854">
                <a:extLst>
                  <a:ext uri="{FF2B5EF4-FFF2-40B4-BE49-F238E27FC236}">
                    <a16:creationId xmlns:a16="http://schemas.microsoft.com/office/drawing/2014/main" id="{AABD4A82-C93A-7FD1-31B8-E344E1F4797F}"/>
                  </a:ext>
                </a:extLst>
              </p:cNvPr>
              <p:cNvSpPr/>
              <p:nvPr/>
            </p:nvSpPr>
            <p:spPr>
              <a:xfrm>
                <a:off x="1919318" y="1485061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2" name="Pseudo atom | small solid diamond">
                <a:extLst>
                  <a:ext uri="{FF2B5EF4-FFF2-40B4-BE49-F238E27FC236}">
                    <a16:creationId xmlns:a16="http://schemas.microsoft.com/office/drawing/2014/main" id="{DB67DBC7-DAB5-B477-3F1B-BDDE77209B28}"/>
                  </a:ext>
                </a:extLst>
              </p:cNvPr>
              <p:cNvSpPr/>
              <p:nvPr/>
            </p:nvSpPr>
            <p:spPr>
              <a:xfrm>
                <a:off x="1936117" y="1496523"/>
                <a:ext cx="16109" cy="17787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3" name="Pseudo atom | small solid diamond">
                <a:extLst>
                  <a:ext uri="{FF2B5EF4-FFF2-40B4-BE49-F238E27FC236}">
                    <a16:creationId xmlns:a16="http://schemas.microsoft.com/office/drawing/2014/main" id="{CAC90253-5839-7BAD-4118-9C44FAA8A907}"/>
                  </a:ext>
                </a:extLst>
              </p:cNvPr>
              <p:cNvSpPr/>
              <p:nvPr/>
            </p:nvSpPr>
            <p:spPr>
              <a:xfrm>
                <a:off x="2009328" y="1534365"/>
                <a:ext cx="16109" cy="17787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4" name="Pseudo atom | small solid diamond">
                <a:extLst>
                  <a:ext uri="{FF2B5EF4-FFF2-40B4-BE49-F238E27FC236}">
                    <a16:creationId xmlns:a16="http://schemas.microsoft.com/office/drawing/2014/main" id="{512A1101-FC32-A34B-94F4-3CDD54153C51}"/>
                  </a:ext>
                </a:extLst>
              </p:cNvPr>
              <p:cNvSpPr/>
              <p:nvPr/>
            </p:nvSpPr>
            <p:spPr>
              <a:xfrm>
                <a:off x="2067998" y="1557129"/>
                <a:ext cx="16109" cy="17787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5" name="Pseudo atom | small solid diamond">
                <a:extLst>
                  <a:ext uri="{FF2B5EF4-FFF2-40B4-BE49-F238E27FC236}">
                    <a16:creationId xmlns:a16="http://schemas.microsoft.com/office/drawing/2014/main" id="{27158A7D-4742-9F4F-55A5-CB30E1635F9F}"/>
                  </a:ext>
                </a:extLst>
              </p:cNvPr>
              <p:cNvSpPr/>
              <p:nvPr/>
            </p:nvSpPr>
            <p:spPr>
              <a:xfrm>
                <a:off x="1932440" y="1602598"/>
                <a:ext cx="16109" cy="17787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6" name="Pseudo atom | small solid diamond">
                <a:extLst>
                  <a:ext uri="{FF2B5EF4-FFF2-40B4-BE49-F238E27FC236}">
                    <a16:creationId xmlns:a16="http://schemas.microsoft.com/office/drawing/2014/main" id="{0337DFA3-0A52-3980-5B1C-1F8620AF6818}"/>
                  </a:ext>
                </a:extLst>
              </p:cNvPr>
              <p:cNvSpPr/>
              <p:nvPr/>
            </p:nvSpPr>
            <p:spPr>
              <a:xfrm>
                <a:off x="2064662" y="1552465"/>
                <a:ext cx="16109" cy="17787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17" name="b | PTV3 stage 2">
              <a:extLst>
                <a:ext uri="{FF2B5EF4-FFF2-40B4-BE49-F238E27FC236}">
                  <a16:creationId xmlns:a16="http://schemas.microsoft.com/office/drawing/2014/main" id="{169877C2-B1CC-E156-0617-4FF0702D3626}"/>
                </a:ext>
              </a:extLst>
            </p:cNvPr>
            <p:cNvGrpSpPr/>
            <p:nvPr/>
          </p:nvGrpSpPr>
          <p:grpSpPr>
            <a:xfrm>
              <a:off x="5734049" y="6076951"/>
              <a:ext cx="990602" cy="781051"/>
              <a:chOff x="2276505" y="1465110"/>
              <a:chExt cx="243090" cy="190530"/>
            </a:xfrm>
          </p:grpSpPr>
          <p:sp>
            <p:nvSpPr>
              <p:cNvPr id="12118" name="ellipse_1861">
                <a:extLst>
                  <a:ext uri="{FF2B5EF4-FFF2-40B4-BE49-F238E27FC236}">
                    <a16:creationId xmlns:a16="http://schemas.microsoft.com/office/drawing/2014/main" id="{7A8053ED-9FB4-D759-96F2-9E81B11D938F}"/>
                  </a:ext>
                </a:extLst>
              </p:cNvPr>
              <p:cNvSpPr/>
              <p:nvPr/>
            </p:nvSpPr>
            <p:spPr>
              <a:xfrm>
                <a:off x="2447720" y="1479783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19" name="ellipse_1862">
                <a:extLst>
                  <a:ext uri="{FF2B5EF4-FFF2-40B4-BE49-F238E27FC236}">
                    <a16:creationId xmlns:a16="http://schemas.microsoft.com/office/drawing/2014/main" id="{246A1410-22A0-1622-383A-1A82C2C75BEE}"/>
                  </a:ext>
                </a:extLst>
              </p:cNvPr>
              <p:cNvSpPr/>
              <p:nvPr/>
            </p:nvSpPr>
            <p:spPr>
              <a:xfrm>
                <a:off x="2338639" y="1494948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0" name="ellipse_1863">
                <a:extLst>
                  <a:ext uri="{FF2B5EF4-FFF2-40B4-BE49-F238E27FC236}">
                    <a16:creationId xmlns:a16="http://schemas.microsoft.com/office/drawing/2014/main" id="{F264C225-B1F6-F8CF-CB2A-6E26C48FD7E1}"/>
                  </a:ext>
                </a:extLst>
              </p:cNvPr>
              <p:cNvSpPr/>
              <p:nvPr/>
            </p:nvSpPr>
            <p:spPr>
              <a:xfrm>
                <a:off x="2425728" y="1522613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1" name="ellipse_1864">
                <a:extLst>
                  <a:ext uri="{FF2B5EF4-FFF2-40B4-BE49-F238E27FC236}">
                    <a16:creationId xmlns:a16="http://schemas.microsoft.com/office/drawing/2014/main" id="{C565E44C-21A0-328D-C288-98104DD48C6D}"/>
                  </a:ext>
                </a:extLst>
              </p:cNvPr>
              <p:cNvSpPr/>
              <p:nvPr/>
            </p:nvSpPr>
            <p:spPr>
              <a:xfrm>
                <a:off x="2400135" y="1486158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2" name="ellipse_1865">
                <a:extLst>
                  <a:ext uri="{FF2B5EF4-FFF2-40B4-BE49-F238E27FC236}">
                    <a16:creationId xmlns:a16="http://schemas.microsoft.com/office/drawing/2014/main" id="{D943A76F-FB5A-511A-594A-83C075E1B54F}"/>
                  </a:ext>
                </a:extLst>
              </p:cNvPr>
              <p:cNvSpPr/>
              <p:nvPr/>
            </p:nvSpPr>
            <p:spPr>
              <a:xfrm>
                <a:off x="2349408" y="1613290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3" name="ellipse_1866">
                <a:extLst>
                  <a:ext uri="{FF2B5EF4-FFF2-40B4-BE49-F238E27FC236}">
                    <a16:creationId xmlns:a16="http://schemas.microsoft.com/office/drawing/2014/main" id="{61100D22-A04D-0416-D9DA-056C0CFE7F46}"/>
                  </a:ext>
                </a:extLst>
              </p:cNvPr>
              <p:cNvSpPr/>
              <p:nvPr/>
            </p:nvSpPr>
            <p:spPr>
              <a:xfrm>
                <a:off x="2460264" y="1527944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4" name="ellipse_1867">
                <a:extLst>
                  <a:ext uri="{FF2B5EF4-FFF2-40B4-BE49-F238E27FC236}">
                    <a16:creationId xmlns:a16="http://schemas.microsoft.com/office/drawing/2014/main" id="{7002FE02-268A-0E0A-05C6-D277F17E300F}"/>
                  </a:ext>
                </a:extLst>
              </p:cNvPr>
              <p:cNvSpPr/>
              <p:nvPr/>
            </p:nvSpPr>
            <p:spPr>
              <a:xfrm>
                <a:off x="2419949" y="1542677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5" name="ellipse_1868">
                <a:extLst>
                  <a:ext uri="{FF2B5EF4-FFF2-40B4-BE49-F238E27FC236}">
                    <a16:creationId xmlns:a16="http://schemas.microsoft.com/office/drawing/2014/main" id="{5F729E57-F126-90CA-A611-36B648F9412F}"/>
                  </a:ext>
                </a:extLst>
              </p:cNvPr>
              <p:cNvSpPr/>
              <p:nvPr/>
            </p:nvSpPr>
            <p:spPr>
              <a:xfrm>
                <a:off x="2388499" y="1558252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6" name="Pseudo atom | small solid diamond">
                <a:extLst>
                  <a:ext uri="{FF2B5EF4-FFF2-40B4-BE49-F238E27FC236}">
                    <a16:creationId xmlns:a16="http://schemas.microsoft.com/office/drawing/2014/main" id="{EB33EFD3-C061-488F-30C2-64DBAB17108D}"/>
                  </a:ext>
                </a:extLst>
              </p:cNvPr>
              <p:cNvSpPr/>
              <p:nvPr/>
            </p:nvSpPr>
            <p:spPr>
              <a:xfrm>
                <a:off x="2441335" y="1556110"/>
                <a:ext cx="14024" cy="13941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7" name="Pseudo atom | small solid diamond">
                <a:extLst>
                  <a:ext uri="{FF2B5EF4-FFF2-40B4-BE49-F238E27FC236}">
                    <a16:creationId xmlns:a16="http://schemas.microsoft.com/office/drawing/2014/main" id="{846C3C46-9B13-3ABC-9457-051B6D2276D9}"/>
                  </a:ext>
                </a:extLst>
              </p:cNvPr>
              <p:cNvSpPr/>
              <p:nvPr/>
            </p:nvSpPr>
            <p:spPr>
              <a:xfrm>
                <a:off x="2444088" y="1505517"/>
                <a:ext cx="14024" cy="13941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8" name="Pseudo atom | small solid diamond">
                <a:extLst>
                  <a:ext uri="{FF2B5EF4-FFF2-40B4-BE49-F238E27FC236}">
                    <a16:creationId xmlns:a16="http://schemas.microsoft.com/office/drawing/2014/main" id="{CC888648-2BE3-C210-6A05-8C2BE6E4FB70}"/>
                  </a:ext>
                </a:extLst>
              </p:cNvPr>
              <p:cNvSpPr/>
              <p:nvPr/>
            </p:nvSpPr>
            <p:spPr>
              <a:xfrm>
                <a:off x="2476774" y="1497781"/>
                <a:ext cx="14024" cy="13941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29" name="Pseudo atom | small solid diamond">
                <a:extLst>
                  <a:ext uri="{FF2B5EF4-FFF2-40B4-BE49-F238E27FC236}">
                    <a16:creationId xmlns:a16="http://schemas.microsoft.com/office/drawing/2014/main" id="{4719F69F-ECDE-3472-2D1F-44EF2B2F7520}"/>
                  </a:ext>
                </a:extLst>
              </p:cNvPr>
              <p:cNvSpPr/>
              <p:nvPr/>
            </p:nvSpPr>
            <p:spPr>
              <a:xfrm>
                <a:off x="2439608" y="1561702"/>
                <a:ext cx="14024" cy="13941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0" name="Pseudo atom | small solid diamond">
                <a:extLst>
                  <a:ext uri="{FF2B5EF4-FFF2-40B4-BE49-F238E27FC236}">
                    <a16:creationId xmlns:a16="http://schemas.microsoft.com/office/drawing/2014/main" id="{CB7AB8EF-6D54-F7CB-CD10-0A2B173E1C3F}"/>
                  </a:ext>
                </a:extLst>
              </p:cNvPr>
              <p:cNvSpPr/>
              <p:nvPr/>
            </p:nvSpPr>
            <p:spPr>
              <a:xfrm>
                <a:off x="2309778" y="1549378"/>
                <a:ext cx="14024" cy="13941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31" name="b | PTV3 stage 3">
              <a:extLst>
                <a:ext uri="{FF2B5EF4-FFF2-40B4-BE49-F238E27FC236}">
                  <a16:creationId xmlns:a16="http://schemas.microsoft.com/office/drawing/2014/main" id="{1A590DEC-001C-BAF0-B6DA-A88C3857ACE9}"/>
                </a:ext>
              </a:extLst>
            </p:cNvPr>
            <p:cNvGrpSpPr/>
            <p:nvPr/>
          </p:nvGrpSpPr>
          <p:grpSpPr>
            <a:xfrm>
              <a:off x="7296149" y="6076951"/>
              <a:ext cx="990602" cy="781051"/>
              <a:chOff x="2703555" y="1491390"/>
              <a:chExt cx="190530" cy="137970"/>
            </a:xfrm>
          </p:grpSpPr>
          <p:sp>
            <p:nvSpPr>
              <p:cNvPr id="12132" name="ellipse_1875">
                <a:extLst>
                  <a:ext uri="{FF2B5EF4-FFF2-40B4-BE49-F238E27FC236}">
                    <a16:creationId xmlns:a16="http://schemas.microsoft.com/office/drawing/2014/main" id="{DCDF1F7A-9875-CB45-E4BB-28E7159BEFE0}"/>
                  </a:ext>
                </a:extLst>
              </p:cNvPr>
              <p:cNvSpPr/>
              <p:nvPr/>
            </p:nvSpPr>
            <p:spPr>
              <a:xfrm>
                <a:off x="2789079" y="1532307"/>
                <a:ext cx="17404" cy="159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3" name="ellipse_1876">
                <a:extLst>
                  <a:ext uri="{FF2B5EF4-FFF2-40B4-BE49-F238E27FC236}">
                    <a16:creationId xmlns:a16="http://schemas.microsoft.com/office/drawing/2014/main" id="{2E40DBB3-5E6B-1B85-F35C-D61294D7756B}"/>
                  </a:ext>
                </a:extLst>
              </p:cNvPr>
              <p:cNvSpPr/>
              <p:nvPr/>
            </p:nvSpPr>
            <p:spPr>
              <a:xfrm>
                <a:off x="2757487" y="1601916"/>
                <a:ext cx="17404" cy="159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4" name="ellipse_1877">
                <a:extLst>
                  <a:ext uri="{FF2B5EF4-FFF2-40B4-BE49-F238E27FC236}">
                    <a16:creationId xmlns:a16="http://schemas.microsoft.com/office/drawing/2014/main" id="{C883B191-F5C0-7BCC-FDFB-0D3E9E941B27}"/>
                  </a:ext>
                </a:extLst>
              </p:cNvPr>
              <p:cNvSpPr/>
              <p:nvPr/>
            </p:nvSpPr>
            <p:spPr>
              <a:xfrm>
                <a:off x="2750624" y="1504602"/>
                <a:ext cx="17404" cy="159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5" name="ellipse_1878">
                <a:extLst>
                  <a:ext uri="{FF2B5EF4-FFF2-40B4-BE49-F238E27FC236}">
                    <a16:creationId xmlns:a16="http://schemas.microsoft.com/office/drawing/2014/main" id="{72CD30D0-1E2E-2FDE-626B-6DB7F8A86C8A}"/>
                  </a:ext>
                </a:extLst>
              </p:cNvPr>
              <p:cNvSpPr/>
              <p:nvPr/>
            </p:nvSpPr>
            <p:spPr>
              <a:xfrm>
                <a:off x="2840127" y="1518774"/>
                <a:ext cx="17404" cy="159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6" name="ellipse_1879">
                <a:extLst>
                  <a:ext uri="{FF2B5EF4-FFF2-40B4-BE49-F238E27FC236}">
                    <a16:creationId xmlns:a16="http://schemas.microsoft.com/office/drawing/2014/main" id="{59AF83A6-5A8D-26D6-9A05-B582205C5033}"/>
                  </a:ext>
                </a:extLst>
              </p:cNvPr>
              <p:cNvSpPr/>
              <p:nvPr/>
            </p:nvSpPr>
            <p:spPr>
              <a:xfrm>
                <a:off x="2838529" y="1575175"/>
                <a:ext cx="17404" cy="159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7" name="Pseudo atom | small solid diamond">
                <a:extLst>
                  <a:ext uri="{FF2B5EF4-FFF2-40B4-BE49-F238E27FC236}">
                    <a16:creationId xmlns:a16="http://schemas.microsoft.com/office/drawing/2014/main" id="{690FD819-9463-B822-E74F-CD287892A2AF}"/>
                  </a:ext>
                </a:extLst>
              </p:cNvPr>
              <p:cNvSpPr/>
              <p:nvPr/>
            </p:nvSpPr>
            <p:spPr>
              <a:xfrm>
                <a:off x="2732391" y="1513767"/>
                <a:ext cx="10992" cy="10095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8" name="Pseudo atom | small solid diamond">
                <a:extLst>
                  <a:ext uri="{FF2B5EF4-FFF2-40B4-BE49-F238E27FC236}">
                    <a16:creationId xmlns:a16="http://schemas.microsoft.com/office/drawing/2014/main" id="{5D124A7B-75E6-D988-B71F-DF6AF5A02C34}"/>
                  </a:ext>
                </a:extLst>
              </p:cNvPr>
              <p:cNvSpPr/>
              <p:nvPr/>
            </p:nvSpPr>
            <p:spPr>
              <a:xfrm>
                <a:off x="2786505" y="1580800"/>
                <a:ext cx="10992" cy="10095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39" name="Pseudo atom | small solid diamond">
                <a:extLst>
                  <a:ext uri="{FF2B5EF4-FFF2-40B4-BE49-F238E27FC236}">
                    <a16:creationId xmlns:a16="http://schemas.microsoft.com/office/drawing/2014/main" id="{0ABF23B3-841B-82E4-C320-291E6E5D9EF0}"/>
                  </a:ext>
                </a:extLst>
              </p:cNvPr>
              <p:cNvSpPr/>
              <p:nvPr/>
            </p:nvSpPr>
            <p:spPr>
              <a:xfrm>
                <a:off x="2737720" y="1521626"/>
                <a:ext cx="10992" cy="10095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0" name="Pseudo atom | small solid diamond">
                <a:extLst>
                  <a:ext uri="{FF2B5EF4-FFF2-40B4-BE49-F238E27FC236}">
                    <a16:creationId xmlns:a16="http://schemas.microsoft.com/office/drawing/2014/main" id="{25304FC7-CC4A-930C-BBBB-3EEC5167D80F}"/>
                  </a:ext>
                </a:extLst>
              </p:cNvPr>
              <p:cNvSpPr/>
              <p:nvPr/>
            </p:nvSpPr>
            <p:spPr>
              <a:xfrm>
                <a:off x="2832745" y="1536936"/>
                <a:ext cx="10992" cy="10095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1" name="Pseudo atom | small solid diamond">
                <a:extLst>
                  <a:ext uri="{FF2B5EF4-FFF2-40B4-BE49-F238E27FC236}">
                    <a16:creationId xmlns:a16="http://schemas.microsoft.com/office/drawing/2014/main" id="{992B0518-C1F7-D4AC-D776-7215FCD2DE7C}"/>
                  </a:ext>
                </a:extLst>
              </p:cNvPr>
              <p:cNvSpPr/>
              <p:nvPr/>
            </p:nvSpPr>
            <p:spPr>
              <a:xfrm>
                <a:off x="2837638" y="1514943"/>
                <a:ext cx="10992" cy="10095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42" name="b | PTV3 stage 4">
              <a:extLst>
                <a:ext uri="{FF2B5EF4-FFF2-40B4-BE49-F238E27FC236}">
                  <a16:creationId xmlns:a16="http://schemas.microsoft.com/office/drawing/2014/main" id="{ECC7476B-F155-C211-4799-C0A223175A8F}"/>
                </a:ext>
              </a:extLst>
            </p:cNvPr>
            <p:cNvGrpSpPr/>
            <p:nvPr/>
          </p:nvGrpSpPr>
          <p:grpSpPr>
            <a:xfrm>
              <a:off x="8858250" y="6076951"/>
              <a:ext cx="990602" cy="781051"/>
              <a:chOff x="3097755" y="1465110"/>
              <a:chExt cx="243090" cy="190530"/>
            </a:xfrm>
          </p:grpSpPr>
          <p:sp>
            <p:nvSpPr>
              <p:cNvPr id="12143" name="ellipse_1886">
                <a:extLst>
                  <a:ext uri="{FF2B5EF4-FFF2-40B4-BE49-F238E27FC236}">
                    <a16:creationId xmlns:a16="http://schemas.microsoft.com/office/drawing/2014/main" id="{920E56D4-53B9-7C0D-29FA-C7388E1FA8DF}"/>
                  </a:ext>
                </a:extLst>
              </p:cNvPr>
              <p:cNvSpPr/>
              <p:nvPr/>
            </p:nvSpPr>
            <p:spPr>
              <a:xfrm>
                <a:off x="3279141" y="1552259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4" name="ellipse_1887">
                <a:extLst>
                  <a:ext uri="{FF2B5EF4-FFF2-40B4-BE49-F238E27FC236}">
                    <a16:creationId xmlns:a16="http://schemas.microsoft.com/office/drawing/2014/main" id="{FDE3AFF9-C2E1-9B13-CF49-48A668AE383C}"/>
                  </a:ext>
                </a:extLst>
              </p:cNvPr>
              <p:cNvSpPr/>
              <p:nvPr/>
            </p:nvSpPr>
            <p:spPr>
              <a:xfrm>
                <a:off x="3239930" y="1573193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5" name="ellipse_1888">
                <a:extLst>
                  <a:ext uri="{FF2B5EF4-FFF2-40B4-BE49-F238E27FC236}">
                    <a16:creationId xmlns:a16="http://schemas.microsoft.com/office/drawing/2014/main" id="{F5C0CDCE-F94E-C9AA-4396-DAD22724EC7F}"/>
                  </a:ext>
                </a:extLst>
              </p:cNvPr>
              <p:cNvSpPr/>
              <p:nvPr/>
            </p:nvSpPr>
            <p:spPr>
              <a:xfrm>
                <a:off x="3219861" y="1552797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6" name="ellipse_1889">
                <a:extLst>
                  <a:ext uri="{FF2B5EF4-FFF2-40B4-BE49-F238E27FC236}">
                    <a16:creationId xmlns:a16="http://schemas.microsoft.com/office/drawing/2014/main" id="{B79FA953-B52D-4F3C-950E-25A9A14DB55B}"/>
                  </a:ext>
                </a:extLst>
              </p:cNvPr>
              <p:cNvSpPr/>
              <p:nvPr/>
            </p:nvSpPr>
            <p:spPr>
              <a:xfrm>
                <a:off x="3118969" y="1584357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7" name="ellipse_1890">
                <a:extLst>
                  <a:ext uri="{FF2B5EF4-FFF2-40B4-BE49-F238E27FC236}">
                    <a16:creationId xmlns:a16="http://schemas.microsoft.com/office/drawing/2014/main" id="{F20C37D6-71D4-25D7-854A-88A7C1438BCB}"/>
                  </a:ext>
                </a:extLst>
              </p:cNvPr>
              <p:cNvSpPr/>
              <p:nvPr/>
            </p:nvSpPr>
            <p:spPr>
              <a:xfrm>
                <a:off x="3292564" y="1588542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8" name="ellipse_1891">
                <a:extLst>
                  <a:ext uri="{FF2B5EF4-FFF2-40B4-BE49-F238E27FC236}">
                    <a16:creationId xmlns:a16="http://schemas.microsoft.com/office/drawing/2014/main" id="{4C85A09D-8DD7-3221-633D-CEF8BCCEB107}"/>
                  </a:ext>
                </a:extLst>
              </p:cNvPr>
              <p:cNvSpPr/>
              <p:nvPr/>
            </p:nvSpPr>
            <p:spPr>
              <a:xfrm>
                <a:off x="3210805" y="1614479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49" name="ellipse_1892">
                <a:extLst>
                  <a:ext uri="{FF2B5EF4-FFF2-40B4-BE49-F238E27FC236}">
                    <a16:creationId xmlns:a16="http://schemas.microsoft.com/office/drawing/2014/main" id="{F0D3C4ED-4604-B7A2-AE90-9F1D42DEC07E}"/>
                  </a:ext>
                </a:extLst>
              </p:cNvPr>
              <p:cNvSpPr/>
              <p:nvPr/>
            </p:nvSpPr>
            <p:spPr>
              <a:xfrm>
                <a:off x="3229188" y="1616582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0" name="ellipse_1893">
                <a:extLst>
                  <a:ext uri="{FF2B5EF4-FFF2-40B4-BE49-F238E27FC236}">
                    <a16:creationId xmlns:a16="http://schemas.microsoft.com/office/drawing/2014/main" id="{8D5CCA2A-D682-EE4A-4114-97E8CF3F1898}"/>
                  </a:ext>
                </a:extLst>
              </p:cNvPr>
              <p:cNvSpPr/>
              <p:nvPr/>
            </p:nvSpPr>
            <p:spPr>
              <a:xfrm>
                <a:off x="3260194" y="1481644"/>
                <a:ext cx="22205" cy="220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1" name="Pseudo atom | small solid diamond">
                <a:extLst>
                  <a:ext uri="{FF2B5EF4-FFF2-40B4-BE49-F238E27FC236}">
                    <a16:creationId xmlns:a16="http://schemas.microsoft.com/office/drawing/2014/main" id="{B85F552F-7106-EB19-0FA5-E61092B2352E}"/>
                  </a:ext>
                </a:extLst>
              </p:cNvPr>
              <p:cNvSpPr/>
              <p:nvPr/>
            </p:nvSpPr>
            <p:spPr>
              <a:xfrm>
                <a:off x="3148094" y="1611532"/>
                <a:ext cx="14024" cy="13941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2" name="Pseudo atom | small solid diamond">
                <a:extLst>
                  <a:ext uri="{FF2B5EF4-FFF2-40B4-BE49-F238E27FC236}">
                    <a16:creationId xmlns:a16="http://schemas.microsoft.com/office/drawing/2014/main" id="{6A94B955-2783-5EF7-B9F2-086A2493F618}"/>
                  </a:ext>
                </a:extLst>
              </p:cNvPr>
              <p:cNvSpPr/>
              <p:nvPr/>
            </p:nvSpPr>
            <p:spPr>
              <a:xfrm>
                <a:off x="3138576" y="1510364"/>
                <a:ext cx="14024" cy="13941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3" name="Pseudo atom | small solid diamond">
                <a:extLst>
                  <a:ext uri="{FF2B5EF4-FFF2-40B4-BE49-F238E27FC236}">
                    <a16:creationId xmlns:a16="http://schemas.microsoft.com/office/drawing/2014/main" id="{A8CD6C2E-F1E4-68B4-6833-3C46E6C12471}"/>
                  </a:ext>
                </a:extLst>
              </p:cNvPr>
              <p:cNvSpPr/>
              <p:nvPr/>
            </p:nvSpPr>
            <p:spPr>
              <a:xfrm>
                <a:off x="3167444" y="1532517"/>
                <a:ext cx="14024" cy="13941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4" name="Pseudo atom | small solid diamond">
                <a:extLst>
                  <a:ext uri="{FF2B5EF4-FFF2-40B4-BE49-F238E27FC236}">
                    <a16:creationId xmlns:a16="http://schemas.microsoft.com/office/drawing/2014/main" id="{9F954409-FD76-6E2A-A8B7-72FF5FC8FBE0}"/>
                  </a:ext>
                </a:extLst>
              </p:cNvPr>
              <p:cNvSpPr/>
              <p:nvPr/>
            </p:nvSpPr>
            <p:spPr>
              <a:xfrm>
                <a:off x="3192186" y="1545481"/>
                <a:ext cx="14024" cy="13941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5" name="Pseudo atom | small solid diamond">
                <a:extLst>
                  <a:ext uri="{FF2B5EF4-FFF2-40B4-BE49-F238E27FC236}">
                    <a16:creationId xmlns:a16="http://schemas.microsoft.com/office/drawing/2014/main" id="{C9C810BB-3795-C27D-C9F5-90FECEEFD52B}"/>
                  </a:ext>
                </a:extLst>
              </p:cNvPr>
              <p:cNvSpPr/>
              <p:nvPr/>
            </p:nvSpPr>
            <p:spPr>
              <a:xfrm>
                <a:off x="3219021" y="1555020"/>
                <a:ext cx="14024" cy="13941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56" name="b | PTV3 stage 5">
              <a:extLst>
                <a:ext uri="{FF2B5EF4-FFF2-40B4-BE49-F238E27FC236}">
                  <a16:creationId xmlns:a16="http://schemas.microsoft.com/office/drawing/2014/main" id="{4AD0C8DC-A514-12A0-E439-63682213958A}"/>
                </a:ext>
              </a:extLst>
            </p:cNvPr>
            <p:cNvGrpSpPr/>
            <p:nvPr/>
          </p:nvGrpSpPr>
          <p:grpSpPr>
            <a:xfrm>
              <a:off x="10420351" y="6076951"/>
              <a:ext cx="990602" cy="781051"/>
              <a:chOff x="3473888" y="1438830"/>
              <a:chExt cx="279225" cy="243090"/>
            </a:xfrm>
          </p:grpSpPr>
          <p:sp>
            <p:nvSpPr>
              <p:cNvPr id="12157" name="ellipse_1900">
                <a:extLst>
                  <a:ext uri="{FF2B5EF4-FFF2-40B4-BE49-F238E27FC236}">
                    <a16:creationId xmlns:a16="http://schemas.microsoft.com/office/drawing/2014/main" id="{84447246-1C77-CF16-965F-5AD6D6E948CD}"/>
                  </a:ext>
                </a:extLst>
              </p:cNvPr>
              <p:cNvSpPr/>
              <p:nvPr/>
            </p:nvSpPr>
            <p:spPr>
              <a:xfrm>
                <a:off x="3541505" y="1483896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8" name="ellipse_1901">
                <a:extLst>
                  <a:ext uri="{FF2B5EF4-FFF2-40B4-BE49-F238E27FC236}">
                    <a16:creationId xmlns:a16="http://schemas.microsoft.com/office/drawing/2014/main" id="{B2C607F9-B4E3-9A75-1D50-0CD10019BBC9}"/>
                  </a:ext>
                </a:extLst>
              </p:cNvPr>
              <p:cNvSpPr/>
              <p:nvPr/>
            </p:nvSpPr>
            <p:spPr>
              <a:xfrm>
                <a:off x="3634685" y="1579452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59" name="ellipse_1902">
                <a:extLst>
                  <a:ext uri="{FF2B5EF4-FFF2-40B4-BE49-F238E27FC236}">
                    <a16:creationId xmlns:a16="http://schemas.microsoft.com/office/drawing/2014/main" id="{A2BFD919-74CF-DCDC-C125-7C9E5FE60162}"/>
                  </a:ext>
                </a:extLst>
              </p:cNvPr>
              <p:cNvSpPr/>
              <p:nvPr/>
            </p:nvSpPr>
            <p:spPr>
              <a:xfrm>
                <a:off x="3690250" y="1591533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0" name="ellipse_1903">
                <a:extLst>
                  <a:ext uri="{FF2B5EF4-FFF2-40B4-BE49-F238E27FC236}">
                    <a16:creationId xmlns:a16="http://schemas.microsoft.com/office/drawing/2014/main" id="{A797244C-7FAF-2BBB-BF4F-EDC22D846211}"/>
                  </a:ext>
                </a:extLst>
              </p:cNvPr>
              <p:cNvSpPr/>
              <p:nvPr/>
            </p:nvSpPr>
            <p:spPr>
              <a:xfrm>
                <a:off x="3688948" y="1626754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1" name="ellipse_1904">
                <a:extLst>
                  <a:ext uri="{FF2B5EF4-FFF2-40B4-BE49-F238E27FC236}">
                    <a16:creationId xmlns:a16="http://schemas.microsoft.com/office/drawing/2014/main" id="{E6427AB1-4923-2205-0F87-8582EA05BCAE}"/>
                  </a:ext>
                </a:extLst>
              </p:cNvPr>
              <p:cNvSpPr/>
              <p:nvPr/>
            </p:nvSpPr>
            <p:spPr>
              <a:xfrm>
                <a:off x="3676533" y="1458617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2" name="ellipse_1905">
                <a:extLst>
                  <a:ext uri="{FF2B5EF4-FFF2-40B4-BE49-F238E27FC236}">
                    <a16:creationId xmlns:a16="http://schemas.microsoft.com/office/drawing/2014/main" id="{DBFCBD51-D6EE-E69E-DE3B-535D237798CB}"/>
                  </a:ext>
                </a:extLst>
              </p:cNvPr>
              <p:cNvSpPr/>
              <p:nvPr/>
            </p:nvSpPr>
            <p:spPr>
              <a:xfrm>
                <a:off x="3582836" y="1604405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3" name="ellipse_1906">
                <a:extLst>
                  <a:ext uri="{FF2B5EF4-FFF2-40B4-BE49-F238E27FC236}">
                    <a16:creationId xmlns:a16="http://schemas.microsoft.com/office/drawing/2014/main" id="{BDC62FB4-8E9F-686F-3ED0-8FD8F60F392F}"/>
                  </a:ext>
                </a:extLst>
              </p:cNvPr>
              <p:cNvSpPr/>
              <p:nvPr/>
            </p:nvSpPr>
            <p:spPr>
              <a:xfrm>
                <a:off x="3502117" y="1481357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4" name="ellipse_1907">
                <a:extLst>
                  <a:ext uri="{FF2B5EF4-FFF2-40B4-BE49-F238E27FC236}">
                    <a16:creationId xmlns:a16="http://schemas.microsoft.com/office/drawing/2014/main" id="{2B020A4A-BDDA-C5D3-E502-AEF378A05360}"/>
                  </a:ext>
                </a:extLst>
              </p:cNvPr>
              <p:cNvSpPr/>
              <p:nvPr/>
            </p:nvSpPr>
            <p:spPr>
              <a:xfrm>
                <a:off x="3701184" y="1635112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5" name="ellipse_1908">
                <a:extLst>
                  <a:ext uri="{FF2B5EF4-FFF2-40B4-BE49-F238E27FC236}">
                    <a16:creationId xmlns:a16="http://schemas.microsoft.com/office/drawing/2014/main" id="{5342D734-D9B0-8CDD-54F5-B3A57C4BE8D5}"/>
                  </a:ext>
                </a:extLst>
              </p:cNvPr>
              <p:cNvSpPr/>
              <p:nvPr/>
            </p:nvSpPr>
            <p:spPr>
              <a:xfrm>
                <a:off x="3667161" y="1608045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6" name="ellipse_1909">
                <a:extLst>
                  <a:ext uri="{FF2B5EF4-FFF2-40B4-BE49-F238E27FC236}">
                    <a16:creationId xmlns:a16="http://schemas.microsoft.com/office/drawing/2014/main" id="{BDAC0A3D-49DD-B8DA-3D93-DA2B690353E3}"/>
                  </a:ext>
                </a:extLst>
              </p:cNvPr>
              <p:cNvSpPr/>
              <p:nvPr/>
            </p:nvSpPr>
            <p:spPr>
              <a:xfrm>
                <a:off x="3580356" y="1576358"/>
                <a:ext cx="25506" cy="2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7FA"/>
                  </a:gs>
                  <a:gs pos="43000">
                    <a:srgbClr val="B6B8C9"/>
                  </a:gs>
                  <a:gs pos="100000">
                    <a:srgbClr val="858CA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7" name="Pseudo atom | small solid diamond">
                <a:extLst>
                  <a:ext uri="{FF2B5EF4-FFF2-40B4-BE49-F238E27FC236}">
                    <a16:creationId xmlns:a16="http://schemas.microsoft.com/office/drawing/2014/main" id="{A4FFCB6B-BD2F-FD0D-A612-4CCDE5FEBC3D}"/>
                  </a:ext>
                </a:extLst>
              </p:cNvPr>
              <p:cNvSpPr/>
              <p:nvPr/>
            </p:nvSpPr>
            <p:spPr>
              <a:xfrm>
                <a:off x="3677032" y="1640896"/>
                <a:ext cx="16109" cy="17787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8" name="Pseudo atom | small solid diamond">
                <a:extLst>
                  <a:ext uri="{FF2B5EF4-FFF2-40B4-BE49-F238E27FC236}">
                    <a16:creationId xmlns:a16="http://schemas.microsoft.com/office/drawing/2014/main" id="{073769A3-A5DD-5642-DF5C-217B4347B624}"/>
                  </a:ext>
                </a:extLst>
              </p:cNvPr>
              <p:cNvSpPr/>
              <p:nvPr/>
            </p:nvSpPr>
            <p:spPr>
              <a:xfrm>
                <a:off x="3542290" y="1523790"/>
                <a:ext cx="16109" cy="17787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69" name="Pseudo atom | small solid diamond">
                <a:extLst>
                  <a:ext uri="{FF2B5EF4-FFF2-40B4-BE49-F238E27FC236}">
                    <a16:creationId xmlns:a16="http://schemas.microsoft.com/office/drawing/2014/main" id="{91238D07-4314-8CF9-76FE-307C53B88E43}"/>
                  </a:ext>
                </a:extLst>
              </p:cNvPr>
              <p:cNvSpPr/>
              <p:nvPr/>
            </p:nvSpPr>
            <p:spPr>
              <a:xfrm>
                <a:off x="3590254" y="1492059"/>
                <a:ext cx="16109" cy="17787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0" name="Pseudo atom | small solid diamond">
                <a:extLst>
                  <a:ext uri="{FF2B5EF4-FFF2-40B4-BE49-F238E27FC236}">
                    <a16:creationId xmlns:a16="http://schemas.microsoft.com/office/drawing/2014/main" id="{FD01334D-137A-5940-D8D0-049B940834F0}"/>
                  </a:ext>
                </a:extLst>
              </p:cNvPr>
              <p:cNvSpPr/>
              <p:nvPr/>
            </p:nvSpPr>
            <p:spPr>
              <a:xfrm>
                <a:off x="3710724" y="1626781"/>
                <a:ext cx="16109" cy="17787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1" name="Pseudo atom | small solid diamond">
                <a:extLst>
                  <a:ext uri="{FF2B5EF4-FFF2-40B4-BE49-F238E27FC236}">
                    <a16:creationId xmlns:a16="http://schemas.microsoft.com/office/drawing/2014/main" id="{4433566D-14A5-C439-C7FB-365B01CECE9D}"/>
                  </a:ext>
                </a:extLst>
              </p:cNvPr>
              <p:cNvSpPr/>
              <p:nvPr/>
            </p:nvSpPr>
            <p:spPr>
              <a:xfrm>
                <a:off x="3552701" y="1475941"/>
                <a:ext cx="16109" cy="17787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72" name="b | Receptor embedding feature bar">
              <a:extLst>
                <a:ext uri="{FF2B5EF4-FFF2-40B4-BE49-F238E27FC236}">
                  <a16:creationId xmlns:a16="http://schemas.microsoft.com/office/drawing/2014/main" id="{2D030886-B9F1-7A02-63DC-DDCC9BC0419F}"/>
                </a:ext>
              </a:extLst>
            </p:cNvPr>
            <p:cNvGrpSpPr/>
            <p:nvPr/>
          </p:nvGrpSpPr>
          <p:grpSpPr>
            <a:xfrm>
              <a:off x="685802" y="6143626"/>
              <a:ext cx="1247776" cy="76201"/>
              <a:chOff x="1258155" y="1540665"/>
              <a:chExt cx="325215" cy="42705"/>
            </a:xfrm>
          </p:grpSpPr>
          <p:sp>
            <p:nvSpPr>
              <p:cNvPr id="12173" name="feature_1">
                <a:extLst>
                  <a:ext uri="{FF2B5EF4-FFF2-40B4-BE49-F238E27FC236}">
                    <a16:creationId xmlns:a16="http://schemas.microsoft.com/office/drawing/2014/main" id="{483764BB-0D53-2884-95E6-1D7E0B7F0393}"/>
                  </a:ext>
                </a:extLst>
              </p:cNvPr>
              <p:cNvSpPr/>
              <p:nvPr/>
            </p:nvSpPr>
            <p:spPr>
              <a:xfrm>
                <a:off x="1258155" y="1540665"/>
                <a:ext cx="43644" cy="42705"/>
              </a:xfrm>
              <a:prstGeom prst="rect">
                <a:avLst/>
              </a:prstGeom>
              <a:solidFill>
                <a:srgbClr val="B2A4CD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4" name="feature_2">
                <a:extLst>
                  <a:ext uri="{FF2B5EF4-FFF2-40B4-BE49-F238E27FC236}">
                    <a16:creationId xmlns:a16="http://schemas.microsoft.com/office/drawing/2014/main" id="{7EF8DAD8-A47F-169E-8803-D64D84663BEE}"/>
                  </a:ext>
                </a:extLst>
              </p:cNvPr>
              <p:cNvSpPr/>
              <p:nvPr/>
            </p:nvSpPr>
            <p:spPr>
              <a:xfrm>
                <a:off x="1305084" y="1540665"/>
                <a:ext cx="43644" cy="42705"/>
              </a:xfrm>
              <a:prstGeom prst="rect">
                <a:avLst/>
              </a:prstGeom>
              <a:solidFill>
                <a:srgbClr val="C7BFE0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5" name="feature_3">
                <a:extLst>
                  <a:ext uri="{FF2B5EF4-FFF2-40B4-BE49-F238E27FC236}">
                    <a16:creationId xmlns:a16="http://schemas.microsoft.com/office/drawing/2014/main" id="{87AD452F-51AB-FC5B-7A62-B065C000ED24}"/>
                  </a:ext>
                </a:extLst>
              </p:cNvPr>
              <p:cNvSpPr/>
              <p:nvPr/>
            </p:nvSpPr>
            <p:spPr>
              <a:xfrm>
                <a:off x="1352012" y="1540665"/>
                <a:ext cx="43644" cy="42705"/>
              </a:xfrm>
              <a:prstGeom prst="rect">
                <a:avLst/>
              </a:prstGeom>
              <a:solidFill>
                <a:srgbClr val="AEBED6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6" name="feature_4">
                <a:extLst>
                  <a:ext uri="{FF2B5EF4-FFF2-40B4-BE49-F238E27FC236}">
                    <a16:creationId xmlns:a16="http://schemas.microsoft.com/office/drawing/2014/main" id="{13A4B539-CD66-28B4-776C-C446B9BDDB99}"/>
                  </a:ext>
                </a:extLst>
              </p:cNvPr>
              <p:cNvSpPr/>
              <p:nvPr/>
            </p:nvSpPr>
            <p:spPr>
              <a:xfrm>
                <a:off x="1398941" y="1540665"/>
                <a:ext cx="43644" cy="42705"/>
              </a:xfrm>
              <a:prstGeom prst="rect">
                <a:avLst/>
              </a:prstGeom>
              <a:solidFill>
                <a:srgbClr val="B2A4CD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7" name="feature_5">
                <a:extLst>
                  <a:ext uri="{FF2B5EF4-FFF2-40B4-BE49-F238E27FC236}">
                    <a16:creationId xmlns:a16="http://schemas.microsoft.com/office/drawing/2014/main" id="{8307CCC4-F292-25F6-9209-94C2AD771DDF}"/>
                  </a:ext>
                </a:extLst>
              </p:cNvPr>
              <p:cNvSpPr/>
              <p:nvPr/>
            </p:nvSpPr>
            <p:spPr>
              <a:xfrm>
                <a:off x="1445869" y="1540665"/>
                <a:ext cx="43644" cy="42705"/>
              </a:xfrm>
              <a:prstGeom prst="rect">
                <a:avLst/>
              </a:prstGeom>
              <a:solidFill>
                <a:srgbClr val="C7BFE0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8" name="feature_6">
                <a:extLst>
                  <a:ext uri="{FF2B5EF4-FFF2-40B4-BE49-F238E27FC236}">
                    <a16:creationId xmlns:a16="http://schemas.microsoft.com/office/drawing/2014/main" id="{1B18565A-D938-A30C-EA12-0534C3DB0529}"/>
                  </a:ext>
                </a:extLst>
              </p:cNvPr>
              <p:cNvSpPr/>
              <p:nvPr/>
            </p:nvSpPr>
            <p:spPr>
              <a:xfrm>
                <a:off x="1492798" y="1540665"/>
                <a:ext cx="43644" cy="42705"/>
              </a:xfrm>
              <a:prstGeom prst="rect">
                <a:avLst/>
              </a:prstGeom>
              <a:solidFill>
                <a:srgbClr val="AEBED6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79" name="feature_7">
                <a:extLst>
                  <a:ext uri="{FF2B5EF4-FFF2-40B4-BE49-F238E27FC236}">
                    <a16:creationId xmlns:a16="http://schemas.microsoft.com/office/drawing/2014/main" id="{F12F7E13-9017-22E2-6893-FAE96CBF8204}"/>
                  </a:ext>
                </a:extLst>
              </p:cNvPr>
              <p:cNvSpPr/>
              <p:nvPr/>
            </p:nvSpPr>
            <p:spPr>
              <a:xfrm>
                <a:off x="1539726" y="1540665"/>
                <a:ext cx="43644" cy="42705"/>
              </a:xfrm>
              <a:prstGeom prst="rect">
                <a:avLst/>
              </a:prstGeom>
              <a:solidFill>
                <a:srgbClr val="B2A4CD"/>
              </a:soli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180" name="b | Pseudo atoms">
              <a:extLst>
                <a:ext uri="{FF2B5EF4-FFF2-40B4-BE49-F238E27FC236}">
                  <a16:creationId xmlns:a16="http://schemas.microsoft.com/office/drawing/2014/main" id="{2E13E4FC-1B76-C014-8D33-7262582D458E}"/>
                </a:ext>
              </a:extLst>
            </p:cNvPr>
            <p:cNvGrpSpPr/>
            <p:nvPr/>
          </p:nvGrpSpPr>
          <p:grpSpPr>
            <a:xfrm>
              <a:off x="695324" y="7334250"/>
              <a:ext cx="1238250" cy="466726"/>
              <a:chOff x="1224494" y="1827718"/>
              <a:chExt cx="319272" cy="160003"/>
            </a:xfrm>
          </p:grpSpPr>
          <p:sp>
            <p:nvSpPr>
              <p:cNvPr id="12181" name="Pseudo atom | small solid diamond">
                <a:extLst>
                  <a:ext uri="{FF2B5EF4-FFF2-40B4-BE49-F238E27FC236}">
                    <a16:creationId xmlns:a16="http://schemas.microsoft.com/office/drawing/2014/main" id="{DE598664-A88A-827C-1CE8-B553C34B7EB4}"/>
                  </a:ext>
                </a:extLst>
              </p:cNvPr>
              <p:cNvSpPr/>
              <p:nvPr/>
            </p:nvSpPr>
            <p:spPr>
              <a:xfrm>
                <a:off x="1238043" y="1863551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2" name="Pseudo atom | small solid diamond">
                <a:extLst>
                  <a:ext uri="{FF2B5EF4-FFF2-40B4-BE49-F238E27FC236}">
                    <a16:creationId xmlns:a16="http://schemas.microsoft.com/office/drawing/2014/main" id="{BD3A012A-A43D-A0E8-8058-D488352D30B7}"/>
                  </a:ext>
                </a:extLst>
              </p:cNvPr>
              <p:cNvSpPr/>
              <p:nvPr/>
            </p:nvSpPr>
            <p:spPr>
              <a:xfrm>
                <a:off x="1334797" y="1971936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3" name="Pseudo atom | small solid diamond">
                <a:extLst>
                  <a:ext uri="{FF2B5EF4-FFF2-40B4-BE49-F238E27FC236}">
                    <a16:creationId xmlns:a16="http://schemas.microsoft.com/office/drawing/2014/main" id="{522776C4-AC78-2117-6EDD-2FADEB081BA1}"/>
                  </a:ext>
                </a:extLst>
              </p:cNvPr>
              <p:cNvSpPr/>
              <p:nvPr/>
            </p:nvSpPr>
            <p:spPr>
              <a:xfrm>
                <a:off x="1251624" y="1954881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4" name="Pseudo atom | small solid diamond">
                <a:extLst>
                  <a:ext uri="{FF2B5EF4-FFF2-40B4-BE49-F238E27FC236}">
                    <a16:creationId xmlns:a16="http://schemas.microsoft.com/office/drawing/2014/main" id="{E815F73F-0055-3B59-A3AF-A617DDCF0F87}"/>
                  </a:ext>
                </a:extLst>
              </p:cNvPr>
              <p:cNvSpPr/>
              <p:nvPr/>
            </p:nvSpPr>
            <p:spPr>
              <a:xfrm>
                <a:off x="1251873" y="1875722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5" name="Pseudo atom | small solid diamond">
                <a:extLst>
                  <a:ext uri="{FF2B5EF4-FFF2-40B4-BE49-F238E27FC236}">
                    <a16:creationId xmlns:a16="http://schemas.microsoft.com/office/drawing/2014/main" id="{E83FF45F-354E-286F-FB39-3964735BAF88}"/>
                  </a:ext>
                </a:extLst>
              </p:cNvPr>
              <p:cNvSpPr/>
              <p:nvPr/>
            </p:nvSpPr>
            <p:spPr>
              <a:xfrm>
                <a:off x="1427707" y="1918183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6" name="Pseudo atom | small solid diamond">
                <a:extLst>
                  <a:ext uri="{FF2B5EF4-FFF2-40B4-BE49-F238E27FC236}">
                    <a16:creationId xmlns:a16="http://schemas.microsoft.com/office/drawing/2014/main" id="{A626898D-F500-81EF-4EC9-9ABCAE83DAFC}"/>
                  </a:ext>
                </a:extLst>
              </p:cNvPr>
              <p:cNvSpPr/>
              <p:nvPr/>
            </p:nvSpPr>
            <p:spPr>
              <a:xfrm>
                <a:off x="1522414" y="1886916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7" name="Pseudo atom | small solid diamond">
                <a:extLst>
                  <a:ext uri="{FF2B5EF4-FFF2-40B4-BE49-F238E27FC236}">
                    <a16:creationId xmlns:a16="http://schemas.microsoft.com/office/drawing/2014/main" id="{3E037B7D-728F-4CFC-214E-574C512A9824}"/>
                  </a:ext>
                </a:extLst>
              </p:cNvPr>
              <p:cNvSpPr/>
              <p:nvPr/>
            </p:nvSpPr>
            <p:spPr>
              <a:xfrm>
                <a:off x="1517189" y="1965468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8" name="Pseudo atom | small solid diamond">
                <a:extLst>
                  <a:ext uri="{FF2B5EF4-FFF2-40B4-BE49-F238E27FC236}">
                    <a16:creationId xmlns:a16="http://schemas.microsoft.com/office/drawing/2014/main" id="{A43D3CF5-C84D-5E2C-2ECC-36EB923E3D9A}"/>
                  </a:ext>
                </a:extLst>
              </p:cNvPr>
              <p:cNvSpPr/>
              <p:nvPr/>
            </p:nvSpPr>
            <p:spPr>
              <a:xfrm>
                <a:off x="1440638" y="1827175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89" name="Pseudo atom | small solid diamond">
                <a:extLst>
                  <a:ext uri="{FF2B5EF4-FFF2-40B4-BE49-F238E27FC236}">
                    <a16:creationId xmlns:a16="http://schemas.microsoft.com/office/drawing/2014/main" id="{323E68B1-BF12-2EDE-8209-1C1C1BDC6E99}"/>
                  </a:ext>
                </a:extLst>
              </p:cNvPr>
              <p:cNvSpPr/>
              <p:nvPr/>
            </p:nvSpPr>
            <p:spPr>
              <a:xfrm>
                <a:off x="1468593" y="1961506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0" name="Pseudo atom | small solid diamond">
                <a:extLst>
                  <a:ext uri="{FF2B5EF4-FFF2-40B4-BE49-F238E27FC236}">
                    <a16:creationId xmlns:a16="http://schemas.microsoft.com/office/drawing/2014/main" id="{97D4DF72-6CE1-3782-4CFA-E616CFEA1F1D}"/>
                  </a:ext>
                </a:extLst>
              </p:cNvPr>
              <p:cNvSpPr/>
              <p:nvPr/>
            </p:nvSpPr>
            <p:spPr>
              <a:xfrm>
                <a:off x="1375142" y="1854261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1" name="Pseudo atom | small solid diamond">
                <a:extLst>
                  <a:ext uri="{FF2B5EF4-FFF2-40B4-BE49-F238E27FC236}">
                    <a16:creationId xmlns:a16="http://schemas.microsoft.com/office/drawing/2014/main" id="{87556519-7519-414A-BE8E-8160BD905A36}"/>
                  </a:ext>
                </a:extLst>
              </p:cNvPr>
              <p:cNvSpPr/>
              <p:nvPr/>
            </p:nvSpPr>
            <p:spPr>
              <a:xfrm>
                <a:off x="1257936" y="1953067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2" name="Pseudo atom | small solid diamond">
                <a:extLst>
                  <a:ext uri="{FF2B5EF4-FFF2-40B4-BE49-F238E27FC236}">
                    <a16:creationId xmlns:a16="http://schemas.microsoft.com/office/drawing/2014/main" id="{8DD19FA8-9BDC-087C-F556-F8AAFCC6D2A3}"/>
                  </a:ext>
                </a:extLst>
              </p:cNvPr>
              <p:cNvSpPr/>
              <p:nvPr/>
            </p:nvSpPr>
            <p:spPr>
              <a:xfrm>
                <a:off x="1225975" y="1907464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3" name="Pseudo atom | small solid diamond">
                <a:extLst>
                  <a:ext uri="{FF2B5EF4-FFF2-40B4-BE49-F238E27FC236}">
                    <a16:creationId xmlns:a16="http://schemas.microsoft.com/office/drawing/2014/main" id="{18BA0353-1A2E-5C01-3D88-557FA8BF8A3E}"/>
                  </a:ext>
                </a:extLst>
              </p:cNvPr>
              <p:cNvSpPr/>
              <p:nvPr/>
            </p:nvSpPr>
            <p:spPr>
              <a:xfrm>
                <a:off x="1265668" y="1870131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4" name="Pseudo atom | small solid diamond">
                <a:extLst>
                  <a:ext uri="{FF2B5EF4-FFF2-40B4-BE49-F238E27FC236}">
                    <a16:creationId xmlns:a16="http://schemas.microsoft.com/office/drawing/2014/main" id="{23E638F0-AAE5-C24A-374A-F6056D3607D5}"/>
                  </a:ext>
                </a:extLst>
              </p:cNvPr>
              <p:cNvSpPr/>
              <p:nvPr/>
            </p:nvSpPr>
            <p:spPr>
              <a:xfrm>
                <a:off x="1530005" y="1866373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5" name="Pseudo atom | small solid diamond">
                <a:extLst>
                  <a:ext uri="{FF2B5EF4-FFF2-40B4-BE49-F238E27FC236}">
                    <a16:creationId xmlns:a16="http://schemas.microsoft.com/office/drawing/2014/main" id="{9F34F518-46C0-A65F-E185-175A2E3942DE}"/>
                  </a:ext>
                </a:extLst>
              </p:cNvPr>
              <p:cNvSpPr/>
              <p:nvPr/>
            </p:nvSpPr>
            <p:spPr>
              <a:xfrm>
                <a:off x="1429684" y="1941177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196" name="Pseudo atom | small solid diamond">
                <a:extLst>
                  <a:ext uri="{FF2B5EF4-FFF2-40B4-BE49-F238E27FC236}">
                    <a16:creationId xmlns:a16="http://schemas.microsoft.com/office/drawing/2014/main" id="{81906AD3-556C-363A-3BFC-C63000B33A1E}"/>
                  </a:ext>
                </a:extLst>
              </p:cNvPr>
              <p:cNvSpPr/>
              <p:nvPr/>
            </p:nvSpPr>
            <p:spPr>
              <a:xfrm>
                <a:off x="1294641" y="1846548"/>
                <a:ext cx="12280" cy="16327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12197" name="b | Candidate blob">
              <a:extLst>
                <a:ext uri="{FF2B5EF4-FFF2-40B4-BE49-F238E27FC236}">
                  <a16:creationId xmlns:a16="http://schemas.microsoft.com/office/drawing/2014/main" id="{5018E914-8322-DB9C-C14B-79CC9104DD5F}"/>
                </a:ext>
              </a:extLst>
            </p:cNvPr>
            <p:cNvSpPr/>
            <p:nvPr/>
          </p:nvSpPr>
          <p:spPr>
            <a:xfrm>
              <a:off x="12344400" y="4667250"/>
              <a:ext cx="619125" cy="400051"/>
            </a:xfrm>
            <a:custGeom>
              <a:avLst/>
              <a:gdLst/>
              <a:ahLst/>
              <a:cxnLst/>
              <a:rect l="0" t="0" r="w" b="h"/>
              <a:pathLst>
                <a:path w="191433" h="121715" extrusionOk="0">
                  <a:moveTo>
                    <a:pt x="4484" y="76513"/>
                  </a:moveTo>
                  <a:cubicBezTo>
                    <a:pt x="0" y="63094"/>
                    <a:pt x="15867" y="42612"/>
                    <a:pt x="25180" y="34137"/>
                  </a:cubicBezTo>
                  <a:cubicBezTo>
                    <a:pt x="34492" y="25661"/>
                    <a:pt x="49324" y="30841"/>
                    <a:pt x="60362" y="25661"/>
                  </a:cubicBezTo>
                  <a:cubicBezTo>
                    <a:pt x="71399" y="20482"/>
                    <a:pt x="77608" y="6121"/>
                    <a:pt x="91405" y="3061"/>
                  </a:cubicBezTo>
                  <a:cubicBezTo>
                    <a:pt x="105202" y="0"/>
                    <a:pt x="129347" y="2825"/>
                    <a:pt x="143144" y="7298"/>
                  </a:cubicBezTo>
                  <a:cubicBezTo>
                    <a:pt x="156941" y="11771"/>
                    <a:pt x="166599" y="20482"/>
                    <a:pt x="174187" y="29899"/>
                  </a:cubicBezTo>
                  <a:cubicBezTo>
                    <a:pt x="181775" y="39316"/>
                    <a:pt x="191433" y="52500"/>
                    <a:pt x="188674" y="63800"/>
                  </a:cubicBezTo>
                  <a:cubicBezTo>
                    <a:pt x="185915" y="75101"/>
                    <a:pt x="170738" y="88520"/>
                    <a:pt x="157631" y="97701"/>
                  </a:cubicBezTo>
                  <a:cubicBezTo>
                    <a:pt x="144524" y="106883"/>
                    <a:pt x="127622" y="116065"/>
                    <a:pt x="110031" y="118890"/>
                  </a:cubicBezTo>
                  <a:cubicBezTo>
                    <a:pt x="92440" y="121715"/>
                    <a:pt x="69675" y="121715"/>
                    <a:pt x="52084" y="114652"/>
                  </a:cubicBezTo>
                  <a:cubicBezTo>
                    <a:pt x="34492" y="107589"/>
                    <a:pt x="8968" y="89932"/>
                    <a:pt x="4484" y="7651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2540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grpSp>
          <p:nvGrpSpPr>
            <p:cNvPr id="12198" name="b | Pseudo atoms cue">
              <a:extLst>
                <a:ext uri="{FF2B5EF4-FFF2-40B4-BE49-F238E27FC236}">
                  <a16:creationId xmlns:a16="http://schemas.microsoft.com/office/drawing/2014/main" id="{221DD6B1-6F3E-FB92-C9E2-A112F8E38EF1}"/>
                </a:ext>
              </a:extLst>
            </p:cNvPr>
            <p:cNvGrpSpPr/>
            <p:nvPr/>
          </p:nvGrpSpPr>
          <p:grpSpPr>
            <a:xfrm>
              <a:off x="13754101" y="4676776"/>
              <a:ext cx="781050" cy="371474"/>
              <a:chOff x="4590996" y="2053896"/>
              <a:chExt cx="222101" cy="100386"/>
            </a:xfrm>
          </p:grpSpPr>
          <p:sp>
            <p:nvSpPr>
              <p:cNvPr id="12199" name="Pseudo atom | small solid diamond">
                <a:extLst>
                  <a:ext uri="{FF2B5EF4-FFF2-40B4-BE49-F238E27FC236}">
                    <a16:creationId xmlns:a16="http://schemas.microsoft.com/office/drawing/2014/main" id="{36280339-CAAB-6A72-3090-79ADF2302BBB}"/>
                  </a:ext>
                </a:extLst>
              </p:cNvPr>
              <p:cNvSpPr/>
              <p:nvPr/>
            </p:nvSpPr>
            <p:spPr>
              <a:xfrm>
                <a:off x="4648269" y="2142459"/>
                <a:ext cx="13543" cy="12870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0" name="Pseudo atom | small solid diamond">
                <a:extLst>
                  <a:ext uri="{FF2B5EF4-FFF2-40B4-BE49-F238E27FC236}">
                    <a16:creationId xmlns:a16="http://schemas.microsoft.com/office/drawing/2014/main" id="{6387D384-2CF7-01F6-FA1D-298E4D309CED}"/>
                  </a:ext>
                </a:extLst>
              </p:cNvPr>
              <p:cNvSpPr/>
              <p:nvPr/>
            </p:nvSpPr>
            <p:spPr>
              <a:xfrm>
                <a:off x="4633722" y="2059766"/>
                <a:ext cx="13543" cy="12870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1" name="Pseudo atom | small solid diamond">
                <a:extLst>
                  <a:ext uri="{FF2B5EF4-FFF2-40B4-BE49-F238E27FC236}">
                    <a16:creationId xmlns:a16="http://schemas.microsoft.com/office/drawing/2014/main" id="{5F135021-7A58-2899-64E6-3BFCA2283BD1}"/>
                  </a:ext>
                </a:extLst>
              </p:cNvPr>
              <p:cNvSpPr/>
              <p:nvPr/>
            </p:nvSpPr>
            <p:spPr>
              <a:xfrm>
                <a:off x="4671699" y="2065288"/>
                <a:ext cx="13543" cy="12870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2" name="Pseudo atom | small solid diamond">
                <a:extLst>
                  <a:ext uri="{FF2B5EF4-FFF2-40B4-BE49-F238E27FC236}">
                    <a16:creationId xmlns:a16="http://schemas.microsoft.com/office/drawing/2014/main" id="{00C34ED0-4E8A-6127-1C9A-01737AF32DF9}"/>
                  </a:ext>
                </a:extLst>
              </p:cNvPr>
              <p:cNvSpPr/>
              <p:nvPr/>
            </p:nvSpPr>
            <p:spPr>
              <a:xfrm>
                <a:off x="4747517" y="2052848"/>
                <a:ext cx="13543" cy="12870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3" name="Pseudo atom | small solid diamond">
                <a:extLst>
                  <a:ext uri="{FF2B5EF4-FFF2-40B4-BE49-F238E27FC236}">
                    <a16:creationId xmlns:a16="http://schemas.microsoft.com/office/drawing/2014/main" id="{DBF795BD-A1CF-4832-F7D8-2F3AF21D900A}"/>
                  </a:ext>
                </a:extLst>
              </p:cNvPr>
              <p:cNvSpPr/>
              <p:nvPr/>
            </p:nvSpPr>
            <p:spPr>
              <a:xfrm>
                <a:off x="4800939" y="2132910"/>
                <a:ext cx="13543" cy="12870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4" name="Pseudo atom | small solid diamond">
                <a:extLst>
                  <a:ext uri="{FF2B5EF4-FFF2-40B4-BE49-F238E27FC236}">
                    <a16:creationId xmlns:a16="http://schemas.microsoft.com/office/drawing/2014/main" id="{B94A47A2-EE97-9FC3-BFC4-4003C0EDD113}"/>
                  </a:ext>
                </a:extLst>
              </p:cNvPr>
              <p:cNvSpPr/>
              <p:nvPr/>
            </p:nvSpPr>
            <p:spPr>
              <a:xfrm>
                <a:off x="4589612" y="2098790"/>
                <a:ext cx="13543" cy="12870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5" name="Pseudo atom | small solid diamond">
                <a:extLst>
                  <a:ext uri="{FF2B5EF4-FFF2-40B4-BE49-F238E27FC236}">
                    <a16:creationId xmlns:a16="http://schemas.microsoft.com/office/drawing/2014/main" id="{7634D779-79D1-BC97-8F99-BB62E6E7FCD7}"/>
                  </a:ext>
                </a:extLst>
              </p:cNvPr>
              <p:cNvSpPr/>
              <p:nvPr/>
            </p:nvSpPr>
            <p:spPr>
              <a:xfrm>
                <a:off x="4614216" y="2068242"/>
                <a:ext cx="13543" cy="12870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6" name="Pseudo atom | small solid diamond">
                <a:extLst>
                  <a:ext uri="{FF2B5EF4-FFF2-40B4-BE49-F238E27FC236}">
                    <a16:creationId xmlns:a16="http://schemas.microsoft.com/office/drawing/2014/main" id="{26F3DD01-FB15-EE1D-44A5-FDEBBB1276F2}"/>
                  </a:ext>
                </a:extLst>
              </p:cNvPr>
              <p:cNvSpPr/>
              <p:nvPr/>
            </p:nvSpPr>
            <p:spPr>
              <a:xfrm>
                <a:off x="4687548" y="2089324"/>
                <a:ext cx="13543" cy="12870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07" name="Pseudo atom | small solid diamond">
                <a:extLst>
                  <a:ext uri="{FF2B5EF4-FFF2-40B4-BE49-F238E27FC236}">
                    <a16:creationId xmlns:a16="http://schemas.microsoft.com/office/drawing/2014/main" id="{E8039873-D6F4-E372-511B-31DD121F28B3}"/>
                  </a:ext>
                </a:extLst>
              </p:cNvPr>
              <p:cNvSpPr/>
              <p:nvPr/>
            </p:nvSpPr>
            <p:spPr>
              <a:xfrm>
                <a:off x="4699670" y="2140386"/>
                <a:ext cx="13543" cy="12870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540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2208" name="b | Atom binding probability atoms">
              <a:extLst>
                <a:ext uri="{FF2B5EF4-FFF2-40B4-BE49-F238E27FC236}">
                  <a16:creationId xmlns:a16="http://schemas.microsoft.com/office/drawing/2014/main" id="{67863BEE-82D6-7281-C25B-E8DECFEEBC7F}"/>
                </a:ext>
              </a:extLst>
            </p:cNvPr>
            <p:cNvGrpSpPr/>
            <p:nvPr/>
          </p:nvGrpSpPr>
          <p:grpSpPr>
            <a:xfrm>
              <a:off x="12201525" y="6705600"/>
              <a:ext cx="1790699" cy="1019175"/>
              <a:chOff x="4048258" y="1358908"/>
              <a:chExt cx="619157" cy="354006"/>
            </a:xfrm>
          </p:grpSpPr>
          <p:sp>
            <p:nvSpPr>
              <p:cNvPr id="12209" name="ellipse_2090">
                <a:extLst>
                  <a:ext uri="{FF2B5EF4-FFF2-40B4-BE49-F238E27FC236}">
                    <a16:creationId xmlns:a16="http://schemas.microsoft.com/office/drawing/2014/main" id="{2B3830D9-1626-1F84-D0FE-2FF851C913BA}"/>
                  </a:ext>
                </a:extLst>
              </p:cNvPr>
              <p:cNvSpPr/>
              <p:nvPr/>
            </p:nvSpPr>
            <p:spPr>
              <a:xfrm>
                <a:off x="4258453" y="1489516"/>
                <a:ext cx="30094" cy="30094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6DC"/>
                  </a:gs>
                  <a:gs pos="100000">
                    <a:srgbClr val="59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0" name="ellipse_2091">
                <a:extLst>
                  <a:ext uri="{FF2B5EF4-FFF2-40B4-BE49-F238E27FC236}">
                    <a16:creationId xmlns:a16="http://schemas.microsoft.com/office/drawing/2014/main" id="{21BE1228-999A-9399-82D7-996C145F7ABC}"/>
                  </a:ext>
                </a:extLst>
              </p:cNvPr>
              <p:cNvSpPr/>
              <p:nvPr/>
            </p:nvSpPr>
            <p:spPr>
              <a:xfrm>
                <a:off x="4113367" y="1552446"/>
                <a:ext cx="36128" cy="36128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BFD5EB"/>
                  </a:gs>
                  <a:gs pos="100000">
                    <a:srgbClr val="93B0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1" name="ellipse_2092">
                <a:extLst>
                  <a:ext uri="{FF2B5EF4-FFF2-40B4-BE49-F238E27FC236}">
                    <a16:creationId xmlns:a16="http://schemas.microsoft.com/office/drawing/2014/main" id="{17B068A9-2447-48C5-92C0-B12DAFEAEDCD}"/>
                  </a:ext>
                </a:extLst>
              </p:cNvPr>
              <p:cNvSpPr/>
              <p:nvPr/>
            </p:nvSpPr>
            <p:spPr>
              <a:xfrm>
                <a:off x="4241603" y="1430960"/>
                <a:ext cx="24712" cy="24712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2" name="ellipse_2093">
                <a:extLst>
                  <a:ext uri="{FF2B5EF4-FFF2-40B4-BE49-F238E27FC236}">
                    <a16:creationId xmlns:a16="http://schemas.microsoft.com/office/drawing/2014/main" id="{1F85805F-63EB-14E3-7380-919D12139388}"/>
                  </a:ext>
                </a:extLst>
              </p:cNvPr>
              <p:cNvSpPr/>
              <p:nvPr/>
            </p:nvSpPr>
            <p:spPr>
              <a:xfrm>
                <a:off x="4416989" y="1399138"/>
                <a:ext cx="30911" cy="30911"/>
              </a:xfrm>
              <a:prstGeom prst="ellipse">
                <a:avLst/>
              </a:prstGeom>
              <a:gradFill flip="none" rotWithShape="1">
                <a:gsLst>
                  <a:gs pos="0">
                    <a:srgbClr val="FEFEFE"/>
                  </a:gs>
                  <a:gs pos="43000">
                    <a:srgbClr val="F8F9FB"/>
                  </a:gs>
                  <a:gs pos="100000">
                    <a:srgbClr val="D5DAD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3" name="ellipse_2094">
                <a:extLst>
                  <a:ext uri="{FF2B5EF4-FFF2-40B4-BE49-F238E27FC236}">
                    <a16:creationId xmlns:a16="http://schemas.microsoft.com/office/drawing/2014/main" id="{8336BFCC-820E-2B19-D689-28CBBBB8B82B}"/>
                  </a:ext>
                </a:extLst>
              </p:cNvPr>
              <p:cNvSpPr/>
              <p:nvPr/>
            </p:nvSpPr>
            <p:spPr>
              <a:xfrm>
                <a:off x="4225009" y="1420091"/>
                <a:ext cx="23096" cy="23096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4A6D5"/>
                  </a:gs>
                  <a:gs pos="100000">
                    <a:srgbClr val="3D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4" name="ellipse_2095">
                <a:extLst>
                  <a:ext uri="{FF2B5EF4-FFF2-40B4-BE49-F238E27FC236}">
                    <a16:creationId xmlns:a16="http://schemas.microsoft.com/office/drawing/2014/main" id="{14DB2149-EC00-5D23-19DE-BB1BBCDAF552}"/>
                  </a:ext>
                </a:extLst>
              </p:cNvPr>
              <p:cNvSpPr/>
              <p:nvPr/>
            </p:nvSpPr>
            <p:spPr>
              <a:xfrm>
                <a:off x="4351890" y="1391469"/>
                <a:ext cx="20643" cy="20643"/>
              </a:xfrm>
              <a:prstGeom prst="ellipse">
                <a:avLst/>
              </a:prstGeom>
              <a:gradFill flip="none" rotWithShape="1">
                <a:gsLst>
                  <a:gs pos="0">
                    <a:srgbClr val="ECF2F9"/>
                  </a:gs>
                  <a:gs pos="43000">
                    <a:srgbClr val="A1C3E1"/>
                  </a:gs>
                  <a:gs pos="100000">
                    <a:srgbClr val="719BC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5" name="ellipse_2096">
                <a:extLst>
                  <a:ext uri="{FF2B5EF4-FFF2-40B4-BE49-F238E27FC236}">
                    <a16:creationId xmlns:a16="http://schemas.microsoft.com/office/drawing/2014/main" id="{AC5F1764-C87D-B432-3B98-9D25CEF78A00}"/>
                  </a:ext>
                </a:extLst>
              </p:cNvPr>
              <p:cNvSpPr/>
              <p:nvPr/>
            </p:nvSpPr>
            <p:spPr>
              <a:xfrm>
                <a:off x="4500666" y="1563839"/>
                <a:ext cx="30169" cy="30169"/>
              </a:xfrm>
              <a:prstGeom prst="ellipse">
                <a:avLst/>
              </a:prstGeom>
              <a:gradFill flip="none" rotWithShape="1">
                <a:gsLst>
                  <a:gs pos="0">
                    <a:srgbClr val="F0F5FA"/>
                  </a:gs>
                  <a:gs pos="43000">
                    <a:srgbClr val="B5CFE7"/>
                  </a:gs>
                  <a:gs pos="100000">
                    <a:srgbClr val="88A9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6" name="ellipse_2097">
                <a:extLst>
                  <a:ext uri="{FF2B5EF4-FFF2-40B4-BE49-F238E27FC236}">
                    <a16:creationId xmlns:a16="http://schemas.microsoft.com/office/drawing/2014/main" id="{C3EFF02A-5DBF-293B-4CF8-425B9E44645D}"/>
                  </a:ext>
                </a:extLst>
              </p:cNvPr>
              <p:cNvSpPr/>
              <p:nvPr/>
            </p:nvSpPr>
            <p:spPr>
              <a:xfrm>
                <a:off x="4285092" y="1531884"/>
                <a:ext cx="35504" cy="35504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DC0E1"/>
                  </a:gs>
                  <a:gs pos="100000">
                    <a:srgbClr val="6C97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7" name="ellipse_2098">
                <a:extLst>
                  <a:ext uri="{FF2B5EF4-FFF2-40B4-BE49-F238E27FC236}">
                    <a16:creationId xmlns:a16="http://schemas.microsoft.com/office/drawing/2014/main" id="{7FE121BE-406C-B7F0-6588-68811588E062}"/>
                  </a:ext>
                </a:extLst>
              </p:cNvPr>
              <p:cNvSpPr/>
              <p:nvPr/>
            </p:nvSpPr>
            <p:spPr>
              <a:xfrm>
                <a:off x="4478008" y="1554349"/>
                <a:ext cx="26505" cy="26505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2ECF5"/>
                  </a:gs>
                  <a:gs pos="100000">
                    <a:srgbClr val="BCCAD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8" name="ellipse_2099">
                <a:extLst>
                  <a:ext uri="{FF2B5EF4-FFF2-40B4-BE49-F238E27FC236}">
                    <a16:creationId xmlns:a16="http://schemas.microsoft.com/office/drawing/2014/main" id="{1AB6DDD3-5DF8-FB31-87B7-C71B35A08325}"/>
                  </a:ext>
                </a:extLst>
              </p:cNvPr>
              <p:cNvSpPr/>
              <p:nvPr/>
            </p:nvSpPr>
            <p:spPr>
              <a:xfrm>
                <a:off x="4554728" y="1513181"/>
                <a:ext cx="25082" cy="2508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9FC"/>
                  </a:gs>
                  <a:gs pos="43000">
                    <a:srgbClr val="D3E2F1"/>
                  </a:gs>
                  <a:gs pos="100000">
                    <a:srgbClr val="AABFD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19" name="ellipse_2100">
                <a:extLst>
                  <a:ext uri="{FF2B5EF4-FFF2-40B4-BE49-F238E27FC236}">
                    <a16:creationId xmlns:a16="http://schemas.microsoft.com/office/drawing/2014/main" id="{18032942-4A69-808B-7CCA-34C6989D718C}"/>
                  </a:ext>
                </a:extLst>
              </p:cNvPr>
              <p:cNvSpPr/>
              <p:nvPr/>
            </p:nvSpPr>
            <p:spPr>
              <a:xfrm>
                <a:off x="4437339" y="1438245"/>
                <a:ext cx="26429" cy="26429"/>
              </a:xfrm>
              <a:prstGeom prst="ellipse">
                <a:avLst/>
              </a:prstGeom>
              <a:gradFill flip="none" rotWithShape="1">
                <a:gsLst>
                  <a:gs pos="0">
                    <a:srgbClr val="F8E4E5"/>
                  </a:gs>
                  <a:gs pos="43000">
                    <a:srgbClr val="DD7C81"/>
                  </a:gs>
                  <a:gs pos="100000">
                    <a:srgbClr val="B6495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0" name="ellipse_2101">
                <a:extLst>
                  <a:ext uri="{FF2B5EF4-FFF2-40B4-BE49-F238E27FC236}">
                    <a16:creationId xmlns:a16="http://schemas.microsoft.com/office/drawing/2014/main" id="{131AE690-D88E-7409-FBC3-7139B0FED790}"/>
                  </a:ext>
                </a:extLst>
              </p:cNvPr>
              <p:cNvSpPr/>
              <p:nvPr/>
            </p:nvSpPr>
            <p:spPr>
              <a:xfrm>
                <a:off x="4540638" y="1512355"/>
                <a:ext cx="24065" cy="2406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F2F6FA"/>
                  </a:gs>
                  <a:gs pos="100000">
                    <a:srgbClr val="CED5D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1" name="ellipse_2102">
                <a:extLst>
                  <a:ext uri="{FF2B5EF4-FFF2-40B4-BE49-F238E27FC236}">
                    <a16:creationId xmlns:a16="http://schemas.microsoft.com/office/drawing/2014/main" id="{28037DFA-4250-8D96-3A73-5456B22B2203}"/>
                  </a:ext>
                </a:extLst>
              </p:cNvPr>
              <p:cNvSpPr/>
              <p:nvPr/>
            </p:nvSpPr>
            <p:spPr>
              <a:xfrm>
                <a:off x="4379933" y="1358908"/>
                <a:ext cx="19574" cy="1957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2DA"/>
                  </a:gs>
                  <a:gs pos="100000">
                    <a:srgbClr val="53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2" name="ellipse_2103">
                <a:extLst>
                  <a:ext uri="{FF2B5EF4-FFF2-40B4-BE49-F238E27FC236}">
                    <a16:creationId xmlns:a16="http://schemas.microsoft.com/office/drawing/2014/main" id="{D7D05214-C003-61EF-0D5F-D1DE4CA377AB}"/>
                  </a:ext>
                </a:extLst>
              </p:cNvPr>
              <p:cNvSpPr/>
              <p:nvPr/>
            </p:nvSpPr>
            <p:spPr>
              <a:xfrm>
                <a:off x="4136927" y="1409448"/>
                <a:ext cx="34734" cy="34734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3" name="ellipse_2104">
                <a:extLst>
                  <a:ext uri="{FF2B5EF4-FFF2-40B4-BE49-F238E27FC236}">
                    <a16:creationId xmlns:a16="http://schemas.microsoft.com/office/drawing/2014/main" id="{4097D10B-E6ED-C77E-D00E-C91C11E7DEBD}"/>
                  </a:ext>
                </a:extLst>
              </p:cNvPr>
              <p:cNvSpPr/>
              <p:nvPr/>
            </p:nvSpPr>
            <p:spPr>
              <a:xfrm>
                <a:off x="4185936" y="1432087"/>
                <a:ext cx="35247" cy="3524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4" name="ellipse_2105">
                <a:extLst>
                  <a:ext uri="{FF2B5EF4-FFF2-40B4-BE49-F238E27FC236}">
                    <a16:creationId xmlns:a16="http://schemas.microsoft.com/office/drawing/2014/main" id="{CDCA2000-8A75-BC3C-B739-09843F04912A}"/>
                  </a:ext>
                </a:extLst>
              </p:cNvPr>
              <p:cNvSpPr/>
              <p:nvPr/>
            </p:nvSpPr>
            <p:spPr>
              <a:xfrm>
                <a:off x="4160777" y="1485033"/>
                <a:ext cx="33010" cy="3301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5" name="ellipse_2106">
                <a:extLst>
                  <a:ext uri="{FF2B5EF4-FFF2-40B4-BE49-F238E27FC236}">
                    <a16:creationId xmlns:a16="http://schemas.microsoft.com/office/drawing/2014/main" id="{4FD87725-889B-36C2-0696-F9BD76880B59}"/>
                  </a:ext>
                </a:extLst>
              </p:cNvPr>
              <p:cNvSpPr/>
              <p:nvPr/>
            </p:nvSpPr>
            <p:spPr>
              <a:xfrm>
                <a:off x="4156764" y="1588952"/>
                <a:ext cx="33812" cy="33812"/>
              </a:xfrm>
              <a:prstGeom prst="ellipse">
                <a:avLst/>
              </a:prstGeom>
              <a:gradFill flip="none" rotWithShape="1">
                <a:gsLst>
                  <a:gs pos="0">
                    <a:srgbClr val="FAFCFD"/>
                  </a:gs>
                  <a:gs pos="43000">
                    <a:srgbClr val="E7EFF6"/>
                  </a:gs>
                  <a:gs pos="100000">
                    <a:srgbClr val="C2CED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6" name="ellipse_2107">
                <a:extLst>
                  <a:ext uri="{FF2B5EF4-FFF2-40B4-BE49-F238E27FC236}">
                    <a16:creationId xmlns:a16="http://schemas.microsoft.com/office/drawing/2014/main" id="{80ABBECD-BFD3-BA56-7095-4E79A57EA9EC}"/>
                  </a:ext>
                </a:extLst>
              </p:cNvPr>
              <p:cNvSpPr/>
              <p:nvPr/>
            </p:nvSpPr>
            <p:spPr>
              <a:xfrm>
                <a:off x="4477325" y="1432896"/>
                <a:ext cx="23702" cy="23702"/>
              </a:xfrm>
              <a:prstGeom prst="ellipse">
                <a:avLst/>
              </a:prstGeom>
              <a:gradFill flip="none" rotWithShape="1">
                <a:gsLst>
                  <a:gs pos="0">
                    <a:srgbClr val="FAECED"/>
                  </a:gs>
                  <a:gs pos="43000">
                    <a:srgbClr val="E6A5A9"/>
                  </a:gs>
                  <a:gs pos="100000">
                    <a:srgbClr val="C0788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7" name="ellipse_2108">
                <a:extLst>
                  <a:ext uri="{FF2B5EF4-FFF2-40B4-BE49-F238E27FC236}">
                    <a16:creationId xmlns:a16="http://schemas.microsoft.com/office/drawing/2014/main" id="{109BA463-8936-BB87-C1B2-9C4C0E230AC6}"/>
                  </a:ext>
                </a:extLst>
              </p:cNvPr>
              <p:cNvSpPr/>
              <p:nvPr/>
            </p:nvSpPr>
            <p:spPr>
              <a:xfrm>
                <a:off x="4277073" y="1643617"/>
                <a:ext cx="28926" cy="2892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EACD7"/>
                  </a:gs>
                  <a:gs pos="100000">
                    <a:srgbClr val="4881B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8" name="ellipse_2109">
                <a:extLst>
                  <a:ext uri="{FF2B5EF4-FFF2-40B4-BE49-F238E27FC236}">
                    <a16:creationId xmlns:a16="http://schemas.microsoft.com/office/drawing/2014/main" id="{CC8AEAA2-497C-185E-A9BC-0C32E8A22B7F}"/>
                  </a:ext>
                </a:extLst>
              </p:cNvPr>
              <p:cNvSpPr/>
              <p:nvPr/>
            </p:nvSpPr>
            <p:spPr>
              <a:xfrm>
                <a:off x="4232832" y="1587878"/>
                <a:ext cx="32331" cy="32331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C0D6EB"/>
                  </a:gs>
                  <a:gs pos="100000">
                    <a:srgbClr val="95B1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29" name="ellipse_2110">
                <a:extLst>
                  <a:ext uri="{FF2B5EF4-FFF2-40B4-BE49-F238E27FC236}">
                    <a16:creationId xmlns:a16="http://schemas.microsoft.com/office/drawing/2014/main" id="{51D3B4DB-D528-230A-2EE0-4B2F01E04C5D}"/>
                  </a:ext>
                </a:extLst>
              </p:cNvPr>
              <p:cNvSpPr/>
              <p:nvPr/>
            </p:nvSpPr>
            <p:spPr>
              <a:xfrm>
                <a:off x="4366549" y="1446303"/>
                <a:ext cx="19768" cy="1976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6F7"/>
                  </a:gs>
                  <a:gs pos="43000">
                    <a:srgbClr val="F0D6D9"/>
                  </a:gs>
                  <a:gs pos="100000">
                    <a:srgbClr val="CCB1B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0" name="ellipse_2111">
                <a:extLst>
                  <a:ext uri="{FF2B5EF4-FFF2-40B4-BE49-F238E27FC236}">
                    <a16:creationId xmlns:a16="http://schemas.microsoft.com/office/drawing/2014/main" id="{D39ECB35-01E8-0E06-9926-A03204926228}"/>
                  </a:ext>
                </a:extLst>
              </p:cNvPr>
              <p:cNvSpPr/>
              <p:nvPr/>
            </p:nvSpPr>
            <p:spPr>
              <a:xfrm>
                <a:off x="4319837" y="1616419"/>
                <a:ext cx="29048" cy="29048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1" name="ellipse_2112">
                <a:extLst>
                  <a:ext uri="{FF2B5EF4-FFF2-40B4-BE49-F238E27FC236}">
                    <a16:creationId xmlns:a16="http://schemas.microsoft.com/office/drawing/2014/main" id="{51F26B1C-3B9D-7E7C-F6F7-F082F80023BB}"/>
                  </a:ext>
                </a:extLst>
              </p:cNvPr>
              <p:cNvSpPr/>
              <p:nvPr/>
            </p:nvSpPr>
            <p:spPr>
              <a:xfrm>
                <a:off x="4162910" y="1486420"/>
                <a:ext cx="24489" cy="24489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BABD7"/>
                  </a:gs>
                  <a:gs pos="100000">
                    <a:srgbClr val="457F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2" name="ellipse_2113">
                <a:extLst>
                  <a:ext uri="{FF2B5EF4-FFF2-40B4-BE49-F238E27FC236}">
                    <a16:creationId xmlns:a16="http://schemas.microsoft.com/office/drawing/2014/main" id="{BD6B4897-5882-D9D9-FC05-D39528C98FFF}"/>
                  </a:ext>
                </a:extLst>
              </p:cNvPr>
              <p:cNvSpPr/>
              <p:nvPr/>
            </p:nvSpPr>
            <p:spPr>
              <a:xfrm>
                <a:off x="4477711" y="1630434"/>
                <a:ext cx="31074" cy="3107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3" name="ellipse_2114">
                <a:extLst>
                  <a:ext uri="{FF2B5EF4-FFF2-40B4-BE49-F238E27FC236}">
                    <a16:creationId xmlns:a16="http://schemas.microsoft.com/office/drawing/2014/main" id="{106E12B7-22EC-AFAE-6E2E-E7F254CB1578}"/>
                  </a:ext>
                </a:extLst>
              </p:cNvPr>
              <p:cNvSpPr/>
              <p:nvPr/>
            </p:nvSpPr>
            <p:spPr>
              <a:xfrm>
                <a:off x="4561895" y="1404845"/>
                <a:ext cx="32842" cy="32842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FC1E1"/>
                  </a:gs>
                  <a:gs pos="100000">
                    <a:srgbClr val="6F99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4" name="ellipse_2115">
                <a:extLst>
                  <a:ext uri="{FF2B5EF4-FFF2-40B4-BE49-F238E27FC236}">
                    <a16:creationId xmlns:a16="http://schemas.microsoft.com/office/drawing/2014/main" id="{336A9DE0-688A-263D-8877-F6999AE273FD}"/>
                  </a:ext>
                </a:extLst>
              </p:cNvPr>
              <p:cNvSpPr/>
              <p:nvPr/>
            </p:nvSpPr>
            <p:spPr>
              <a:xfrm>
                <a:off x="4215117" y="1531671"/>
                <a:ext cx="31068" cy="31068"/>
              </a:xfrm>
              <a:prstGeom prst="ellipse">
                <a:avLst/>
              </a:prstGeom>
              <a:gradFill flip="none" rotWithShape="1">
                <a:gsLst>
                  <a:gs pos="0">
                    <a:srgbClr val="EDF3F9"/>
                  </a:gs>
                  <a:gs pos="43000">
                    <a:srgbClr val="A9C8E4"/>
                  </a:gs>
                  <a:gs pos="100000">
                    <a:srgbClr val="7AA0C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5" name="ellipse_2116">
                <a:extLst>
                  <a:ext uri="{FF2B5EF4-FFF2-40B4-BE49-F238E27FC236}">
                    <a16:creationId xmlns:a16="http://schemas.microsoft.com/office/drawing/2014/main" id="{5136DE23-286D-18F3-0EF5-D3DC028F1A68}"/>
                  </a:ext>
                </a:extLst>
              </p:cNvPr>
              <p:cNvSpPr/>
              <p:nvPr/>
            </p:nvSpPr>
            <p:spPr>
              <a:xfrm>
                <a:off x="4305476" y="1587179"/>
                <a:ext cx="22676" cy="22676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8FB6DC"/>
                  </a:gs>
                  <a:gs pos="100000">
                    <a:srgbClr val="5C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6" name="ellipse_2117">
                <a:extLst>
                  <a:ext uri="{FF2B5EF4-FFF2-40B4-BE49-F238E27FC236}">
                    <a16:creationId xmlns:a16="http://schemas.microsoft.com/office/drawing/2014/main" id="{B6764111-0B1A-785B-232B-4B2E673C252D}"/>
                  </a:ext>
                </a:extLst>
              </p:cNvPr>
              <p:cNvSpPr/>
              <p:nvPr/>
            </p:nvSpPr>
            <p:spPr>
              <a:xfrm>
                <a:off x="4603877" y="1581641"/>
                <a:ext cx="20231" cy="20231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8D5"/>
                  </a:gs>
                  <a:gs pos="100000">
                    <a:srgbClr val="41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7" name="ellipse_2118">
                <a:extLst>
                  <a:ext uri="{FF2B5EF4-FFF2-40B4-BE49-F238E27FC236}">
                    <a16:creationId xmlns:a16="http://schemas.microsoft.com/office/drawing/2014/main" id="{79E4C40F-AF19-0B8F-CB72-7FCA57476A7E}"/>
                  </a:ext>
                </a:extLst>
              </p:cNvPr>
              <p:cNvSpPr/>
              <p:nvPr/>
            </p:nvSpPr>
            <p:spPr>
              <a:xfrm>
                <a:off x="4148220" y="1473747"/>
                <a:ext cx="36222" cy="36222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8D5"/>
                  </a:gs>
                  <a:gs pos="100000">
                    <a:srgbClr val="41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8" name="ellipse_2119">
                <a:extLst>
                  <a:ext uri="{FF2B5EF4-FFF2-40B4-BE49-F238E27FC236}">
                    <a16:creationId xmlns:a16="http://schemas.microsoft.com/office/drawing/2014/main" id="{52015E7F-29E3-3823-9D6C-5192365F64FE}"/>
                  </a:ext>
                </a:extLst>
              </p:cNvPr>
              <p:cNvSpPr/>
              <p:nvPr/>
            </p:nvSpPr>
            <p:spPr>
              <a:xfrm>
                <a:off x="4552698" y="1554585"/>
                <a:ext cx="29289" cy="29289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A96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39" name="ellipse_2120">
                <a:extLst>
                  <a:ext uri="{FF2B5EF4-FFF2-40B4-BE49-F238E27FC236}">
                    <a16:creationId xmlns:a16="http://schemas.microsoft.com/office/drawing/2014/main" id="{1DB9F3DA-CE4C-F9BB-30D8-BF3FE42DB962}"/>
                  </a:ext>
                </a:extLst>
              </p:cNvPr>
              <p:cNvSpPr/>
              <p:nvPr/>
            </p:nvSpPr>
            <p:spPr>
              <a:xfrm>
                <a:off x="4303221" y="1630068"/>
                <a:ext cx="26948" cy="26948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0" name="ellipse_2121">
                <a:extLst>
                  <a:ext uri="{FF2B5EF4-FFF2-40B4-BE49-F238E27FC236}">
                    <a16:creationId xmlns:a16="http://schemas.microsoft.com/office/drawing/2014/main" id="{F79395A1-3FD5-65CA-2956-E0150FBD5E21}"/>
                  </a:ext>
                </a:extLst>
              </p:cNvPr>
              <p:cNvSpPr/>
              <p:nvPr/>
            </p:nvSpPr>
            <p:spPr>
              <a:xfrm>
                <a:off x="4478501" y="1592646"/>
                <a:ext cx="34960" cy="34960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CB5DB"/>
                  </a:gs>
                  <a:gs pos="100000">
                    <a:srgbClr val="588BB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1" name="ellipse_2122">
                <a:extLst>
                  <a:ext uri="{FF2B5EF4-FFF2-40B4-BE49-F238E27FC236}">
                    <a16:creationId xmlns:a16="http://schemas.microsoft.com/office/drawing/2014/main" id="{D2200CD1-9D25-15CE-8D0B-264280C74176}"/>
                  </a:ext>
                </a:extLst>
              </p:cNvPr>
              <p:cNvSpPr/>
              <p:nvPr/>
            </p:nvSpPr>
            <p:spPr>
              <a:xfrm>
                <a:off x="4565932" y="1590332"/>
                <a:ext cx="28306" cy="2830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6"/>
                  </a:gs>
                  <a:gs pos="43000">
                    <a:srgbClr val="7BAAD6"/>
                  </a:gs>
                  <a:gs pos="100000">
                    <a:srgbClr val="457E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2" name="ellipse_2123">
                <a:extLst>
                  <a:ext uri="{FF2B5EF4-FFF2-40B4-BE49-F238E27FC236}">
                    <a16:creationId xmlns:a16="http://schemas.microsoft.com/office/drawing/2014/main" id="{D97B1542-8FA0-B4DC-F5A5-057FCE19A7A8}"/>
                  </a:ext>
                </a:extLst>
              </p:cNvPr>
              <p:cNvSpPr/>
              <p:nvPr/>
            </p:nvSpPr>
            <p:spPr>
              <a:xfrm>
                <a:off x="4059567" y="1420321"/>
                <a:ext cx="25021" cy="25021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3D3"/>
                  </a:gs>
                  <a:gs pos="100000">
                    <a:srgbClr val="3876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3" name="ellipse_2124">
                <a:extLst>
                  <a:ext uri="{FF2B5EF4-FFF2-40B4-BE49-F238E27FC236}">
                    <a16:creationId xmlns:a16="http://schemas.microsoft.com/office/drawing/2014/main" id="{8E30B7B1-D369-E960-649A-327F130BD73D}"/>
                  </a:ext>
                </a:extLst>
              </p:cNvPr>
              <p:cNvSpPr/>
              <p:nvPr/>
            </p:nvSpPr>
            <p:spPr>
              <a:xfrm>
                <a:off x="4454981" y="1419123"/>
                <a:ext cx="20719" cy="2071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3F4"/>
                  </a:gs>
                  <a:gs pos="43000">
                    <a:srgbClr val="EDC5C9"/>
                  </a:gs>
                  <a:gs pos="100000">
                    <a:srgbClr val="C89EA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4" name="ellipse_2125">
                <a:extLst>
                  <a:ext uri="{FF2B5EF4-FFF2-40B4-BE49-F238E27FC236}">
                    <a16:creationId xmlns:a16="http://schemas.microsoft.com/office/drawing/2014/main" id="{24627FA8-DC8B-16B1-FA7D-91338E3A6F90}"/>
                  </a:ext>
                </a:extLst>
              </p:cNvPr>
              <p:cNvSpPr/>
              <p:nvPr/>
            </p:nvSpPr>
            <p:spPr>
              <a:xfrm>
                <a:off x="4213951" y="1613938"/>
                <a:ext cx="30623" cy="30623"/>
              </a:xfrm>
              <a:prstGeom prst="ellipse">
                <a:avLst/>
              </a:prstGeom>
              <a:gradFill flip="none" rotWithShape="1">
                <a:gsLst>
                  <a:gs pos="0">
                    <a:srgbClr val="F1F6FA"/>
                  </a:gs>
                  <a:gs pos="43000">
                    <a:srgbClr val="BCD3E9"/>
                  </a:gs>
                  <a:gs pos="100000">
                    <a:srgbClr val="90AEC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5" name="ellipse_2126">
                <a:extLst>
                  <a:ext uri="{FF2B5EF4-FFF2-40B4-BE49-F238E27FC236}">
                    <a16:creationId xmlns:a16="http://schemas.microsoft.com/office/drawing/2014/main" id="{4F34284F-3527-B756-C9E3-0FC52628CFA5}"/>
                  </a:ext>
                </a:extLst>
              </p:cNvPr>
              <p:cNvSpPr/>
              <p:nvPr/>
            </p:nvSpPr>
            <p:spPr>
              <a:xfrm>
                <a:off x="4448861" y="1530866"/>
                <a:ext cx="30010" cy="30010"/>
              </a:xfrm>
              <a:prstGeom prst="ellipse">
                <a:avLst/>
              </a:prstGeom>
              <a:gradFill flip="none" rotWithShape="1">
                <a:gsLst>
                  <a:gs pos="0">
                    <a:srgbClr val="FBF1F2"/>
                  </a:gs>
                  <a:gs pos="43000">
                    <a:srgbClr val="EBBDC0"/>
                  </a:gs>
                  <a:gs pos="100000">
                    <a:srgbClr val="C6949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6" name="ellipse_2127">
                <a:extLst>
                  <a:ext uri="{FF2B5EF4-FFF2-40B4-BE49-F238E27FC236}">
                    <a16:creationId xmlns:a16="http://schemas.microsoft.com/office/drawing/2014/main" id="{3E9D0ACC-8422-CAFC-ADBC-16FED0739B06}"/>
                  </a:ext>
                </a:extLst>
              </p:cNvPr>
              <p:cNvSpPr/>
              <p:nvPr/>
            </p:nvSpPr>
            <p:spPr>
              <a:xfrm>
                <a:off x="4187439" y="1437250"/>
                <a:ext cx="22091" cy="22091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7" name="ellipse_2128">
                <a:extLst>
                  <a:ext uri="{FF2B5EF4-FFF2-40B4-BE49-F238E27FC236}">
                    <a16:creationId xmlns:a16="http://schemas.microsoft.com/office/drawing/2014/main" id="{F544F1C8-CF7D-C99E-336E-34A53E03791D}"/>
                  </a:ext>
                </a:extLst>
              </p:cNvPr>
              <p:cNvSpPr/>
              <p:nvPr/>
            </p:nvSpPr>
            <p:spPr>
              <a:xfrm>
                <a:off x="4156267" y="1447360"/>
                <a:ext cx="27517" cy="2751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8" name="ellipse_2129">
                <a:extLst>
                  <a:ext uri="{FF2B5EF4-FFF2-40B4-BE49-F238E27FC236}">
                    <a16:creationId xmlns:a16="http://schemas.microsoft.com/office/drawing/2014/main" id="{E5D64892-1D43-5B53-7A21-84FEFCB7B869}"/>
                  </a:ext>
                </a:extLst>
              </p:cNvPr>
              <p:cNvSpPr/>
              <p:nvPr/>
            </p:nvSpPr>
            <p:spPr>
              <a:xfrm>
                <a:off x="4513687" y="1593956"/>
                <a:ext cx="26924" cy="2692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2DA"/>
                  </a:gs>
                  <a:gs pos="100000">
                    <a:srgbClr val="53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49" name="ellipse_2130">
                <a:extLst>
                  <a:ext uri="{FF2B5EF4-FFF2-40B4-BE49-F238E27FC236}">
                    <a16:creationId xmlns:a16="http://schemas.microsoft.com/office/drawing/2014/main" id="{5822C808-2F4C-0196-94D6-274BF01594F4}"/>
                  </a:ext>
                </a:extLst>
              </p:cNvPr>
              <p:cNvSpPr/>
              <p:nvPr/>
            </p:nvSpPr>
            <p:spPr>
              <a:xfrm>
                <a:off x="4475672" y="1534775"/>
                <a:ext cx="19735" cy="1973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3F4"/>
                  </a:gs>
                  <a:gs pos="43000">
                    <a:srgbClr val="ECC5C8"/>
                  </a:gs>
                  <a:gs pos="100000">
                    <a:srgbClr val="C79DA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0" name="ellipse_2131">
                <a:extLst>
                  <a:ext uri="{FF2B5EF4-FFF2-40B4-BE49-F238E27FC236}">
                    <a16:creationId xmlns:a16="http://schemas.microsoft.com/office/drawing/2014/main" id="{A96082D6-F143-7133-2174-088EDD1328E6}"/>
                  </a:ext>
                </a:extLst>
              </p:cNvPr>
              <p:cNvSpPr/>
              <p:nvPr/>
            </p:nvSpPr>
            <p:spPr>
              <a:xfrm>
                <a:off x="4177150" y="1479714"/>
                <a:ext cx="34047" cy="34047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BAAD7"/>
                  </a:gs>
                  <a:gs pos="100000">
                    <a:srgbClr val="457E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1" name="ellipse_2132">
                <a:extLst>
                  <a:ext uri="{FF2B5EF4-FFF2-40B4-BE49-F238E27FC236}">
                    <a16:creationId xmlns:a16="http://schemas.microsoft.com/office/drawing/2014/main" id="{BECCFD14-E283-AF9F-6704-782A5E0085CD}"/>
                  </a:ext>
                </a:extLst>
              </p:cNvPr>
              <p:cNvSpPr/>
              <p:nvPr/>
            </p:nvSpPr>
            <p:spPr>
              <a:xfrm>
                <a:off x="4169230" y="1457714"/>
                <a:ext cx="24475" cy="2447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2" name="ellipse_2133">
                <a:extLst>
                  <a:ext uri="{FF2B5EF4-FFF2-40B4-BE49-F238E27FC236}">
                    <a16:creationId xmlns:a16="http://schemas.microsoft.com/office/drawing/2014/main" id="{3AFFBEBF-F045-EF10-437E-963B5990C9B3}"/>
                  </a:ext>
                </a:extLst>
              </p:cNvPr>
              <p:cNvSpPr/>
              <p:nvPr/>
            </p:nvSpPr>
            <p:spPr>
              <a:xfrm>
                <a:off x="4250267" y="1611599"/>
                <a:ext cx="27208" cy="27208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4C5E3"/>
                  </a:gs>
                  <a:gs pos="100000">
                    <a:srgbClr val="749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3" name="ellipse_2134">
                <a:extLst>
                  <a:ext uri="{FF2B5EF4-FFF2-40B4-BE49-F238E27FC236}">
                    <a16:creationId xmlns:a16="http://schemas.microsoft.com/office/drawing/2014/main" id="{D926B1AB-4829-A8A6-FD77-2B23784BF90A}"/>
                  </a:ext>
                </a:extLst>
              </p:cNvPr>
              <p:cNvSpPr/>
              <p:nvPr/>
            </p:nvSpPr>
            <p:spPr>
              <a:xfrm>
                <a:off x="4316540" y="1649280"/>
                <a:ext cx="31638" cy="3163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4" name="ellipse_2135">
                <a:extLst>
                  <a:ext uri="{FF2B5EF4-FFF2-40B4-BE49-F238E27FC236}">
                    <a16:creationId xmlns:a16="http://schemas.microsoft.com/office/drawing/2014/main" id="{6135182A-8B68-1A2A-0385-565F8EAD53D0}"/>
                  </a:ext>
                </a:extLst>
              </p:cNvPr>
              <p:cNvSpPr/>
              <p:nvPr/>
            </p:nvSpPr>
            <p:spPr>
              <a:xfrm>
                <a:off x="4145317" y="1562114"/>
                <a:ext cx="29616" cy="29616"/>
              </a:xfrm>
              <a:prstGeom prst="ellipse">
                <a:avLst/>
              </a:prstGeom>
              <a:gradFill flip="none" rotWithShape="1">
                <a:gsLst>
                  <a:gs pos="0">
                    <a:srgbClr val="F8FAFC"/>
                  </a:gs>
                  <a:gs pos="43000">
                    <a:srgbClr val="DBE7F3"/>
                  </a:gs>
                  <a:gs pos="100000">
                    <a:srgbClr val="B4C4D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5" name="ellipse_2136">
                <a:extLst>
                  <a:ext uri="{FF2B5EF4-FFF2-40B4-BE49-F238E27FC236}">
                    <a16:creationId xmlns:a16="http://schemas.microsoft.com/office/drawing/2014/main" id="{A1869B9D-46EF-7344-E717-5FDA13CCA7E6}"/>
                  </a:ext>
                </a:extLst>
              </p:cNvPr>
              <p:cNvSpPr/>
              <p:nvPr/>
            </p:nvSpPr>
            <p:spPr>
              <a:xfrm>
                <a:off x="4212479" y="1534532"/>
                <a:ext cx="21239" cy="21239"/>
              </a:xfrm>
              <a:prstGeom prst="ellipse">
                <a:avLst/>
              </a:prstGeom>
              <a:gradFill flip="none" rotWithShape="1">
                <a:gsLst>
                  <a:gs pos="0">
                    <a:srgbClr val="EDF3F9"/>
                  </a:gs>
                  <a:gs pos="43000">
                    <a:srgbClr val="A9C8E4"/>
                  </a:gs>
                  <a:gs pos="100000">
                    <a:srgbClr val="7AA0C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6" name="ellipse_2137">
                <a:extLst>
                  <a:ext uri="{FF2B5EF4-FFF2-40B4-BE49-F238E27FC236}">
                    <a16:creationId xmlns:a16="http://schemas.microsoft.com/office/drawing/2014/main" id="{515DDD5B-20B3-83B4-1CFF-E3180C5B0725}"/>
                  </a:ext>
                </a:extLst>
              </p:cNvPr>
              <p:cNvSpPr/>
              <p:nvPr/>
            </p:nvSpPr>
            <p:spPr>
              <a:xfrm>
                <a:off x="4296928" y="1660530"/>
                <a:ext cx="21078" cy="2107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6A7D5"/>
                  </a:gs>
                  <a:gs pos="100000">
                    <a:srgbClr val="3F7B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7" name="ellipse_2138">
                <a:extLst>
                  <a:ext uri="{FF2B5EF4-FFF2-40B4-BE49-F238E27FC236}">
                    <a16:creationId xmlns:a16="http://schemas.microsoft.com/office/drawing/2014/main" id="{11ECF583-6CEE-CFFC-178D-9C4F527E641D}"/>
                  </a:ext>
                </a:extLst>
              </p:cNvPr>
              <p:cNvSpPr/>
              <p:nvPr/>
            </p:nvSpPr>
            <p:spPr>
              <a:xfrm>
                <a:off x="4387132" y="1397727"/>
                <a:ext cx="22984" cy="229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8FC"/>
                  </a:gs>
                  <a:gs pos="43000">
                    <a:srgbClr val="CFDFEF"/>
                  </a:gs>
                  <a:gs pos="100000">
                    <a:srgbClr val="A5BCD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8" name="ellipse_2139">
                <a:extLst>
                  <a:ext uri="{FF2B5EF4-FFF2-40B4-BE49-F238E27FC236}">
                    <a16:creationId xmlns:a16="http://schemas.microsoft.com/office/drawing/2014/main" id="{49FD3AE7-6DB9-4B86-D495-CF3D8BB87646}"/>
                  </a:ext>
                </a:extLst>
              </p:cNvPr>
              <p:cNvSpPr/>
              <p:nvPr/>
            </p:nvSpPr>
            <p:spPr>
              <a:xfrm>
                <a:off x="4423607" y="1603144"/>
                <a:ext cx="26321" cy="26321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8B3DA"/>
                  </a:gs>
                  <a:gs pos="100000">
                    <a:srgbClr val="5488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59" name="ellipse_2140">
                <a:extLst>
                  <a:ext uri="{FF2B5EF4-FFF2-40B4-BE49-F238E27FC236}">
                    <a16:creationId xmlns:a16="http://schemas.microsoft.com/office/drawing/2014/main" id="{5934B38C-9728-D313-F343-CF2E3AF7F080}"/>
                  </a:ext>
                </a:extLst>
              </p:cNvPr>
              <p:cNvSpPr/>
              <p:nvPr/>
            </p:nvSpPr>
            <p:spPr>
              <a:xfrm>
                <a:off x="4143066" y="1454342"/>
                <a:ext cx="33754" cy="3375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0" name="ellipse_2141">
                <a:extLst>
                  <a:ext uri="{FF2B5EF4-FFF2-40B4-BE49-F238E27FC236}">
                    <a16:creationId xmlns:a16="http://schemas.microsoft.com/office/drawing/2014/main" id="{C5E3193F-1DD9-9C32-D862-A9AA112B4902}"/>
                  </a:ext>
                </a:extLst>
              </p:cNvPr>
              <p:cNvSpPr/>
              <p:nvPr/>
            </p:nvSpPr>
            <p:spPr>
              <a:xfrm>
                <a:off x="4172222" y="1529575"/>
                <a:ext cx="28626" cy="28626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AECBE6"/>
                  </a:gs>
                  <a:gs pos="100000">
                    <a:srgbClr val="80A4C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1" name="ellipse_2142">
                <a:extLst>
                  <a:ext uri="{FF2B5EF4-FFF2-40B4-BE49-F238E27FC236}">
                    <a16:creationId xmlns:a16="http://schemas.microsoft.com/office/drawing/2014/main" id="{F96D29F7-AA71-32A6-4EEA-FD4A2125738D}"/>
                  </a:ext>
                </a:extLst>
              </p:cNvPr>
              <p:cNvSpPr/>
              <p:nvPr/>
            </p:nvSpPr>
            <p:spPr>
              <a:xfrm>
                <a:off x="4543531" y="1594407"/>
                <a:ext cx="30468" cy="30468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2" name="ellipse_2143">
                <a:extLst>
                  <a:ext uri="{FF2B5EF4-FFF2-40B4-BE49-F238E27FC236}">
                    <a16:creationId xmlns:a16="http://schemas.microsoft.com/office/drawing/2014/main" id="{8BE586D9-7DE4-3340-B524-BBB2C90A51C4}"/>
                  </a:ext>
                </a:extLst>
              </p:cNvPr>
              <p:cNvSpPr/>
              <p:nvPr/>
            </p:nvSpPr>
            <p:spPr>
              <a:xfrm>
                <a:off x="4485018" y="1527843"/>
                <a:ext cx="27018" cy="27018"/>
              </a:xfrm>
              <a:prstGeom prst="ellipse">
                <a:avLst/>
              </a:prstGeom>
              <a:gradFill flip="none" rotWithShape="1">
                <a:gsLst>
                  <a:gs pos="0">
                    <a:srgbClr val="FBF4F4"/>
                  </a:gs>
                  <a:gs pos="43000">
                    <a:srgbClr val="EDC8CC"/>
                  </a:gs>
                  <a:gs pos="100000">
                    <a:srgbClr val="C8A1A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3" name="ellipse_2144">
                <a:extLst>
                  <a:ext uri="{FF2B5EF4-FFF2-40B4-BE49-F238E27FC236}">
                    <a16:creationId xmlns:a16="http://schemas.microsoft.com/office/drawing/2014/main" id="{DED54DC6-64F6-0A5D-06E7-C523F7EF78BF}"/>
                  </a:ext>
                </a:extLst>
              </p:cNvPr>
              <p:cNvSpPr/>
              <p:nvPr/>
            </p:nvSpPr>
            <p:spPr>
              <a:xfrm>
                <a:off x="4197746" y="1447194"/>
                <a:ext cx="24842" cy="24842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C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4" name="ellipse_2145">
                <a:extLst>
                  <a:ext uri="{FF2B5EF4-FFF2-40B4-BE49-F238E27FC236}">
                    <a16:creationId xmlns:a16="http://schemas.microsoft.com/office/drawing/2014/main" id="{26B0A837-D1DD-16DD-0839-EE6B8880BF6B}"/>
                  </a:ext>
                </a:extLst>
              </p:cNvPr>
              <p:cNvSpPr/>
              <p:nvPr/>
            </p:nvSpPr>
            <p:spPr>
              <a:xfrm>
                <a:off x="4457750" y="1465726"/>
                <a:ext cx="30821" cy="30821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5" name="ellipse_2146">
                <a:extLst>
                  <a:ext uri="{FF2B5EF4-FFF2-40B4-BE49-F238E27FC236}">
                    <a16:creationId xmlns:a16="http://schemas.microsoft.com/office/drawing/2014/main" id="{2004ECD3-280E-3601-C40B-B804EC1B31F7}"/>
                  </a:ext>
                </a:extLst>
              </p:cNvPr>
              <p:cNvSpPr/>
              <p:nvPr/>
            </p:nvSpPr>
            <p:spPr>
              <a:xfrm>
                <a:off x="4451010" y="1568162"/>
                <a:ext cx="23766" cy="23766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B"/>
                  </a:gs>
                  <a:gs pos="43000">
                    <a:srgbClr val="CADCEE"/>
                  </a:gs>
                  <a:gs pos="100000">
                    <a:srgbClr val="A0B8C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6" name="ellipse_2147">
                <a:extLst>
                  <a:ext uri="{FF2B5EF4-FFF2-40B4-BE49-F238E27FC236}">
                    <a16:creationId xmlns:a16="http://schemas.microsoft.com/office/drawing/2014/main" id="{66D8A866-6FDA-4FF8-583F-220EB68293B8}"/>
                  </a:ext>
                </a:extLst>
              </p:cNvPr>
              <p:cNvSpPr/>
              <p:nvPr/>
            </p:nvSpPr>
            <p:spPr>
              <a:xfrm>
                <a:off x="4223815" y="1435525"/>
                <a:ext cx="33315" cy="33315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7D5"/>
                  </a:gs>
                  <a:gs pos="100000">
                    <a:srgbClr val="407B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7" name="ellipse_2148">
                <a:extLst>
                  <a:ext uri="{FF2B5EF4-FFF2-40B4-BE49-F238E27FC236}">
                    <a16:creationId xmlns:a16="http://schemas.microsoft.com/office/drawing/2014/main" id="{CEA825B0-6EFA-4A4F-1F3E-45279163E11F}"/>
                  </a:ext>
                </a:extLst>
              </p:cNvPr>
              <p:cNvSpPr/>
              <p:nvPr/>
            </p:nvSpPr>
            <p:spPr>
              <a:xfrm>
                <a:off x="4429682" y="1587437"/>
                <a:ext cx="20909" cy="20909"/>
              </a:xfrm>
              <a:prstGeom prst="ellipse">
                <a:avLst/>
              </a:prstGeom>
              <a:gradFill flip="none" rotWithShape="1">
                <a:gsLst>
                  <a:gs pos="0">
                    <a:srgbClr val="ECF2F9"/>
                  </a:gs>
                  <a:gs pos="43000">
                    <a:srgbClr val="A1C3E1"/>
                  </a:gs>
                  <a:gs pos="100000">
                    <a:srgbClr val="719BC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8" name="ellipse_2149">
                <a:extLst>
                  <a:ext uri="{FF2B5EF4-FFF2-40B4-BE49-F238E27FC236}">
                    <a16:creationId xmlns:a16="http://schemas.microsoft.com/office/drawing/2014/main" id="{288DBC4B-4AD1-7025-5536-5CC02DE53ED4}"/>
                  </a:ext>
                </a:extLst>
              </p:cNvPr>
              <p:cNvSpPr/>
              <p:nvPr/>
            </p:nvSpPr>
            <p:spPr>
              <a:xfrm>
                <a:off x="4200321" y="1424891"/>
                <a:ext cx="21059" cy="21059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69" name="ellipse_2150">
                <a:extLst>
                  <a:ext uri="{FF2B5EF4-FFF2-40B4-BE49-F238E27FC236}">
                    <a16:creationId xmlns:a16="http://schemas.microsoft.com/office/drawing/2014/main" id="{10AD0FB7-205B-E727-90DB-2DF062D9F73A}"/>
                  </a:ext>
                </a:extLst>
              </p:cNvPr>
              <p:cNvSpPr/>
              <p:nvPr/>
            </p:nvSpPr>
            <p:spPr>
              <a:xfrm>
                <a:off x="4265269" y="1675294"/>
                <a:ext cx="32963" cy="3296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0" name="ellipse_2151">
                <a:extLst>
                  <a:ext uri="{FF2B5EF4-FFF2-40B4-BE49-F238E27FC236}">
                    <a16:creationId xmlns:a16="http://schemas.microsoft.com/office/drawing/2014/main" id="{0547CB18-A772-4CFF-1314-F1A0C9D5C41D}"/>
                  </a:ext>
                </a:extLst>
              </p:cNvPr>
              <p:cNvSpPr/>
              <p:nvPr/>
            </p:nvSpPr>
            <p:spPr>
              <a:xfrm>
                <a:off x="4255395" y="1464436"/>
                <a:ext cx="30049" cy="30049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1DA"/>
                  </a:gs>
                  <a:gs pos="100000">
                    <a:srgbClr val="52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1" name="ellipse_2152">
                <a:extLst>
                  <a:ext uri="{FF2B5EF4-FFF2-40B4-BE49-F238E27FC236}">
                    <a16:creationId xmlns:a16="http://schemas.microsoft.com/office/drawing/2014/main" id="{E98CB507-AB0F-35B7-0A7D-53403385A060}"/>
                  </a:ext>
                </a:extLst>
              </p:cNvPr>
              <p:cNvSpPr/>
              <p:nvPr/>
            </p:nvSpPr>
            <p:spPr>
              <a:xfrm>
                <a:off x="4442577" y="1583236"/>
                <a:ext cx="34593" cy="34593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EC0E1"/>
                  </a:gs>
                  <a:gs pos="100000">
                    <a:srgbClr val="6D98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2" name="ellipse_2153">
                <a:extLst>
                  <a:ext uri="{FF2B5EF4-FFF2-40B4-BE49-F238E27FC236}">
                    <a16:creationId xmlns:a16="http://schemas.microsoft.com/office/drawing/2014/main" id="{A0958F9B-2188-84D5-A77E-B61C000AE92E}"/>
                  </a:ext>
                </a:extLst>
              </p:cNvPr>
              <p:cNvSpPr/>
              <p:nvPr/>
            </p:nvSpPr>
            <p:spPr>
              <a:xfrm>
                <a:off x="4487089" y="1605392"/>
                <a:ext cx="21701" cy="21701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3" name="ellipse_2154">
                <a:extLst>
                  <a:ext uri="{FF2B5EF4-FFF2-40B4-BE49-F238E27FC236}">
                    <a16:creationId xmlns:a16="http://schemas.microsoft.com/office/drawing/2014/main" id="{52C154AE-C748-7773-EF90-10C6B2A3A121}"/>
                  </a:ext>
                </a:extLst>
              </p:cNvPr>
              <p:cNvSpPr/>
              <p:nvPr/>
            </p:nvSpPr>
            <p:spPr>
              <a:xfrm>
                <a:off x="4496800" y="1560661"/>
                <a:ext cx="29011" cy="29011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C0D6EB"/>
                  </a:gs>
                  <a:gs pos="100000">
                    <a:srgbClr val="95B1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4" name="ellipse_2155">
                <a:extLst>
                  <a:ext uri="{FF2B5EF4-FFF2-40B4-BE49-F238E27FC236}">
                    <a16:creationId xmlns:a16="http://schemas.microsoft.com/office/drawing/2014/main" id="{DCFF1DFA-0E9F-5334-4605-6279F2256252}"/>
                  </a:ext>
                </a:extLst>
              </p:cNvPr>
              <p:cNvSpPr/>
              <p:nvPr/>
            </p:nvSpPr>
            <p:spPr>
              <a:xfrm>
                <a:off x="4296447" y="1640205"/>
                <a:ext cx="28855" cy="28855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BAAD6"/>
                  </a:gs>
                  <a:gs pos="100000">
                    <a:srgbClr val="447E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5" name="ellipse_2156">
                <a:extLst>
                  <a:ext uri="{FF2B5EF4-FFF2-40B4-BE49-F238E27FC236}">
                    <a16:creationId xmlns:a16="http://schemas.microsoft.com/office/drawing/2014/main" id="{04779C17-9CB6-6764-ECC6-C97ECC489274}"/>
                  </a:ext>
                </a:extLst>
              </p:cNvPr>
              <p:cNvSpPr/>
              <p:nvPr/>
            </p:nvSpPr>
            <p:spPr>
              <a:xfrm>
                <a:off x="4517139" y="1596962"/>
                <a:ext cx="32658" cy="32658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1AED8"/>
                  </a:gs>
                  <a:gs pos="100000">
                    <a:srgbClr val="4C82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6" name="ellipse_2157">
                <a:extLst>
                  <a:ext uri="{FF2B5EF4-FFF2-40B4-BE49-F238E27FC236}">
                    <a16:creationId xmlns:a16="http://schemas.microsoft.com/office/drawing/2014/main" id="{5B1C90CD-85DA-5992-11B9-CA1FC29BD029}"/>
                  </a:ext>
                </a:extLst>
              </p:cNvPr>
              <p:cNvSpPr/>
              <p:nvPr/>
            </p:nvSpPr>
            <p:spPr>
              <a:xfrm>
                <a:off x="4387488" y="1548169"/>
                <a:ext cx="31558" cy="31558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1EAF4"/>
                  </a:gs>
                  <a:gs pos="100000">
                    <a:srgbClr val="BAC8D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7" name="ellipse_2158">
                <a:extLst>
                  <a:ext uri="{FF2B5EF4-FFF2-40B4-BE49-F238E27FC236}">
                    <a16:creationId xmlns:a16="http://schemas.microsoft.com/office/drawing/2014/main" id="{B3CCEA19-C99E-4E61-6527-435E2FE07799}"/>
                  </a:ext>
                </a:extLst>
              </p:cNvPr>
              <p:cNvSpPr/>
              <p:nvPr/>
            </p:nvSpPr>
            <p:spPr>
              <a:xfrm>
                <a:off x="4404494" y="1366310"/>
                <a:ext cx="20661" cy="20661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7BCDF"/>
                  </a:gs>
                  <a:gs pos="100000">
                    <a:srgbClr val="6593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8" name="ellipse_2159">
                <a:extLst>
                  <a:ext uri="{FF2B5EF4-FFF2-40B4-BE49-F238E27FC236}">
                    <a16:creationId xmlns:a16="http://schemas.microsoft.com/office/drawing/2014/main" id="{85713D9A-DE77-D5D3-9F5B-B1D43F605A7B}"/>
                  </a:ext>
                </a:extLst>
              </p:cNvPr>
              <p:cNvSpPr/>
              <p:nvPr/>
            </p:nvSpPr>
            <p:spPr>
              <a:xfrm>
                <a:off x="4287847" y="1579304"/>
                <a:ext cx="21637" cy="21637"/>
              </a:xfrm>
              <a:prstGeom prst="ellipse">
                <a:avLst/>
              </a:prstGeom>
              <a:gradFill flip="none" rotWithShape="1">
                <a:gsLst>
                  <a:gs pos="0">
                    <a:srgbClr val="EAF1F8"/>
                  </a:gs>
                  <a:gs pos="43000">
                    <a:srgbClr val="99BDDF"/>
                  </a:gs>
                  <a:gs pos="100000">
                    <a:srgbClr val="6794B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79" name="ellipse_2160">
                <a:extLst>
                  <a:ext uri="{FF2B5EF4-FFF2-40B4-BE49-F238E27FC236}">
                    <a16:creationId xmlns:a16="http://schemas.microsoft.com/office/drawing/2014/main" id="{EE0E8D99-E077-A5B4-61D2-18A440592654}"/>
                  </a:ext>
                </a:extLst>
              </p:cNvPr>
              <p:cNvSpPr/>
              <p:nvPr/>
            </p:nvSpPr>
            <p:spPr>
              <a:xfrm>
                <a:off x="4247333" y="1542048"/>
                <a:ext cx="20042" cy="20042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3C3E2"/>
                  </a:gs>
                  <a:gs pos="100000">
                    <a:srgbClr val="739B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0" name="ellipse_2161">
                <a:extLst>
                  <a:ext uri="{FF2B5EF4-FFF2-40B4-BE49-F238E27FC236}">
                    <a16:creationId xmlns:a16="http://schemas.microsoft.com/office/drawing/2014/main" id="{114C1979-7CD6-7398-FB7B-F91CD9E10FFB}"/>
                  </a:ext>
                </a:extLst>
              </p:cNvPr>
              <p:cNvSpPr/>
              <p:nvPr/>
            </p:nvSpPr>
            <p:spPr>
              <a:xfrm>
                <a:off x="4457286" y="1441037"/>
                <a:ext cx="30843" cy="30843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1" name="ellipse_2162">
                <a:extLst>
                  <a:ext uri="{FF2B5EF4-FFF2-40B4-BE49-F238E27FC236}">
                    <a16:creationId xmlns:a16="http://schemas.microsoft.com/office/drawing/2014/main" id="{FB733135-9C69-5D09-BFDE-74B438F7E663}"/>
                  </a:ext>
                </a:extLst>
              </p:cNvPr>
              <p:cNvSpPr/>
              <p:nvPr/>
            </p:nvSpPr>
            <p:spPr>
              <a:xfrm>
                <a:off x="4174540" y="1565987"/>
                <a:ext cx="25424" cy="25424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3ECF5"/>
                  </a:gs>
                  <a:gs pos="100000">
                    <a:srgbClr val="BDCBD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2" name="ellipse_2163">
                <a:extLst>
                  <a:ext uri="{FF2B5EF4-FFF2-40B4-BE49-F238E27FC236}">
                    <a16:creationId xmlns:a16="http://schemas.microsoft.com/office/drawing/2014/main" id="{DAFD0B01-8A80-2D62-77FE-5D07E397DA8E}"/>
                  </a:ext>
                </a:extLst>
              </p:cNvPr>
              <p:cNvSpPr/>
              <p:nvPr/>
            </p:nvSpPr>
            <p:spPr>
              <a:xfrm>
                <a:off x="4283446" y="1527651"/>
                <a:ext cx="34254" cy="34254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DC0E1"/>
                  </a:gs>
                  <a:gs pos="100000">
                    <a:srgbClr val="6C97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3" name="ellipse_2164">
                <a:extLst>
                  <a:ext uri="{FF2B5EF4-FFF2-40B4-BE49-F238E27FC236}">
                    <a16:creationId xmlns:a16="http://schemas.microsoft.com/office/drawing/2014/main" id="{54C02785-4A30-6FBD-9C55-60C8475C24FC}"/>
                  </a:ext>
                </a:extLst>
              </p:cNvPr>
              <p:cNvSpPr/>
              <p:nvPr/>
            </p:nvSpPr>
            <p:spPr>
              <a:xfrm>
                <a:off x="4643589" y="1587283"/>
                <a:ext cx="23827" cy="2382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4" name="ellipse_2165">
                <a:extLst>
                  <a:ext uri="{FF2B5EF4-FFF2-40B4-BE49-F238E27FC236}">
                    <a16:creationId xmlns:a16="http://schemas.microsoft.com/office/drawing/2014/main" id="{FAEBE3D4-21A9-C2B2-3042-3EACFC36753A}"/>
                  </a:ext>
                </a:extLst>
              </p:cNvPr>
              <p:cNvSpPr/>
              <p:nvPr/>
            </p:nvSpPr>
            <p:spPr>
              <a:xfrm>
                <a:off x="4362350" y="1394370"/>
                <a:ext cx="36100" cy="36100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5D9EC"/>
                  </a:gs>
                  <a:gs pos="100000">
                    <a:srgbClr val="9AB4C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5" name="ellipse_2166">
                <a:extLst>
                  <a:ext uri="{FF2B5EF4-FFF2-40B4-BE49-F238E27FC236}">
                    <a16:creationId xmlns:a16="http://schemas.microsoft.com/office/drawing/2014/main" id="{FCA61CF6-A6E9-8C23-05E2-D4C559F2C50A}"/>
                  </a:ext>
                </a:extLst>
              </p:cNvPr>
              <p:cNvSpPr/>
              <p:nvPr/>
            </p:nvSpPr>
            <p:spPr>
              <a:xfrm>
                <a:off x="4308980" y="1614559"/>
                <a:ext cx="24285" cy="24285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2AED8"/>
                  </a:gs>
                  <a:gs pos="100000">
                    <a:srgbClr val="4D83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6" name="ellipse_2167">
                <a:extLst>
                  <a:ext uri="{FF2B5EF4-FFF2-40B4-BE49-F238E27FC236}">
                    <a16:creationId xmlns:a16="http://schemas.microsoft.com/office/drawing/2014/main" id="{D6FAFB3F-A677-62FA-90ED-598A727680F8}"/>
                  </a:ext>
                </a:extLst>
              </p:cNvPr>
              <p:cNvSpPr/>
              <p:nvPr/>
            </p:nvSpPr>
            <p:spPr>
              <a:xfrm>
                <a:off x="4258920" y="1604652"/>
                <a:ext cx="35727" cy="35727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B96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7" name="ellipse_2168">
                <a:extLst>
                  <a:ext uri="{FF2B5EF4-FFF2-40B4-BE49-F238E27FC236}">
                    <a16:creationId xmlns:a16="http://schemas.microsoft.com/office/drawing/2014/main" id="{D72CDA6F-083B-AD9D-B504-37C8FB97C915}"/>
                  </a:ext>
                </a:extLst>
              </p:cNvPr>
              <p:cNvSpPr/>
              <p:nvPr/>
            </p:nvSpPr>
            <p:spPr>
              <a:xfrm>
                <a:off x="4055626" y="1445608"/>
                <a:ext cx="27529" cy="27529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8" name="ellipse_2169">
                <a:extLst>
                  <a:ext uri="{FF2B5EF4-FFF2-40B4-BE49-F238E27FC236}">
                    <a16:creationId xmlns:a16="http://schemas.microsoft.com/office/drawing/2014/main" id="{2A64BCD0-2B1B-0389-FCDB-0EA30FCAF45A}"/>
                  </a:ext>
                </a:extLst>
              </p:cNvPr>
              <p:cNvSpPr/>
              <p:nvPr/>
            </p:nvSpPr>
            <p:spPr>
              <a:xfrm>
                <a:off x="4246396" y="1460762"/>
                <a:ext cx="31802" cy="31802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2AED8"/>
                  </a:gs>
                  <a:gs pos="100000">
                    <a:srgbClr val="4D83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89" name="ellipse_2170">
                <a:extLst>
                  <a:ext uri="{FF2B5EF4-FFF2-40B4-BE49-F238E27FC236}">
                    <a16:creationId xmlns:a16="http://schemas.microsoft.com/office/drawing/2014/main" id="{3CDED8CF-AEDA-6440-2D8A-B1C45D26DABC}"/>
                  </a:ext>
                </a:extLst>
              </p:cNvPr>
              <p:cNvSpPr/>
              <p:nvPr/>
            </p:nvSpPr>
            <p:spPr>
              <a:xfrm>
                <a:off x="4488487" y="1463669"/>
                <a:ext cx="19500" cy="19500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0" name="ellipse_2171">
                <a:extLst>
                  <a:ext uri="{FF2B5EF4-FFF2-40B4-BE49-F238E27FC236}">
                    <a16:creationId xmlns:a16="http://schemas.microsoft.com/office/drawing/2014/main" id="{EA1107E8-E7BE-3C99-CB8A-6E7AC2BEB22D}"/>
                  </a:ext>
                </a:extLst>
              </p:cNvPr>
              <p:cNvSpPr/>
              <p:nvPr/>
            </p:nvSpPr>
            <p:spPr>
              <a:xfrm>
                <a:off x="4378658" y="1411914"/>
                <a:ext cx="25207" cy="2520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EEF3F9"/>
                  </a:gs>
                  <a:gs pos="100000">
                    <a:srgbClr val="CAD3D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1" name="ellipse_2172">
                <a:extLst>
                  <a:ext uri="{FF2B5EF4-FFF2-40B4-BE49-F238E27FC236}">
                    <a16:creationId xmlns:a16="http://schemas.microsoft.com/office/drawing/2014/main" id="{967C3B32-4AEE-EC4A-9643-99F75794E0BD}"/>
                  </a:ext>
                </a:extLst>
              </p:cNvPr>
              <p:cNvSpPr/>
              <p:nvPr/>
            </p:nvSpPr>
            <p:spPr>
              <a:xfrm>
                <a:off x="4369328" y="1415476"/>
                <a:ext cx="35743" cy="35743"/>
              </a:xfrm>
              <a:prstGeom prst="ellipse">
                <a:avLst/>
              </a:prstGeom>
              <a:gradFill flip="none" rotWithShape="1">
                <a:gsLst>
                  <a:gs pos="0">
                    <a:srgbClr val="FDFCFD"/>
                  </a:gs>
                  <a:gs pos="43000">
                    <a:srgbClr val="F6F2F4"/>
                  </a:gs>
                  <a:gs pos="100000">
                    <a:srgbClr val="D3D1D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2" name="ellipse_2173">
                <a:extLst>
                  <a:ext uri="{FF2B5EF4-FFF2-40B4-BE49-F238E27FC236}">
                    <a16:creationId xmlns:a16="http://schemas.microsoft.com/office/drawing/2014/main" id="{3E277177-AA17-FFEF-17DC-FA0CD6E8BF81}"/>
                  </a:ext>
                </a:extLst>
              </p:cNvPr>
              <p:cNvSpPr/>
              <p:nvPr/>
            </p:nvSpPr>
            <p:spPr>
              <a:xfrm>
                <a:off x="4108720" y="1553209"/>
                <a:ext cx="23944" cy="23944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1CCE7"/>
                  </a:gs>
                  <a:gs pos="100000">
                    <a:srgbClr val="83A5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3" name="ellipse_2174">
                <a:extLst>
                  <a:ext uri="{FF2B5EF4-FFF2-40B4-BE49-F238E27FC236}">
                    <a16:creationId xmlns:a16="http://schemas.microsoft.com/office/drawing/2014/main" id="{07B4C19D-2C7B-75A5-7E4D-4F88BF9D5303}"/>
                  </a:ext>
                </a:extLst>
              </p:cNvPr>
              <p:cNvSpPr/>
              <p:nvPr/>
            </p:nvSpPr>
            <p:spPr>
              <a:xfrm>
                <a:off x="4471741" y="1503867"/>
                <a:ext cx="25632" cy="25632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4" name="ellipse_2175">
                <a:extLst>
                  <a:ext uri="{FF2B5EF4-FFF2-40B4-BE49-F238E27FC236}">
                    <a16:creationId xmlns:a16="http://schemas.microsoft.com/office/drawing/2014/main" id="{995CE5D0-7F5E-A315-D2F1-C9358A95E1D1}"/>
                  </a:ext>
                </a:extLst>
              </p:cNvPr>
              <p:cNvSpPr/>
              <p:nvPr/>
            </p:nvSpPr>
            <p:spPr>
              <a:xfrm>
                <a:off x="4318731" y="1540689"/>
                <a:ext cx="28238" cy="28238"/>
              </a:xfrm>
              <a:prstGeom prst="ellipse">
                <a:avLst/>
              </a:prstGeom>
              <a:gradFill flip="none" rotWithShape="1">
                <a:gsLst>
                  <a:gs pos="0">
                    <a:srgbClr val="EDF4F9"/>
                  </a:gs>
                  <a:gs pos="43000">
                    <a:srgbClr val="ABC8E4"/>
                  </a:gs>
                  <a:gs pos="100000">
                    <a:srgbClr val="7CA1C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5" name="ellipse_2176">
                <a:extLst>
                  <a:ext uri="{FF2B5EF4-FFF2-40B4-BE49-F238E27FC236}">
                    <a16:creationId xmlns:a16="http://schemas.microsoft.com/office/drawing/2014/main" id="{08AC265A-2C24-4AD5-6EA7-702A5938DA87}"/>
                  </a:ext>
                </a:extLst>
              </p:cNvPr>
              <p:cNvSpPr/>
              <p:nvPr/>
            </p:nvSpPr>
            <p:spPr>
              <a:xfrm>
                <a:off x="4264380" y="1516974"/>
                <a:ext cx="22493" cy="22493"/>
              </a:xfrm>
              <a:prstGeom prst="ellipse">
                <a:avLst/>
              </a:prstGeom>
              <a:gradFill flip="none" rotWithShape="1">
                <a:gsLst>
                  <a:gs pos="0">
                    <a:srgbClr val="E8F1F8"/>
                  </a:gs>
                  <a:gs pos="43000">
                    <a:srgbClr val="93BADD"/>
                  </a:gs>
                  <a:gs pos="100000">
                    <a:srgbClr val="6091B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6" name="ellipse_2177">
                <a:extLst>
                  <a:ext uri="{FF2B5EF4-FFF2-40B4-BE49-F238E27FC236}">
                    <a16:creationId xmlns:a16="http://schemas.microsoft.com/office/drawing/2014/main" id="{16239F87-89EA-51B8-2D53-65A9F833E75E}"/>
                  </a:ext>
                </a:extLst>
              </p:cNvPr>
              <p:cNvSpPr/>
              <p:nvPr/>
            </p:nvSpPr>
            <p:spPr>
              <a:xfrm>
                <a:off x="4223323" y="1483184"/>
                <a:ext cx="26490" cy="2649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EACD7"/>
                  </a:gs>
                  <a:gs pos="100000">
                    <a:srgbClr val="4881B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7" name="ellipse_2178">
                <a:extLst>
                  <a:ext uri="{FF2B5EF4-FFF2-40B4-BE49-F238E27FC236}">
                    <a16:creationId xmlns:a16="http://schemas.microsoft.com/office/drawing/2014/main" id="{293AC68A-36EA-EC4D-6287-A89A18C8804D}"/>
                  </a:ext>
                </a:extLst>
              </p:cNvPr>
              <p:cNvSpPr/>
              <p:nvPr/>
            </p:nvSpPr>
            <p:spPr>
              <a:xfrm>
                <a:off x="4401541" y="1664126"/>
                <a:ext cx="25319" cy="25319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8" name="ellipse_2179">
                <a:extLst>
                  <a:ext uri="{FF2B5EF4-FFF2-40B4-BE49-F238E27FC236}">
                    <a16:creationId xmlns:a16="http://schemas.microsoft.com/office/drawing/2014/main" id="{FBB52403-5F96-94D6-646A-5FD430AB3A63}"/>
                  </a:ext>
                </a:extLst>
              </p:cNvPr>
              <p:cNvSpPr/>
              <p:nvPr/>
            </p:nvSpPr>
            <p:spPr>
              <a:xfrm>
                <a:off x="4339068" y="1457481"/>
                <a:ext cx="35401" cy="35401"/>
              </a:xfrm>
              <a:prstGeom prst="ellipse">
                <a:avLst/>
              </a:prstGeom>
              <a:gradFill flip="none" rotWithShape="1">
                <a:gsLst>
                  <a:gs pos="0">
                    <a:srgbClr val="FDFBFB"/>
                  </a:gs>
                  <a:gs pos="43000">
                    <a:srgbClr val="F5EAED"/>
                  </a:gs>
                  <a:gs pos="100000">
                    <a:srgbClr val="D1C8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299" name="ellipse_2180">
                <a:extLst>
                  <a:ext uri="{FF2B5EF4-FFF2-40B4-BE49-F238E27FC236}">
                    <a16:creationId xmlns:a16="http://schemas.microsoft.com/office/drawing/2014/main" id="{6A202012-6143-4899-A753-882F3FD87586}"/>
                  </a:ext>
                </a:extLst>
              </p:cNvPr>
              <p:cNvSpPr/>
              <p:nvPr/>
            </p:nvSpPr>
            <p:spPr>
              <a:xfrm>
                <a:off x="4147487" y="1616286"/>
                <a:ext cx="26099" cy="2609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B"/>
                  </a:gs>
                  <a:gs pos="43000">
                    <a:srgbClr val="C8DBED"/>
                  </a:gs>
                  <a:gs pos="100000">
                    <a:srgbClr val="9EB7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0" name="ellipse_2181">
                <a:extLst>
                  <a:ext uri="{FF2B5EF4-FFF2-40B4-BE49-F238E27FC236}">
                    <a16:creationId xmlns:a16="http://schemas.microsoft.com/office/drawing/2014/main" id="{19B54EF6-7067-D7F7-A745-E7E7EC72CAE3}"/>
                  </a:ext>
                </a:extLst>
              </p:cNvPr>
              <p:cNvSpPr/>
              <p:nvPr/>
            </p:nvSpPr>
            <p:spPr>
              <a:xfrm>
                <a:off x="4421275" y="1403443"/>
                <a:ext cx="35162" cy="35162"/>
              </a:xfrm>
              <a:prstGeom prst="ellipse">
                <a:avLst/>
              </a:prstGeom>
              <a:gradFill flip="none" rotWithShape="1">
                <a:gsLst>
                  <a:gs pos="0">
                    <a:srgbClr val="FCF9FA"/>
                  </a:gs>
                  <a:gs pos="43000">
                    <a:srgbClr val="F3E3E6"/>
                  </a:gs>
                  <a:gs pos="100000">
                    <a:srgbClr val="CFC0C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1" name="ellipse_2182">
                <a:extLst>
                  <a:ext uri="{FF2B5EF4-FFF2-40B4-BE49-F238E27FC236}">
                    <a16:creationId xmlns:a16="http://schemas.microsoft.com/office/drawing/2014/main" id="{2FCEEF14-23ED-C5BD-10D2-C8519316D9C6}"/>
                  </a:ext>
                </a:extLst>
              </p:cNvPr>
              <p:cNvSpPr/>
              <p:nvPr/>
            </p:nvSpPr>
            <p:spPr>
              <a:xfrm>
                <a:off x="4115470" y="1492277"/>
                <a:ext cx="31229" cy="31229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2" name="ellipse_2183">
                <a:extLst>
                  <a:ext uri="{FF2B5EF4-FFF2-40B4-BE49-F238E27FC236}">
                    <a16:creationId xmlns:a16="http://schemas.microsoft.com/office/drawing/2014/main" id="{DF89F25A-490D-5405-4ABC-9EB78BECFA50}"/>
                  </a:ext>
                </a:extLst>
              </p:cNvPr>
              <p:cNvSpPr/>
              <p:nvPr/>
            </p:nvSpPr>
            <p:spPr>
              <a:xfrm>
                <a:off x="4091744" y="1552009"/>
                <a:ext cx="22492" cy="22492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A0C2E1"/>
                  </a:gs>
                  <a:gs pos="100000">
                    <a:srgbClr val="6F9AC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3" name="ellipse_2184">
                <a:extLst>
                  <a:ext uri="{FF2B5EF4-FFF2-40B4-BE49-F238E27FC236}">
                    <a16:creationId xmlns:a16="http://schemas.microsoft.com/office/drawing/2014/main" id="{1286CA37-F417-3D88-2C51-055DD432F1E7}"/>
                  </a:ext>
                </a:extLst>
              </p:cNvPr>
              <p:cNvSpPr/>
              <p:nvPr/>
            </p:nvSpPr>
            <p:spPr>
              <a:xfrm>
                <a:off x="4133493" y="1548733"/>
                <a:ext cx="25991" cy="25991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C0D6EB"/>
                  </a:gs>
                  <a:gs pos="100000">
                    <a:srgbClr val="94B1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4" name="ellipse_2185">
                <a:extLst>
                  <a:ext uri="{FF2B5EF4-FFF2-40B4-BE49-F238E27FC236}">
                    <a16:creationId xmlns:a16="http://schemas.microsoft.com/office/drawing/2014/main" id="{633E462D-A965-1814-68D6-3F717D7B4E5E}"/>
                  </a:ext>
                </a:extLst>
              </p:cNvPr>
              <p:cNvSpPr/>
              <p:nvPr/>
            </p:nvSpPr>
            <p:spPr>
              <a:xfrm>
                <a:off x="4250858" y="1579120"/>
                <a:ext cx="23959" cy="23959"/>
              </a:xfrm>
              <a:prstGeom prst="ellipse">
                <a:avLst/>
              </a:prstGeom>
              <a:gradFill flip="none" rotWithShape="1">
                <a:gsLst>
                  <a:gs pos="0">
                    <a:srgbClr val="EFF5FA"/>
                  </a:gs>
                  <a:gs pos="43000">
                    <a:srgbClr val="B4CEE7"/>
                  </a:gs>
                  <a:gs pos="100000">
                    <a:srgbClr val="87A8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5" name="ellipse_2186">
                <a:extLst>
                  <a:ext uri="{FF2B5EF4-FFF2-40B4-BE49-F238E27FC236}">
                    <a16:creationId xmlns:a16="http://schemas.microsoft.com/office/drawing/2014/main" id="{DA9FC66B-9383-6367-2DD0-1B03665E9CB3}"/>
                  </a:ext>
                </a:extLst>
              </p:cNvPr>
              <p:cNvSpPr/>
              <p:nvPr/>
            </p:nvSpPr>
            <p:spPr>
              <a:xfrm>
                <a:off x="4273408" y="1643014"/>
                <a:ext cx="27291" cy="27291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0AED8"/>
                  </a:gs>
                  <a:gs pos="100000">
                    <a:srgbClr val="4B82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6" name="ellipse_2187">
                <a:extLst>
                  <a:ext uri="{FF2B5EF4-FFF2-40B4-BE49-F238E27FC236}">
                    <a16:creationId xmlns:a16="http://schemas.microsoft.com/office/drawing/2014/main" id="{8B04DEAA-DC50-06DD-903C-307B7F294D2C}"/>
                  </a:ext>
                </a:extLst>
              </p:cNvPr>
              <p:cNvSpPr/>
              <p:nvPr/>
            </p:nvSpPr>
            <p:spPr>
              <a:xfrm>
                <a:off x="4321059" y="1463010"/>
                <a:ext cx="28730" cy="2873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AFC"/>
                  </a:gs>
                  <a:gs pos="43000">
                    <a:srgbClr val="D9E6F2"/>
                  </a:gs>
                  <a:gs pos="100000">
                    <a:srgbClr val="B1C3D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7" name="ellipse_2188">
                <a:extLst>
                  <a:ext uri="{FF2B5EF4-FFF2-40B4-BE49-F238E27FC236}">
                    <a16:creationId xmlns:a16="http://schemas.microsoft.com/office/drawing/2014/main" id="{2798A792-FDA8-0DF5-6F3A-3DB1EF28DB51}"/>
                  </a:ext>
                </a:extLst>
              </p:cNvPr>
              <p:cNvSpPr/>
              <p:nvPr/>
            </p:nvSpPr>
            <p:spPr>
              <a:xfrm>
                <a:off x="4421172" y="1439570"/>
                <a:ext cx="30726" cy="30726"/>
              </a:xfrm>
              <a:prstGeom prst="ellipse">
                <a:avLst/>
              </a:prstGeom>
              <a:gradFill flip="none" rotWithShape="1">
                <a:gsLst>
                  <a:gs pos="0">
                    <a:srgbClr val="F8E3E4"/>
                  </a:gs>
                  <a:gs pos="43000">
                    <a:srgbClr val="DC797E"/>
                  </a:gs>
                  <a:gs pos="100000">
                    <a:srgbClr val="B5464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8" name="ellipse_2189">
                <a:extLst>
                  <a:ext uri="{FF2B5EF4-FFF2-40B4-BE49-F238E27FC236}">
                    <a16:creationId xmlns:a16="http://schemas.microsoft.com/office/drawing/2014/main" id="{CB539DF9-B134-CD44-1CD0-C2243B757170}"/>
                  </a:ext>
                </a:extLst>
              </p:cNvPr>
              <p:cNvSpPr/>
              <p:nvPr/>
            </p:nvSpPr>
            <p:spPr>
              <a:xfrm>
                <a:off x="4229887" y="1669778"/>
                <a:ext cx="23937" cy="23937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09" name="ellipse_2190">
                <a:extLst>
                  <a:ext uri="{FF2B5EF4-FFF2-40B4-BE49-F238E27FC236}">
                    <a16:creationId xmlns:a16="http://schemas.microsoft.com/office/drawing/2014/main" id="{0999FFEB-2895-CA36-330D-F9B7DED6DA13}"/>
                  </a:ext>
                </a:extLst>
              </p:cNvPr>
              <p:cNvSpPr/>
              <p:nvPr/>
            </p:nvSpPr>
            <p:spPr>
              <a:xfrm>
                <a:off x="4374353" y="1632975"/>
                <a:ext cx="24495" cy="2449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0" name="ellipse_2191">
                <a:extLst>
                  <a:ext uri="{FF2B5EF4-FFF2-40B4-BE49-F238E27FC236}">
                    <a16:creationId xmlns:a16="http://schemas.microsoft.com/office/drawing/2014/main" id="{E62D6AA6-5808-C202-5F1F-4A5E39F42033}"/>
                  </a:ext>
                </a:extLst>
              </p:cNvPr>
              <p:cNvSpPr/>
              <p:nvPr/>
            </p:nvSpPr>
            <p:spPr>
              <a:xfrm>
                <a:off x="4300902" y="1684368"/>
                <a:ext cx="24743" cy="2474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1" name="ellipse_2192">
                <a:extLst>
                  <a:ext uri="{FF2B5EF4-FFF2-40B4-BE49-F238E27FC236}">
                    <a16:creationId xmlns:a16="http://schemas.microsoft.com/office/drawing/2014/main" id="{49D051B7-0807-F835-3A2B-59C9A85AB225}"/>
                  </a:ext>
                </a:extLst>
              </p:cNvPr>
              <p:cNvSpPr/>
              <p:nvPr/>
            </p:nvSpPr>
            <p:spPr>
              <a:xfrm>
                <a:off x="4211047" y="1622071"/>
                <a:ext cx="27475" cy="27475"/>
              </a:xfrm>
              <a:prstGeom prst="ellipse">
                <a:avLst/>
              </a:prstGeom>
              <a:gradFill flip="none" rotWithShape="1">
                <a:gsLst>
                  <a:gs pos="0">
                    <a:srgbClr val="F0F5FA"/>
                  </a:gs>
                  <a:gs pos="43000">
                    <a:srgbClr val="B6CFE8"/>
                  </a:gs>
                  <a:gs pos="100000">
                    <a:srgbClr val="88A9C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2" name="ellipse_2193">
                <a:extLst>
                  <a:ext uri="{FF2B5EF4-FFF2-40B4-BE49-F238E27FC236}">
                    <a16:creationId xmlns:a16="http://schemas.microsoft.com/office/drawing/2014/main" id="{7A6869B7-DB0F-9C9A-3E04-F87AFE43B593}"/>
                  </a:ext>
                </a:extLst>
              </p:cNvPr>
              <p:cNvSpPr/>
              <p:nvPr/>
            </p:nvSpPr>
            <p:spPr>
              <a:xfrm>
                <a:off x="4395435" y="1581312"/>
                <a:ext cx="29624" cy="29624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EC0E1"/>
                  </a:gs>
                  <a:gs pos="100000">
                    <a:srgbClr val="6D98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3" name="ellipse_2194">
                <a:extLst>
                  <a:ext uri="{FF2B5EF4-FFF2-40B4-BE49-F238E27FC236}">
                    <a16:creationId xmlns:a16="http://schemas.microsoft.com/office/drawing/2014/main" id="{CCF4DCF5-45CE-E562-7889-06038685E46B}"/>
                  </a:ext>
                </a:extLst>
              </p:cNvPr>
              <p:cNvSpPr/>
              <p:nvPr/>
            </p:nvSpPr>
            <p:spPr>
              <a:xfrm>
                <a:off x="4048258" y="1480126"/>
                <a:ext cx="35829" cy="35829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4" name="ellipse_2195">
                <a:extLst>
                  <a:ext uri="{FF2B5EF4-FFF2-40B4-BE49-F238E27FC236}">
                    <a16:creationId xmlns:a16="http://schemas.microsoft.com/office/drawing/2014/main" id="{18169261-C46A-3E4E-E6B0-1B3DBC4874DC}"/>
                  </a:ext>
                </a:extLst>
              </p:cNvPr>
              <p:cNvSpPr/>
              <p:nvPr/>
            </p:nvSpPr>
            <p:spPr>
              <a:xfrm>
                <a:off x="4492338" y="1548882"/>
                <a:ext cx="24345" cy="2434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D"/>
                  </a:gs>
                  <a:gs pos="43000">
                    <a:srgbClr val="EAF1F7"/>
                  </a:gs>
                  <a:gs pos="100000">
                    <a:srgbClr val="C5D0D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5" name="ellipse_2196">
                <a:extLst>
                  <a:ext uri="{FF2B5EF4-FFF2-40B4-BE49-F238E27FC236}">
                    <a16:creationId xmlns:a16="http://schemas.microsoft.com/office/drawing/2014/main" id="{782EF87B-4E89-BC2F-9718-A7B778A47EAE}"/>
                  </a:ext>
                </a:extLst>
              </p:cNvPr>
              <p:cNvSpPr/>
              <p:nvPr/>
            </p:nvSpPr>
            <p:spPr>
              <a:xfrm>
                <a:off x="4303160" y="1607853"/>
                <a:ext cx="30281" cy="30281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4B0D9"/>
                  </a:gs>
                  <a:gs pos="100000">
                    <a:srgbClr val="4F85B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6" name="ellipse_2197">
                <a:extLst>
                  <a:ext uri="{FF2B5EF4-FFF2-40B4-BE49-F238E27FC236}">
                    <a16:creationId xmlns:a16="http://schemas.microsoft.com/office/drawing/2014/main" id="{DD63809B-47EE-593E-5166-E164C5E2281B}"/>
                  </a:ext>
                </a:extLst>
              </p:cNvPr>
              <p:cNvSpPr/>
              <p:nvPr/>
            </p:nvSpPr>
            <p:spPr>
              <a:xfrm>
                <a:off x="4353888" y="1597620"/>
                <a:ext cx="20715" cy="20715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6B1DA"/>
                  </a:gs>
                  <a:gs pos="100000">
                    <a:srgbClr val="52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7" name="ellipse_2198">
                <a:extLst>
                  <a:ext uri="{FF2B5EF4-FFF2-40B4-BE49-F238E27FC236}">
                    <a16:creationId xmlns:a16="http://schemas.microsoft.com/office/drawing/2014/main" id="{DF427E3C-D3C9-0167-1D0B-73B2B069EED8}"/>
                  </a:ext>
                </a:extLst>
              </p:cNvPr>
              <p:cNvSpPr/>
              <p:nvPr/>
            </p:nvSpPr>
            <p:spPr>
              <a:xfrm>
                <a:off x="4339685" y="1653492"/>
                <a:ext cx="30582" cy="30582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4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8" name="ellipse_2199">
                <a:extLst>
                  <a:ext uri="{FF2B5EF4-FFF2-40B4-BE49-F238E27FC236}">
                    <a16:creationId xmlns:a16="http://schemas.microsoft.com/office/drawing/2014/main" id="{4D32368D-4FF1-81D2-8393-8B2BB995C24D}"/>
                  </a:ext>
                </a:extLst>
              </p:cNvPr>
              <p:cNvSpPr/>
              <p:nvPr/>
            </p:nvSpPr>
            <p:spPr>
              <a:xfrm>
                <a:off x="4211176" y="1555263"/>
                <a:ext cx="22426" cy="22426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7DAED"/>
                  </a:gs>
                  <a:gs pos="100000">
                    <a:srgbClr val="9CB6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19" name="ellipse_2200">
                <a:extLst>
                  <a:ext uri="{FF2B5EF4-FFF2-40B4-BE49-F238E27FC236}">
                    <a16:creationId xmlns:a16="http://schemas.microsoft.com/office/drawing/2014/main" id="{44193CEF-164E-CBFE-F600-F8A0753F5BCF}"/>
                  </a:ext>
                </a:extLst>
              </p:cNvPr>
              <p:cNvSpPr/>
              <p:nvPr/>
            </p:nvSpPr>
            <p:spPr>
              <a:xfrm>
                <a:off x="4462884" y="1435914"/>
                <a:ext cx="31220" cy="31220"/>
              </a:xfrm>
              <a:prstGeom prst="ellipse">
                <a:avLst/>
              </a:prstGeom>
              <a:gradFill flip="none" rotWithShape="1">
                <a:gsLst>
                  <a:gs pos="0">
                    <a:srgbClr val="F8E6E7"/>
                  </a:gs>
                  <a:gs pos="43000">
                    <a:srgbClr val="DF878B"/>
                  </a:gs>
                  <a:gs pos="100000">
                    <a:srgbClr val="B8565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0" name="ellipse_2201">
                <a:extLst>
                  <a:ext uri="{FF2B5EF4-FFF2-40B4-BE49-F238E27FC236}">
                    <a16:creationId xmlns:a16="http://schemas.microsoft.com/office/drawing/2014/main" id="{8ABB50C0-7163-1327-F86B-153CD89A687E}"/>
                  </a:ext>
                </a:extLst>
              </p:cNvPr>
              <p:cNvSpPr/>
              <p:nvPr/>
            </p:nvSpPr>
            <p:spPr>
              <a:xfrm>
                <a:off x="4266414" y="1692646"/>
                <a:ext cx="20268" cy="2026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1" name="ellipse_2202">
                <a:extLst>
                  <a:ext uri="{FF2B5EF4-FFF2-40B4-BE49-F238E27FC236}">
                    <a16:creationId xmlns:a16="http://schemas.microsoft.com/office/drawing/2014/main" id="{CD087B7B-A320-BFF7-FF55-0898BCC6908E}"/>
                  </a:ext>
                </a:extLst>
              </p:cNvPr>
              <p:cNvSpPr/>
              <p:nvPr/>
            </p:nvSpPr>
            <p:spPr>
              <a:xfrm>
                <a:off x="4483555" y="1615434"/>
                <a:ext cx="25340" cy="2534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2" name="ellipse_2203">
                <a:extLst>
                  <a:ext uri="{FF2B5EF4-FFF2-40B4-BE49-F238E27FC236}">
                    <a16:creationId xmlns:a16="http://schemas.microsoft.com/office/drawing/2014/main" id="{D06D365B-7BC4-A70E-8C19-00620B0B5656}"/>
                  </a:ext>
                </a:extLst>
              </p:cNvPr>
              <p:cNvSpPr/>
              <p:nvPr/>
            </p:nvSpPr>
            <p:spPr>
              <a:xfrm>
                <a:off x="4529828" y="1504880"/>
                <a:ext cx="34733" cy="34733"/>
              </a:xfrm>
              <a:prstGeom prst="ellipse">
                <a:avLst/>
              </a:prstGeom>
              <a:gradFill flip="none" rotWithShape="1">
                <a:gsLst>
                  <a:gs pos="0">
                    <a:srgbClr val="FDFCFD"/>
                  </a:gs>
                  <a:gs pos="43000">
                    <a:srgbClr val="F6F1F3"/>
                  </a:gs>
                  <a:gs pos="100000">
                    <a:srgbClr val="D3D0D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3" name="ellipse_2204">
                <a:extLst>
                  <a:ext uri="{FF2B5EF4-FFF2-40B4-BE49-F238E27FC236}">
                    <a16:creationId xmlns:a16="http://schemas.microsoft.com/office/drawing/2014/main" id="{D28023EA-491E-477A-93C9-5138C986718B}"/>
                  </a:ext>
                </a:extLst>
              </p:cNvPr>
              <p:cNvSpPr/>
              <p:nvPr/>
            </p:nvSpPr>
            <p:spPr>
              <a:xfrm>
                <a:off x="4259420" y="1662443"/>
                <a:ext cx="32679" cy="32679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4" name="ellipse_2205">
                <a:extLst>
                  <a:ext uri="{FF2B5EF4-FFF2-40B4-BE49-F238E27FC236}">
                    <a16:creationId xmlns:a16="http://schemas.microsoft.com/office/drawing/2014/main" id="{56D29FBB-2D54-D8A2-7D8E-1FFFEEC0DBCA}"/>
                  </a:ext>
                </a:extLst>
              </p:cNvPr>
              <p:cNvSpPr/>
              <p:nvPr/>
            </p:nvSpPr>
            <p:spPr>
              <a:xfrm>
                <a:off x="4164350" y="1623047"/>
                <a:ext cx="36365" cy="36365"/>
              </a:xfrm>
              <a:prstGeom prst="ellipse">
                <a:avLst/>
              </a:prstGeom>
              <a:gradFill flip="none" rotWithShape="1">
                <a:gsLst>
                  <a:gs pos="0">
                    <a:srgbClr val="F0F6FA"/>
                  </a:gs>
                  <a:gs pos="43000">
                    <a:srgbClr val="B9D2E9"/>
                  </a:gs>
                  <a:gs pos="100000">
                    <a:srgbClr val="8CACC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5" name="ellipse_2206">
                <a:extLst>
                  <a:ext uri="{FF2B5EF4-FFF2-40B4-BE49-F238E27FC236}">
                    <a16:creationId xmlns:a16="http://schemas.microsoft.com/office/drawing/2014/main" id="{88EEBD0D-42B7-6CEC-AEF3-A72D5BC5E5A5}"/>
                  </a:ext>
                </a:extLst>
              </p:cNvPr>
              <p:cNvSpPr/>
              <p:nvPr/>
            </p:nvSpPr>
            <p:spPr>
              <a:xfrm>
                <a:off x="4174720" y="1571707"/>
                <a:ext cx="20339" cy="20339"/>
              </a:xfrm>
              <a:prstGeom prst="ellipse">
                <a:avLst/>
              </a:prstGeom>
              <a:gradFill flip="none" rotWithShape="1">
                <a:gsLst>
                  <a:gs pos="0">
                    <a:srgbClr val="FAFBFD"/>
                  </a:gs>
                  <a:gs pos="43000">
                    <a:srgbClr val="E6EEF6"/>
                  </a:gs>
                  <a:gs pos="100000">
                    <a:srgbClr val="C0CCD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6" name="ellipse_2207">
                <a:extLst>
                  <a:ext uri="{FF2B5EF4-FFF2-40B4-BE49-F238E27FC236}">
                    <a16:creationId xmlns:a16="http://schemas.microsoft.com/office/drawing/2014/main" id="{4121A63A-5EE6-33D0-6D7E-AEE93CE883A1}"/>
                  </a:ext>
                </a:extLst>
              </p:cNvPr>
              <p:cNvSpPr/>
              <p:nvPr/>
            </p:nvSpPr>
            <p:spPr>
              <a:xfrm>
                <a:off x="4442759" y="1467880"/>
                <a:ext cx="28267" cy="28267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7" name="ellipse_2208">
                <a:extLst>
                  <a:ext uri="{FF2B5EF4-FFF2-40B4-BE49-F238E27FC236}">
                    <a16:creationId xmlns:a16="http://schemas.microsoft.com/office/drawing/2014/main" id="{C0FA963D-45D0-9CD8-000F-8DC6B7AB8E15}"/>
                  </a:ext>
                </a:extLst>
              </p:cNvPr>
              <p:cNvSpPr/>
              <p:nvPr/>
            </p:nvSpPr>
            <p:spPr>
              <a:xfrm>
                <a:off x="4216943" y="1625920"/>
                <a:ext cx="35489" cy="35489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5C5E3"/>
                  </a:gs>
                  <a:gs pos="100000">
                    <a:srgbClr val="759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8" name="ellipse_2209">
                <a:extLst>
                  <a:ext uri="{FF2B5EF4-FFF2-40B4-BE49-F238E27FC236}">
                    <a16:creationId xmlns:a16="http://schemas.microsoft.com/office/drawing/2014/main" id="{856FA47A-CBD9-37DF-0950-589D0E3F8679}"/>
                  </a:ext>
                </a:extLst>
              </p:cNvPr>
              <p:cNvSpPr/>
              <p:nvPr/>
            </p:nvSpPr>
            <p:spPr>
              <a:xfrm>
                <a:off x="4372327" y="1669257"/>
                <a:ext cx="36395" cy="36395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29" name="ellipse_2210">
                <a:extLst>
                  <a:ext uri="{FF2B5EF4-FFF2-40B4-BE49-F238E27FC236}">
                    <a16:creationId xmlns:a16="http://schemas.microsoft.com/office/drawing/2014/main" id="{6F9CCA70-F001-74CE-DDB1-EFEB88317B04}"/>
                  </a:ext>
                </a:extLst>
              </p:cNvPr>
              <p:cNvSpPr/>
              <p:nvPr/>
            </p:nvSpPr>
            <p:spPr>
              <a:xfrm>
                <a:off x="4169640" y="1618732"/>
                <a:ext cx="34055" cy="34055"/>
              </a:xfrm>
              <a:prstGeom prst="ellipse">
                <a:avLst/>
              </a:prstGeom>
              <a:gradFill flip="none" rotWithShape="1">
                <a:gsLst>
                  <a:gs pos="0">
                    <a:srgbClr val="F2F7FB"/>
                  </a:gs>
                  <a:gs pos="43000">
                    <a:srgbClr val="C3D7EC"/>
                  </a:gs>
                  <a:gs pos="100000">
                    <a:srgbClr val="97B3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0" name="ellipse_2211">
                <a:extLst>
                  <a:ext uri="{FF2B5EF4-FFF2-40B4-BE49-F238E27FC236}">
                    <a16:creationId xmlns:a16="http://schemas.microsoft.com/office/drawing/2014/main" id="{AE44E654-2226-B896-FEDB-13519B8C9B6F}"/>
                  </a:ext>
                </a:extLst>
              </p:cNvPr>
              <p:cNvSpPr/>
              <p:nvPr/>
            </p:nvSpPr>
            <p:spPr>
              <a:xfrm>
                <a:off x="4313792" y="1396283"/>
                <a:ext cx="29270" cy="29270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2B9DD"/>
                  </a:gs>
                  <a:gs pos="100000">
                    <a:srgbClr val="6090B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1" name="ellipse_2212">
                <a:extLst>
                  <a:ext uri="{FF2B5EF4-FFF2-40B4-BE49-F238E27FC236}">
                    <a16:creationId xmlns:a16="http://schemas.microsoft.com/office/drawing/2014/main" id="{76EE4B6C-F622-A70D-F2EF-4758854BA494}"/>
                  </a:ext>
                </a:extLst>
              </p:cNvPr>
              <p:cNvSpPr/>
              <p:nvPr/>
            </p:nvSpPr>
            <p:spPr>
              <a:xfrm>
                <a:off x="4179309" y="1432837"/>
                <a:ext cx="30914" cy="30914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8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2" name="ellipse_2213">
                <a:extLst>
                  <a:ext uri="{FF2B5EF4-FFF2-40B4-BE49-F238E27FC236}">
                    <a16:creationId xmlns:a16="http://schemas.microsoft.com/office/drawing/2014/main" id="{244F519C-1F7D-C33E-1735-36DD3A958D15}"/>
                  </a:ext>
                </a:extLst>
              </p:cNvPr>
              <p:cNvSpPr/>
              <p:nvPr/>
            </p:nvSpPr>
            <p:spPr>
              <a:xfrm>
                <a:off x="4119488" y="1533108"/>
                <a:ext cx="29184" cy="29184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5C5E3"/>
                  </a:gs>
                  <a:gs pos="100000">
                    <a:srgbClr val="759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3" name="ellipse_2214">
                <a:extLst>
                  <a:ext uri="{FF2B5EF4-FFF2-40B4-BE49-F238E27FC236}">
                    <a16:creationId xmlns:a16="http://schemas.microsoft.com/office/drawing/2014/main" id="{24C4170B-7065-4376-3FFB-595A28F0E60F}"/>
                  </a:ext>
                </a:extLst>
              </p:cNvPr>
              <p:cNvSpPr/>
              <p:nvPr/>
            </p:nvSpPr>
            <p:spPr>
              <a:xfrm>
                <a:off x="4374279" y="1463343"/>
                <a:ext cx="31808" cy="31808"/>
              </a:xfrm>
              <a:prstGeom prst="ellipse">
                <a:avLst/>
              </a:prstGeom>
              <a:gradFill flip="none" rotWithShape="1">
                <a:gsLst>
                  <a:gs pos="0">
                    <a:srgbClr val="F9EAEB"/>
                  </a:gs>
                  <a:gs pos="43000">
                    <a:srgbClr val="E49A9F"/>
                  </a:gs>
                  <a:gs pos="100000">
                    <a:srgbClr val="BD6C7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4" name="ellipse_2215">
                <a:extLst>
                  <a:ext uri="{FF2B5EF4-FFF2-40B4-BE49-F238E27FC236}">
                    <a16:creationId xmlns:a16="http://schemas.microsoft.com/office/drawing/2014/main" id="{12087069-1CD8-BB42-1875-ABA99D4B4F43}"/>
                  </a:ext>
                </a:extLst>
              </p:cNvPr>
              <p:cNvSpPr/>
              <p:nvPr/>
            </p:nvSpPr>
            <p:spPr>
              <a:xfrm>
                <a:off x="4554980" y="1612685"/>
                <a:ext cx="33803" cy="3380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5" name="ellipse_2216">
                <a:extLst>
                  <a:ext uri="{FF2B5EF4-FFF2-40B4-BE49-F238E27FC236}">
                    <a16:creationId xmlns:a16="http://schemas.microsoft.com/office/drawing/2014/main" id="{0A9D3A65-EAC9-679A-09BA-06B4CE25C662}"/>
                  </a:ext>
                </a:extLst>
              </p:cNvPr>
              <p:cNvSpPr/>
              <p:nvPr/>
            </p:nvSpPr>
            <p:spPr>
              <a:xfrm>
                <a:off x="4259972" y="1386621"/>
                <a:ext cx="36239" cy="36239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9D5"/>
                  </a:gs>
                  <a:gs pos="100000">
                    <a:srgbClr val="42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6" name="ellipse_2217">
                <a:extLst>
                  <a:ext uri="{FF2B5EF4-FFF2-40B4-BE49-F238E27FC236}">
                    <a16:creationId xmlns:a16="http://schemas.microsoft.com/office/drawing/2014/main" id="{CE871C81-E9BC-014B-CF16-7C50EA79F7C6}"/>
                  </a:ext>
                </a:extLst>
              </p:cNvPr>
              <p:cNvSpPr/>
              <p:nvPr/>
            </p:nvSpPr>
            <p:spPr>
              <a:xfrm>
                <a:off x="4388705" y="1575308"/>
                <a:ext cx="32684" cy="32684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4C4E2"/>
                  </a:gs>
                  <a:gs pos="100000">
                    <a:srgbClr val="749C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7" name="ellipse_2218">
                <a:extLst>
                  <a:ext uri="{FF2B5EF4-FFF2-40B4-BE49-F238E27FC236}">
                    <a16:creationId xmlns:a16="http://schemas.microsoft.com/office/drawing/2014/main" id="{CD1328F3-E354-590A-8C36-2C41ADEFBC9D}"/>
                  </a:ext>
                </a:extLst>
              </p:cNvPr>
              <p:cNvSpPr/>
              <p:nvPr/>
            </p:nvSpPr>
            <p:spPr>
              <a:xfrm>
                <a:off x="4479568" y="1395923"/>
                <a:ext cx="34044" cy="34044"/>
              </a:xfrm>
              <a:prstGeom prst="ellipse">
                <a:avLst/>
              </a:prstGeom>
              <a:gradFill flip="none" rotWithShape="1">
                <a:gsLst>
                  <a:gs pos="0">
                    <a:srgbClr val="FAFBFD"/>
                  </a:gs>
                  <a:gs pos="43000">
                    <a:srgbClr val="E6EEF6"/>
                  </a:gs>
                  <a:gs pos="100000">
                    <a:srgbClr val="C0CCD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8" name="ellipse_2219">
                <a:extLst>
                  <a:ext uri="{FF2B5EF4-FFF2-40B4-BE49-F238E27FC236}">
                    <a16:creationId xmlns:a16="http://schemas.microsoft.com/office/drawing/2014/main" id="{63312EB8-3663-8DF9-C51D-6B79A507BED0}"/>
                  </a:ext>
                </a:extLst>
              </p:cNvPr>
              <p:cNvSpPr/>
              <p:nvPr/>
            </p:nvSpPr>
            <p:spPr>
              <a:xfrm>
                <a:off x="4284660" y="1602255"/>
                <a:ext cx="21197" cy="21197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4BADE"/>
                  </a:gs>
                  <a:gs pos="100000">
                    <a:srgbClr val="6191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39" name="ellipse_2220">
                <a:extLst>
                  <a:ext uri="{FF2B5EF4-FFF2-40B4-BE49-F238E27FC236}">
                    <a16:creationId xmlns:a16="http://schemas.microsoft.com/office/drawing/2014/main" id="{20B3B6CA-C7B9-1B1A-91CC-0FD5666B07D9}"/>
                  </a:ext>
                </a:extLst>
              </p:cNvPr>
              <p:cNvSpPr/>
              <p:nvPr/>
            </p:nvSpPr>
            <p:spPr>
              <a:xfrm>
                <a:off x="4165774" y="1531813"/>
                <a:ext cx="25912" cy="25912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B0CCE6"/>
                  </a:gs>
                  <a:gs pos="100000">
                    <a:srgbClr val="82A5C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0" name="ellipse_2221">
                <a:extLst>
                  <a:ext uri="{FF2B5EF4-FFF2-40B4-BE49-F238E27FC236}">
                    <a16:creationId xmlns:a16="http://schemas.microsoft.com/office/drawing/2014/main" id="{86C7F20D-5749-0DC9-0BBE-4C85B710E669}"/>
                  </a:ext>
                </a:extLst>
              </p:cNvPr>
              <p:cNvSpPr/>
              <p:nvPr/>
            </p:nvSpPr>
            <p:spPr>
              <a:xfrm>
                <a:off x="4496640" y="1596997"/>
                <a:ext cx="32682" cy="32682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1" name="ellipse_2222">
                <a:extLst>
                  <a:ext uri="{FF2B5EF4-FFF2-40B4-BE49-F238E27FC236}">
                    <a16:creationId xmlns:a16="http://schemas.microsoft.com/office/drawing/2014/main" id="{3DD2AE64-D96A-1EFA-84D9-1603F806133E}"/>
                  </a:ext>
                </a:extLst>
              </p:cNvPr>
              <p:cNvSpPr/>
              <p:nvPr/>
            </p:nvSpPr>
            <p:spPr>
              <a:xfrm>
                <a:off x="4080569" y="1562154"/>
                <a:ext cx="29306" cy="29306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2C3E2"/>
                  </a:gs>
                  <a:gs pos="100000">
                    <a:srgbClr val="729B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2" name="ellipse_2223">
                <a:extLst>
                  <a:ext uri="{FF2B5EF4-FFF2-40B4-BE49-F238E27FC236}">
                    <a16:creationId xmlns:a16="http://schemas.microsoft.com/office/drawing/2014/main" id="{957A4D09-8505-0D88-A9D8-43B73D95E50A}"/>
                  </a:ext>
                </a:extLst>
              </p:cNvPr>
              <p:cNvSpPr/>
              <p:nvPr/>
            </p:nvSpPr>
            <p:spPr>
              <a:xfrm>
                <a:off x="4109818" y="1517906"/>
                <a:ext cx="20219" cy="20219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9B3DA"/>
                  </a:gs>
                  <a:gs pos="100000">
                    <a:srgbClr val="5588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3" name="ellipse_2224">
                <a:extLst>
                  <a:ext uri="{FF2B5EF4-FFF2-40B4-BE49-F238E27FC236}">
                    <a16:creationId xmlns:a16="http://schemas.microsoft.com/office/drawing/2014/main" id="{4B34DEA8-012A-20A4-16D9-032E236635DE}"/>
                  </a:ext>
                </a:extLst>
              </p:cNvPr>
              <p:cNvSpPr/>
              <p:nvPr/>
            </p:nvSpPr>
            <p:spPr>
              <a:xfrm>
                <a:off x="4485896" y="1407592"/>
                <a:ext cx="26944" cy="26944"/>
              </a:xfrm>
              <a:prstGeom prst="ellipse">
                <a:avLst/>
              </a:prstGeom>
              <a:gradFill flip="none" rotWithShape="1">
                <a:gsLst>
                  <a:gs pos="0">
                    <a:srgbClr val="FDFDFE"/>
                  </a:gs>
                  <a:gs pos="43000">
                    <a:srgbClr val="F7F6F8"/>
                  </a:gs>
                  <a:gs pos="100000">
                    <a:srgbClr val="D4D5D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4" name="ellipse_2225">
                <a:extLst>
                  <a:ext uri="{FF2B5EF4-FFF2-40B4-BE49-F238E27FC236}">
                    <a16:creationId xmlns:a16="http://schemas.microsoft.com/office/drawing/2014/main" id="{E81306C3-B529-FF6F-0472-497C8E9B2008}"/>
                  </a:ext>
                </a:extLst>
              </p:cNvPr>
              <p:cNvSpPr/>
              <p:nvPr/>
            </p:nvSpPr>
            <p:spPr>
              <a:xfrm>
                <a:off x="4195814" y="1538945"/>
                <a:ext cx="28500" cy="28500"/>
              </a:xfrm>
              <a:prstGeom prst="ellipse">
                <a:avLst/>
              </a:prstGeom>
              <a:gradFill flip="none" rotWithShape="1">
                <a:gsLst>
                  <a:gs pos="0">
                    <a:srgbClr val="F1F6FA"/>
                  </a:gs>
                  <a:gs pos="43000">
                    <a:srgbClr val="BAD2E9"/>
                  </a:gs>
                  <a:gs pos="100000">
                    <a:srgbClr val="8DACC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5" name="ellipse_2226">
                <a:extLst>
                  <a:ext uri="{FF2B5EF4-FFF2-40B4-BE49-F238E27FC236}">
                    <a16:creationId xmlns:a16="http://schemas.microsoft.com/office/drawing/2014/main" id="{DE991EFC-408C-C0E2-618A-6FE83CF95A37}"/>
                  </a:ext>
                </a:extLst>
              </p:cNvPr>
              <p:cNvSpPr/>
              <p:nvPr/>
            </p:nvSpPr>
            <p:spPr>
              <a:xfrm>
                <a:off x="4140216" y="1445463"/>
                <a:ext cx="30909" cy="30909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8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6" name="ellipse_2227">
                <a:extLst>
                  <a:ext uri="{FF2B5EF4-FFF2-40B4-BE49-F238E27FC236}">
                    <a16:creationId xmlns:a16="http://schemas.microsoft.com/office/drawing/2014/main" id="{ECBCE7E4-6CB0-271F-A4A8-355A6267752F}"/>
                  </a:ext>
                </a:extLst>
              </p:cNvPr>
              <p:cNvSpPr/>
              <p:nvPr/>
            </p:nvSpPr>
            <p:spPr>
              <a:xfrm>
                <a:off x="4218177" y="1435070"/>
                <a:ext cx="24835" cy="2483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7" name="ellipse_2228">
                <a:extLst>
                  <a:ext uri="{FF2B5EF4-FFF2-40B4-BE49-F238E27FC236}">
                    <a16:creationId xmlns:a16="http://schemas.microsoft.com/office/drawing/2014/main" id="{10DE4F44-E5EB-52D4-1CC5-C56F433070CC}"/>
                  </a:ext>
                </a:extLst>
              </p:cNvPr>
              <p:cNvSpPr/>
              <p:nvPr/>
            </p:nvSpPr>
            <p:spPr>
              <a:xfrm>
                <a:off x="4396992" y="1424174"/>
                <a:ext cx="31572" cy="31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BF1F2"/>
                  </a:gs>
                  <a:gs pos="43000">
                    <a:srgbClr val="EBBDC1"/>
                  </a:gs>
                  <a:gs pos="100000">
                    <a:srgbClr val="C6959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8" name="ellipse_2229">
                <a:extLst>
                  <a:ext uri="{FF2B5EF4-FFF2-40B4-BE49-F238E27FC236}">
                    <a16:creationId xmlns:a16="http://schemas.microsoft.com/office/drawing/2014/main" id="{C04713DF-63E3-FCFB-6788-C083E5D2675D}"/>
                  </a:ext>
                </a:extLst>
              </p:cNvPr>
              <p:cNvSpPr/>
              <p:nvPr/>
            </p:nvSpPr>
            <p:spPr>
              <a:xfrm>
                <a:off x="4450606" y="1519243"/>
                <a:ext cx="22570" cy="22570"/>
              </a:xfrm>
              <a:prstGeom prst="ellipse">
                <a:avLst/>
              </a:prstGeom>
              <a:gradFill flip="none" rotWithShape="1">
                <a:gsLst>
                  <a:gs pos="0">
                    <a:srgbClr val="F9E6E7"/>
                  </a:gs>
                  <a:gs pos="43000">
                    <a:srgbClr val="E0898E"/>
                  </a:gs>
                  <a:gs pos="100000">
                    <a:srgbClr val="B9586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49" name="ellipse_2230">
                <a:extLst>
                  <a:ext uri="{FF2B5EF4-FFF2-40B4-BE49-F238E27FC236}">
                    <a16:creationId xmlns:a16="http://schemas.microsoft.com/office/drawing/2014/main" id="{661A1425-5FC2-167E-E2E1-C2569A066189}"/>
                  </a:ext>
                </a:extLst>
              </p:cNvPr>
              <p:cNvSpPr/>
              <p:nvPr/>
            </p:nvSpPr>
            <p:spPr>
              <a:xfrm>
                <a:off x="4493511" y="1391803"/>
                <a:ext cx="30887" cy="3088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C"/>
                  </a:gs>
                  <a:gs pos="43000">
                    <a:srgbClr val="CDDEEE"/>
                  </a:gs>
                  <a:gs pos="100000">
                    <a:srgbClr val="A3BAD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0" name="ellipse_2231">
                <a:extLst>
                  <a:ext uri="{FF2B5EF4-FFF2-40B4-BE49-F238E27FC236}">
                    <a16:creationId xmlns:a16="http://schemas.microsoft.com/office/drawing/2014/main" id="{22FCF6A6-982D-E83F-9857-532A92299F0F}"/>
                  </a:ext>
                </a:extLst>
              </p:cNvPr>
              <p:cNvSpPr/>
              <p:nvPr/>
            </p:nvSpPr>
            <p:spPr>
              <a:xfrm>
                <a:off x="4365893" y="1649463"/>
                <a:ext cx="23524" cy="2352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1" name="ellipse_2232">
                <a:extLst>
                  <a:ext uri="{FF2B5EF4-FFF2-40B4-BE49-F238E27FC236}">
                    <a16:creationId xmlns:a16="http://schemas.microsoft.com/office/drawing/2014/main" id="{4D0DCC31-EEDB-170A-5A74-342ADF6E075E}"/>
                  </a:ext>
                </a:extLst>
              </p:cNvPr>
              <p:cNvSpPr/>
              <p:nvPr/>
            </p:nvSpPr>
            <p:spPr>
              <a:xfrm>
                <a:off x="4343626" y="1628381"/>
                <a:ext cx="24226" cy="24226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8D5"/>
                  </a:gs>
                  <a:gs pos="100000">
                    <a:srgbClr val="40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2" name="ellipse_2233">
                <a:extLst>
                  <a:ext uri="{FF2B5EF4-FFF2-40B4-BE49-F238E27FC236}">
                    <a16:creationId xmlns:a16="http://schemas.microsoft.com/office/drawing/2014/main" id="{66EB970A-7D83-E5B8-EC96-1EFFEE7EA997}"/>
                  </a:ext>
                </a:extLst>
              </p:cNvPr>
              <p:cNvSpPr/>
              <p:nvPr/>
            </p:nvSpPr>
            <p:spPr>
              <a:xfrm>
                <a:off x="4369163" y="1423006"/>
                <a:ext cx="20129" cy="2012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F2F6FA"/>
                  </a:gs>
                  <a:gs pos="100000">
                    <a:srgbClr val="CED5D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3" name="ellipse_2234">
                <a:extLst>
                  <a:ext uri="{FF2B5EF4-FFF2-40B4-BE49-F238E27FC236}">
                    <a16:creationId xmlns:a16="http://schemas.microsoft.com/office/drawing/2014/main" id="{0760B534-F81E-65FC-8F6F-A8652F592D1D}"/>
                  </a:ext>
                </a:extLst>
              </p:cNvPr>
              <p:cNvSpPr/>
              <p:nvPr/>
            </p:nvSpPr>
            <p:spPr>
              <a:xfrm>
                <a:off x="4319544" y="1450468"/>
                <a:ext cx="22903" cy="22903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7DAED"/>
                  </a:gs>
                  <a:gs pos="100000">
                    <a:srgbClr val="9CB6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4" name="ellipse_2235">
                <a:extLst>
                  <a:ext uri="{FF2B5EF4-FFF2-40B4-BE49-F238E27FC236}">
                    <a16:creationId xmlns:a16="http://schemas.microsoft.com/office/drawing/2014/main" id="{3E71F41B-25A8-CD9E-7022-A29505BB2C02}"/>
                  </a:ext>
                </a:extLst>
              </p:cNvPr>
              <p:cNvSpPr/>
              <p:nvPr/>
            </p:nvSpPr>
            <p:spPr>
              <a:xfrm>
                <a:off x="4341136" y="1630187"/>
                <a:ext cx="33821" cy="33821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5" name="ellipse_2236">
                <a:extLst>
                  <a:ext uri="{FF2B5EF4-FFF2-40B4-BE49-F238E27FC236}">
                    <a16:creationId xmlns:a16="http://schemas.microsoft.com/office/drawing/2014/main" id="{96DFE199-8370-E0F6-7FC4-313E2392F232}"/>
                  </a:ext>
                </a:extLst>
              </p:cNvPr>
              <p:cNvSpPr/>
              <p:nvPr/>
            </p:nvSpPr>
            <p:spPr>
              <a:xfrm>
                <a:off x="4161225" y="1530942"/>
                <a:ext cx="25121" cy="25121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ADCAE5"/>
                  </a:gs>
                  <a:gs pos="100000">
                    <a:srgbClr val="7EA3C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6" name="ellipse_2237">
                <a:extLst>
                  <a:ext uri="{FF2B5EF4-FFF2-40B4-BE49-F238E27FC236}">
                    <a16:creationId xmlns:a16="http://schemas.microsoft.com/office/drawing/2014/main" id="{6B8C317D-88A6-2242-38B4-BE11F0713CA7}"/>
                  </a:ext>
                </a:extLst>
              </p:cNvPr>
              <p:cNvSpPr/>
              <p:nvPr/>
            </p:nvSpPr>
            <p:spPr>
              <a:xfrm>
                <a:off x="4203426" y="1536802"/>
                <a:ext cx="26566" cy="26566"/>
              </a:xfrm>
              <a:prstGeom prst="ellipse">
                <a:avLst/>
              </a:prstGeom>
              <a:gradFill flip="none" rotWithShape="1">
                <a:gsLst>
                  <a:gs pos="0">
                    <a:srgbClr val="EFF5FA"/>
                  </a:gs>
                  <a:gs pos="43000">
                    <a:srgbClr val="B3CDE7"/>
                  </a:gs>
                  <a:gs pos="100000">
                    <a:srgbClr val="85A7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7" name="ellipse_2238">
                <a:extLst>
                  <a:ext uri="{FF2B5EF4-FFF2-40B4-BE49-F238E27FC236}">
                    <a16:creationId xmlns:a16="http://schemas.microsoft.com/office/drawing/2014/main" id="{BA45A550-50AA-E923-46F3-83B491D1780C}"/>
                  </a:ext>
                </a:extLst>
              </p:cNvPr>
              <p:cNvSpPr/>
              <p:nvPr/>
            </p:nvSpPr>
            <p:spPr>
              <a:xfrm>
                <a:off x="4482696" y="1603333"/>
                <a:ext cx="28320" cy="28320"/>
              </a:xfrm>
              <a:prstGeom prst="ellipse">
                <a:avLst/>
              </a:prstGeom>
              <a:gradFill flip="none" rotWithShape="1">
                <a:gsLst>
                  <a:gs pos="0">
                    <a:srgbClr val="E6EEF7"/>
                  </a:gs>
                  <a:gs pos="43000">
                    <a:srgbClr val="85B0D9"/>
                  </a:gs>
                  <a:gs pos="100000">
                    <a:srgbClr val="5085B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8" name="ellipse_2239">
                <a:extLst>
                  <a:ext uri="{FF2B5EF4-FFF2-40B4-BE49-F238E27FC236}">
                    <a16:creationId xmlns:a16="http://schemas.microsoft.com/office/drawing/2014/main" id="{D9224D6A-B8AB-214D-A468-891259FA29F0}"/>
                  </a:ext>
                </a:extLst>
              </p:cNvPr>
              <p:cNvSpPr/>
              <p:nvPr/>
            </p:nvSpPr>
            <p:spPr>
              <a:xfrm>
                <a:off x="4197066" y="1522229"/>
                <a:ext cx="22601" cy="22601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DC0E0"/>
                  </a:gs>
                  <a:gs pos="100000">
                    <a:srgbClr val="6C97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59" name="ellipse_2240">
                <a:extLst>
                  <a:ext uri="{FF2B5EF4-FFF2-40B4-BE49-F238E27FC236}">
                    <a16:creationId xmlns:a16="http://schemas.microsoft.com/office/drawing/2014/main" id="{A1DD6D3F-8C4E-E4BB-11BD-AE239A874252}"/>
                  </a:ext>
                </a:extLst>
              </p:cNvPr>
              <p:cNvSpPr/>
              <p:nvPr/>
            </p:nvSpPr>
            <p:spPr>
              <a:xfrm>
                <a:off x="4144638" y="1578773"/>
                <a:ext cx="26817" cy="26817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4ECF6"/>
                  </a:gs>
                  <a:gs pos="100000">
                    <a:srgbClr val="BDCBD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0" name="ellipse_2241">
                <a:extLst>
                  <a:ext uri="{FF2B5EF4-FFF2-40B4-BE49-F238E27FC236}">
                    <a16:creationId xmlns:a16="http://schemas.microsoft.com/office/drawing/2014/main" id="{79E6F97D-B2FE-79ED-44D2-68DE45252C63}"/>
                  </a:ext>
                </a:extLst>
              </p:cNvPr>
              <p:cNvSpPr/>
              <p:nvPr/>
            </p:nvSpPr>
            <p:spPr>
              <a:xfrm>
                <a:off x="4441221" y="1606601"/>
                <a:ext cx="26804" cy="2680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1" name="ellipse_2242">
                <a:extLst>
                  <a:ext uri="{FF2B5EF4-FFF2-40B4-BE49-F238E27FC236}">
                    <a16:creationId xmlns:a16="http://schemas.microsoft.com/office/drawing/2014/main" id="{040A9FB4-C348-DCD7-ED76-D157008A3AE5}"/>
                  </a:ext>
                </a:extLst>
              </p:cNvPr>
              <p:cNvSpPr/>
              <p:nvPr/>
            </p:nvSpPr>
            <p:spPr>
              <a:xfrm>
                <a:off x="4334837" y="1431903"/>
                <a:ext cx="27902" cy="2790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9FC"/>
                  </a:gs>
                  <a:gs pos="43000">
                    <a:srgbClr val="D5E4F1"/>
                  </a:gs>
                  <a:gs pos="100000">
                    <a:srgbClr val="ADC1D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2" name="ellipse_2243">
                <a:extLst>
                  <a:ext uri="{FF2B5EF4-FFF2-40B4-BE49-F238E27FC236}">
                    <a16:creationId xmlns:a16="http://schemas.microsoft.com/office/drawing/2014/main" id="{BB7B208A-5309-8724-5F06-3FCE67928366}"/>
                  </a:ext>
                </a:extLst>
              </p:cNvPr>
              <p:cNvSpPr/>
              <p:nvPr/>
            </p:nvSpPr>
            <p:spPr>
              <a:xfrm>
                <a:off x="4400306" y="1450110"/>
                <a:ext cx="32534" cy="32534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3" name="ellipse_2244">
                <a:extLst>
                  <a:ext uri="{FF2B5EF4-FFF2-40B4-BE49-F238E27FC236}">
                    <a16:creationId xmlns:a16="http://schemas.microsoft.com/office/drawing/2014/main" id="{625D2313-006F-AFCE-4553-7341F5417917}"/>
                  </a:ext>
                </a:extLst>
              </p:cNvPr>
              <p:cNvSpPr/>
              <p:nvPr/>
            </p:nvSpPr>
            <p:spPr>
              <a:xfrm>
                <a:off x="4216796" y="1447370"/>
                <a:ext cx="23756" cy="23756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4" name="ellipse_2245">
                <a:extLst>
                  <a:ext uri="{FF2B5EF4-FFF2-40B4-BE49-F238E27FC236}">
                    <a16:creationId xmlns:a16="http://schemas.microsoft.com/office/drawing/2014/main" id="{9CEAAAE2-F163-DAB5-7ED7-C27F4BCFCA0A}"/>
                  </a:ext>
                </a:extLst>
              </p:cNvPr>
              <p:cNvSpPr/>
              <p:nvPr/>
            </p:nvSpPr>
            <p:spPr>
              <a:xfrm>
                <a:off x="4370480" y="1659527"/>
                <a:ext cx="19803" cy="1980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5" name="ellipse_2246">
                <a:extLst>
                  <a:ext uri="{FF2B5EF4-FFF2-40B4-BE49-F238E27FC236}">
                    <a16:creationId xmlns:a16="http://schemas.microsoft.com/office/drawing/2014/main" id="{6F8FB301-8BCB-33C7-D1E5-CB30D4F3A01D}"/>
                  </a:ext>
                </a:extLst>
              </p:cNvPr>
              <p:cNvSpPr/>
              <p:nvPr/>
            </p:nvSpPr>
            <p:spPr>
              <a:xfrm>
                <a:off x="4529718" y="1436043"/>
                <a:ext cx="27552" cy="27552"/>
              </a:xfrm>
              <a:prstGeom prst="ellipse">
                <a:avLst/>
              </a:prstGeom>
              <a:gradFill flip="none" rotWithShape="1">
                <a:gsLst>
                  <a:gs pos="0">
                    <a:srgbClr val="FDFCFD"/>
                  </a:gs>
                  <a:gs pos="43000">
                    <a:srgbClr val="F6F3F6"/>
                  </a:gs>
                  <a:gs pos="100000">
                    <a:srgbClr val="D3D2D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6" name="ellipse_2247">
                <a:extLst>
                  <a:ext uri="{FF2B5EF4-FFF2-40B4-BE49-F238E27FC236}">
                    <a16:creationId xmlns:a16="http://schemas.microsoft.com/office/drawing/2014/main" id="{D612CB75-2FF2-6935-6BD3-818081024990}"/>
                  </a:ext>
                </a:extLst>
              </p:cNvPr>
              <p:cNvSpPr/>
              <p:nvPr/>
            </p:nvSpPr>
            <p:spPr>
              <a:xfrm>
                <a:off x="4155808" y="1608147"/>
                <a:ext cx="21024" cy="2102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AFC"/>
                  </a:gs>
                  <a:gs pos="43000">
                    <a:srgbClr val="D9E6F2"/>
                  </a:gs>
                  <a:gs pos="100000">
                    <a:srgbClr val="B1C3D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7" name="ellipse_2248">
                <a:extLst>
                  <a:ext uri="{FF2B5EF4-FFF2-40B4-BE49-F238E27FC236}">
                    <a16:creationId xmlns:a16="http://schemas.microsoft.com/office/drawing/2014/main" id="{5DF45FB5-01C5-58A4-E2A9-3C2EE7F53ADC}"/>
                  </a:ext>
                </a:extLst>
              </p:cNvPr>
              <p:cNvSpPr/>
              <p:nvPr/>
            </p:nvSpPr>
            <p:spPr>
              <a:xfrm>
                <a:off x="4430114" y="1433963"/>
                <a:ext cx="19388" cy="19388"/>
              </a:xfrm>
              <a:prstGeom prst="ellipse">
                <a:avLst/>
              </a:prstGeom>
              <a:gradFill flip="none" rotWithShape="1">
                <a:gsLst>
                  <a:gs pos="0">
                    <a:srgbClr val="F9EAEB"/>
                  </a:gs>
                  <a:gs pos="43000">
                    <a:srgbClr val="E3999D"/>
                  </a:gs>
                  <a:gs pos="100000">
                    <a:srgbClr val="BD6A7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8" name="ellipse_2249">
                <a:extLst>
                  <a:ext uri="{FF2B5EF4-FFF2-40B4-BE49-F238E27FC236}">
                    <a16:creationId xmlns:a16="http://schemas.microsoft.com/office/drawing/2014/main" id="{61A4843D-1D54-E141-2097-B084306235A7}"/>
                  </a:ext>
                </a:extLst>
              </p:cNvPr>
              <p:cNvSpPr/>
              <p:nvPr/>
            </p:nvSpPr>
            <p:spPr>
              <a:xfrm>
                <a:off x="4348582" y="1617385"/>
                <a:ext cx="30384" cy="30384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69" name="ellipse_2250">
                <a:extLst>
                  <a:ext uri="{FF2B5EF4-FFF2-40B4-BE49-F238E27FC236}">
                    <a16:creationId xmlns:a16="http://schemas.microsoft.com/office/drawing/2014/main" id="{7E8DA8B0-C413-E336-107D-05878113C197}"/>
                  </a:ext>
                </a:extLst>
              </p:cNvPr>
              <p:cNvSpPr/>
              <p:nvPr/>
            </p:nvSpPr>
            <p:spPr>
              <a:xfrm>
                <a:off x="4463319" y="1574688"/>
                <a:ext cx="25872" cy="25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0F5FA"/>
                  </a:gs>
                  <a:gs pos="43000">
                    <a:srgbClr val="B5CFE7"/>
                  </a:gs>
                  <a:gs pos="100000">
                    <a:srgbClr val="88A9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0" name="ellipse_2251">
                <a:extLst>
                  <a:ext uri="{FF2B5EF4-FFF2-40B4-BE49-F238E27FC236}">
                    <a16:creationId xmlns:a16="http://schemas.microsoft.com/office/drawing/2014/main" id="{8FCA32F9-5B72-D135-B11A-6C758772444F}"/>
                  </a:ext>
                </a:extLst>
              </p:cNvPr>
              <p:cNvSpPr/>
              <p:nvPr/>
            </p:nvSpPr>
            <p:spPr>
              <a:xfrm>
                <a:off x="4531596" y="1568921"/>
                <a:ext cx="28919" cy="28919"/>
              </a:xfrm>
              <a:prstGeom prst="ellipse">
                <a:avLst/>
              </a:prstGeom>
              <a:gradFill flip="none" rotWithShape="1">
                <a:gsLst>
                  <a:gs pos="0">
                    <a:srgbClr val="EAF1F8"/>
                  </a:gs>
                  <a:gs pos="43000">
                    <a:srgbClr val="99BDDF"/>
                  </a:gs>
                  <a:gs pos="100000">
                    <a:srgbClr val="6895B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1" name="ellipse_2252">
                <a:extLst>
                  <a:ext uri="{FF2B5EF4-FFF2-40B4-BE49-F238E27FC236}">
                    <a16:creationId xmlns:a16="http://schemas.microsoft.com/office/drawing/2014/main" id="{F8A04D59-50E6-AA39-2F36-C13C8E9F0D08}"/>
                  </a:ext>
                </a:extLst>
              </p:cNvPr>
              <p:cNvSpPr/>
              <p:nvPr/>
            </p:nvSpPr>
            <p:spPr>
              <a:xfrm>
                <a:off x="4374229" y="1660093"/>
                <a:ext cx="34954" cy="34954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2" name="ellipse_2253">
                <a:extLst>
                  <a:ext uri="{FF2B5EF4-FFF2-40B4-BE49-F238E27FC236}">
                    <a16:creationId xmlns:a16="http://schemas.microsoft.com/office/drawing/2014/main" id="{DB165CDD-B4BF-3459-D824-D4DDE306F5F6}"/>
                  </a:ext>
                </a:extLst>
              </p:cNvPr>
              <p:cNvSpPr/>
              <p:nvPr/>
            </p:nvSpPr>
            <p:spPr>
              <a:xfrm>
                <a:off x="4263352" y="1508604"/>
                <a:ext cx="27274" cy="27274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2B8DD"/>
                  </a:gs>
                  <a:gs pos="100000">
                    <a:srgbClr val="608FB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3" name="ellipse_2254">
                <a:extLst>
                  <a:ext uri="{FF2B5EF4-FFF2-40B4-BE49-F238E27FC236}">
                    <a16:creationId xmlns:a16="http://schemas.microsoft.com/office/drawing/2014/main" id="{979BC237-407E-1C7E-F172-0A8E9A87C6F5}"/>
                  </a:ext>
                </a:extLst>
              </p:cNvPr>
              <p:cNvSpPr/>
              <p:nvPr/>
            </p:nvSpPr>
            <p:spPr>
              <a:xfrm>
                <a:off x="4379064" y="1465078"/>
                <a:ext cx="29615" cy="29615"/>
              </a:xfrm>
              <a:prstGeom prst="ellipse">
                <a:avLst/>
              </a:prstGeom>
              <a:gradFill flip="none" rotWithShape="1">
                <a:gsLst>
                  <a:gs pos="0">
                    <a:srgbClr val="F9E8E9"/>
                  </a:gs>
                  <a:gs pos="43000">
                    <a:srgbClr val="E19296"/>
                  </a:gs>
                  <a:gs pos="100000">
                    <a:srgbClr val="BB626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4" name="ellipse_2255">
                <a:extLst>
                  <a:ext uri="{FF2B5EF4-FFF2-40B4-BE49-F238E27FC236}">
                    <a16:creationId xmlns:a16="http://schemas.microsoft.com/office/drawing/2014/main" id="{42662FEA-C62E-ED89-EBC7-EBE18C8322BC}"/>
                  </a:ext>
                </a:extLst>
              </p:cNvPr>
              <p:cNvSpPr/>
              <p:nvPr/>
            </p:nvSpPr>
            <p:spPr>
              <a:xfrm>
                <a:off x="4333679" y="1393440"/>
                <a:ext cx="26335" cy="26335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A96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5" name="ellipse_2256">
                <a:extLst>
                  <a:ext uri="{FF2B5EF4-FFF2-40B4-BE49-F238E27FC236}">
                    <a16:creationId xmlns:a16="http://schemas.microsoft.com/office/drawing/2014/main" id="{A76BE70C-A855-161F-FF80-0D8491306705}"/>
                  </a:ext>
                </a:extLst>
              </p:cNvPr>
              <p:cNvSpPr/>
              <p:nvPr/>
            </p:nvSpPr>
            <p:spPr>
              <a:xfrm>
                <a:off x="4603700" y="1511648"/>
                <a:ext cx="33300" cy="33300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6DC"/>
                  </a:gs>
                  <a:gs pos="100000">
                    <a:srgbClr val="59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6" name="ellipse_2257">
                <a:extLst>
                  <a:ext uri="{FF2B5EF4-FFF2-40B4-BE49-F238E27FC236}">
                    <a16:creationId xmlns:a16="http://schemas.microsoft.com/office/drawing/2014/main" id="{15FD3C46-6953-14AD-59AB-9C6A5E33B2DE}"/>
                  </a:ext>
                </a:extLst>
              </p:cNvPr>
              <p:cNvSpPr/>
              <p:nvPr/>
            </p:nvSpPr>
            <p:spPr>
              <a:xfrm>
                <a:off x="4612515" y="1554699"/>
                <a:ext cx="35513" cy="35513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7" name="ellipse_2258">
                <a:extLst>
                  <a:ext uri="{FF2B5EF4-FFF2-40B4-BE49-F238E27FC236}">
                    <a16:creationId xmlns:a16="http://schemas.microsoft.com/office/drawing/2014/main" id="{C7A68AAC-4EFF-713E-A867-A90115522155}"/>
                  </a:ext>
                </a:extLst>
              </p:cNvPr>
              <p:cNvSpPr/>
              <p:nvPr/>
            </p:nvSpPr>
            <p:spPr>
              <a:xfrm>
                <a:off x="4293316" y="1609491"/>
                <a:ext cx="35894" cy="3589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8" name="ellipse_2259">
                <a:extLst>
                  <a:ext uri="{FF2B5EF4-FFF2-40B4-BE49-F238E27FC236}">
                    <a16:creationId xmlns:a16="http://schemas.microsoft.com/office/drawing/2014/main" id="{3C8899FA-67F3-126C-4248-77344A030114}"/>
                  </a:ext>
                </a:extLst>
              </p:cNvPr>
              <p:cNvSpPr/>
              <p:nvPr/>
            </p:nvSpPr>
            <p:spPr>
              <a:xfrm>
                <a:off x="4465841" y="1446603"/>
                <a:ext cx="29343" cy="29343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79" name="ellipse_2260">
                <a:extLst>
                  <a:ext uri="{FF2B5EF4-FFF2-40B4-BE49-F238E27FC236}">
                    <a16:creationId xmlns:a16="http://schemas.microsoft.com/office/drawing/2014/main" id="{90D87F51-DF59-1EA6-85EC-36311D3AB077}"/>
                  </a:ext>
                </a:extLst>
              </p:cNvPr>
              <p:cNvSpPr/>
              <p:nvPr/>
            </p:nvSpPr>
            <p:spPr>
              <a:xfrm>
                <a:off x="4395565" y="1451343"/>
                <a:ext cx="34062" cy="34062"/>
              </a:xfrm>
              <a:prstGeom prst="ellipse">
                <a:avLst/>
              </a:prstGeom>
              <a:gradFill flip="none" rotWithShape="1">
                <a:gsLst>
                  <a:gs pos="0">
                    <a:srgbClr val="F8E3E4"/>
                  </a:gs>
                  <a:gs pos="43000">
                    <a:srgbClr val="DC797E"/>
                  </a:gs>
                  <a:gs pos="100000">
                    <a:srgbClr val="B5464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0" name="ellipse_2261">
                <a:extLst>
                  <a:ext uri="{FF2B5EF4-FFF2-40B4-BE49-F238E27FC236}">
                    <a16:creationId xmlns:a16="http://schemas.microsoft.com/office/drawing/2014/main" id="{BE5A68D1-377F-D875-FE42-17FD201EC122}"/>
                  </a:ext>
                </a:extLst>
              </p:cNvPr>
              <p:cNvSpPr/>
              <p:nvPr/>
            </p:nvSpPr>
            <p:spPr>
              <a:xfrm>
                <a:off x="4447971" y="1453977"/>
                <a:ext cx="20526" cy="20526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1" name="ellipse_2262">
                <a:extLst>
                  <a:ext uri="{FF2B5EF4-FFF2-40B4-BE49-F238E27FC236}">
                    <a16:creationId xmlns:a16="http://schemas.microsoft.com/office/drawing/2014/main" id="{B876050C-6B3A-F301-7B1B-FA3829A54D8C}"/>
                  </a:ext>
                </a:extLst>
              </p:cNvPr>
              <p:cNvSpPr/>
              <p:nvPr/>
            </p:nvSpPr>
            <p:spPr>
              <a:xfrm>
                <a:off x="4414105" y="1439212"/>
                <a:ext cx="23231" cy="23231"/>
              </a:xfrm>
              <a:prstGeom prst="ellipse">
                <a:avLst/>
              </a:prstGeom>
              <a:gradFill flip="none" rotWithShape="1">
                <a:gsLst>
                  <a:gs pos="0">
                    <a:srgbClr val="F9E8E8"/>
                  </a:gs>
                  <a:gs pos="43000">
                    <a:srgbClr val="E18F93"/>
                  </a:gs>
                  <a:gs pos="100000">
                    <a:srgbClr val="BA5F6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2" name="ellipse_2263">
                <a:extLst>
                  <a:ext uri="{FF2B5EF4-FFF2-40B4-BE49-F238E27FC236}">
                    <a16:creationId xmlns:a16="http://schemas.microsoft.com/office/drawing/2014/main" id="{961EE492-A948-C5EF-9277-1C977CCB822A}"/>
                  </a:ext>
                </a:extLst>
              </p:cNvPr>
              <p:cNvSpPr/>
              <p:nvPr/>
            </p:nvSpPr>
            <p:spPr>
              <a:xfrm>
                <a:off x="4382949" y="1613377"/>
                <a:ext cx="25360" cy="2536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3" name="ellipse_2264">
                <a:extLst>
                  <a:ext uri="{FF2B5EF4-FFF2-40B4-BE49-F238E27FC236}">
                    <a16:creationId xmlns:a16="http://schemas.microsoft.com/office/drawing/2014/main" id="{46EC269C-CEC1-ED7A-466E-091DDBDCCB7D}"/>
                  </a:ext>
                </a:extLst>
              </p:cNvPr>
              <p:cNvSpPr/>
              <p:nvPr/>
            </p:nvSpPr>
            <p:spPr>
              <a:xfrm>
                <a:off x="4431400" y="1599480"/>
                <a:ext cx="21660" cy="21660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8FB7DC"/>
                  </a:gs>
                  <a:gs pos="100000">
                    <a:srgbClr val="5C8DB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4" name="ellipse_2265">
                <a:extLst>
                  <a:ext uri="{FF2B5EF4-FFF2-40B4-BE49-F238E27FC236}">
                    <a16:creationId xmlns:a16="http://schemas.microsoft.com/office/drawing/2014/main" id="{55725C04-8FEA-AD8E-DD85-891F4A6810E9}"/>
                  </a:ext>
                </a:extLst>
              </p:cNvPr>
              <p:cNvSpPr/>
              <p:nvPr/>
            </p:nvSpPr>
            <p:spPr>
              <a:xfrm>
                <a:off x="4137969" y="1490081"/>
                <a:ext cx="25196" cy="2519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CABD7"/>
                  </a:gs>
                  <a:gs pos="100000">
                    <a:srgbClr val="467F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5" name="ellipse_2266">
                <a:extLst>
                  <a:ext uri="{FF2B5EF4-FFF2-40B4-BE49-F238E27FC236}">
                    <a16:creationId xmlns:a16="http://schemas.microsoft.com/office/drawing/2014/main" id="{42115FD6-26BE-0181-3DA8-57FF5E517AC5}"/>
                  </a:ext>
                </a:extLst>
              </p:cNvPr>
              <p:cNvSpPr/>
              <p:nvPr/>
            </p:nvSpPr>
            <p:spPr>
              <a:xfrm>
                <a:off x="4390923" y="1523400"/>
                <a:ext cx="28756" cy="2875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3F4"/>
                  </a:gs>
                  <a:gs pos="43000">
                    <a:srgbClr val="EDC6CA"/>
                  </a:gs>
                  <a:gs pos="100000">
                    <a:srgbClr val="C89FA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6" name="ellipse_2267">
                <a:extLst>
                  <a:ext uri="{FF2B5EF4-FFF2-40B4-BE49-F238E27FC236}">
                    <a16:creationId xmlns:a16="http://schemas.microsoft.com/office/drawing/2014/main" id="{3BDDE6BE-5C08-FC10-AEB0-74D680B8FD29}"/>
                  </a:ext>
                </a:extLst>
              </p:cNvPr>
              <p:cNvSpPr/>
              <p:nvPr/>
            </p:nvSpPr>
            <p:spPr>
              <a:xfrm>
                <a:off x="4421907" y="1413437"/>
                <a:ext cx="21785" cy="2178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8F8"/>
                  </a:gs>
                  <a:gs pos="43000">
                    <a:srgbClr val="F1DCDF"/>
                  </a:gs>
                  <a:gs pos="100000">
                    <a:srgbClr val="CDB8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7" name="ellipse_2268">
                <a:extLst>
                  <a:ext uri="{FF2B5EF4-FFF2-40B4-BE49-F238E27FC236}">
                    <a16:creationId xmlns:a16="http://schemas.microsoft.com/office/drawing/2014/main" id="{EC40A038-44BC-6EB6-42CC-2D7CFC880184}"/>
                  </a:ext>
                </a:extLst>
              </p:cNvPr>
              <p:cNvSpPr/>
              <p:nvPr/>
            </p:nvSpPr>
            <p:spPr>
              <a:xfrm>
                <a:off x="4389016" y="1638974"/>
                <a:ext cx="32977" cy="3297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C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8" name="ellipse_2269">
                <a:extLst>
                  <a:ext uri="{FF2B5EF4-FFF2-40B4-BE49-F238E27FC236}">
                    <a16:creationId xmlns:a16="http://schemas.microsoft.com/office/drawing/2014/main" id="{CD149784-DF08-1EE3-2451-AB393DCB362E}"/>
                  </a:ext>
                </a:extLst>
              </p:cNvPr>
              <p:cNvSpPr/>
              <p:nvPr/>
            </p:nvSpPr>
            <p:spPr>
              <a:xfrm>
                <a:off x="4134968" y="1559389"/>
                <a:ext cx="34498" cy="344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9FC"/>
                  </a:gs>
                  <a:gs pos="43000">
                    <a:srgbClr val="D6E4F1"/>
                  </a:gs>
                  <a:gs pos="100000">
                    <a:srgbClr val="AEC1D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89" name="ellipse_2270">
                <a:extLst>
                  <a:ext uri="{FF2B5EF4-FFF2-40B4-BE49-F238E27FC236}">
                    <a16:creationId xmlns:a16="http://schemas.microsoft.com/office/drawing/2014/main" id="{EE6FD8B8-D728-23B5-5EFE-A4A74FB34002}"/>
                  </a:ext>
                </a:extLst>
              </p:cNvPr>
              <p:cNvSpPr/>
              <p:nvPr/>
            </p:nvSpPr>
            <p:spPr>
              <a:xfrm>
                <a:off x="4362437" y="1655067"/>
                <a:ext cx="32745" cy="3274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0" name="ellipse_2271">
                <a:extLst>
                  <a:ext uri="{FF2B5EF4-FFF2-40B4-BE49-F238E27FC236}">
                    <a16:creationId xmlns:a16="http://schemas.microsoft.com/office/drawing/2014/main" id="{59E74F9F-59E5-55C0-4645-B9EDAC28E496}"/>
                  </a:ext>
                </a:extLst>
              </p:cNvPr>
              <p:cNvSpPr/>
              <p:nvPr/>
            </p:nvSpPr>
            <p:spPr>
              <a:xfrm>
                <a:off x="4190384" y="1452612"/>
                <a:ext cx="23442" cy="23442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C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1" name="ellipse_2272">
                <a:extLst>
                  <a:ext uri="{FF2B5EF4-FFF2-40B4-BE49-F238E27FC236}">
                    <a16:creationId xmlns:a16="http://schemas.microsoft.com/office/drawing/2014/main" id="{8A6BEF51-3218-D5BE-EB33-322F535401D3}"/>
                  </a:ext>
                </a:extLst>
              </p:cNvPr>
              <p:cNvSpPr/>
              <p:nvPr/>
            </p:nvSpPr>
            <p:spPr>
              <a:xfrm>
                <a:off x="4191528" y="1431318"/>
                <a:ext cx="28918" cy="2891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2" name="ellipse_2273">
                <a:extLst>
                  <a:ext uri="{FF2B5EF4-FFF2-40B4-BE49-F238E27FC236}">
                    <a16:creationId xmlns:a16="http://schemas.microsoft.com/office/drawing/2014/main" id="{CA9B883F-2E6D-32B6-0DD4-67B2D60E9A32}"/>
                  </a:ext>
                </a:extLst>
              </p:cNvPr>
              <p:cNvSpPr/>
              <p:nvPr/>
            </p:nvSpPr>
            <p:spPr>
              <a:xfrm>
                <a:off x="4069030" y="1464721"/>
                <a:ext cx="29833" cy="29833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8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3" name="ellipse_2274">
                <a:extLst>
                  <a:ext uri="{FF2B5EF4-FFF2-40B4-BE49-F238E27FC236}">
                    <a16:creationId xmlns:a16="http://schemas.microsoft.com/office/drawing/2014/main" id="{8FDAA8A5-0ABF-8265-C5F9-5E2F4FF39934}"/>
                  </a:ext>
                </a:extLst>
              </p:cNvPr>
              <p:cNvSpPr/>
              <p:nvPr/>
            </p:nvSpPr>
            <p:spPr>
              <a:xfrm>
                <a:off x="4366890" y="1406820"/>
                <a:ext cx="36480" cy="36480"/>
              </a:xfrm>
              <a:prstGeom prst="ellipse">
                <a:avLst/>
              </a:prstGeom>
              <a:gradFill flip="none" rotWithShape="1">
                <a:gsLst>
                  <a:gs pos="0">
                    <a:srgbClr val="FAFCFD"/>
                  </a:gs>
                  <a:gs pos="43000">
                    <a:srgbClr val="E8EFF6"/>
                  </a:gs>
                  <a:gs pos="100000">
                    <a:srgbClr val="C2CED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4" name="ellipse_2275">
                <a:extLst>
                  <a:ext uri="{FF2B5EF4-FFF2-40B4-BE49-F238E27FC236}">
                    <a16:creationId xmlns:a16="http://schemas.microsoft.com/office/drawing/2014/main" id="{598D257B-D9D4-E7FC-E84F-5465B83312C6}"/>
                  </a:ext>
                </a:extLst>
              </p:cNvPr>
              <p:cNvSpPr/>
              <p:nvPr/>
            </p:nvSpPr>
            <p:spPr>
              <a:xfrm>
                <a:off x="4539539" y="1639101"/>
                <a:ext cx="31994" cy="3199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5" name="ellipse_2276">
                <a:extLst>
                  <a:ext uri="{FF2B5EF4-FFF2-40B4-BE49-F238E27FC236}">
                    <a16:creationId xmlns:a16="http://schemas.microsoft.com/office/drawing/2014/main" id="{0C69F19B-2398-D65F-FFD8-99C5CADDD5A1}"/>
                  </a:ext>
                </a:extLst>
              </p:cNvPr>
              <p:cNvSpPr/>
              <p:nvPr/>
            </p:nvSpPr>
            <p:spPr>
              <a:xfrm>
                <a:off x="4549589" y="1539226"/>
                <a:ext cx="29499" cy="29499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2CDE7"/>
                  </a:gs>
                  <a:gs pos="100000">
                    <a:srgbClr val="84A6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6" name="ellipse_2277">
                <a:extLst>
                  <a:ext uri="{FF2B5EF4-FFF2-40B4-BE49-F238E27FC236}">
                    <a16:creationId xmlns:a16="http://schemas.microsoft.com/office/drawing/2014/main" id="{9A9A674D-E069-577E-8458-D2B265468280}"/>
                  </a:ext>
                </a:extLst>
              </p:cNvPr>
              <p:cNvSpPr/>
              <p:nvPr/>
            </p:nvSpPr>
            <p:spPr>
              <a:xfrm>
                <a:off x="4446293" y="1479918"/>
                <a:ext cx="27511" cy="27511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7" name="ellipse_2278">
                <a:extLst>
                  <a:ext uri="{FF2B5EF4-FFF2-40B4-BE49-F238E27FC236}">
                    <a16:creationId xmlns:a16="http://schemas.microsoft.com/office/drawing/2014/main" id="{F84E03F8-04BD-D91A-E921-4FE24309885B}"/>
                  </a:ext>
                </a:extLst>
              </p:cNvPr>
              <p:cNvSpPr/>
              <p:nvPr/>
            </p:nvSpPr>
            <p:spPr>
              <a:xfrm>
                <a:off x="4355108" y="1592089"/>
                <a:ext cx="22851" cy="22851"/>
              </a:xfrm>
              <a:prstGeom prst="ellipse">
                <a:avLst/>
              </a:prstGeom>
              <a:gradFill flip="none" rotWithShape="1">
                <a:gsLst>
                  <a:gs pos="0">
                    <a:srgbClr val="E7EFF7"/>
                  </a:gs>
                  <a:gs pos="43000">
                    <a:srgbClr val="8AB3DA"/>
                  </a:gs>
                  <a:gs pos="100000">
                    <a:srgbClr val="5689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8" name="ellipse_2279">
                <a:extLst>
                  <a:ext uri="{FF2B5EF4-FFF2-40B4-BE49-F238E27FC236}">
                    <a16:creationId xmlns:a16="http://schemas.microsoft.com/office/drawing/2014/main" id="{B2F178A0-9562-C513-7070-8A5A786F54E6}"/>
                  </a:ext>
                </a:extLst>
              </p:cNvPr>
              <p:cNvSpPr/>
              <p:nvPr/>
            </p:nvSpPr>
            <p:spPr>
              <a:xfrm>
                <a:off x="4334201" y="1374235"/>
                <a:ext cx="33937" cy="33937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EB6DC"/>
                  </a:gs>
                  <a:gs pos="100000">
                    <a:srgbClr val="5B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399" name="ellipse_2280">
                <a:extLst>
                  <a:ext uri="{FF2B5EF4-FFF2-40B4-BE49-F238E27FC236}">
                    <a16:creationId xmlns:a16="http://schemas.microsoft.com/office/drawing/2014/main" id="{B54ACA45-60C2-DDF9-5088-BBD1CF8A5A92}"/>
                  </a:ext>
                </a:extLst>
              </p:cNvPr>
              <p:cNvSpPr/>
              <p:nvPr/>
            </p:nvSpPr>
            <p:spPr>
              <a:xfrm>
                <a:off x="4208173" y="1505071"/>
                <a:ext cx="28611" cy="28611"/>
              </a:xfrm>
              <a:prstGeom prst="ellipse">
                <a:avLst/>
              </a:prstGeom>
              <a:gradFill flip="none" rotWithShape="1">
                <a:gsLst>
                  <a:gs pos="0">
                    <a:srgbClr val="E7EFF8"/>
                  </a:gs>
                  <a:gs pos="43000">
                    <a:srgbClr val="8BB4DB"/>
                  </a:gs>
                  <a:gs pos="100000">
                    <a:srgbClr val="578AB9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0" name="ellipse_2281">
                <a:extLst>
                  <a:ext uri="{FF2B5EF4-FFF2-40B4-BE49-F238E27FC236}">
                    <a16:creationId xmlns:a16="http://schemas.microsoft.com/office/drawing/2014/main" id="{9DC697D8-BD04-23AD-A84A-80BFF6151455}"/>
                  </a:ext>
                </a:extLst>
              </p:cNvPr>
              <p:cNvSpPr/>
              <p:nvPr/>
            </p:nvSpPr>
            <p:spPr>
              <a:xfrm>
                <a:off x="4351038" y="1462430"/>
                <a:ext cx="22124" cy="2212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9F9"/>
                  </a:gs>
                  <a:gs pos="43000">
                    <a:srgbClr val="F2E0E2"/>
                  </a:gs>
                  <a:gs pos="100000">
                    <a:srgbClr val="CEB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1" name="ellipse_2282">
                <a:extLst>
                  <a:ext uri="{FF2B5EF4-FFF2-40B4-BE49-F238E27FC236}">
                    <a16:creationId xmlns:a16="http://schemas.microsoft.com/office/drawing/2014/main" id="{4C14E0A0-30D2-667B-E61C-ECD6C7806775}"/>
                  </a:ext>
                </a:extLst>
              </p:cNvPr>
              <p:cNvSpPr/>
              <p:nvPr/>
            </p:nvSpPr>
            <p:spPr>
              <a:xfrm>
                <a:off x="4165466" y="1438010"/>
                <a:ext cx="20358" cy="20358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2" name="ellipse_2283">
                <a:extLst>
                  <a:ext uri="{FF2B5EF4-FFF2-40B4-BE49-F238E27FC236}">
                    <a16:creationId xmlns:a16="http://schemas.microsoft.com/office/drawing/2014/main" id="{0AA5EF0A-3CF9-0DB5-BB59-ADF57EAE2433}"/>
                  </a:ext>
                </a:extLst>
              </p:cNvPr>
              <p:cNvSpPr/>
              <p:nvPr/>
            </p:nvSpPr>
            <p:spPr>
              <a:xfrm>
                <a:off x="4536548" y="1543850"/>
                <a:ext cx="20077" cy="2007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B"/>
                  </a:gs>
                  <a:gs pos="43000">
                    <a:srgbClr val="C8DBED"/>
                  </a:gs>
                  <a:gs pos="100000">
                    <a:srgbClr val="9EB7C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3" name="ellipse_2284">
                <a:extLst>
                  <a:ext uri="{FF2B5EF4-FFF2-40B4-BE49-F238E27FC236}">
                    <a16:creationId xmlns:a16="http://schemas.microsoft.com/office/drawing/2014/main" id="{392BB639-E35F-F935-1C88-CAF4CA123E86}"/>
                  </a:ext>
                </a:extLst>
              </p:cNvPr>
              <p:cNvSpPr/>
              <p:nvPr/>
            </p:nvSpPr>
            <p:spPr>
              <a:xfrm>
                <a:off x="4385205" y="1582957"/>
                <a:ext cx="35418" cy="35418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5BBDE"/>
                  </a:gs>
                  <a:gs pos="100000">
                    <a:srgbClr val="6391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4" name="ellipse_2285">
                <a:extLst>
                  <a:ext uri="{FF2B5EF4-FFF2-40B4-BE49-F238E27FC236}">
                    <a16:creationId xmlns:a16="http://schemas.microsoft.com/office/drawing/2014/main" id="{FD08CAA3-E009-6933-4B87-C8939E14E50B}"/>
                  </a:ext>
                </a:extLst>
              </p:cNvPr>
              <p:cNvSpPr/>
              <p:nvPr/>
            </p:nvSpPr>
            <p:spPr>
              <a:xfrm>
                <a:off x="4454362" y="1598960"/>
                <a:ext cx="22052" cy="22052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0B7DC"/>
                  </a:gs>
                  <a:gs pos="100000">
                    <a:srgbClr val="5D8DB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5" name="ellipse_2286">
                <a:extLst>
                  <a:ext uri="{FF2B5EF4-FFF2-40B4-BE49-F238E27FC236}">
                    <a16:creationId xmlns:a16="http://schemas.microsoft.com/office/drawing/2014/main" id="{4AD0E781-21B2-F3FA-627F-84AF45683451}"/>
                  </a:ext>
                </a:extLst>
              </p:cNvPr>
              <p:cNvSpPr/>
              <p:nvPr/>
            </p:nvSpPr>
            <p:spPr>
              <a:xfrm>
                <a:off x="4291069" y="1582444"/>
                <a:ext cx="24245" cy="24245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5BBDE"/>
                  </a:gs>
                  <a:gs pos="100000">
                    <a:srgbClr val="6391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6" name="ellipse_2287">
                <a:extLst>
                  <a:ext uri="{FF2B5EF4-FFF2-40B4-BE49-F238E27FC236}">
                    <a16:creationId xmlns:a16="http://schemas.microsoft.com/office/drawing/2014/main" id="{253AA24F-994A-A57A-3910-1155918841A0}"/>
                  </a:ext>
                </a:extLst>
              </p:cNvPr>
              <p:cNvSpPr/>
              <p:nvPr/>
            </p:nvSpPr>
            <p:spPr>
              <a:xfrm>
                <a:off x="4344184" y="1617285"/>
                <a:ext cx="22334" cy="22334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6"/>
                  </a:gs>
                  <a:gs pos="43000">
                    <a:srgbClr val="7BAAD6"/>
                  </a:gs>
                  <a:gs pos="100000">
                    <a:srgbClr val="457E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7" name="ellipse_2288">
                <a:extLst>
                  <a:ext uri="{FF2B5EF4-FFF2-40B4-BE49-F238E27FC236}">
                    <a16:creationId xmlns:a16="http://schemas.microsoft.com/office/drawing/2014/main" id="{43B94F58-480F-4C8B-125B-065DDEC4EDED}"/>
                  </a:ext>
                </a:extLst>
              </p:cNvPr>
              <p:cNvSpPr/>
              <p:nvPr/>
            </p:nvSpPr>
            <p:spPr>
              <a:xfrm>
                <a:off x="4426069" y="1482377"/>
                <a:ext cx="19818" cy="19818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8" name="ellipse_2289">
                <a:extLst>
                  <a:ext uri="{FF2B5EF4-FFF2-40B4-BE49-F238E27FC236}">
                    <a16:creationId xmlns:a16="http://schemas.microsoft.com/office/drawing/2014/main" id="{08D9680C-F865-BE66-D39E-9E6A51E1A466}"/>
                  </a:ext>
                </a:extLst>
              </p:cNvPr>
              <p:cNvSpPr/>
              <p:nvPr/>
            </p:nvSpPr>
            <p:spPr>
              <a:xfrm>
                <a:off x="4442307" y="1575762"/>
                <a:ext cx="27470" cy="27470"/>
              </a:xfrm>
              <a:prstGeom prst="ellipse">
                <a:avLst/>
              </a:prstGeom>
              <a:gradFill flip="none" rotWithShape="1">
                <a:gsLst>
                  <a:gs pos="0">
                    <a:srgbClr val="EFF5FA"/>
                  </a:gs>
                  <a:gs pos="43000">
                    <a:srgbClr val="B3CEE7"/>
                  </a:gs>
                  <a:gs pos="100000">
                    <a:srgbClr val="86A8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09" name="ellipse_2290">
                <a:extLst>
                  <a:ext uri="{FF2B5EF4-FFF2-40B4-BE49-F238E27FC236}">
                    <a16:creationId xmlns:a16="http://schemas.microsoft.com/office/drawing/2014/main" id="{B3C08194-D7F9-CB22-D536-FB0DC41DAAB3}"/>
                  </a:ext>
                </a:extLst>
              </p:cNvPr>
              <p:cNvSpPr/>
              <p:nvPr/>
            </p:nvSpPr>
            <p:spPr>
              <a:xfrm>
                <a:off x="4523153" y="1390255"/>
                <a:ext cx="35635" cy="35635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1CDE7"/>
                  </a:gs>
                  <a:gs pos="100000">
                    <a:srgbClr val="83A6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0" name="ellipse_2291">
                <a:extLst>
                  <a:ext uri="{FF2B5EF4-FFF2-40B4-BE49-F238E27FC236}">
                    <a16:creationId xmlns:a16="http://schemas.microsoft.com/office/drawing/2014/main" id="{70CE7A59-4412-60F1-77BF-DBF1D1BA64EF}"/>
                  </a:ext>
                </a:extLst>
              </p:cNvPr>
              <p:cNvSpPr/>
              <p:nvPr/>
            </p:nvSpPr>
            <p:spPr>
              <a:xfrm>
                <a:off x="4236158" y="1526463"/>
                <a:ext cx="28446" cy="28446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A96BF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1" name="ellipse_2292">
                <a:extLst>
                  <a:ext uri="{FF2B5EF4-FFF2-40B4-BE49-F238E27FC236}">
                    <a16:creationId xmlns:a16="http://schemas.microsoft.com/office/drawing/2014/main" id="{59A2E113-543F-6B4B-6B02-A03665A53710}"/>
                  </a:ext>
                </a:extLst>
              </p:cNvPr>
              <p:cNvSpPr/>
              <p:nvPr/>
            </p:nvSpPr>
            <p:spPr>
              <a:xfrm>
                <a:off x="4170501" y="1585016"/>
                <a:ext cx="25613" cy="2561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E"/>
                  </a:gs>
                  <a:gs pos="43000">
                    <a:srgbClr val="ECF2F8"/>
                  </a:gs>
                  <a:gs pos="100000">
                    <a:srgbClr val="C7D1D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2" name="ellipse_2293">
                <a:extLst>
                  <a:ext uri="{FF2B5EF4-FFF2-40B4-BE49-F238E27FC236}">
                    <a16:creationId xmlns:a16="http://schemas.microsoft.com/office/drawing/2014/main" id="{8A73232B-382F-B81A-36E4-912278444259}"/>
                  </a:ext>
                </a:extLst>
              </p:cNvPr>
              <p:cNvSpPr/>
              <p:nvPr/>
            </p:nvSpPr>
            <p:spPr>
              <a:xfrm>
                <a:off x="4426597" y="1550333"/>
                <a:ext cx="33399" cy="3339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F0F4F9"/>
                  </a:gs>
                  <a:gs pos="100000">
                    <a:srgbClr val="CCD4D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3" name="ellipse_2294">
                <a:extLst>
                  <a:ext uri="{FF2B5EF4-FFF2-40B4-BE49-F238E27FC236}">
                    <a16:creationId xmlns:a16="http://schemas.microsoft.com/office/drawing/2014/main" id="{7193E0C7-BCE3-D10A-E81E-883020761A18}"/>
                  </a:ext>
                </a:extLst>
              </p:cNvPr>
              <p:cNvSpPr/>
              <p:nvPr/>
            </p:nvSpPr>
            <p:spPr>
              <a:xfrm>
                <a:off x="4455596" y="1563737"/>
                <a:ext cx="21726" cy="2172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AFC"/>
                  </a:gs>
                  <a:gs pos="43000">
                    <a:srgbClr val="D8E5F2"/>
                  </a:gs>
                  <a:gs pos="100000">
                    <a:srgbClr val="B0C2D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4" name="ellipse_2295">
                <a:extLst>
                  <a:ext uri="{FF2B5EF4-FFF2-40B4-BE49-F238E27FC236}">
                    <a16:creationId xmlns:a16="http://schemas.microsoft.com/office/drawing/2014/main" id="{2ACE80A4-512A-5CB7-1C92-2DDD69B64D62}"/>
                  </a:ext>
                </a:extLst>
              </p:cNvPr>
              <p:cNvSpPr/>
              <p:nvPr/>
            </p:nvSpPr>
            <p:spPr>
              <a:xfrm>
                <a:off x="4206873" y="1503948"/>
                <a:ext cx="19608" cy="19608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1DA"/>
                  </a:gs>
                  <a:gs pos="100000">
                    <a:srgbClr val="5287B8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5" name="ellipse_2296">
                <a:extLst>
                  <a:ext uri="{FF2B5EF4-FFF2-40B4-BE49-F238E27FC236}">
                    <a16:creationId xmlns:a16="http://schemas.microsoft.com/office/drawing/2014/main" id="{B7A7B16E-0A91-F357-6C78-3E7B4933FF71}"/>
                  </a:ext>
                </a:extLst>
              </p:cNvPr>
              <p:cNvSpPr/>
              <p:nvPr/>
            </p:nvSpPr>
            <p:spPr>
              <a:xfrm>
                <a:off x="4164462" y="1485793"/>
                <a:ext cx="22000" cy="22000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BAAD6"/>
                  </a:gs>
                  <a:gs pos="100000">
                    <a:srgbClr val="447E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6" name="ellipse_2297">
                <a:extLst>
                  <a:ext uri="{FF2B5EF4-FFF2-40B4-BE49-F238E27FC236}">
                    <a16:creationId xmlns:a16="http://schemas.microsoft.com/office/drawing/2014/main" id="{A31BEB6F-A7DD-6B35-887A-EDCB2F9B4D40}"/>
                  </a:ext>
                </a:extLst>
              </p:cNvPr>
              <p:cNvSpPr/>
              <p:nvPr/>
            </p:nvSpPr>
            <p:spPr>
              <a:xfrm>
                <a:off x="4121930" y="1427187"/>
                <a:ext cx="36580" cy="36580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7" name="ellipse_2298">
                <a:extLst>
                  <a:ext uri="{FF2B5EF4-FFF2-40B4-BE49-F238E27FC236}">
                    <a16:creationId xmlns:a16="http://schemas.microsoft.com/office/drawing/2014/main" id="{30975C5D-7570-5FAA-7B87-0728F5F12419}"/>
                  </a:ext>
                </a:extLst>
              </p:cNvPr>
              <p:cNvSpPr/>
              <p:nvPr/>
            </p:nvSpPr>
            <p:spPr>
              <a:xfrm>
                <a:off x="4439517" y="1446263"/>
                <a:ext cx="30433" cy="30433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8" name="ellipse_2299">
                <a:extLst>
                  <a:ext uri="{FF2B5EF4-FFF2-40B4-BE49-F238E27FC236}">
                    <a16:creationId xmlns:a16="http://schemas.microsoft.com/office/drawing/2014/main" id="{7504A012-0A7D-8AA8-74BE-1777535616E4}"/>
                  </a:ext>
                </a:extLst>
              </p:cNvPr>
              <p:cNvSpPr/>
              <p:nvPr/>
            </p:nvSpPr>
            <p:spPr>
              <a:xfrm>
                <a:off x="4187240" y="1542165"/>
                <a:ext cx="30589" cy="30589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3D7EC"/>
                  </a:gs>
                  <a:gs pos="100000">
                    <a:srgbClr val="98B3C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19" name="ellipse_2300">
                <a:extLst>
                  <a:ext uri="{FF2B5EF4-FFF2-40B4-BE49-F238E27FC236}">
                    <a16:creationId xmlns:a16="http://schemas.microsoft.com/office/drawing/2014/main" id="{52A737BC-C43F-656D-2D99-AFAF04785036}"/>
                  </a:ext>
                </a:extLst>
              </p:cNvPr>
              <p:cNvSpPr/>
              <p:nvPr/>
            </p:nvSpPr>
            <p:spPr>
              <a:xfrm>
                <a:off x="4382159" y="1608073"/>
                <a:ext cx="23377" cy="23377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1AED8"/>
                  </a:gs>
                  <a:gs pos="100000">
                    <a:srgbClr val="4C82B6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0" name="ellipse_2301">
                <a:extLst>
                  <a:ext uri="{FF2B5EF4-FFF2-40B4-BE49-F238E27FC236}">
                    <a16:creationId xmlns:a16="http://schemas.microsoft.com/office/drawing/2014/main" id="{F9F2B9CE-5ACF-875D-0881-C9E29EC84642}"/>
                  </a:ext>
                </a:extLst>
              </p:cNvPr>
              <p:cNvSpPr/>
              <p:nvPr/>
            </p:nvSpPr>
            <p:spPr>
              <a:xfrm>
                <a:off x="4245686" y="1551510"/>
                <a:ext cx="28620" cy="28620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ACC9E5"/>
                  </a:gs>
                  <a:gs pos="100000">
                    <a:srgbClr val="7EA2C5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1" name="ellipse_2302">
                <a:extLst>
                  <a:ext uri="{FF2B5EF4-FFF2-40B4-BE49-F238E27FC236}">
                    <a16:creationId xmlns:a16="http://schemas.microsoft.com/office/drawing/2014/main" id="{6853A3A4-9BE3-CDFF-A9AB-8253CADD06B7}"/>
                  </a:ext>
                </a:extLst>
              </p:cNvPr>
              <p:cNvSpPr/>
              <p:nvPr/>
            </p:nvSpPr>
            <p:spPr>
              <a:xfrm>
                <a:off x="4125026" y="1435844"/>
                <a:ext cx="31657" cy="31657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2" name="ellipse_2303">
                <a:extLst>
                  <a:ext uri="{FF2B5EF4-FFF2-40B4-BE49-F238E27FC236}">
                    <a16:creationId xmlns:a16="http://schemas.microsoft.com/office/drawing/2014/main" id="{7AB280F1-40D1-6343-C609-22B22CFDA1D1}"/>
                  </a:ext>
                </a:extLst>
              </p:cNvPr>
              <p:cNvSpPr/>
              <p:nvPr/>
            </p:nvSpPr>
            <p:spPr>
              <a:xfrm>
                <a:off x="4319199" y="1400240"/>
                <a:ext cx="22469" cy="22469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4BBDE"/>
                  </a:gs>
                  <a:gs pos="100000">
                    <a:srgbClr val="6291BD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3" name="ellipse_2304">
                <a:extLst>
                  <a:ext uri="{FF2B5EF4-FFF2-40B4-BE49-F238E27FC236}">
                    <a16:creationId xmlns:a16="http://schemas.microsoft.com/office/drawing/2014/main" id="{46F0B9F9-87A7-F33E-6656-A9C3C403D728}"/>
                  </a:ext>
                </a:extLst>
              </p:cNvPr>
              <p:cNvSpPr/>
              <p:nvPr/>
            </p:nvSpPr>
            <p:spPr>
              <a:xfrm>
                <a:off x="4310408" y="1650641"/>
                <a:ext cx="33967" cy="3396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4" name="ellipse_2305">
                <a:extLst>
                  <a:ext uri="{FF2B5EF4-FFF2-40B4-BE49-F238E27FC236}">
                    <a16:creationId xmlns:a16="http://schemas.microsoft.com/office/drawing/2014/main" id="{408AC0DE-E50D-F340-2B7B-391903247FD3}"/>
                  </a:ext>
                </a:extLst>
              </p:cNvPr>
              <p:cNvSpPr/>
              <p:nvPr/>
            </p:nvSpPr>
            <p:spPr>
              <a:xfrm>
                <a:off x="4296212" y="1597039"/>
                <a:ext cx="25772" cy="25772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6DC"/>
                  </a:gs>
                  <a:gs pos="100000">
                    <a:srgbClr val="5A8C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5" name="ellipse_2306">
                <a:extLst>
                  <a:ext uri="{FF2B5EF4-FFF2-40B4-BE49-F238E27FC236}">
                    <a16:creationId xmlns:a16="http://schemas.microsoft.com/office/drawing/2014/main" id="{AD085B50-C1D7-8FBE-0312-9394704C2E59}"/>
                  </a:ext>
                </a:extLst>
              </p:cNvPr>
              <p:cNvSpPr/>
              <p:nvPr/>
            </p:nvSpPr>
            <p:spPr>
              <a:xfrm>
                <a:off x="4408152" y="1634290"/>
                <a:ext cx="19526" cy="19526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6A7D5"/>
                  </a:gs>
                  <a:gs pos="100000">
                    <a:srgbClr val="3F7B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6" name="ellipse_2307">
                <a:extLst>
                  <a:ext uri="{FF2B5EF4-FFF2-40B4-BE49-F238E27FC236}">
                    <a16:creationId xmlns:a16="http://schemas.microsoft.com/office/drawing/2014/main" id="{65345B58-8165-AA73-759D-612BD5146C5D}"/>
                  </a:ext>
                </a:extLst>
              </p:cNvPr>
              <p:cNvSpPr/>
              <p:nvPr/>
            </p:nvSpPr>
            <p:spPr>
              <a:xfrm>
                <a:off x="4292052" y="1602925"/>
                <a:ext cx="27039" cy="27039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5DC"/>
                  </a:gs>
                  <a:gs pos="100000">
                    <a:srgbClr val="598BBA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7" name="ellipse_2308">
                <a:extLst>
                  <a:ext uri="{FF2B5EF4-FFF2-40B4-BE49-F238E27FC236}">
                    <a16:creationId xmlns:a16="http://schemas.microsoft.com/office/drawing/2014/main" id="{E8D2777F-4912-194A-C1E0-C6F692339C22}"/>
                  </a:ext>
                </a:extLst>
              </p:cNvPr>
              <p:cNvSpPr/>
              <p:nvPr/>
            </p:nvSpPr>
            <p:spPr>
              <a:xfrm>
                <a:off x="4487851" y="1368093"/>
                <a:ext cx="29410" cy="29410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FC0E1"/>
                  </a:gs>
                  <a:gs pos="100000">
                    <a:srgbClr val="6E98C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8" name="ellipse_2309">
                <a:extLst>
                  <a:ext uri="{FF2B5EF4-FFF2-40B4-BE49-F238E27FC236}">
                    <a16:creationId xmlns:a16="http://schemas.microsoft.com/office/drawing/2014/main" id="{B3B2AC70-DD97-0D27-BE79-97C208159589}"/>
                  </a:ext>
                </a:extLst>
              </p:cNvPr>
              <p:cNvSpPr/>
              <p:nvPr/>
            </p:nvSpPr>
            <p:spPr>
              <a:xfrm>
                <a:off x="4373452" y="1624571"/>
                <a:ext cx="28823" cy="28823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8D5"/>
                  </a:gs>
                  <a:gs pos="100000">
                    <a:srgbClr val="40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29" name="ellipse_2310">
                <a:extLst>
                  <a:ext uri="{FF2B5EF4-FFF2-40B4-BE49-F238E27FC236}">
                    <a16:creationId xmlns:a16="http://schemas.microsoft.com/office/drawing/2014/main" id="{A3CDDEE0-C2AC-7252-82D4-9C8896827B1A}"/>
                  </a:ext>
                </a:extLst>
              </p:cNvPr>
              <p:cNvSpPr/>
              <p:nvPr/>
            </p:nvSpPr>
            <p:spPr>
              <a:xfrm>
                <a:off x="4442845" y="1573986"/>
                <a:ext cx="33095" cy="33095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1CDE7"/>
                  </a:gs>
                  <a:gs pos="100000">
                    <a:srgbClr val="83A6C7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30" name="ellipse_2311">
                <a:extLst>
                  <a:ext uri="{FF2B5EF4-FFF2-40B4-BE49-F238E27FC236}">
                    <a16:creationId xmlns:a16="http://schemas.microsoft.com/office/drawing/2014/main" id="{19FDE5D4-A79A-BAB3-699D-934123196260}"/>
                  </a:ext>
                </a:extLst>
              </p:cNvPr>
              <p:cNvSpPr/>
              <p:nvPr/>
            </p:nvSpPr>
            <p:spPr>
              <a:xfrm>
                <a:off x="4142514" y="1474122"/>
                <a:ext cx="33416" cy="33416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8D5"/>
                  </a:gs>
                  <a:gs pos="100000">
                    <a:srgbClr val="407C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31" name="ellipse_2312">
                <a:extLst>
                  <a:ext uri="{FF2B5EF4-FFF2-40B4-BE49-F238E27FC236}">
                    <a16:creationId xmlns:a16="http://schemas.microsoft.com/office/drawing/2014/main" id="{1CB58910-8CB3-3E8B-2A8C-D497AD8B1A33}"/>
                  </a:ext>
                </a:extLst>
              </p:cNvPr>
              <p:cNvSpPr/>
              <p:nvPr/>
            </p:nvSpPr>
            <p:spPr>
              <a:xfrm>
                <a:off x="4441787" y="1628137"/>
                <a:ext cx="24264" cy="24264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9D5"/>
                  </a:gs>
                  <a:gs pos="100000">
                    <a:srgbClr val="42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32" name="ellipse_2313">
                <a:extLst>
                  <a:ext uri="{FF2B5EF4-FFF2-40B4-BE49-F238E27FC236}">
                    <a16:creationId xmlns:a16="http://schemas.microsoft.com/office/drawing/2014/main" id="{183E0386-0E25-0A37-D0EA-204B0CB14AFD}"/>
                  </a:ext>
                </a:extLst>
              </p:cNvPr>
              <p:cNvSpPr/>
              <p:nvPr/>
            </p:nvSpPr>
            <p:spPr>
              <a:xfrm>
                <a:off x="4210200" y="1605956"/>
                <a:ext cx="25913" cy="2591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C"/>
                  </a:gs>
                  <a:gs pos="43000">
                    <a:srgbClr val="CDDEEE"/>
                  </a:gs>
                  <a:gs pos="100000">
                    <a:srgbClr val="A3BAD0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33" name="ellipse_2314">
                <a:extLst>
                  <a:ext uri="{FF2B5EF4-FFF2-40B4-BE49-F238E27FC236}">
                    <a16:creationId xmlns:a16="http://schemas.microsoft.com/office/drawing/2014/main" id="{51C94930-566A-03EB-907A-151D8E71AD1C}"/>
                  </a:ext>
                </a:extLst>
              </p:cNvPr>
              <p:cNvSpPr/>
              <p:nvPr/>
            </p:nvSpPr>
            <p:spPr>
              <a:xfrm>
                <a:off x="4389420" y="1621757"/>
                <a:ext cx="29758" cy="29758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9D5"/>
                  </a:gs>
                  <a:gs pos="100000">
                    <a:srgbClr val="427DB3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34" name="ellipse_2315">
                <a:extLst>
                  <a:ext uri="{FF2B5EF4-FFF2-40B4-BE49-F238E27FC236}">
                    <a16:creationId xmlns:a16="http://schemas.microsoft.com/office/drawing/2014/main" id="{914F855C-3003-10FD-9BDC-417F2B96C15C}"/>
                  </a:ext>
                </a:extLst>
              </p:cNvPr>
              <p:cNvSpPr/>
              <p:nvPr/>
            </p:nvSpPr>
            <p:spPr>
              <a:xfrm>
                <a:off x="4357703" y="1564816"/>
                <a:ext cx="31476" cy="31476"/>
              </a:xfrm>
              <a:prstGeom prst="ellipse">
                <a:avLst/>
              </a:prstGeom>
              <a:gradFill flip="none" rotWithShape="1">
                <a:gsLst>
                  <a:gs pos="0">
                    <a:srgbClr val="EDF3F9"/>
                  </a:gs>
                  <a:gs pos="43000">
                    <a:srgbClr val="A6C5E3"/>
                  </a:gs>
                  <a:gs pos="100000">
                    <a:srgbClr val="779E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35" name="ellipse_2316">
                <a:extLst>
                  <a:ext uri="{FF2B5EF4-FFF2-40B4-BE49-F238E27FC236}">
                    <a16:creationId xmlns:a16="http://schemas.microsoft.com/office/drawing/2014/main" id="{6757CFCE-C03C-58AC-7150-E0845E73EBF2}"/>
                  </a:ext>
                </a:extLst>
              </p:cNvPr>
              <p:cNvSpPr/>
              <p:nvPr/>
            </p:nvSpPr>
            <p:spPr>
              <a:xfrm>
                <a:off x="4551183" y="1555710"/>
                <a:ext cx="19732" cy="19732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5C5E3"/>
                  </a:gs>
                  <a:gs pos="100000">
                    <a:srgbClr val="759DC2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36" name="ellipse_2317">
                <a:extLst>
                  <a:ext uri="{FF2B5EF4-FFF2-40B4-BE49-F238E27FC236}">
                    <a16:creationId xmlns:a16="http://schemas.microsoft.com/office/drawing/2014/main" id="{8AA527AC-AB6B-E4EF-2B08-1684D8BADB09}"/>
                  </a:ext>
                </a:extLst>
              </p:cNvPr>
              <p:cNvSpPr/>
              <p:nvPr/>
            </p:nvSpPr>
            <p:spPr>
              <a:xfrm>
                <a:off x="4268846" y="1396019"/>
                <a:ext cx="29486" cy="2948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BAAD7"/>
                  </a:gs>
                  <a:gs pos="100000">
                    <a:srgbClr val="457EB4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37" name="ellipse_2318">
                <a:extLst>
                  <a:ext uri="{FF2B5EF4-FFF2-40B4-BE49-F238E27FC236}">
                    <a16:creationId xmlns:a16="http://schemas.microsoft.com/office/drawing/2014/main" id="{3EAA6AD6-B6BC-AFB5-AA33-80EA9F8B669C}"/>
                  </a:ext>
                </a:extLst>
              </p:cNvPr>
              <p:cNvSpPr/>
              <p:nvPr/>
            </p:nvSpPr>
            <p:spPr>
              <a:xfrm>
                <a:off x="4147675" y="1517892"/>
                <a:ext cx="26511" cy="26511"/>
              </a:xfrm>
              <a:prstGeom prst="ellipse">
                <a:avLst/>
              </a:prstGeom>
              <a:gradFill flip="none" rotWithShape="1">
                <a:gsLst>
                  <a:gs pos="0">
                    <a:srgbClr val="EAF1F8"/>
                  </a:gs>
                  <a:gs pos="43000">
                    <a:srgbClr val="98BDDF"/>
                  </a:gs>
                  <a:gs pos="100000">
                    <a:srgbClr val="6694BE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2438" name="ellipse_2319">
                <a:extLst>
                  <a:ext uri="{FF2B5EF4-FFF2-40B4-BE49-F238E27FC236}">
                    <a16:creationId xmlns:a16="http://schemas.microsoft.com/office/drawing/2014/main" id="{D102539D-7B00-8EC6-7DB2-8F80D83A3B37}"/>
                  </a:ext>
                </a:extLst>
              </p:cNvPr>
              <p:cNvSpPr/>
              <p:nvPr/>
            </p:nvSpPr>
            <p:spPr>
              <a:xfrm>
                <a:off x="4181039" y="1509495"/>
                <a:ext cx="31700" cy="31700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3B9DD"/>
                  </a:gs>
                  <a:gs pos="100000">
                    <a:srgbClr val="6090BC"/>
                  </a:gs>
                </a:gsLst>
                <a:lin ang="2700000" scaled="1"/>
                <a:tileRect/>
              </a:gradFill>
              <a:ln w="254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59F2-DE3F-0E96-3FA8-85C75FADC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_0001">
            <a:extLst>
              <a:ext uri="{FF2B5EF4-FFF2-40B4-BE49-F238E27FC236}">
                <a16:creationId xmlns:a16="http://schemas.microsoft.com/office/drawing/2014/main" id="{C1C2BC93-97DB-C4B8-C2FD-4245F319E866}"/>
              </a:ext>
            </a:extLst>
          </p:cNvPr>
          <p:cNvSpPr/>
          <p:nvPr/>
        </p:nvSpPr>
        <p:spPr>
          <a:xfrm>
            <a:off x="65700" y="65700"/>
            <a:ext cx="893520" cy="5272425"/>
          </a:xfrm>
          <a:prstGeom prst="roundRect">
            <a:avLst>
              <a:gd name="adj" fmla="val 4412"/>
            </a:avLst>
          </a:prstGeom>
          <a:solidFill>
            <a:srgbClr val="F9FBFD"/>
          </a:solidFill>
          <a:ln w="6480" cap="rnd" cmpd="sng" algn="ctr">
            <a:solidFill>
              <a:srgbClr val="C3D2E0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4" name="a | panel label">
            <a:extLst>
              <a:ext uri="{FF2B5EF4-FFF2-40B4-BE49-F238E27FC236}">
                <a16:creationId xmlns:a16="http://schemas.microsoft.com/office/drawing/2014/main" id="{8A2E16B3-4548-8944-BB5C-9AC04A6C91A4}"/>
              </a:ext>
            </a:extLst>
          </p:cNvPr>
          <p:cNvSpPr txBox="1"/>
          <p:nvPr/>
        </p:nvSpPr>
        <p:spPr>
          <a:xfrm>
            <a:off x="128115" y="85410"/>
            <a:ext cx="138029" cy="1912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1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a</a:t>
            </a:r>
            <a:endParaRPr lang="en-US" sz="1061" dirty="0"/>
          </a:p>
        </p:txBody>
      </p:sp>
      <p:grpSp>
        <p:nvGrpSpPr>
          <p:cNvPr id="5" name="Text | Shared input / representation">
            <a:extLst>
              <a:ext uri="{FF2B5EF4-FFF2-40B4-BE49-F238E27FC236}">
                <a16:creationId xmlns:a16="http://schemas.microsoft.com/office/drawing/2014/main" id="{AA575443-3B8D-0535-6D23-4A140716B574}"/>
              </a:ext>
            </a:extLst>
          </p:cNvPr>
          <p:cNvGrpSpPr/>
          <p:nvPr/>
        </p:nvGrpSpPr>
        <p:grpSpPr>
          <a:xfrm>
            <a:off x="266085" y="108405"/>
            <a:ext cx="835165" cy="256821"/>
            <a:chOff x="266085" y="108405"/>
            <a:chExt cx="835165" cy="256821"/>
          </a:xfrm>
        </p:grpSpPr>
        <p:sp>
          <p:nvSpPr>
            <p:cNvPr id="6" name="Text | Shared input">
              <a:extLst>
                <a:ext uri="{FF2B5EF4-FFF2-40B4-BE49-F238E27FC236}">
                  <a16:creationId xmlns:a16="http://schemas.microsoft.com/office/drawing/2014/main" id="{21BE374E-7FB7-0649-12A6-31EF6EDA46FC}"/>
                </a:ext>
              </a:extLst>
            </p:cNvPr>
            <p:cNvSpPr txBox="1"/>
            <p:nvPr/>
          </p:nvSpPr>
          <p:spPr>
            <a:xfrm>
              <a:off x="266085" y="108405"/>
              <a:ext cx="729063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Shared input</a:t>
              </a:r>
              <a:endParaRPr lang="en-US" sz="750"/>
            </a:p>
          </p:txBody>
        </p:sp>
        <p:sp>
          <p:nvSpPr>
            <p:cNvPr id="7" name="Text | representation">
              <a:extLst>
                <a:ext uri="{FF2B5EF4-FFF2-40B4-BE49-F238E27FC236}">
                  <a16:creationId xmlns:a16="http://schemas.microsoft.com/office/drawing/2014/main" id="{4AE5BEC2-4DC8-5CF3-D2D9-7056B59FB67D}"/>
                </a:ext>
              </a:extLst>
            </p:cNvPr>
            <p:cNvSpPr txBox="1"/>
            <p:nvPr/>
          </p:nvSpPr>
          <p:spPr>
            <a:xfrm>
              <a:off x="266085" y="229950"/>
              <a:ext cx="835165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representation</a:t>
              </a:r>
              <a:endParaRPr lang="en-US" sz="750" dirty="0"/>
            </a:p>
          </p:txBody>
        </p:sp>
      </p:grpSp>
      <p:sp>
        <p:nvSpPr>
          <p:cNvPr id="9" name="Text | Density bank">
            <a:extLst>
              <a:ext uri="{FF2B5EF4-FFF2-40B4-BE49-F238E27FC236}">
                <a16:creationId xmlns:a16="http://schemas.microsoft.com/office/drawing/2014/main" id="{9E7E5ED4-8FDB-187C-01DC-6BA6673B0494}"/>
              </a:ext>
            </a:extLst>
          </p:cNvPr>
          <p:cNvSpPr txBox="1"/>
          <p:nvPr/>
        </p:nvSpPr>
        <p:spPr>
          <a:xfrm>
            <a:off x="138600" y="468000"/>
            <a:ext cx="747720" cy="144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Density bank</a:t>
            </a:r>
            <a:endParaRPr lang="en-US" sz="740" dirty="0"/>
          </a:p>
        </p:txBody>
      </p:sp>
      <p:sp>
        <p:nvSpPr>
          <p:cNvPr id="138" name="Text | M">
            <a:extLst>
              <a:ext uri="{FF2B5EF4-FFF2-40B4-BE49-F238E27FC236}">
                <a16:creationId xmlns:a16="http://schemas.microsoft.com/office/drawing/2014/main" id="{832EC132-0CA7-BC89-859F-89AA64CE9A89}"/>
              </a:ext>
            </a:extLst>
          </p:cNvPr>
          <p:cNvSpPr txBox="1"/>
          <p:nvPr/>
        </p:nvSpPr>
        <p:spPr>
          <a:xfrm>
            <a:off x="127800" y="993600"/>
            <a:ext cx="36000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" b="0" i="1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530" b="0" i="0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exp</a:t>
            </a:r>
            <a:endParaRPr lang="en-US" sz="660" dirty="0"/>
          </a:p>
        </p:txBody>
      </p:sp>
      <p:sp>
        <p:nvSpPr>
          <p:cNvPr id="266" name="Text | M">
            <a:extLst>
              <a:ext uri="{FF2B5EF4-FFF2-40B4-BE49-F238E27FC236}">
                <a16:creationId xmlns:a16="http://schemas.microsoft.com/office/drawing/2014/main" id="{EF7F3506-88D5-AE2B-9769-0ECC31752288}"/>
              </a:ext>
            </a:extLst>
          </p:cNvPr>
          <p:cNvSpPr txBox="1"/>
          <p:nvPr/>
        </p:nvSpPr>
        <p:spPr>
          <a:xfrm>
            <a:off x="537120" y="993600"/>
            <a:ext cx="36000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" b="0" i="1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530" b="0" i="0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sim</a:t>
            </a:r>
            <a:endParaRPr lang="en-US" sz="660" dirty="0"/>
          </a:p>
        </p:txBody>
      </p:sp>
      <p:sp>
        <p:nvSpPr>
          <p:cNvPr id="394" name="Text | M">
            <a:extLst>
              <a:ext uri="{FF2B5EF4-FFF2-40B4-BE49-F238E27FC236}">
                <a16:creationId xmlns:a16="http://schemas.microsoft.com/office/drawing/2014/main" id="{E68EF095-7880-C276-2BCB-350A69126B64}"/>
              </a:ext>
            </a:extLst>
          </p:cNvPr>
          <p:cNvSpPr txBox="1"/>
          <p:nvPr/>
        </p:nvSpPr>
        <p:spPr>
          <a:xfrm>
            <a:off x="127800" y="1461600"/>
            <a:ext cx="36000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" b="0" i="1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530" b="0" i="0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diff</a:t>
            </a:r>
            <a:endParaRPr lang="en-US" sz="660" dirty="0"/>
          </a:p>
        </p:txBody>
      </p:sp>
      <p:sp>
        <p:nvSpPr>
          <p:cNvPr id="522" name="Text | M">
            <a:extLst>
              <a:ext uri="{FF2B5EF4-FFF2-40B4-BE49-F238E27FC236}">
                <a16:creationId xmlns:a16="http://schemas.microsoft.com/office/drawing/2014/main" id="{9EA008C5-E8C0-8CBC-7852-513DD691868B}"/>
              </a:ext>
            </a:extLst>
          </p:cNvPr>
          <p:cNvSpPr txBox="1"/>
          <p:nvPr/>
        </p:nvSpPr>
        <p:spPr>
          <a:xfrm>
            <a:off x="537120" y="1461600"/>
            <a:ext cx="36000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" b="0" i="1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530" b="0" i="0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diff</a:t>
            </a:r>
            <a:r>
              <a:rPr lang="en-US" sz="530" b="0" i="0" baseline="30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+</a:t>
            </a:r>
            <a:endParaRPr lang="en-US" sz="660" dirty="0"/>
          </a:p>
        </p:txBody>
      </p:sp>
      <p:cxnSp>
        <p:nvCxnSpPr>
          <p:cNvPr id="523" name="path_0515">
            <a:extLst>
              <a:ext uri="{FF2B5EF4-FFF2-40B4-BE49-F238E27FC236}">
                <a16:creationId xmlns:a16="http://schemas.microsoft.com/office/drawing/2014/main" id="{E51A0A96-FE3A-21AF-22A5-FC07632F7378}"/>
              </a:ext>
            </a:extLst>
          </p:cNvPr>
          <p:cNvCxnSpPr/>
          <p:nvPr/>
        </p:nvCxnSpPr>
        <p:spPr>
          <a:xfrm>
            <a:off x="187245" y="1609650"/>
            <a:ext cx="650430" cy="0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4" name="path_0516">
            <a:extLst>
              <a:ext uri="{FF2B5EF4-FFF2-40B4-BE49-F238E27FC236}">
                <a16:creationId xmlns:a16="http://schemas.microsoft.com/office/drawing/2014/main" id="{DB584367-212A-974F-C227-3ABF1D2E48BB}"/>
              </a:ext>
            </a:extLst>
          </p:cNvPr>
          <p:cNvCxnSpPr/>
          <p:nvPr/>
        </p:nvCxnSpPr>
        <p:spPr>
          <a:xfrm>
            <a:off x="187245" y="1580085"/>
            <a:ext cx="0" cy="29565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5" name="path_0517">
            <a:extLst>
              <a:ext uri="{FF2B5EF4-FFF2-40B4-BE49-F238E27FC236}">
                <a16:creationId xmlns:a16="http://schemas.microsoft.com/office/drawing/2014/main" id="{B937E148-A59B-24E8-3097-0A8D9803CA1E}"/>
              </a:ext>
            </a:extLst>
          </p:cNvPr>
          <p:cNvCxnSpPr/>
          <p:nvPr/>
        </p:nvCxnSpPr>
        <p:spPr>
          <a:xfrm>
            <a:off x="837675" y="1580085"/>
            <a:ext cx="0" cy="29565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6" name="Text | 4 base fields">
            <a:extLst>
              <a:ext uri="{FF2B5EF4-FFF2-40B4-BE49-F238E27FC236}">
                <a16:creationId xmlns:a16="http://schemas.microsoft.com/office/drawing/2014/main" id="{947DC262-6D6F-2B49-7D3E-01B0FB36FDE0}"/>
              </a:ext>
            </a:extLst>
          </p:cNvPr>
          <p:cNvSpPr txBox="1"/>
          <p:nvPr/>
        </p:nvSpPr>
        <p:spPr>
          <a:xfrm>
            <a:off x="138600" y="1638000"/>
            <a:ext cx="747720" cy="126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4 base fields</a:t>
            </a:r>
            <a:endParaRPr lang="en-US" sz="690" dirty="0"/>
          </a:p>
        </p:txBody>
      </p:sp>
      <p:grpSp>
        <p:nvGrpSpPr>
          <p:cNvPr id="527" name="a | arrow base fields to normalizations">
            <a:extLst>
              <a:ext uri="{FF2B5EF4-FFF2-40B4-BE49-F238E27FC236}">
                <a16:creationId xmlns:a16="http://schemas.microsoft.com/office/drawing/2014/main" id="{D12FB46F-6324-D05F-6084-30999A88EC78}"/>
              </a:ext>
            </a:extLst>
          </p:cNvPr>
          <p:cNvGrpSpPr/>
          <p:nvPr/>
        </p:nvGrpSpPr>
        <p:grpSpPr>
          <a:xfrm>
            <a:off x="498548" y="1767330"/>
            <a:ext cx="27824" cy="95265"/>
            <a:chOff x="498548" y="1767330"/>
            <a:chExt cx="27824" cy="95265"/>
          </a:xfrm>
        </p:grpSpPr>
        <p:cxnSp>
          <p:nvCxnSpPr>
            <p:cNvPr id="528" name="Arrow |  →  | path">
              <a:extLst>
                <a:ext uri="{FF2B5EF4-FFF2-40B4-BE49-F238E27FC236}">
                  <a16:creationId xmlns:a16="http://schemas.microsoft.com/office/drawing/2014/main" id="{6C4442CC-6581-7C41-AEC5-D06679102ED8}"/>
                </a:ext>
              </a:extLst>
            </p:cNvPr>
            <p:cNvCxnSpPr/>
            <p:nvPr/>
          </p:nvCxnSpPr>
          <p:spPr>
            <a:xfrm>
              <a:off x="512460" y="1767330"/>
              <a:ext cx="0" cy="95265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9" name="Arrow |  →  | editable arrowhead">
              <a:extLst>
                <a:ext uri="{FF2B5EF4-FFF2-40B4-BE49-F238E27FC236}">
                  <a16:creationId xmlns:a16="http://schemas.microsoft.com/office/drawing/2014/main" id="{BA6EF109-2625-46DA-0F68-F14FC936CF7F}"/>
                </a:ext>
              </a:extLst>
            </p:cNvPr>
            <p:cNvSpPr/>
            <p:nvPr/>
          </p:nvSpPr>
          <p:spPr>
            <a:xfrm>
              <a:off x="498548" y="1830238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530" name="Text | 2 normalizations">
            <a:extLst>
              <a:ext uri="{FF2B5EF4-FFF2-40B4-BE49-F238E27FC236}">
                <a16:creationId xmlns:a16="http://schemas.microsoft.com/office/drawing/2014/main" id="{6D56D911-F1DE-225D-3AA1-BC76C35D95AB}"/>
              </a:ext>
            </a:extLst>
          </p:cNvPr>
          <p:cNvSpPr txBox="1"/>
          <p:nvPr/>
        </p:nvSpPr>
        <p:spPr>
          <a:xfrm>
            <a:off x="138600" y="1872000"/>
            <a:ext cx="74772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2 normalizations</a:t>
            </a:r>
            <a:endParaRPr lang="en-US" sz="680" dirty="0"/>
          </a:p>
        </p:txBody>
      </p:sp>
      <p:sp>
        <p:nvSpPr>
          <p:cNvPr id="531" name="Text | Raw">
            <a:extLst>
              <a:ext uri="{FF2B5EF4-FFF2-40B4-BE49-F238E27FC236}">
                <a16:creationId xmlns:a16="http://schemas.microsoft.com/office/drawing/2014/main" id="{2EF4B7AD-C3FE-53B6-CCAE-C3EA6F9F83EA}"/>
              </a:ext>
            </a:extLst>
          </p:cNvPr>
          <p:cNvSpPr txBox="1"/>
          <p:nvPr/>
        </p:nvSpPr>
        <p:spPr>
          <a:xfrm>
            <a:off x="131400" y="2039400"/>
            <a:ext cx="352800" cy="1134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Raw</a:t>
            </a:r>
            <a:endParaRPr lang="en-US" sz="620" dirty="0"/>
          </a:p>
        </p:txBody>
      </p:sp>
      <p:sp>
        <p:nvSpPr>
          <p:cNvPr id="532" name="Text | Z-score">
            <a:extLst>
              <a:ext uri="{FF2B5EF4-FFF2-40B4-BE49-F238E27FC236}">
                <a16:creationId xmlns:a16="http://schemas.microsoft.com/office/drawing/2014/main" id="{2CAEF075-37C7-95C8-6F03-615DD4F06309}"/>
              </a:ext>
            </a:extLst>
          </p:cNvPr>
          <p:cNvSpPr txBox="1"/>
          <p:nvPr/>
        </p:nvSpPr>
        <p:spPr>
          <a:xfrm>
            <a:off x="540720" y="2039400"/>
            <a:ext cx="352800" cy="1134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Z-score</a:t>
            </a:r>
            <a:endParaRPr lang="en-US" sz="620" dirty="0"/>
          </a:p>
        </p:txBody>
      </p:sp>
      <p:grpSp>
        <p:nvGrpSpPr>
          <p:cNvPr id="789" name="a | arrow normalizations to views">
            <a:extLst>
              <a:ext uri="{FF2B5EF4-FFF2-40B4-BE49-F238E27FC236}">
                <a16:creationId xmlns:a16="http://schemas.microsoft.com/office/drawing/2014/main" id="{165E370D-B835-A7F3-95BE-BAA9D2116E54}"/>
              </a:ext>
            </a:extLst>
          </p:cNvPr>
          <p:cNvGrpSpPr/>
          <p:nvPr/>
        </p:nvGrpSpPr>
        <p:grpSpPr>
          <a:xfrm>
            <a:off x="498548" y="2470320"/>
            <a:ext cx="27824" cy="111690"/>
            <a:chOff x="498548" y="2470320"/>
            <a:chExt cx="27824" cy="111690"/>
          </a:xfrm>
        </p:grpSpPr>
        <p:cxnSp>
          <p:nvCxnSpPr>
            <p:cNvPr id="790" name="Arrow |  →  | path">
              <a:extLst>
                <a:ext uri="{FF2B5EF4-FFF2-40B4-BE49-F238E27FC236}">
                  <a16:creationId xmlns:a16="http://schemas.microsoft.com/office/drawing/2014/main" id="{12CD104A-98C9-768E-D917-ACE940F11F55}"/>
                </a:ext>
              </a:extLst>
            </p:cNvPr>
            <p:cNvCxnSpPr/>
            <p:nvPr/>
          </p:nvCxnSpPr>
          <p:spPr>
            <a:xfrm>
              <a:off x="512460" y="2470320"/>
              <a:ext cx="0" cy="111690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91" name="Arrow |  →  | editable arrowhead">
              <a:extLst>
                <a:ext uri="{FF2B5EF4-FFF2-40B4-BE49-F238E27FC236}">
                  <a16:creationId xmlns:a16="http://schemas.microsoft.com/office/drawing/2014/main" id="{D9281820-6B84-4202-6ACD-CBC2650E530F}"/>
                </a:ext>
              </a:extLst>
            </p:cNvPr>
            <p:cNvSpPr/>
            <p:nvPr/>
          </p:nvSpPr>
          <p:spPr>
            <a:xfrm>
              <a:off x="498548" y="2549653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792" name="Text | 7 spatial views">
            <a:extLst>
              <a:ext uri="{FF2B5EF4-FFF2-40B4-BE49-F238E27FC236}">
                <a16:creationId xmlns:a16="http://schemas.microsoft.com/office/drawing/2014/main" id="{8E06188A-A1A7-738B-A3D7-70CDED1EB877}"/>
              </a:ext>
            </a:extLst>
          </p:cNvPr>
          <p:cNvSpPr txBox="1"/>
          <p:nvPr/>
        </p:nvSpPr>
        <p:spPr>
          <a:xfrm>
            <a:off x="138600" y="2620800"/>
            <a:ext cx="74772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7 spatial views</a:t>
            </a:r>
            <a:endParaRPr lang="en-US" sz="680" dirty="0"/>
          </a:p>
        </p:txBody>
      </p:sp>
      <p:sp>
        <p:nvSpPr>
          <p:cNvPr id="920" name="Text | Identity">
            <a:extLst>
              <a:ext uri="{FF2B5EF4-FFF2-40B4-BE49-F238E27FC236}">
                <a16:creationId xmlns:a16="http://schemas.microsoft.com/office/drawing/2014/main" id="{310DA3F5-2BB8-D262-DB42-E20C94B117C7}"/>
              </a:ext>
            </a:extLst>
          </p:cNvPr>
          <p:cNvSpPr txBox="1"/>
          <p:nvPr/>
        </p:nvSpPr>
        <p:spPr>
          <a:xfrm>
            <a:off x="131400" y="3074400"/>
            <a:ext cx="352800" cy="108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Identity</a:t>
            </a:r>
            <a:endParaRPr lang="en-US" sz="585" dirty="0"/>
          </a:p>
        </p:txBody>
      </p:sp>
      <p:sp>
        <p:nvSpPr>
          <p:cNvPr id="1049" name="Text | Gaussian ×2">
            <a:extLst>
              <a:ext uri="{FF2B5EF4-FFF2-40B4-BE49-F238E27FC236}">
                <a16:creationId xmlns:a16="http://schemas.microsoft.com/office/drawing/2014/main" id="{C82E5550-8426-8B14-3A45-3D7DB8906BF4}"/>
              </a:ext>
            </a:extLst>
          </p:cNvPr>
          <p:cNvSpPr txBox="1"/>
          <p:nvPr/>
        </p:nvSpPr>
        <p:spPr>
          <a:xfrm>
            <a:off x="522720" y="3074400"/>
            <a:ext cx="388800" cy="108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Gaussian ×2</a:t>
            </a:r>
            <a:endParaRPr lang="en-US" sz="565" dirty="0"/>
          </a:p>
        </p:txBody>
      </p:sp>
      <p:sp>
        <p:nvSpPr>
          <p:cNvPr id="1178" name="Text | DoG ×2">
            <a:extLst>
              <a:ext uri="{FF2B5EF4-FFF2-40B4-BE49-F238E27FC236}">
                <a16:creationId xmlns:a16="http://schemas.microsoft.com/office/drawing/2014/main" id="{291182C0-285E-B543-ED26-903648DF3E2F}"/>
              </a:ext>
            </a:extLst>
          </p:cNvPr>
          <p:cNvSpPr txBox="1"/>
          <p:nvPr/>
        </p:nvSpPr>
        <p:spPr>
          <a:xfrm>
            <a:off x="131400" y="3474000"/>
            <a:ext cx="352800" cy="108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DoG ×2</a:t>
            </a:r>
            <a:endParaRPr lang="en-US" sz="585" dirty="0"/>
          </a:p>
        </p:txBody>
      </p:sp>
      <p:sp>
        <p:nvSpPr>
          <p:cNvPr id="1307" name="Text | Receptor / suppression / ×2">
            <a:extLst>
              <a:ext uri="{FF2B5EF4-FFF2-40B4-BE49-F238E27FC236}">
                <a16:creationId xmlns:a16="http://schemas.microsoft.com/office/drawing/2014/main" id="{3C1E4CA6-A760-FFBC-1EFC-7BE3A73777AB}"/>
              </a:ext>
            </a:extLst>
          </p:cNvPr>
          <p:cNvSpPr txBox="1"/>
          <p:nvPr/>
        </p:nvSpPr>
        <p:spPr>
          <a:xfrm>
            <a:off x="522720" y="3470400"/>
            <a:ext cx="388800" cy="259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Receptor</a:t>
            </a:r>
            <a:endParaRPr lang="en-US" sz="555" dirty="0"/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suppression</a:t>
            </a:r>
            <a:endParaRPr lang="en-US" sz="555" dirty="0"/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×2</a:t>
            </a:r>
            <a:endParaRPr lang="en-US" sz="555" dirty="0"/>
          </a:p>
        </p:txBody>
      </p:sp>
      <p:grpSp>
        <p:nvGrpSpPr>
          <p:cNvPr id="1311" name="a | arrow views to 56 channels">
            <a:extLst>
              <a:ext uri="{FF2B5EF4-FFF2-40B4-BE49-F238E27FC236}">
                <a16:creationId xmlns:a16="http://schemas.microsoft.com/office/drawing/2014/main" id="{A833D839-8309-C77B-94CD-097868A916FB}"/>
              </a:ext>
            </a:extLst>
          </p:cNvPr>
          <p:cNvGrpSpPr/>
          <p:nvPr/>
        </p:nvGrpSpPr>
        <p:grpSpPr>
          <a:xfrm>
            <a:off x="498600" y="3744000"/>
            <a:ext cx="27720" cy="97200"/>
            <a:chOff x="498548" y="3682485"/>
            <a:chExt cx="27824" cy="101835"/>
          </a:xfrm>
        </p:grpSpPr>
        <p:cxnSp>
          <p:nvCxnSpPr>
            <p:cNvPr id="1312" name="Arrow |  →  | path">
              <a:extLst>
                <a:ext uri="{FF2B5EF4-FFF2-40B4-BE49-F238E27FC236}">
                  <a16:creationId xmlns:a16="http://schemas.microsoft.com/office/drawing/2014/main" id="{D3C1CE2E-7D0E-711F-58C1-C3EF651EFF07}"/>
                </a:ext>
              </a:extLst>
            </p:cNvPr>
            <p:cNvCxnSpPr/>
            <p:nvPr/>
          </p:nvCxnSpPr>
          <p:spPr>
            <a:xfrm>
              <a:off x="512460" y="3682485"/>
              <a:ext cx="0" cy="101835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13" name="Arrow |  →  | editable arrowhead">
              <a:extLst>
                <a:ext uri="{FF2B5EF4-FFF2-40B4-BE49-F238E27FC236}">
                  <a16:creationId xmlns:a16="http://schemas.microsoft.com/office/drawing/2014/main" id="{DB2C1F2F-62C4-21D4-27B7-345CE9AF67BA}"/>
                </a:ext>
              </a:extLst>
            </p:cNvPr>
            <p:cNvSpPr/>
            <p:nvPr/>
          </p:nvSpPr>
          <p:spPr>
            <a:xfrm>
              <a:off x="498548" y="3751963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1447" name="Text | 56 channels">
            <a:extLst>
              <a:ext uri="{FF2B5EF4-FFF2-40B4-BE49-F238E27FC236}">
                <a16:creationId xmlns:a16="http://schemas.microsoft.com/office/drawing/2014/main" id="{BF7E3BAB-31AA-8BB0-3F0D-EFD662278BEC}"/>
              </a:ext>
            </a:extLst>
          </p:cNvPr>
          <p:cNvSpPr txBox="1"/>
          <p:nvPr/>
        </p:nvSpPr>
        <p:spPr>
          <a:xfrm>
            <a:off x="138600" y="4240800"/>
            <a:ext cx="747720" cy="1440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baseline="0" dirty="0">
                <a:solidFill>
                  <a:srgbClr val="367FB7"/>
                </a:solidFill>
                <a:latin typeface="Arial"/>
                <a:ea typeface="Arial"/>
                <a:cs typeface="Arial"/>
              </a:rPr>
              <a:t>56 channels</a:t>
            </a:r>
            <a:endParaRPr lang="en-US" sz="750" dirty="0"/>
          </a:p>
        </p:txBody>
      </p:sp>
      <p:sp>
        <p:nvSpPr>
          <p:cNvPr id="1448" name="Text | 4 × 2 × 7">
            <a:extLst>
              <a:ext uri="{FF2B5EF4-FFF2-40B4-BE49-F238E27FC236}">
                <a16:creationId xmlns:a16="http://schemas.microsoft.com/office/drawing/2014/main" id="{10A4BB68-9F2A-9F3A-086F-11FF580B4BB4}"/>
              </a:ext>
            </a:extLst>
          </p:cNvPr>
          <p:cNvSpPr txBox="1"/>
          <p:nvPr/>
        </p:nvSpPr>
        <p:spPr>
          <a:xfrm>
            <a:off x="138600" y="4392000"/>
            <a:ext cx="747720" cy="1152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4 × 2 × 7</a:t>
            </a:r>
            <a:endParaRPr lang="en-US" sz="630" dirty="0"/>
          </a:p>
        </p:txBody>
      </p:sp>
      <p:cxnSp>
        <p:nvCxnSpPr>
          <p:cNvPr id="1449" name="path_1422">
            <a:extLst>
              <a:ext uri="{FF2B5EF4-FFF2-40B4-BE49-F238E27FC236}">
                <a16:creationId xmlns:a16="http://schemas.microsoft.com/office/drawing/2014/main" id="{B84DF9E9-E884-9057-6022-9B1DF892CDF5}"/>
              </a:ext>
            </a:extLst>
          </p:cNvPr>
          <p:cNvCxnSpPr/>
          <p:nvPr/>
        </p:nvCxnSpPr>
        <p:spPr>
          <a:xfrm>
            <a:off x="134685" y="4576005"/>
            <a:ext cx="758835" cy="0"/>
          </a:xfrm>
          <a:prstGeom prst="line">
            <a:avLst/>
          </a:prstGeom>
          <a:noFill/>
          <a:ln w="12700" cap="rnd" cmpd="sng" algn="ctr">
            <a:solidFill>
              <a:srgbClr val="C5D4D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50" name="Text | Receptor atoms">
            <a:extLst>
              <a:ext uri="{FF2B5EF4-FFF2-40B4-BE49-F238E27FC236}">
                <a16:creationId xmlns:a16="http://schemas.microsoft.com/office/drawing/2014/main" id="{D4FBD760-328B-C167-71F3-550FEF66D6C3}"/>
              </a:ext>
            </a:extLst>
          </p:cNvPr>
          <p:cNvSpPr txBox="1"/>
          <p:nvPr/>
        </p:nvSpPr>
        <p:spPr>
          <a:xfrm>
            <a:off x="138600" y="4600800"/>
            <a:ext cx="74772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Receptor atoms</a:t>
            </a:r>
            <a:endParaRPr lang="en-US" sz="680" dirty="0"/>
          </a:p>
        </p:txBody>
      </p:sp>
      <p:grpSp>
        <p:nvGrpSpPr>
          <p:cNvPr id="1563" name="Arrow |  → ">
            <a:extLst>
              <a:ext uri="{FF2B5EF4-FFF2-40B4-BE49-F238E27FC236}">
                <a16:creationId xmlns:a16="http://schemas.microsoft.com/office/drawing/2014/main" id="{BC5A1EE4-E90D-0721-DA0C-E0E072398203}"/>
              </a:ext>
            </a:extLst>
          </p:cNvPr>
          <p:cNvGrpSpPr/>
          <p:nvPr/>
        </p:nvGrpSpPr>
        <p:grpSpPr>
          <a:xfrm>
            <a:off x="479610" y="4913802"/>
            <a:ext cx="75555" cy="27397"/>
            <a:chOff x="479610" y="4913802"/>
            <a:chExt cx="75555" cy="27397"/>
          </a:xfrm>
        </p:grpSpPr>
        <p:cxnSp>
          <p:nvCxnSpPr>
            <p:cNvPr id="1564" name="Arrow |  →  | path">
              <a:extLst>
                <a:ext uri="{FF2B5EF4-FFF2-40B4-BE49-F238E27FC236}">
                  <a16:creationId xmlns:a16="http://schemas.microsoft.com/office/drawing/2014/main" id="{C8C8B6A4-04D3-E2F7-4E8E-684176EE42E1}"/>
                </a:ext>
              </a:extLst>
            </p:cNvPr>
            <p:cNvCxnSpPr/>
            <p:nvPr/>
          </p:nvCxnSpPr>
          <p:spPr>
            <a:xfrm>
              <a:off x="479610" y="4927500"/>
              <a:ext cx="75555" cy="0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65" name="Arrow |  →  | editable arrowhead">
              <a:extLst>
                <a:ext uri="{FF2B5EF4-FFF2-40B4-BE49-F238E27FC236}">
                  <a16:creationId xmlns:a16="http://schemas.microsoft.com/office/drawing/2014/main" id="{5ED64611-87C2-5A07-2151-1C0D81A829C1}"/>
                </a:ext>
              </a:extLst>
            </p:cNvPr>
            <p:cNvSpPr/>
            <p:nvPr/>
          </p:nvSpPr>
          <p:spPr>
            <a:xfrm>
              <a:off x="523301" y="4913802"/>
              <a:ext cx="31864" cy="27397"/>
            </a:xfrm>
            <a:custGeom>
              <a:avLst/>
              <a:gdLst/>
              <a:ahLst/>
              <a:cxnLst/>
              <a:rect l="0" t="0" r="w" b="h"/>
              <a:pathLst>
                <a:path w="31864" h="27397" stroke="0" extrusionOk="0">
                  <a:moveTo>
                    <a:pt x="31864" y="13698"/>
                  </a:moveTo>
                  <a:lnTo>
                    <a:pt x="0" y="27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7180"/>
            </a:solidFill>
            <a:ln w="1397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1573" name="Text | 50 features / atom">
            <a:extLst>
              <a:ext uri="{FF2B5EF4-FFF2-40B4-BE49-F238E27FC236}">
                <a16:creationId xmlns:a16="http://schemas.microsoft.com/office/drawing/2014/main" id="{38D0ED09-DD71-0552-FCB3-B163E5D748CE}"/>
              </a:ext>
            </a:extLst>
          </p:cNvPr>
          <p:cNvSpPr txBox="1"/>
          <p:nvPr/>
        </p:nvSpPr>
        <p:spPr>
          <a:xfrm>
            <a:off x="120600" y="5112000"/>
            <a:ext cx="78372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50 features / atom</a:t>
            </a:r>
            <a:endParaRPr lang="en-US" sz="620" dirty="0"/>
          </a:p>
        </p:txBody>
      </p:sp>
      <p:grpSp>
        <p:nvGrpSpPr>
          <p:cNvPr id="2467" name="c | V2 paired encoders with scoring at the foot">
            <a:extLst>
              <a:ext uri="{FF2B5EF4-FFF2-40B4-BE49-F238E27FC236}">
                <a16:creationId xmlns:a16="http://schemas.microsoft.com/office/drawing/2014/main" id="{04EDE1A8-7FCF-FD8F-564F-3031C04682C5}"/>
              </a:ext>
            </a:extLst>
          </p:cNvPr>
          <p:cNvGrpSpPr/>
          <p:nvPr/>
        </p:nvGrpSpPr>
        <p:grpSpPr>
          <a:xfrm>
            <a:off x="959220" y="2378340"/>
            <a:ext cx="4231080" cy="2959785"/>
            <a:chOff x="959220" y="2378340"/>
            <a:chExt cx="4231080" cy="2959785"/>
          </a:xfrm>
        </p:grpSpPr>
        <p:sp>
          <p:nvSpPr>
            <p:cNvPr id="2468" name="c | panel background">
              <a:extLst>
                <a:ext uri="{FF2B5EF4-FFF2-40B4-BE49-F238E27FC236}">
                  <a16:creationId xmlns:a16="http://schemas.microsoft.com/office/drawing/2014/main" id="{23F0D7A6-FE67-52C4-62C7-D925D5EDC993}"/>
                </a:ext>
              </a:extLst>
            </p:cNvPr>
            <p:cNvSpPr/>
            <p:nvPr/>
          </p:nvSpPr>
          <p:spPr>
            <a:xfrm>
              <a:off x="1051200" y="2378340"/>
              <a:ext cx="4139100" cy="2959785"/>
            </a:xfrm>
            <a:prstGeom prst="roundRect">
              <a:avLst>
                <a:gd name="adj" fmla="val 1332"/>
              </a:avLst>
            </a:prstGeom>
            <a:solidFill>
              <a:srgbClr val="F5FBF8"/>
            </a:solidFill>
            <a:ln w="6480" cap="rnd" cmpd="sng" algn="ctr">
              <a:solidFill>
                <a:srgbClr val="BFDCC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469" name="Text | c">
              <a:extLst>
                <a:ext uri="{FF2B5EF4-FFF2-40B4-BE49-F238E27FC236}">
                  <a16:creationId xmlns:a16="http://schemas.microsoft.com/office/drawing/2014/main" id="{823222F2-100E-86F1-7D21-4F0C4E945040}"/>
                </a:ext>
              </a:extLst>
            </p:cNvPr>
            <p:cNvSpPr txBox="1"/>
            <p:nvPr/>
          </p:nvSpPr>
          <p:spPr>
            <a:xfrm>
              <a:off x="1123470" y="2384910"/>
              <a:ext cx="126981" cy="1912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1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c</a:t>
              </a:r>
              <a:endParaRPr lang="en-US" sz="1061"/>
            </a:p>
          </p:txBody>
        </p:sp>
        <p:sp>
          <p:nvSpPr>
            <p:cNvPr id="2470" name="Text | Match: candidate-to-identity assignment">
              <a:extLst>
                <a:ext uri="{FF2B5EF4-FFF2-40B4-BE49-F238E27FC236}">
                  <a16:creationId xmlns:a16="http://schemas.microsoft.com/office/drawing/2014/main" id="{DECA9C48-339F-BA82-7164-18B95931BF99}"/>
                </a:ext>
              </a:extLst>
            </p:cNvPr>
            <p:cNvSpPr txBox="1"/>
            <p:nvPr/>
          </p:nvSpPr>
          <p:spPr>
            <a:xfrm>
              <a:off x="1264725" y="2404620"/>
              <a:ext cx="2616302" cy="1586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79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Match: candidate-to-identity assignment</a:t>
              </a:r>
              <a:endParaRPr lang="en-US" sz="879"/>
            </a:p>
          </p:txBody>
        </p:sp>
        <p:sp>
          <p:nvSpPr>
            <p:cNvPr id="2471" name="Text | Candidate encoder">
              <a:extLst>
                <a:ext uri="{FF2B5EF4-FFF2-40B4-BE49-F238E27FC236}">
                  <a16:creationId xmlns:a16="http://schemas.microsoft.com/office/drawing/2014/main" id="{C841C01C-4AC7-34BF-1D99-ABD808D70A88}"/>
                </a:ext>
              </a:extLst>
            </p:cNvPr>
            <p:cNvSpPr txBox="1"/>
            <p:nvPr/>
          </p:nvSpPr>
          <p:spPr>
            <a:xfrm>
              <a:off x="1143180" y="2595150"/>
              <a:ext cx="1046169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Candidate encoder</a:t>
              </a:r>
              <a:endParaRPr lang="en-US" sz="750"/>
            </a:p>
          </p:txBody>
        </p:sp>
        <p:sp>
          <p:nvSpPr>
            <p:cNvPr id="2472" name="Text | Identity encoder">
              <a:extLst>
                <a:ext uri="{FF2B5EF4-FFF2-40B4-BE49-F238E27FC236}">
                  <a16:creationId xmlns:a16="http://schemas.microsoft.com/office/drawing/2014/main" id="{1D884A65-E2FC-1240-4E69-F8031F9D3955}"/>
                </a:ext>
              </a:extLst>
            </p:cNvPr>
            <p:cNvSpPr txBox="1"/>
            <p:nvPr/>
          </p:nvSpPr>
          <p:spPr>
            <a:xfrm>
              <a:off x="3350700" y="2595150"/>
              <a:ext cx="922570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Identity encoder</a:t>
              </a:r>
              <a:endParaRPr lang="en-US" sz="750"/>
            </a:p>
          </p:txBody>
        </p:sp>
        <p:cxnSp>
          <p:nvCxnSpPr>
            <p:cNvPr id="2473" name="path_2368">
              <a:extLst>
                <a:ext uri="{FF2B5EF4-FFF2-40B4-BE49-F238E27FC236}">
                  <a16:creationId xmlns:a16="http://schemas.microsoft.com/office/drawing/2014/main" id="{9B455237-D2D4-01B2-FB03-6D1C4A07E292}"/>
                </a:ext>
              </a:extLst>
            </p:cNvPr>
            <p:cNvCxnSpPr/>
            <p:nvPr/>
          </p:nvCxnSpPr>
          <p:spPr>
            <a:xfrm>
              <a:off x="3229155" y="2628000"/>
              <a:ext cx="0" cy="2191095"/>
            </a:xfrm>
            <a:prstGeom prst="line">
              <a:avLst/>
            </a:prstGeom>
            <a:noFill/>
            <a:ln w="4928" cap="rnd" cmpd="sng" algn="ctr">
              <a:solidFill>
                <a:srgbClr val="D1E3D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74" name="Text | Density + atoms">
              <a:extLst>
                <a:ext uri="{FF2B5EF4-FFF2-40B4-BE49-F238E27FC236}">
                  <a16:creationId xmlns:a16="http://schemas.microsoft.com/office/drawing/2014/main" id="{B4D2636F-8934-1BD8-96CE-7AD23532F739}"/>
                </a:ext>
              </a:extLst>
            </p:cNvPr>
            <p:cNvSpPr txBox="1"/>
            <p:nvPr/>
          </p:nvSpPr>
          <p:spPr>
            <a:xfrm>
              <a:off x="1322300" y="2790270"/>
              <a:ext cx="688841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Density + atoms</a:t>
              </a:r>
              <a:endParaRPr lang="en-US" sz="621" dirty="0"/>
            </a:p>
          </p:txBody>
        </p:sp>
        <p:pic>
          <p:nvPicPr>
            <p:cNvPr id="16000" name="Density voxel illustration | exp" descr="Synthetic voxel-grid density schematic">
              <a:extLst>
                <a:ext uri="{FF2B5EF4-FFF2-40B4-BE49-F238E27FC236}">
                  <a16:creationId xmlns:a16="http://schemas.microsoft.com/office/drawing/2014/main" id="{5ADACD91-FC97-EB96-A068-EF55102F3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91457" y="2886201"/>
              <a:ext cx="271365" cy="262800"/>
            </a:xfrm>
            <a:prstGeom prst="rect">
              <a:avLst/>
            </a:prstGeom>
          </p:spPr>
        </p:pic>
        <p:sp>
          <p:nvSpPr>
            <p:cNvPr id="2602" name="Text | 48³ crop">
              <a:extLst>
                <a:ext uri="{FF2B5EF4-FFF2-40B4-BE49-F238E27FC236}">
                  <a16:creationId xmlns:a16="http://schemas.microsoft.com/office/drawing/2014/main" id="{9ADF22C2-7476-A2E7-4E8E-B89FAD9257F0}"/>
                </a:ext>
              </a:extLst>
            </p:cNvPr>
            <p:cNvSpPr txBox="1"/>
            <p:nvPr/>
          </p:nvSpPr>
          <p:spPr>
            <a:xfrm>
              <a:off x="1132270" y="3206160"/>
              <a:ext cx="356890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48³ crop</a:t>
              </a:r>
              <a:endParaRPr lang="en-US" sz="621"/>
            </a:p>
          </p:txBody>
        </p:sp>
        <p:grpSp>
          <p:nvGrpSpPr>
            <p:cNvPr id="2603" name="Arrow | shared_input → match_crop">
              <a:extLst>
                <a:ext uri="{FF2B5EF4-FFF2-40B4-BE49-F238E27FC236}">
                  <a16:creationId xmlns:a16="http://schemas.microsoft.com/office/drawing/2014/main" id="{F9F2A496-E92C-9633-8AE3-5CE23275FF92}"/>
                </a:ext>
              </a:extLst>
            </p:cNvPr>
            <p:cNvGrpSpPr/>
            <p:nvPr/>
          </p:nvGrpSpPr>
          <p:grpSpPr>
            <a:xfrm>
              <a:off x="959220" y="3037426"/>
              <a:ext cx="180675" cy="28678"/>
              <a:chOff x="959220" y="3037426"/>
              <a:chExt cx="180675" cy="28678"/>
            </a:xfrm>
          </p:grpSpPr>
          <p:cxnSp>
            <p:nvCxnSpPr>
              <p:cNvPr id="2604" name="Arrow | shared_input → match_crop | path">
                <a:extLst>
                  <a:ext uri="{FF2B5EF4-FFF2-40B4-BE49-F238E27FC236}">
                    <a16:creationId xmlns:a16="http://schemas.microsoft.com/office/drawing/2014/main" id="{6D55C1E3-8E53-0B12-FFCE-7FBE167CCF39}"/>
                  </a:ext>
                </a:extLst>
              </p:cNvPr>
              <p:cNvCxnSpPr/>
              <p:nvPr/>
            </p:nvCxnSpPr>
            <p:spPr>
              <a:xfrm>
                <a:off x="959220" y="3051765"/>
                <a:ext cx="180675" cy="0"/>
              </a:xfrm>
              <a:prstGeom prst="line">
                <a:avLst/>
              </a:prstGeom>
              <a:noFill/>
              <a:ln w="6898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05" name="Arrow | shared_input → match_crop | editable arrowhead">
                <a:extLst>
                  <a:ext uri="{FF2B5EF4-FFF2-40B4-BE49-F238E27FC236}">
                    <a16:creationId xmlns:a16="http://schemas.microsoft.com/office/drawing/2014/main" id="{88447374-E142-DEFE-C4BC-4B8EE3CFB38F}"/>
                  </a:ext>
                </a:extLst>
              </p:cNvPr>
              <p:cNvSpPr/>
              <p:nvPr/>
            </p:nvSpPr>
            <p:spPr>
              <a:xfrm>
                <a:off x="1106552" y="3037426"/>
                <a:ext cx="33343" cy="28678"/>
              </a:xfrm>
              <a:custGeom>
                <a:avLst/>
                <a:gdLst/>
                <a:ahLst/>
                <a:cxnLst/>
                <a:rect l="0" t="0" r="w" b="h"/>
                <a:pathLst>
                  <a:path w="33343" h="28678" stroke="0" extrusionOk="0">
                    <a:moveTo>
                      <a:pt x="33343" y="14339"/>
                    </a:moveTo>
                    <a:lnTo>
                      <a:pt x="0" y="286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06" name="Arrow | match_crop → match_unet">
              <a:extLst>
                <a:ext uri="{FF2B5EF4-FFF2-40B4-BE49-F238E27FC236}">
                  <a16:creationId xmlns:a16="http://schemas.microsoft.com/office/drawing/2014/main" id="{90C8785B-C4D4-4E12-1F12-FB8EC07D20DD}"/>
                </a:ext>
              </a:extLst>
            </p:cNvPr>
            <p:cNvGrpSpPr/>
            <p:nvPr/>
          </p:nvGrpSpPr>
          <p:grpSpPr>
            <a:xfrm>
              <a:off x="1504530" y="3037640"/>
              <a:ext cx="154395" cy="28251"/>
              <a:chOff x="1504530" y="3037640"/>
              <a:chExt cx="154395" cy="28251"/>
            </a:xfrm>
          </p:grpSpPr>
          <p:cxnSp>
            <p:nvCxnSpPr>
              <p:cNvPr id="2607" name="Arrow | match_crop → match_unet | path">
                <a:extLst>
                  <a:ext uri="{FF2B5EF4-FFF2-40B4-BE49-F238E27FC236}">
                    <a16:creationId xmlns:a16="http://schemas.microsoft.com/office/drawing/2014/main" id="{C5B5FB09-C345-CBB9-776D-910B61229212}"/>
                  </a:ext>
                </a:extLst>
              </p:cNvPr>
              <p:cNvCxnSpPr/>
              <p:nvPr/>
            </p:nvCxnSpPr>
            <p:spPr>
              <a:xfrm>
                <a:off x="1504530" y="3051765"/>
                <a:ext cx="154395" cy="0"/>
              </a:xfrm>
              <a:prstGeom prst="line">
                <a:avLst/>
              </a:prstGeom>
              <a:noFill/>
              <a:ln w="65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08" name="Arrow | match_crop → match_unet | editable arrowhead">
                <a:extLst>
                  <a:ext uri="{FF2B5EF4-FFF2-40B4-BE49-F238E27FC236}">
                    <a16:creationId xmlns:a16="http://schemas.microsoft.com/office/drawing/2014/main" id="{C9D0A407-B95E-0CF2-810F-51AB3BE4F6E4}"/>
                  </a:ext>
                </a:extLst>
              </p:cNvPr>
              <p:cNvSpPr/>
              <p:nvPr/>
            </p:nvSpPr>
            <p:spPr>
              <a:xfrm>
                <a:off x="1626075" y="3037640"/>
                <a:ext cx="32850" cy="28251"/>
              </a:xfrm>
              <a:custGeom>
                <a:avLst/>
                <a:gdLst/>
                <a:ahLst/>
                <a:cxnLst/>
                <a:rect l="0" t="0" r="w" b="h"/>
                <a:pathLst>
                  <a:path w="32850" h="28251" stroke="0" extrusionOk="0">
                    <a:moveTo>
                      <a:pt x="32850" y="14125"/>
                    </a:moveTo>
                    <a:lnTo>
                      <a:pt x="0" y="282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09" name="Match | compact U-Net operator">
              <a:extLst>
                <a:ext uri="{FF2B5EF4-FFF2-40B4-BE49-F238E27FC236}">
                  <a16:creationId xmlns:a16="http://schemas.microsoft.com/office/drawing/2014/main" id="{DF028070-0B20-8747-2D46-AFEE5DB356F5}"/>
                </a:ext>
              </a:extLst>
            </p:cNvPr>
            <p:cNvGrpSpPr/>
            <p:nvPr/>
          </p:nvGrpSpPr>
          <p:grpSpPr>
            <a:xfrm>
              <a:off x="1680559" y="2920365"/>
              <a:ext cx="333146" cy="216810"/>
              <a:chOff x="1680559" y="2920365"/>
              <a:chExt cx="333146" cy="216810"/>
            </a:xfrm>
          </p:grpSpPr>
          <p:sp>
            <p:nvSpPr>
              <p:cNvPr id="2610" name="rect_2499">
                <a:extLst>
                  <a:ext uri="{FF2B5EF4-FFF2-40B4-BE49-F238E27FC236}">
                    <a16:creationId xmlns:a16="http://schemas.microsoft.com/office/drawing/2014/main" id="{9CE0883B-9476-4E7B-B5B1-BAD4CBA9DA1E}"/>
                  </a:ext>
                </a:extLst>
              </p:cNvPr>
              <p:cNvSpPr/>
              <p:nvPr/>
            </p:nvSpPr>
            <p:spPr>
              <a:xfrm>
                <a:off x="1757475" y="2920365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42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1" name="rect_2500">
                <a:extLst>
                  <a:ext uri="{FF2B5EF4-FFF2-40B4-BE49-F238E27FC236}">
                    <a16:creationId xmlns:a16="http://schemas.microsoft.com/office/drawing/2014/main" id="{3555DB9D-F0E2-E5A1-9B6A-653E8BA5223A}"/>
                  </a:ext>
                </a:extLst>
              </p:cNvPr>
              <p:cNvSpPr/>
              <p:nvPr/>
            </p:nvSpPr>
            <p:spPr>
              <a:xfrm>
                <a:off x="1731195" y="2936790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42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2" name="rect_2501">
                <a:extLst>
                  <a:ext uri="{FF2B5EF4-FFF2-40B4-BE49-F238E27FC236}">
                    <a16:creationId xmlns:a16="http://schemas.microsoft.com/office/drawing/2014/main" id="{AF90E64E-718A-4366-D14D-BBA59F696F5A}"/>
                  </a:ext>
                </a:extLst>
              </p:cNvPr>
              <p:cNvSpPr/>
              <p:nvPr/>
            </p:nvSpPr>
            <p:spPr>
              <a:xfrm>
                <a:off x="1704915" y="2953215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42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3" name="Text | U-Net">
                <a:extLst>
                  <a:ext uri="{FF2B5EF4-FFF2-40B4-BE49-F238E27FC236}">
                    <a16:creationId xmlns:a16="http://schemas.microsoft.com/office/drawing/2014/main" id="{AF8BF92D-AB59-9A70-40CD-23D66A951094}"/>
                  </a:ext>
                </a:extLst>
              </p:cNvPr>
              <p:cNvSpPr txBox="1"/>
              <p:nvPr/>
            </p:nvSpPr>
            <p:spPr>
              <a:xfrm>
                <a:off x="1680559" y="2989350"/>
                <a:ext cx="304942" cy="1212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73" b="1" i="0" baseline="0" dirty="0">
                    <a:solidFill>
                      <a:srgbClr val="367FB7"/>
                    </a:solidFill>
                    <a:latin typeface="Arial"/>
                    <a:ea typeface="Arial"/>
                    <a:cs typeface="Arial"/>
                  </a:rPr>
                  <a:t>U-Net</a:t>
                </a:r>
                <a:endParaRPr lang="en-US" sz="673"/>
              </a:p>
            </p:txBody>
          </p:sp>
        </p:grpSp>
        <p:grpSp>
          <p:nvGrpSpPr>
            <p:cNvPr id="2614" name="Arrow | match_unet → hvox">
              <a:extLst>
                <a:ext uri="{FF2B5EF4-FFF2-40B4-BE49-F238E27FC236}">
                  <a16:creationId xmlns:a16="http://schemas.microsoft.com/office/drawing/2014/main" id="{A657949F-6AE4-E81E-7639-22B64167BBC8}"/>
                </a:ext>
              </a:extLst>
            </p:cNvPr>
            <p:cNvGrpSpPr/>
            <p:nvPr/>
          </p:nvGrpSpPr>
          <p:grpSpPr>
            <a:xfrm>
              <a:off x="2023560" y="3037212"/>
              <a:ext cx="328500" cy="29105"/>
              <a:chOff x="2023560" y="3037212"/>
              <a:chExt cx="328500" cy="29105"/>
            </a:xfrm>
          </p:grpSpPr>
          <p:cxnSp>
            <p:nvCxnSpPr>
              <p:cNvPr id="2615" name="Arrow | match_unet → hvox | path">
                <a:extLst>
                  <a:ext uri="{FF2B5EF4-FFF2-40B4-BE49-F238E27FC236}">
                    <a16:creationId xmlns:a16="http://schemas.microsoft.com/office/drawing/2014/main" id="{1AB3E7FC-471C-D385-6A63-C9EC94CA27BC}"/>
                  </a:ext>
                </a:extLst>
              </p:cNvPr>
              <p:cNvCxnSpPr/>
              <p:nvPr/>
            </p:nvCxnSpPr>
            <p:spPr>
              <a:xfrm>
                <a:off x="2023560" y="3051765"/>
                <a:ext cx="328500" cy="0"/>
              </a:xfrm>
              <a:prstGeom prst="line">
                <a:avLst/>
              </a:prstGeom>
              <a:noFill/>
              <a:ln w="7227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16" name="Arrow | match_unet → hvox | editable arrowhead">
                <a:extLst>
                  <a:ext uri="{FF2B5EF4-FFF2-40B4-BE49-F238E27FC236}">
                    <a16:creationId xmlns:a16="http://schemas.microsoft.com/office/drawing/2014/main" id="{FDE82021-9827-6944-35C9-35A67F2D0348}"/>
                  </a:ext>
                </a:extLst>
              </p:cNvPr>
              <p:cNvSpPr/>
              <p:nvPr/>
            </p:nvSpPr>
            <p:spPr>
              <a:xfrm>
                <a:off x="2318224" y="3037212"/>
                <a:ext cx="33835" cy="29105"/>
              </a:xfrm>
              <a:custGeom>
                <a:avLst/>
                <a:gdLst/>
                <a:ahLst/>
                <a:cxnLst/>
                <a:rect l="0" t="0" r="w" b="h"/>
                <a:pathLst>
                  <a:path w="33835" h="29105" stroke="0" extrusionOk="0">
                    <a:moveTo>
                      <a:pt x="33835" y="14553"/>
                    </a:moveTo>
                    <a:lnTo>
                      <a:pt x="0" y="29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17" name="Base voxel summary h_j^vox">
              <a:extLst>
                <a:ext uri="{FF2B5EF4-FFF2-40B4-BE49-F238E27FC236}">
                  <a16:creationId xmlns:a16="http://schemas.microsoft.com/office/drawing/2014/main" id="{F635C296-048A-DB6A-E213-7F5DC190B889}"/>
                </a:ext>
              </a:extLst>
            </p:cNvPr>
            <p:cNvGrpSpPr/>
            <p:nvPr/>
          </p:nvGrpSpPr>
          <p:grpSpPr>
            <a:xfrm>
              <a:off x="2375055" y="3012345"/>
              <a:ext cx="400770" cy="78840"/>
              <a:chOff x="2375055" y="3012345"/>
              <a:chExt cx="400770" cy="78840"/>
            </a:xfrm>
          </p:grpSpPr>
          <p:sp>
            <p:nvSpPr>
              <p:cNvPr id="2618" name="feature_1">
                <a:extLst>
                  <a:ext uri="{FF2B5EF4-FFF2-40B4-BE49-F238E27FC236}">
                    <a16:creationId xmlns:a16="http://schemas.microsoft.com/office/drawing/2014/main" id="{0FD03901-A53A-896B-4712-EC3E0D946AD0}"/>
                  </a:ext>
                </a:extLst>
              </p:cNvPr>
              <p:cNvSpPr/>
              <p:nvPr/>
            </p:nvSpPr>
            <p:spPr>
              <a:xfrm>
                <a:off x="2375055" y="3012345"/>
                <a:ext cx="54437" cy="78840"/>
              </a:xfrm>
              <a:prstGeom prst="rect">
                <a:avLst/>
              </a:prstGeom>
              <a:solidFill>
                <a:srgbClr val="367FB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9" name="feature_2">
                <a:extLst>
                  <a:ext uri="{FF2B5EF4-FFF2-40B4-BE49-F238E27FC236}">
                    <a16:creationId xmlns:a16="http://schemas.microsoft.com/office/drawing/2014/main" id="{7DA13BDD-C3D9-1573-9644-5662B41E9172}"/>
                  </a:ext>
                </a:extLst>
              </p:cNvPr>
              <p:cNvSpPr/>
              <p:nvPr/>
            </p:nvSpPr>
            <p:spPr>
              <a:xfrm>
                <a:off x="2432777" y="3012345"/>
                <a:ext cx="54437" cy="78840"/>
              </a:xfrm>
              <a:prstGeom prst="rect">
                <a:avLst/>
              </a:prstGeom>
              <a:solidFill>
                <a:srgbClr val="7EAE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0" name="feature_3">
                <a:extLst>
                  <a:ext uri="{FF2B5EF4-FFF2-40B4-BE49-F238E27FC236}">
                    <a16:creationId xmlns:a16="http://schemas.microsoft.com/office/drawing/2014/main" id="{A4B0EC8B-1006-7CC4-0C80-62D778ED910F}"/>
                  </a:ext>
                </a:extLst>
              </p:cNvPr>
              <p:cNvSpPr/>
              <p:nvPr/>
            </p:nvSpPr>
            <p:spPr>
              <a:xfrm>
                <a:off x="2490499" y="3012345"/>
                <a:ext cx="54437" cy="78840"/>
              </a:xfrm>
              <a:prstGeom prst="rect">
                <a:avLst/>
              </a:prstGeom>
              <a:solidFill>
                <a:srgbClr val="BCD8E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1" name="feature_4">
                <a:extLst>
                  <a:ext uri="{FF2B5EF4-FFF2-40B4-BE49-F238E27FC236}">
                    <a16:creationId xmlns:a16="http://schemas.microsoft.com/office/drawing/2014/main" id="{70CC4215-6291-F56B-D8B4-2322C1343809}"/>
                  </a:ext>
                </a:extLst>
              </p:cNvPr>
              <p:cNvSpPr/>
              <p:nvPr/>
            </p:nvSpPr>
            <p:spPr>
              <a:xfrm>
                <a:off x="2548221" y="3012345"/>
                <a:ext cx="54437" cy="78840"/>
              </a:xfrm>
              <a:prstGeom prst="rect">
                <a:avLst/>
              </a:prstGeom>
              <a:solidFill>
                <a:srgbClr val="88C3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2" name="feature_5">
                <a:extLst>
                  <a:ext uri="{FF2B5EF4-FFF2-40B4-BE49-F238E27FC236}">
                    <a16:creationId xmlns:a16="http://schemas.microsoft.com/office/drawing/2014/main" id="{F7ABE46A-0A9B-E96B-8F02-330D5FE20612}"/>
                  </a:ext>
                </a:extLst>
              </p:cNvPr>
              <p:cNvSpPr/>
              <p:nvPr/>
            </p:nvSpPr>
            <p:spPr>
              <a:xfrm>
                <a:off x="2605944" y="3012345"/>
                <a:ext cx="54437" cy="78840"/>
              </a:xfrm>
              <a:prstGeom prst="rect">
                <a:avLst/>
              </a:prstGeom>
              <a:solidFill>
                <a:srgbClr val="23877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3" name="feature_6">
                <a:extLst>
                  <a:ext uri="{FF2B5EF4-FFF2-40B4-BE49-F238E27FC236}">
                    <a16:creationId xmlns:a16="http://schemas.microsoft.com/office/drawing/2014/main" id="{296A9595-B67A-DC0D-1F13-2A949411733D}"/>
                  </a:ext>
                </a:extLst>
              </p:cNvPr>
              <p:cNvSpPr/>
              <p:nvPr/>
            </p:nvSpPr>
            <p:spPr>
              <a:xfrm>
                <a:off x="2663666" y="3012345"/>
                <a:ext cx="54437" cy="78840"/>
              </a:xfrm>
              <a:prstGeom prst="rect">
                <a:avLst/>
              </a:prstGeom>
              <a:solidFill>
                <a:srgbClr val="B1A4C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4" name="feature_7">
                <a:extLst>
                  <a:ext uri="{FF2B5EF4-FFF2-40B4-BE49-F238E27FC236}">
                    <a16:creationId xmlns:a16="http://schemas.microsoft.com/office/drawing/2014/main" id="{D294F194-B3C2-B024-C68C-CCD0C3214A27}"/>
                  </a:ext>
                </a:extLst>
              </p:cNvPr>
              <p:cNvSpPr/>
              <p:nvPr/>
            </p:nvSpPr>
            <p:spPr>
              <a:xfrm>
                <a:off x="2721388" y="3012345"/>
                <a:ext cx="54437" cy="78840"/>
              </a:xfrm>
              <a:prstGeom prst="rect">
                <a:avLst/>
              </a:prstGeom>
              <a:solidFill>
                <a:srgbClr val="D4CBE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25" name="Formula | h_j^vox">
              <a:extLst>
                <a:ext uri="{FF2B5EF4-FFF2-40B4-BE49-F238E27FC236}">
                  <a16:creationId xmlns:a16="http://schemas.microsoft.com/office/drawing/2014/main" id="{53471FA1-BB1E-7C0F-CA95-4356388AB898}"/>
                </a:ext>
              </a:extLst>
            </p:cNvPr>
            <p:cNvGrpSpPr/>
            <p:nvPr/>
          </p:nvGrpSpPr>
          <p:grpSpPr>
            <a:xfrm>
              <a:off x="2471767" y="2824049"/>
              <a:ext cx="201989" cy="155620"/>
              <a:chOff x="2471767" y="2824049"/>
              <a:chExt cx="201989" cy="155620"/>
            </a:xfrm>
          </p:grpSpPr>
          <p:sp>
            <p:nvSpPr>
              <p:cNvPr id="2626" name="Text | h">
                <a:extLst>
                  <a:ext uri="{FF2B5EF4-FFF2-40B4-BE49-F238E27FC236}">
                    <a16:creationId xmlns:a16="http://schemas.microsoft.com/office/drawing/2014/main" id="{2A8C40D5-742B-2D4A-3A2A-3A70C241742A}"/>
                  </a:ext>
                </a:extLst>
              </p:cNvPr>
              <p:cNvSpPr txBox="1"/>
              <p:nvPr/>
            </p:nvSpPr>
            <p:spPr>
              <a:xfrm>
                <a:off x="2471767" y="2825100"/>
                <a:ext cx="103416" cy="1492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28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h</a:t>
                </a:r>
                <a:endParaRPr lang="en-US" sz="828"/>
              </a:p>
            </p:txBody>
          </p:sp>
          <p:sp>
            <p:nvSpPr>
              <p:cNvPr id="2627" name="Text | j">
                <a:extLst>
                  <a:ext uri="{FF2B5EF4-FFF2-40B4-BE49-F238E27FC236}">
                    <a16:creationId xmlns:a16="http://schemas.microsoft.com/office/drawing/2014/main" id="{C350D520-E458-390C-9422-F36F50F09CCD}"/>
                  </a:ext>
                </a:extLst>
              </p:cNvPr>
              <p:cNvSpPr txBox="1"/>
              <p:nvPr/>
            </p:nvSpPr>
            <p:spPr>
              <a:xfrm>
                <a:off x="2538391" y="2887121"/>
                <a:ext cx="44418" cy="925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13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j</a:t>
                </a:r>
                <a:endParaRPr lang="en-US" sz="513"/>
              </a:p>
            </p:txBody>
          </p:sp>
          <p:sp>
            <p:nvSpPr>
              <p:cNvPr id="2628" name="Text | vox">
                <a:extLst>
                  <a:ext uri="{FF2B5EF4-FFF2-40B4-BE49-F238E27FC236}">
                    <a16:creationId xmlns:a16="http://schemas.microsoft.com/office/drawing/2014/main" id="{8864F058-8D86-BDF6-9717-97131036F889}"/>
                  </a:ext>
                </a:extLst>
              </p:cNvPr>
              <p:cNvSpPr txBox="1"/>
              <p:nvPr/>
            </p:nvSpPr>
            <p:spPr>
              <a:xfrm>
                <a:off x="2541676" y="2824049"/>
                <a:ext cx="132080" cy="850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72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vox</a:t>
                </a:r>
                <a:endParaRPr lang="en-US" sz="472"/>
              </a:p>
            </p:txBody>
          </p:sp>
        </p:grpSp>
        <p:sp>
          <p:nvSpPr>
            <p:cNvPr id="2629" name="Text | Base summary">
              <a:extLst>
                <a:ext uri="{FF2B5EF4-FFF2-40B4-BE49-F238E27FC236}">
                  <a16:creationId xmlns:a16="http://schemas.microsoft.com/office/drawing/2014/main" id="{D2A7FC2A-CF2A-20D8-639B-C9F27ABD1447}"/>
                </a:ext>
              </a:extLst>
            </p:cNvPr>
            <p:cNvSpPr txBox="1"/>
            <p:nvPr/>
          </p:nvSpPr>
          <p:spPr>
            <a:xfrm>
              <a:off x="2218206" y="2733120"/>
              <a:ext cx="707898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Base summary</a:t>
              </a:r>
              <a:endParaRPr lang="en-US" sz="647"/>
            </a:p>
          </p:txBody>
        </p:sp>
        <p:grpSp>
          <p:nvGrpSpPr>
            <p:cNvPr id="2630" name="Match inputs | pocket independent from local cues">
              <a:extLst>
                <a:ext uri="{FF2B5EF4-FFF2-40B4-BE49-F238E27FC236}">
                  <a16:creationId xmlns:a16="http://schemas.microsoft.com/office/drawing/2014/main" id="{CAB4E6F6-2C2F-B067-2AA9-2DFBC5B1B64F}"/>
                </a:ext>
              </a:extLst>
            </p:cNvPr>
            <p:cNvGrpSpPr/>
            <p:nvPr/>
          </p:nvGrpSpPr>
          <p:grpSpPr>
            <a:xfrm>
              <a:off x="1143180" y="3367125"/>
              <a:ext cx="1582474" cy="532170"/>
              <a:chOff x="1143180" y="3367125"/>
              <a:chExt cx="1582474" cy="532170"/>
            </a:xfrm>
          </p:grpSpPr>
          <p:sp>
            <p:nvSpPr>
              <p:cNvPr id="2631" name="rect_2515">
                <a:extLst>
                  <a:ext uri="{FF2B5EF4-FFF2-40B4-BE49-F238E27FC236}">
                    <a16:creationId xmlns:a16="http://schemas.microsoft.com/office/drawing/2014/main" id="{3110FF3F-B524-11D5-53C4-13539D7A5003}"/>
                  </a:ext>
                </a:extLst>
              </p:cNvPr>
              <p:cNvSpPr/>
              <p:nvPr/>
            </p:nvSpPr>
            <p:spPr>
              <a:xfrm>
                <a:off x="1143180" y="3367125"/>
                <a:ext cx="604440" cy="532170"/>
              </a:xfrm>
              <a:prstGeom prst="roundRect">
                <a:avLst>
                  <a:gd name="adj" fmla="val 3704"/>
                </a:avLst>
              </a:prstGeom>
              <a:solidFill>
                <a:srgbClr val="FCFEFD"/>
              </a:solidFill>
              <a:ln w="3942" cap="rnd" cmpd="sng" algn="ctr">
                <a:solidFill>
                  <a:srgbClr val="C5DED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32" name="Text | Pocket">
                <a:extLst>
                  <a:ext uri="{FF2B5EF4-FFF2-40B4-BE49-F238E27FC236}">
                    <a16:creationId xmlns:a16="http://schemas.microsoft.com/office/drawing/2014/main" id="{8AA01DFF-D113-E16F-1C65-1CC81A644244}"/>
                  </a:ext>
                </a:extLst>
              </p:cNvPr>
              <p:cNvSpPr txBox="1"/>
              <p:nvPr/>
            </p:nvSpPr>
            <p:spPr>
              <a:xfrm>
                <a:off x="1261038" y="3376980"/>
                <a:ext cx="368725" cy="1259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98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Pocket</a:t>
                </a:r>
                <a:endParaRPr lang="en-US" sz="698"/>
              </a:p>
            </p:txBody>
          </p:sp>
          <p:grpSp>
            <p:nvGrpSpPr>
              <p:cNvPr id="2633" name="Local receptor pocket | atom environment">
                <a:extLst>
                  <a:ext uri="{FF2B5EF4-FFF2-40B4-BE49-F238E27FC236}">
                    <a16:creationId xmlns:a16="http://schemas.microsoft.com/office/drawing/2014/main" id="{70CD1F42-69B4-74BD-D31C-368E67410A8B}"/>
                  </a:ext>
                </a:extLst>
              </p:cNvPr>
              <p:cNvGrpSpPr/>
              <p:nvPr/>
            </p:nvGrpSpPr>
            <p:grpSpPr>
              <a:xfrm>
                <a:off x="1295748" y="3525328"/>
                <a:ext cx="304113" cy="219890"/>
                <a:chOff x="1295748" y="3525328"/>
                <a:chExt cx="304113" cy="219890"/>
              </a:xfrm>
            </p:grpSpPr>
            <p:sp>
              <p:nvSpPr>
                <p:cNvPr id="2634" name="ellipse_2517">
                  <a:extLst>
                    <a:ext uri="{FF2B5EF4-FFF2-40B4-BE49-F238E27FC236}">
                      <a16:creationId xmlns:a16="http://schemas.microsoft.com/office/drawing/2014/main" id="{05A1538E-5EEE-D91A-7B3F-4258E3C1F9B8}"/>
                    </a:ext>
                  </a:extLst>
                </p:cNvPr>
                <p:cNvSpPr/>
                <p:nvPr/>
              </p:nvSpPr>
              <p:spPr>
                <a:xfrm>
                  <a:off x="1343499" y="3569364"/>
                  <a:ext cx="20494" cy="204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5" name="ellipse_2518">
                  <a:extLst>
                    <a:ext uri="{FF2B5EF4-FFF2-40B4-BE49-F238E27FC236}">
                      <a16:creationId xmlns:a16="http://schemas.microsoft.com/office/drawing/2014/main" id="{22BF8B46-279D-F8C1-9A9C-F943CB6E2B14}"/>
                    </a:ext>
                  </a:extLst>
                </p:cNvPr>
                <p:cNvSpPr/>
                <p:nvPr/>
              </p:nvSpPr>
              <p:spPr>
                <a:xfrm>
                  <a:off x="1296724" y="3594466"/>
                  <a:ext cx="19197" cy="191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6" name="ellipse_2519">
                  <a:extLst>
                    <a:ext uri="{FF2B5EF4-FFF2-40B4-BE49-F238E27FC236}">
                      <a16:creationId xmlns:a16="http://schemas.microsoft.com/office/drawing/2014/main" id="{00F12863-F501-C09D-D666-8A6EED52C416}"/>
                    </a:ext>
                  </a:extLst>
                </p:cNvPr>
                <p:cNvSpPr/>
                <p:nvPr/>
              </p:nvSpPr>
              <p:spPr>
                <a:xfrm>
                  <a:off x="1438834" y="3720705"/>
                  <a:ext cx="24513" cy="2451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7" name="ellipse_2520">
                  <a:extLst>
                    <a:ext uri="{FF2B5EF4-FFF2-40B4-BE49-F238E27FC236}">
                      <a16:creationId xmlns:a16="http://schemas.microsoft.com/office/drawing/2014/main" id="{9853E59B-C241-3617-B1DA-F8F336E928C0}"/>
                    </a:ext>
                  </a:extLst>
                </p:cNvPr>
                <p:cNvSpPr/>
                <p:nvPr/>
              </p:nvSpPr>
              <p:spPr>
                <a:xfrm>
                  <a:off x="1501618" y="3664422"/>
                  <a:ext cx="25439" cy="2543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8" name="ellipse_2521">
                  <a:extLst>
                    <a:ext uri="{FF2B5EF4-FFF2-40B4-BE49-F238E27FC236}">
                      <a16:creationId xmlns:a16="http://schemas.microsoft.com/office/drawing/2014/main" id="{F6DAD1AF-15BA-FA0C-7BEA-A0F41F77971C}"/>
                    </a:ext>
                  </a:extLst>
                </p:cNvPr>
                <p:cNvSpPr/>
                <p:nvPr/>
              </p:nvSpPr>
              <p:spPr>
                <a:xfrm>
                  <a:off x="1321281" y="3628338"/>
                  <a:ext cx="23115" cy="2311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9" name="ellipse_2522">
                  <a:extLst>
                    <a:ext uri="{FF2B5EF4-FFF2-40B4-BE49-F238E27FC236}">
                      <a16:creationId xmlns:a16="http://schemas.microsoft.com/office/drawing/2014/main" id="{B7C91913-AD37-6E08-2FA3-574B8F4F0E4F}"/>
                    </a:ext>
                  </a:extLst>
                </p:cNvPr>
                <p:cNvSpPr/>
                <p:nvPr/>
              </p:nvSpPr>
              <p:spPr>
                <a:xfrm>
                  <a:off x="1295748" y="3626085"/>
                  <a:ext cx="19345" cy="1934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0" name="ellipse_2523">
                  <a:extLst>
                    <a:ext uri="{FF2B5EF4-FFF2-40B4-BE49-F238E27FC236}">
                      <a16:creationId xmlns:a16="http://schemas.microsoft.com/office/drawing/2014/main" id="{B04F8225-C457-B23F-34FD-BC1E48A6C6F7}"/>
                    </a:ext>
                  </a:extLst>
                </p:cNvPr>
                <p:cNvSpPr/>
                <p:nvPr/>
              </p:nvSpPr>
              <p:spPr>
                <a:xfrm>
                  <a:off x="1338176" y="3604570"/>
                  <a:ext cx="23202" cy="232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F"/>
                    </a:gs>
                    <a:gs pos="100000">
                      <a:srgbClr val="A6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1" name="ellipse_2524">
                  <a:extLst>
                    <a:ext uri="{FF2B5EF4-FFF2-40B4-BE49-F238E27FC236}">
                      <a16:creationId xmlns:a16="http://schemas.microsoft.com/office/drawing/2014/main" id="{763BDDCE-A0E5-A892-15BB-01F496BC9585}"/>
                    </a:ext>
                  </a:extLst>
                </p:cNvPr>
                <p:cNvSpPr/>
                <p:nvPr/>
              </p:nvSpPr>
              <p:spPr>
                <a:xfrm>
                  <a:off x="1349937" y="3578135"/>
                  <a:ext cx="25593" cy="2559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2" name="ellipse_2525">
                  <a:extLst>
                    <a:ext uri="{FF2B5EF4-FFF2-40B4-BE49-F238E27FC236}">
                      <a16:creationId xmlns:a16="http://schemas.microsoft.com/office/drawing/2014/main" id="{D1C6ABAC-F169-50BE-8A01-9A1CBF55470F}"/>
                    </a:ext>
                  </a:extLst>
                </p:cNvPr>
                <p:cNvSpPr/>
                <p:nvPr/>
              </p:nvSpPr>
              <p:spPr>
                <a:xfrm>
                  <a:off x="1391990" y="3698653"/>
                  <a:ext cx="18941" cy="1894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3" name="ellipse_2526">
                  <a:extLst>
                    <a:ext uri="{FF2B5EF4-FFF2-40B4-BE49-F238E27FC236}">
                      <a16:creationId xmlns:a16="http://schemas.microsoft.com/office/drawing/2014/main" id="{500CAC87-CE6D-7251-9DD9-EC8C478E9F6D}"/>
                    </a:ext>
                  </a:extLst>
                </p:cNvPr>
                <p:cNvSpPr/>
                <p:nvPr/>
              </p:nvSpPr>
              <p:spPr>
                <a:xfrm>
                  <a:off x="1335383" y="3592607"/>
                  <a:ext cx="16783" cy="167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ED6DD"/>
                    </a:gs>
                    <a:gs pos="100000">
                      <a:srgbClr val="A5B1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4" name="ellipse_2527">
                  <a:extLst>
                    <a:ext uri="{FF2B5EF4-FFF2-40B4-BE49-F238E27FC236}">
                      <a16:creationId xmlns:a16="http://schemas.microsoft.com/office/drawing/2014/main" id="{1177842B-7E30-9BCE-ED56-6CBBAC320B75}"/>
                    </a:ext>
                  </a:extLst>
                </p:cNvPr>
                <p:cNvSpPr/>
                <p:nvPr/>
              </p:nvSpPr>
              <p:spPr>
                <a:xfrm>
                  <a:off x="1421016" y="3723168"/>
                  <a:ext cx="20110" cy="2011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AB6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5" name="ellipse_2528">
                  <a:extLst>
                    <a:ext uri="{FF2B5EF4-FFF2-40B4-BE49-F238E27FC236}">
                      <a16:creationId xmlns:a16="http://schemas.microsoft.com/office/drawing/2014/main" id="{415EBB16-8056-863B-A93B-4AB454D9FAE6}"/>
                    </a:ext>
                  </a:extLst>
                </p:cNvPr>
                <p:cNvSpPr/>
                <p:nvPr/>
              </p:nvSpPr>
              <p:spPr>
                <a:xfrm>
                  <a:off x="1366273" y="3564666"/>
                  <a:ext cx="21791" cy="2179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1E6"/>
                    </a:gs>
                    <a:gs pos="100000">
                      <a:srgbClr val="B2BDC6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6" name="ellipse_2529">
                  <a:extLst>
                    <a:ext uri="{FF2B5EF4-FFF2-40B4-BE49-F238E27FC236}">
                      <a16:creationId xmlns:a16="http://schemas.microsoft.com/office/drawing/2014/main" id="{0AB05271-DFCA-ABE5-4465-62FFB20EC295}"/>
                    </a:ext>
                  </a:extLst>
                </p:cNvPr>
                <p:cNvSpPr/>
                <p:nvPr/>
              </p:nvSpPr>
              <p:spPr>
                <a:xfrm>
                  <a:off x="1327790" y="3609446"/>
                  <a:ext cx="20508" cy="2050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7" name="ellipse_2530">
                  <a:extLst>
                    <a:ext uri="{FF2B5EF4-FFF2-40B4-BE49-F238E27FC236}">
                      <a16:creationId xmlns:a16="http://schemas.microsoft.com/office/drawing/2014/main" id="{98801363-42D8-132B-7187-FD80220BA0D3}"/>
                    </a:ext>
                  </a:extLst>
                </p:cNvPr>
                <p:cNvSpPr/>
                <p:nvPr/>
              </p:nvSpPr>
              <p:spPr>
                <a:xfrm>
                  <a:off x="1408118" y="3688755"/>
                  <a:ext cx="22554" cy="2255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8" name="ellipse_2531">
                  <a:extLst>
                    <a:ext uri="{FF2B5EF4-FFF2-40B4-BE49-F238E27FC236}">
                      <a16:creationId xmlns:a16="http://schemas.microsoft.com/office/drawing/2014/main" id="{12FFF8A8-1AE2-6A52-C48B-AD741794BDD7}"/>
                    </a:ext>
                  </a:extLst>
                </p:cNvPr>
                <p:cNvSpPr/>
                <p:nvPr/>
              </p:nvSpPr>
              <p:spPr>
                <a:xfrm>
                  <a:off x="1428373" y="3713303"/>
                  <a:ext cx="24738" cy="2473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4DCE1"/>
                    </a:gs>
                    <a:gs pos="100000">
                      <a:srgbClr val="AB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9" name="ellipse_2532">
                  <a:extLst>
                    <a:ext uri="{FF2B5EF4-FFF2-40B4-BE49-F238E27FC236}">
                      <a16:creationId xmlns:a16="http://schemas.microsoft.com/office/drawing/2014/main" id="{B1F38BF0-E047-9CF8-5B27-2CACFD78A61C}"/>
                    </a:ext>
                  </a:extLst>
                </p:cNvPr>
                <p:cNvSpPr/>
                <p:nvPr/>
              </p:nvSpPr>
              <p:spPr>
                <a:xfrm>
                  <a:off x="1547670" y="3653309"/>
                  <a:ext cx="21842" cy="2184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0" name="ellipse_2533">
                  <a:extLst>
                    <a:ext uri="{FF2B5EF4-FFF2-40B4-BE49-F238E27FC236}">
                      <a16:creationId xmlns:a16="http://schemas.microsoft.com/office/drawing/2014/main" id="{39AF0476-2C1D-298B-8F31-6A3C532EBF2B}"/>
                    </a:ext>
                  </a:extLst>
                </p:cNvPr>
                <p:cNvSpPr/>
                <p:nvPr/>
              </p:nvSpPr>
              <p:spPr>
                <a:xfrm>
                  <a:off x="1517557" y="3700982"/>
                  <a:ext cx="20964" cy="2096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AB5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1" name="ellipse_2534">
                  <a:extLst>
                    <a:ext uri="{FF2B5EF4-FFF2-40B4-BE49-F238E27FC236}">
                      <a16:creationId xmlns:a16="http://schemas.microsoft.com/office/drawing/2014/main" id="{44B88CA5-11F8-CEFC-0B76-0BDC72E48C82}"/>
                    </a:ext>
                  </a:extLst>
                </p:cNvPr>
                <p:cNvSpPr/>
                <p:nvPr/>
              </p:nvSpPr>
              <p:spPr>
                <a:xfrm>
                  <a:off x="1535521" y="3630252"/>
                  <a:ext cx="17917" cy="179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9E0E5"/>
                    </a:gs>
                    <a:gs pos="100000">
                      <a:srgbClr val="B1BD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2" name="ellipse_2535">
                  <a:extLst>
                    <a:ext uri="{FF2B5EF4-FFF2-40B4-BE49-F238E27FC236}">
                      <a16:creationId xmlns:a16="http://schemas.microsoft.com/office/drawing/2014/main" id="{BBCD4926-B97D-A4F0-EB1B-B3E139ED643C}"/>
                    </a:ext>
                  </a:extLst>
                </p:cNvPr>
                <p:cNvSpPr/>
                <p:nvPr/>
              </p:nvSpPr>
              <p:spPr>
                <a:xfrm>
                  <a:off x="1344039" y="3678107"/>
                  <a:ext cx="21719" cy="2171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3" name="ellipse_2536">
                  <a:extLst>
                    <a:ext uri="{FF2B5EF4-FFF2-40B4-BE49-F238E27FC236}">
                      <a16:creationId xmlns:a16="http://schemas.microsoft.com/office/drawing/2014/main" id="{CDAB4504-FA1E-8C75-ACE5-47353337CCB8}"/>
                    </a:ext>
                  </a:extLst>
                </p:cNvPr>
                <p:cNvSpPr/>
                <p:nvPr/>
              </p:nvSpPr>
              <p:spPr>
                <a:xfrm>
                  <a:off x="1486134" y="3678415"/>
                  <a:ext cx="22120" cy="221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4" name="ellipse_2537">
                  <a:extLst>
                    <a:ext uri="{FF2B5EF4-FFF2-40B4-BE49-F238E27FC236}">
                      <a16:creationId xmlns:a16="http://schemas.microsoft.com/office/drawing/2014/main" id="{0F8D7F80-D3F7-9BEB-FEA2-48A2D29929A8}"/>
                    </a:ext>
                  </a:extLst>
                </p:cNvPr>
                <p:cNvSpPr/>
                <p:nvPr/>
              </p:nvSpPr>
              <p:spPr>
                <a:xfrm>
                  <a:off x="1538537" y="3597777"/>
                  <a:ext cx="22828" cy="228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5" name="ellipse_2538">
                  <a:extLst>
                    <a:ext uri="{FF2B5EF4-FFF2-40B4-BE49-F238E27FC236}">
                      <a16:creationId xmlns:a16="http://schemas.microsoft.com/office/drawing/2014/main" id="{D41EC3AB-6513-5A13-03E0-00634D026714}"/>
                    </a:ext>
                  </a:extLst>
                </p:cNvPr>
                <p:cNvSpPr/>
                <p:nvPr/>
              </p:nvSpPr>
              <p:spPr>
                <a:xfrm>
                  <a:off x="1401131" y="3720374"/>
                  <a:ext cx="16876" cy="1687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9B5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6" name="ellipse_2539">
                  <a:extLst>
                    <a:ext uri="{FF2B5EF4-FFF2-40B4-BE49-F238E27FC236}">
                      <a16:creationId xmlns:a16="http://schemas.microsoft.com/office/drawing/2014/main" id="{BA34BCA8-BCD1-BFFC-F701-340E2690F614}"/>
                    </a:ext>
                  </a:extLst>
                </p:cNvPr>
                <p:cNvSpPr/>
                <p:nvPr/>
              </p:nvSpPr>
              <p:spPr>
                <a:xfrm>
                  <a:off x="1525941" y="3593109"/>
                  <a:ext cx="21620" cy="216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7" name="ellipse_2540">
                  <a:extLst>
                    <a:ext uri="{FF2B5EF4-FFF2-40B4-BE49-F238E27FC236}">
                      <a16:creationId xmlns:a16="http://schemas.microsoft.com/office/drawing/2014/main" id="{B7CB61E0-C28A-C2DA-1D6F-214FB1A36495}"/>
                    </a:ext>
                  </a:extLst>
                </p:cNvPr>
                <p:cNvSpPr/>
                <p:nvPr/>
              </p:nvSpPr>
              <p:spPr>
                <a:xfrm>
                  <a:off x="1462052" y="3689103"/>
                  <a:ext cx="24723" cy="2472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6DC"/>
                    </a:gs>
                    <a:gs pos="100000">
                      <a:srgbClr val="A4B1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8" name="ellipse_2541">
                  <a:extLst>
                    <a:ext uri="{FF2B5EF4-FFF2-40B4-BE49-F238E27FC236}">
                      <a16:creationId xmlns:a16="http://schemas.microsoft.com/office/drawing/2014/main" id="{BD4E8F8A-31B0-0F92-CC3E-9DF78BCDA03E}"/>
                    </a:ext>
                  </a:extLst>
                </p:cNvPr>
                <p:cNvSpPr/>
                <p:nvPr/>
              </p:nvSpPr>
              <p:spPr>
                <a:xfrm>
                  <a:off x="1338003" y="3621442"/>
                  <a:ext cx="17209" cy="1720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9" name="ellipse_2542">
                  <a:extLst>
                    <a:ext uri="{FF2B5EF4-FFF2-40B4-BE49-F238E27FC236}">
                      <a16:creationId xmlns:a16="http://schemas.microsoft.com/office/drawing/2014/main" id="{E96E81A8-E86B-89E5-1F17-073CF9EBC3A5}"/>
                    </a:ext>
                  </a:extLst>
                </p:cNvPr>
                <p:cNvSpPr/>
                <p:nvPr/>
              </p:nvSpPr>
              <p:spPr>
                <a:xfrm>
                  <a:off x="1436611" y="3687896"/>
                  <a:ext cx="16365" cy="1636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0" name="ellipse_2543">
                  <a:extLst>
                    <a:ext uri="{FF2B5EF4-FFF2-40B4-BE49-F238E27FC236}">
                      <a16:creationId xmlns:a16="http://schemas.microsoft.com/office/drawing/2014/main" id="{9F5B3BC2-16E5-A869-EF2B-9EBC06D34CDE}"/>
                    </a:ext>
                  </a:extLst>
                </p:cNvPr>
                <p:cNvSpPr/>
                <p:nvPr/>
              </p:nvSpPr>
              <p:spPr>
                <a:xfrm>
                  <a:off x="1387354" y="3566640"/>
                  <a:ext cx="17190" cy="1719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1" name="ellipse_2544">
                  <a:extLst>
                    <a:ext uri="{FF2B5EF4-FFF2-40B4-BE49-F238E27FC236}">
                      <a16:creationId xmlns:a16="http://schemas.microsoft.com/office/drawing/2014/main" id="{42353102-7447-FFD1-7228-48DF7415C151}"/>
                    </a:ext>
                  </a:extLst>
                </p:cNvPr>
                <p:cNvSpPr/>
                <p:nvPr/>
              </p:nvSpPr>
              <p:spPr>
                <a:xfrm>
                  <a:off x="1453977" y="3540995"/>
                  <a:ext cx="18775" cy="1877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F"/>
                    </a:gs>
                    <a:gs pos="100000">
                      <a:srgbClr val="A6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2" name="ellipse_2545">
                  <a:extLst>
                    <a:ext uri="{FF2B5EF4-FFF2-40B4-BE49-F238E27FC236}">
                      <a16:creationId xmlns:a16="http://schemas.microsoft.com/office/drawing/2014/main" id="{2055EF56-1367-4D99-00E6-691D4CCDE2AD}"/>
                    </a:ext>
                  </a:extLst>
                </p:cNvPr>
                <p:cNvSpPr/>
                <p:nvPr/>
              </p:nvSpPr>
              <p:spPr>
                <a:xfrm>
                  <a:off x="1487168" y="3548389"/>
                  <a:ext cx="16148" cy="1614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3" name="ellipse_2546">
                  <a:extLst>
                    <a:ext uri="{FF2B5EF4-FFF2-40B4-BE49-F238E27FC236}">
                      <a16:creationId xmlns:a16="http://schemas.microsoft.com/office/drawing/2014/main" id="{FCCB9360-CC80-3BB4-8110-8CDAAF7E49E5}"/>
                    </a:ext>
                  </a:extLst>
                </p:cNvPr>
                <p:cNvSpPr/>
                <p:nvPr/>
              </p:nvSpPr>
              <p:spPr>
                <a:xfrm>
                  <a:off x="1536436" y="3643342"/>
                  <a:ext cx="21862" cy="2186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4" name="ellipse_2547">
                  <a:extLst>
                    <a:ext uri="{FF2B5EF4-FFF2-40B4-BE49-F238E27FC236}">
                      <a16:creationId xmlns:a16="http://schemas.microsoft.com/office/drawing/2014/main" id="{4686E47E-D372-49AB-4840-216C1F63C0F6}"/>
                    </a:ext>
                  </a:extLst>
                </p:cNvPr>
                <p:cNvSpPr/>
                <p:nvPr/>
              </p:nvSpPr>
              <p:spPr>
                <a:xfrm>
                  <a:off x="1542031" y="3603619"/>
                  <a:ext cx="25264" cy="2526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5" name="ellipse_2548">
                  <a:extLst>
                    <a:ext uri="{FF2B5EF4-FFF2-40B4-BE49-F238E27FC236}">
                      <a16:creationId xmlns:a16="http://schemas.microsoft.com/office/drawing/2014/main" id="{AD96ADDC-FCF8-EFDA-846B-6807E1781F65}"/>
                    </a:ext>
                  </a:extLst>
                </p:cNvPr>
                <p:cNvSpPr/>
                <p:nvPr/>
              </p:nvSpPr>
              <p:spPr>
                <a:xfrm>
                  <a:off x="1434762" y="3711046"/>
                  <a:ext cx="16788" cy="1678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6DDE3"/>
                    </a:gs>
                    <a:gs pos="100000">
                      <a:srgbClr val="AEB9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6" name="ellipse_2549">
                  <a:extLst>
                    <a:ext uri="{FF2B5EF4-FFF2-40B4-BE49-F238E27FC236}">
                      <a16:creationId xmlns:a16="http://schemas.microsoft.com/office/drawing/2014/main" id="{868CEE25-ED5B-D94F-90BF-FC885F823217}"/>
                    </a:ext>
                  </a:extLst>
                </p:cNvPr>
                <p:cNvSpPr/>
                <p:nvPr/>
              </p:nvSpPr>
              <p:spPr>
                <a:xfrm>
                  <a:off x="1543438" y="3672057"/>
                  <a:ext cx="23717" cy="237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7" name="ellipse_2550">
                  <a:extLst>
                    <a:ext uri="{FF2B5EF4-FFF2-40B4-BE49-F238E27FC236}">
                      <a16:creationId xmlns:a16="http://schemas.microsoft.com/office/drawing/2014/main" id="{22BA34F5-DE52-92B8-A604-3789E1BC2E04}"/>
                    </a:ext>
                  </a:extLst>
                </p:cNvPr>
                <p:cNvSpPr/>
                <p:nvPr/>
              </p:nvSpPr>
              <p:spPr>
                <a:xfrm>
                  <a:off x="1529817" y="3654293"/>
                  <a:ext cx="15593" cy="1559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8" name="ellipse_2551">
                  <a:extLst>
                    <a:ext uri="{FF2B5EF4-FFF2-40B4-BE49-F238E27FC236}">
                      <a16:creationId xmlns:a16="http://schemas.microsoft.com/office/drawing/2014/main" id="{ADE57DB6-12AC-B6DE-FFCB-AFB88545E182}"/>
                    </a:ext>
                  </a:extLst>
                </p:cNvPr>
                <p:cNvSpPr/>
                <p:nvPr/>
              </p:nvSpPr>
              <p:spPr>
                <a:xfrm>
                  <a:off x="1550063" y="3626271"/>
                  <a:ext cx="18725" cy="187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2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9" name="ellipse_2552">
                  <a:extLst>
                    <a:ext uri="{FF2B5EF4-FFF2-40B4-BE49-F238E27FC236}">
                      <a16:creationId xmlns:a16="http://schemas.microsoft.com/office/drawing/2014/main" id="{6F6C3BC6-EAEC-D3B3-90D8-EFD2BB215177}"/>
                    </a:ext>
                  </a:extLst>
                </p:cNvPr>
                <p:cNvSpPr/>
                <p:nvPr/>
              </p:nvSpPr>
              <p:spPr>
                <a:xfrm>
                  <a:off x="1395088" y="3533435"/>
                  <a:ext cx="15948" cy="1594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0" name="ellipse_2553">
                  <a:extLst>
                    <a:ext uri="{FF2B5EF4-FFF2-40B4-BE49-F238E27FC236}">
                      <a16:creationId xmlns:a16="http://schemas.microsoft.com/office/drawing/2014/main" id="{32A9DB20-D0FA-2C3D-332D-B8BC067DAB57}"/>
                    </a:ext>
                  </a:extLst>
                </p:cNvPr>
                <p:cNvSpPr/>
                <p:nvPr/>
              </p:nvSpPr>
              <p:spPr>
                <a:xfrm>
                  <a:off x="1313742" y="3573420"/>
                  <a:ext cx="15496" cy="154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3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1" name="ellipse_2554">
                  <a:extLst>
                    <a:ext uri="{FF2B5EF4-FFF2-40B4-BE49-F238E27FC236}">
                      <a16:creationId xmlns:a16="http://schemas.microsoft.com/office/drawing/2014/main" id="{3FC29898-19F1-9C86-D000-D8554A2EDC23}"/>
                    </a:ext>
                  </a:extLst>
                </p:cNvPr>
                <p:cNvSpPr/>
                <p:nvPr/>
              </p:nvSpPr>
              <p:spPr>
                <a:xfrm>
                  <a:off x="1329291" y="3672157"/>
                  <a:ext cx="23375" cy="2337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0E6"/>
                    </a:gs>
                    <a:gs pos="100000">
                      <a:srgbClr val="B2BDC6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2" name="ellipse_2555">
                  <a:extLst>
                    <a:ext uri="{FF2B5EF4-FFF2-40B4-BE49-F238E27FC236}">
                      <a16:creationId xmlns:a16="http://schemas.microsoft.com/office/drawing/2014/main" id="{9E9ECD7C-010A-3021-A3CE-03AB7A41CCDF}"/>
                    </a:ext>
                  </a:extLst>
                </p:cNvPr>
                <p:cNvSpPr/>
                <p:nvPr/>
              </p:nvSpPr>
              <p:spPr>
                <a:xfrm>
                  <a:off x="1307786" y="3621846"/>
                  <a:ext cx="22071" cy="2207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8DFE4"/>
                    </a:gs>
                    <a:gs pos="100000">
                      <a:srgbClr val="B0BC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3" name="ellipse_2556">
                  <a:extLst>
                    <a:ext uri="{FF2B5EF4-FFF2-40B4-BE49-F238E27FC236}">
                      <a16:creationId xmlns:a16="http://schemas.microsoft.com/office/drawing/2014/main" id="{B61ECD45-0697-71A2-D02B-0A46829D2B5C}"/>
                    </a:ext>
                  </a:extLst>
                </p:cNvPr>
                <p:cNvSpPr/>
                <p:nvPr/>
              </p:nvSpPr>
              <p:spPr>
                <a:xfrm>
                  <a:off x="1584475" y="3627694"/>
                  <a:ext cx="15386" cy="1538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A"/>
                    </a:gs>
                    <a:gs pos="43000">
                      <a:srgbClr val="D9DFE5"/>
                    </a:gs>
                    <a:gs pos="100000">
                      <a:srgbClr val="B1BC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4" name="ellipse_2557">
                  <a:extLst>
                    <a:ext uri="{FF2B5EF4-FFF2-40B4-BE49-F238E27FC236}">
                      <a16:creationId xmlns:a16="http://schemas.microsoft.com/office/drawing/2014/main" id="{BA04D347-D03B-6688-1742-9792CDCB2E8E}"/>
                    </a:ext>
                  </a:extLst>
                </p:cNvPr>
                <p:cNvSpPr/>
                <p:nvPr/>
              </p:nvSpPr>
              <p:spPr>
                <a:xfrm>
                  <a:off x="1453895" y="3558216"/>
                  <a:ext cx="24625" cy="246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5" name="ellipse_2558">
                  <a:extLst>
                    <a:ext uri="{FF2B5EF4-FFF2-40B4-BE49-F238E27FC236}">
                      <a16:creationId xmlns:a16="http://schemas.microsoft.com/office/drawing/2014/main" id="{205CB3B1-667C-A670-271D-8B41BA9DB61E}"/>
                    </a:ext>
                  </a:extLst>
                </p:cNvPr>
                <p:cNvSpPr/>
                <p:nvPr/>
              </p:nvSpPr>
              <p:spPr>
                <a:xfrm>
                  <a:off x="1514397" y="3669171"/>
                  <a:ext cx="15296" cy="152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6" name="ellipse_2559">
                  <a:extLst>
                    <a:ext uri="{FF2B5EF4-FFF2-40B4-BE49-F238E27FC236}">
                      <a16:creationId xmlns:a16="http://schemas.microsoft.com/office/drawing/2014/main" id="{A40D9C1E-B8BF-28D6-27A4-D1DF910C60A8}"/>
                    </a:ext>
                  </a:extLst>
                </p:cNvPr>
                <p:cNvSpPr/>
                <p:nvPr/>
              </p:nvSpPr>
              <p:spPr>
                <a:xfrm>
                  <a:off x="1502877" y="3686988"/>
                  <a:ext cx="19310" cy="1931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7" name="ellipse_2560">
                  <a:extLst>
                    <a:ext uri="{FF2B5EF4-FFF2-40B4-BE49-F238E27FC236}">
                      <a16:creationId xmlns:a16="http://schemas.microsoft.com/office/drawing/2014/main" id="{CC6107FA-70D6-8969-3F45-3FAEE774EB93}"/>
                    </a:ext>
                  </a:extLst>
                </p:cNvPr>
                <p:cNvSpPr/>
                <p:nvPr/>
              </p:nvSpPr>
              <p:spPr>
                <a:xfrm>
                  <a:off x="1507745" y="3695631"/>
                  <a:ext cx="15466" cy="154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4DCE1"/>
                    </a:gs>
                    <a:gs pos="100000">
                      <a:srgbClr val="AB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8" name="ellipse_2561">
                  <a:extLst>
                    <a:ext uri="{FF2B5EF4-FFF2-40B4-BE49-F238E27FC236}">
                      <a16:creationId xmlns:a16="http://schemas.microsoft.com/office/drawing/2014/main" id="{D007E8D7-9FAE-0668-79C2-0F5C306BC575}"/>
                    </a:ext>
                  </a:extLst>
                </p:cNvPr>
                <p:cNvSpPr/>
                <p:nvPr/>
              </p:nvSpPr>
              <p:spPr>
                <a:xfrm>
                  <a:off x="1432818" y="3538051"/>
                  <a:ext cx="19094" cy="190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9" name="ellipse_2562">
                  <a:extLst>
                    <a:ext uri="{FF2B5EF4-FFF2-40B4-BE49-F238E27FC236}">
                      <a16:creationId xmlns:a16="http://schemas.microsoft.com/office/drawing/2014/main" id="{CCB47E6B-D7C5-9907-E3E7-D5813AA7B228}"/>
                    </a:ext>
                  </a:extLst>
                </p:cNvPr>
                <p:cNvSpPr/>
                <p:nvPr/>
              </p:nvSpPr>
              <p:spPr>
                <a:xfrm>
                  <a:off x="1511410" y="3670510"/>
                  <a:ext cx="18124" cy="1812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5DC"/>
                    </a:gs>
                    <a:gs pos="100000">
                      <a:srgbClr val="A4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0" name="ellipse_2563">
                  <a:extLst>
                    <a:ext uri="{FF2B5EF4-FFF2-40B4-BE49-F238E27FC236}">
                      <a16:creationId xmlns:a16="http://schemas.microsoft.com/office/drawing/2014/main" id="{6674B9BB-65C3-010E-7043-663AD6720674}"/>
                    </a:ext>
                  </a:extLst>
                </p:cNvPr>
                <p:cNvSpPr/>
                <p:nvPr/>
              </p:nvSpPr>
              <p:spPr>
                <a:xfrm>
                  <a:off x="1465959" y="3697582"/>
                  <a:ext cx="20714" cy="207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0E5"/>
                    </a:gs>
                    <a:gs pos="100000">
                      <a:srgbClr val="B2BD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1" name="ellipse_2564">
                  <a:extLst>
                    <a:ext uri="{FF2B5EF4-FFF2-40B4-BE49-F238E27FC236}">
                      <a16:creationId xmlns:a16="http://schemas.microsoft.com/office/drawing/2014/main" id="{3C8820E6-6C44-D3A8-5395-6C8EEDA86FEE}"/>
                    </a:ext>
                  </a:extLst>
                </p:cNvPr>
                <p:cNvSpPr/>
                <p:nvPr/>
              </p:nvSpPr>
              <p:spPr>
                <a:xfrm>
                  <a:off x="1421039" y="3688264"/>
                  <a:ext cx="20580" cy="205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2" name="ellipse_2565">
                  <a:extLst>
                    <a:ext uri="{FF2B5EF4-FFF2-40B4-BE49-F238E27FC236}">
                      <a16:creationId xmlns:a16="http://schemas.microsoft.com/office/drawing/2014/main" id="{9DAFBE8C-7119-599A-FA0C-0D4A1C37F04B}"/>
                    </a:ext>
                  </a:extLst>
                </p:cNvPr>
                <p:cNvSpPr/>
                <p:nvPr/>
              </p:nvSpPr>
              <p:spPr>
                <a:xfrm>
                  <a:off x="1317547" y="3643031"/>
                  <a:ext cx="24656" cy="246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8"/>
                    </a:gs>
                    <a:gs pos="43000">
                      <a:srgbClr val="D2DADF"/>
                    </a:gs>
                    <a:gs pos="100000">
                      <a:srgbClr val="A9B5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3" name="ellipse_2566">
                  <a:extLst>
                    <a:ext uri="{FF2B5EF4-FFF2-40B4-BE49-F238E27FC236}">
                      <a16:creationId xmlns:a16="http://schemas.microsoft.com/office/drawing/2014/main" id="{1BFA4F70-D565-A53C-AEBE-A9D8EF25A01A}"/>
                    </a:ext>
                  </a:extLst>
                </p:cNvPr>
                <p:cNvSpPr/>
                <p:nvPr/>
              </p:nvSpPr>
              <p:spPr>
                <a:xfrm>
                  <a:off x="1490146" y="3564893"/>
                  <a:ext cx="23114" cy="231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4" name="ellipse_2567">
                  <a:extLst>
                    <a:ext uri="{FF2B5EF4-FFF2-40B4-BE49-F238E27FC236}">
                      <a16:creationId xmlns:a16="http://schemas.microsoft.com/office/drawing/2014/main" id="{8B160B8D-8B4B-6BBB-7AAD-60FD0296BE77}"/>
                    </a:ext>
                  </a:extLst>
                </p:cNvPr>
                <p:cNvSpPr/>
                <p:nvPr/>
              </p:nvSpPr>
              <p:spPr>
                <a:xfrm>
                  <a:off x="1318021" y="3588334"/>
                  <a:ext cx="19866" cy="198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5" name="ellipse_2568">
                  <a:extLst>
                    <a:ext uri="{FF2B5EF4-FFF2-40B4-BE49-F238E27FC236}">
                      <a16:creationId xmlns:a16="http://schemas.microsoft.com/office/drawing/2014/main" id="{C6EE19CF-5073-CB0F-187A-9CECA11287B1}"/>
                    </a:ext>
                  </a:extLst>
                </p:cNvPr>
                <p:cNvSpPr/>
                <p:nvPr/>
              </p:nvSpPr>
              <p:spPr>
                <a:xfrm>
                  <a:off x="1478242" y="3571021"/>
                  <a:ext cx="21106" cy="2110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6" name="ellipse_2569">
                  <a:extLst>
                    <a:ext uri="{FF2B5EF4-FFF2-40B4-BE49-F238E27FC236}">
                      <a16:creationId xmlns:a16="http://schemas.microsoft.com/office/drawing/2014/main" id="{B5E59263-42F0-CF78-665E-448976EAA5B4}"/>
                    </a:ext>
                  </a:extLst>
                </p:cNvPr>
                <p:cNvSpPr/>
                <p:nvPr/>
              </p:nvSpPr>
              <p:spPr>
                <a:xfrm>
                  <a:off x="1317612" y="3652314"/>
                  <a:ext cx="17900" cy="179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7" name="ellipse_2570">
                  <a:extLst>
                    <a:ext uri="{FF2B5EF4-FFF2-40B4-BE49-F238E27FC236}">
                      <a16:creationId xmlns:a16="http://schemas.microsoft.com/office/drawing/2014/main" id="{14AA4955-5F9D-337C-B0BA-53B7EC448769}"/>
                    </a:ext>
                  </a:extLst>
                </p:cNvPr>
                <p:cNvSpPr/>
                <p:nvPr/>
              </p:nvSpPr>
              <p:spPr>
                <a:xfrm>
                  <a:off x="1437620" y="3709822"/>
                  <a:ext cx="15418" cy="1541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8" name="ellipse_2571">
                  <a:extLst>
                    <a:ext uri="{FF2B5EF4-FFF2-40B4-BE49-F238E27FC236}">
                      <a16:creationId xmlns:a16="http://schemas.microsoft.com/office/drawing/2014/main" id="{C47398B5-254D-AA8C-580B-AD64C0EC36E5}"/>
                    </a:ext>
                  </a:extLst>
                </p:cNvPr>
                <p:cNvSpPr/>
                <p:nvPr/>
              </p:nvSpPr>
              <p:spPr>
                <a:xfrm>
                  <a:off x="1482151" y="3682518"/>
                  <a:ext cx="16703" cy="1670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0E5"/>
                    </a:gs>
                    <a:gs pos="100000">
                      <a:srgbClr val="B2BD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9" name="ellipse_2572">
                  <a:extLst>
                    <a:ext uri="{FF2B5EF4-FFF2-40B4-BE49-F238E27FC236}">
                      <a16:creationId xmlns:a16="http://schemas.microsoft.com/office/drawing/2014/main" id="{EB8F623D-20FA-6B32-DA91-07C9D60A8BD1}"/>
                    </a:ext>
                  </a:extLst>
                </p:cNvPr>
                <p:cNvSpPr/>
                <p:nvPr/>
              </p:nvSpPr>
              <p:spPr>
                <a:xfrm>
                  <a:off x="1411116" y="3562784"/>
                  <a:ext cx="21423" cy="2142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1E6"/>
                    </a:gs>
                    <a:gs pos="100000">
                      <a:srgbClr val="B2BDC6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0" name="ellipse_2573">
                  <a:extLst>
                    <a:ext uri="{FF2B5EF4-FFF2-40B4-BE49-F238E27FC236}">
                      <a16:creationId xmlns:a16="http://schemas.microsoft.com/office/drawing/2014/main" id="{B6A086BF-285D-5747-5B52-10BEAA4D875F}"/>
                    </a:ext>
                  </a:extLst>
                </p:cNvPr>
                <p:cNvSpPr/>
                <p:nvPr/>
              </p:nvSpPr>
              <p:spPr>
                <a:xfrm>
                  <a:off x="1454564" y="3537748"/>
                  <a:ext cx="19763" cy="1976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1" name="ellipse_2574">
                  <a:extLst>
                    <a:ext uri="{FF2B5EF4-FFF2-40B4-BE49-F238E27FC236}">
                      <a16:creationId xmlns:a16="http://schemas.microsoft.com/office/drawing/2014/main" id="{4E6E79DA-8063-7F70-C44F-1F9D5C4E8C01}"/>
                    </a:ext>
                  </a:extLst>
                </p:cNvPr>
                <p:cNvSpPr/>
                <p:nvPr/>
              </p:nvSpPr>
              <p:spPr>
                <a:xfrm>
                  <a:off x="1516785" y="3654731"/>
                  <a:ext cx="21578" cy="2157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2" name="ellipse_2575">
                  <a:extLst>
                    <a:ext uri="{FF2B5EF4-FFF2-40B4-BE49-F238E27FC236}">
                      <a16:creationId xmlns:a16="http://schemas.microsoft.com/office/drawing/2014/main" id="{F1E6AB12-8355-2A08-86EB-A4BA78A26B81}"/>
                    </a:ext>
                  </a:extLst>
                </p:cNvPr>
                <p:cNvSpPr/>
                <p:nvPr/>
              </p:nvSpPr>
              <p:spPr>
                <a:xfrm>
                  <a:off x="1410634" y="3697683"/>
                  <a:ext cx="24162" cy="2416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3" name="ellipse_2576">
                  <a:extLst>
                    <a:ext uri="{FF2B5EF4-FFF2-40B4-BE49-F238E27FC236}">
                      <a16:creationId xmlns:a16="http://schemas.microsoft.com/office/drawing/2014/main" id="{F9A5AFAC-EB78-8412-972F-7EF08C8F1D84}"/>
                    </a:ext>
                  </a:extLst>
                </p:cNvPr>
                <p:cNvSpPr/>
                <p:nvPr/>
              </p:nvSpPr>
              <p:spPr>
                <a:xfrm>
                  <a:off x="1425946" y="3562304"/>
                  <a:ext cx="17525" cy="175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4" name="ellipse_2577">
                  <a:extLst>
                    <a:ext uri="{FF2B5EF4-FFF2-40B4-BE49-F238E27FC236}">
                      <a16:creationId xmlns:a16="http://schemas.microsoft.com/office/drawing/2014/main" id="{44E917ED-DF5D-9E1D-1AE5-59AC14B04DD3}"/>
                    </a:ext>
                  </a:extLst>
                </p:cNvPr>
                <p:cNvSpPr/>
                <p:nvPr/>
              </p:nvSpPr>
              <p:spPr>
                <a:xfrm>
                  <a:off x="1355269" y="3594031"/>
                  <a:ext cx="21133" cy="2113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8DFE4"/>
                    </a:gs>
                    <a:gs pos="100000">
                      <a:srgbClr val="B0BC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5" name="ellipse_2578">
                  <a:extLst>
                    <a:ext uri="{FF2B5EF4-FFF2-40B4-BE49-F238E27FC236}">
                      <a16:creationId xmlns:a16="http://schemas.microsoft.com/office/drawing/2014/main" id="{A0CD8726-84D0-47BA-CBC2-17279EB86C5C}"/>
                    </a:ext>
                  </a:extLst>
                </p:cNvPr>
                <p:cNvSpPr/>
                <p:nvPr/>
              </p:nvSpPr>
              <p:spPr>
                <a:xfrm>
                  <a:off x="1506719" y="3690770"/>
                  <a:ext cx="17358" cy="1735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6" name="ellipse_2579">
                  <a:extLst>
                    <a:ext uri="{FF2B5EF4-FFF2-40B4-BE49-F238E27FC236}">
                      <a16:creationId xmlns:a16="http://schemas.microsoft.com/office/drawing/2014/main" id="{832E0DE3-1C96-0BA1-6183-EEC92C02DBAC}"/>
                    </a:ext>
                  </a:extLst>
                </p:cNvPr>
                <p:cNvSpPr/>
                <p:nvPr/>
              </p:nvSpPr>
              <p:spPr>
                <a:xfrm>
                  <a:off x="1349195" y="3647004"/>
                  <a:ext cx="22300" cy="223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A"/>
                    </a:gs>
                    <a:gs pos="43000">
                      <a:srgbClr val="D9DFE5"/>
                    </a:gs>
                    <a:gs pos="100000">
                      <a:srgbClr val="B1BC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7" name="ellipse_2580">
                  <a:extLst>
                    <a:ext uri="{FF2B5EF4-FFF2-40B4-BE49-F238E27FC236}">
                      <a16:creationId xmlns:a16="http://schemas.microsoft.com/office/drawing/2014/main" id="{685D68C3-06CC-62FB-8D96-6AB35C13ABDC}"/>
                    </a:ext>
                  </a:extLst>
                </p:cNvPr>
                <p:cNvSpPr/>
                <p:nvPr/>
              </p:nvSpPr>
              <p:spPr>
                <a:xfrm>
                  <a:off x="1577404" y="3601425"/>
                  <a:ext cx="20206" cy="2020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8" name="ellipse_2581">
                  <a:extLst>
                    <a:ext uri="{FF2B5EF4-FFF2-40B4-BE49-F238E27FC236}">
                      <a16:creationId xmlns:a16="http://schemas.microsoft.com/office/drawing/2014/main" id="{1633D0FC-E4B0-0112-24F1-D710C0D79880}"/>
                    </a:ext>
                  </a:extLst>
                </p:cNvPr>
                <p:cNvSpPr/>
                <p:nvPr/>
              </p:nvSpPr>
              <p:spPr>
                <a:xfrm>
                  <a:off x="1509076" y="3554975"/>
                  <a:ext cx="15762" cy="1576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2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9" name="ellipse_2582">
                  <a:extLst>
                    <a:ext uri="{FF2B5EF4-FFF2-40B4-BE49-F238E27FC236}">
                      <a16:creationId xmlns:a16="http://schemas.microsoft.com/office/drawing/2014/main" id="{BF59A358-3B1C-334B-A3A0-FF3060A27A2D}"/>
                    </a:ext>
                  </a:extLst>
                </p:cNvPr>
                <p:cNvSpPr/>
                <p:nvPr/>
              </p:nvSpPr>
              <p:spPr>
                <a:xfrm>
                  <a:off x="1462460" y="3706007"/>
                  <a:ext cx="22750" cy="2275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AB5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0" name="ellipse_2583">
                  <a:extLst>
                    <a:ext uri="{FF2B5EF4-FFF2-40B4-BE49-F238E27FC236}">
                      <a16:creationId xmlns:a16="http://schemas.microsoft.com/office/drawing/2014/main" id="{71445B46-F0E7-1E7F-F422-421F1FC6479C}"/>
                    </a:ext>
                  </a:extLst>
                </p:cNvPr>
                <p:cNvSpPr/>
                <p:nvPr/>
              </p:nvSpPr>
              <p:spPr>
                <a:xfrm>
                  <a:off x="1439477" y="3526920"/>
                  <a:ext cx="21290" cy="2129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1" name="ellipse_2584">
                  <a:extLst>
                    <a:ext uri="{FF2B5EF4-FFF2-40B4-BE49-F238E27FC236}">
                      <a16:creationId xmlns:a16="http://schemas.microsoft.com/office/drawing/2014/main" id="{6344F928-F4CE-EFF3-6E5A-C454B7F3E689}"/>
                    </a:ext>
                  </a:extLst>
                </p:cNvPr>
                <p:cNvSpPr/>
                <p:nvPr/>
              </p:nvSpPr>
              <p:spPr>
                <a:xfrm>
                  <a:off x="1310268" y="3672453"/>
                  <a:ext cx="21000" cy="21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2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2" name="ellipse_2585">
                  <a:extLst>
                    <a:ext uri="{FF2B5EF4-FFF2-40B4-BE49-F238E27FC236}">
                      <a16:creationId xmlns:a16="http://schemas.microsoft.com/office/drawing/2014/main" id="{FB37A7AF-B4E6-4596-E5B9-C9CB66E336EA}"/>
                    </a:ext>
                  </a:extLst>
                </p:cNvPr>
                <p:cNvSpPr/>
                <p:nvPr/>
              </p:nvSpPr>
              <p:spPr>
                <a:xfrm>
                  <a:off x="1552938" y="3621802"/>
                  <a:ext cx="15605" cy="156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4DCE1"/>
                    </a:gs>
                    <a:gs pos="100000">
                      <a:srgbClr val="AB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3" name="ellipse_2586">
                  <a:extLst>
                    <a:ext uri="{FF2B5EF4-FFF2-40B4-BE49-F238E27FC236}">
                      <a16:creationId xmlns:a16="http://schemas.microsoft.com/office/drawing/2014/main" id="{732A8390-D9C5-5E76-1204-96A552C7FA6B}"/>
                    </a:ext>
                  </a:extLst>
                </p:cNvPr>
                <p:cNvSpPr/>
                <p:nvPr/>
              </p:nvSpPr>
              <p:spPr>
                <a:xfrm>
                  <a:off x="1558418" y="3676011"/>
                  <a:ext cx="22184" cy="221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C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4" name="ellipse_2587">
                  <a:extLst>
                    <a:ext uri="{FF2B5EF4-FFF2-40B4-BE49-F238E27FC236}">
                      <a16:creationId xmlns:a16="http://schemas.microsoft.com/office/drawing/2014/main" id="{F575CF5D-BC24-AD23-013C-EDCD32C3DF21}"/>
                    </a:ext>
                  </a:extLst>
                </p:cNvPr>
                <p:cNvSpPr/>
                <p:nvPr/>
              </p:nvSpPr>
              <p:spPr>
                <a:xfrm>
                  <a:off x="1456866" y="3525328"/>
                  <a:ext cx="23606" cy="2360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A"/>
                    </a:gs>
                    <a:gs pos="43000">
                      <a:srgbClr val="D9DFE5"/>
                    </a:gs>
                    <a:gs pos="100000">
                      <a:srgbClr val="B1BC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5" name="ellipse_2588">
                  <a:extLst>
                    <a:ext uri="{FF2B5EF4-FFF2-40B4-BE49-F238E27FC236}">
                      <a16:creationId xmlns:a16="http://schemas.microsoft.com/office/drawing/2014/main" id="{CDB6B4F2-0A94-CE3C-021E-47C5568D2948}"/>
                    </a:ext>
                  </a:extLst>
                </p:cNvPr>
                <p:cNvSpPr/>
                <p:nvPr/>
              </p:nvSpPr>
              <p:spPr>
                <a:xfrm>
                  <a:off x="1364561" y="3569140"/>
                  <a:ext cx="22851" cy="2285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ED6DD"/>
                    </a:gs>
                    <a:gs pos="100000">
                      <a:srgbClr val="A5B1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6" name="ellipse_2589">
                  <a:extLst>
                    <a:ext uri="{FF2B5EF4-FFF2-40B4-BE49-F238E27FC236}">
                      <a16:creationId xmlns:a16="http://schemas.microsoft.com/office/drawing/2014/main" id="{CC7E8CA3-77B6-D483-7C27-327D5E326E2D}"/>
                    </a:ext>
                  </a:extLst>
                </p:cNvPr>
                <p:cNvSpPr/>
                <p:nvPr/>
              </p:nvSpPr>
              <p:spPr>
                <a:xfrm>
                  <a:off x="1539847" y="3619786"/>
                  <a:ext cx="18619" cy="1861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7" name="ellipse_2590">
                  <a:extLst>
                    <a:ext uri="{FF2B5EF4-FFF2-40B4-BE49-F238E27FC236}">
                      <a16:creationId xmlns:a16="http://schemas.microsoft.com/office/drawing/2014/main" id="{96E4EB92-C61D-ACA7-5176-07B652235D7F}"/>
                    </a:ext>
                  </a:extLst>
                </p:cNvPr>
                <p:cNvSpPr/>
                <p:nvPr/>
              </p:nvSpPr>
              <p:spPr>
                <a:xfrm>
                  <a:off x="1298635" y="3654692"/>
                  <a:ext cx="18927" cy="1892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1"/>
                    </a:gs>
                    <a:gs pos="100000">
                      <a:srgbClr val="AC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8" name="ellipse_2591">
                  <a:extLst>
                    <a:ext uri="{FF2B5EF4-FFF2-40B4-BE49-F238E27FC236}">
                      <a16:creationId xmlns:a16="http://schemas.microsoft.com/office/drawing/2014/main" id="{BED2861B-7D53-49CE-A3EA-66DD0B649D94}"/>
                    </a:ext>
                  </a:extLst>
                </p:cNvPr>
                <p:cNvSpPr/>
                <p:nvPr/>
              </p:nvSpPr>
              <p:spPr>
                <a:xfrm>
                  <a:off x="1319712" y="3686409"/>
                  <a:ext cx="23715" cy="2371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9" name="ellipse_2592">
                  <a:extLst>
                    <a:ext uri="{FF2B5EF4-FFF2-40B4-BE49-F238E27FC236}">
                      <a16:creationId xmlns:a16="http://schemas.microsoft.com/office/drawing/2014/main" id="{5B9FEE8A-70A1-E5A7-3BF0-7B6A02E38A19}"/>
                    </a:ext>
                  </a:extLst>
                </p:cNvPr>
                <p:cNvSpPr/>
                <p:nvPr/>
              </p:nvSpPr>
              <p:spPr>
                <a:xfrm>
                  <a:off x="1501588" y="3562901"/>
                  <a:ext cx="22327" cy="2232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6DDE3"/>
                    </a:gs>
                    <a:gs pos="100000">
                      <a:srgbClr val="AEB9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0" name="ellipse_2593">
                  <a:extLst>
                    <a:ext uri="{FF2B5EF4-FFF2-40B4-BE49-F238E27FC236}">
                      <a16:creationId xmlns:a16="http://schemas.microsoft.com/office/drawing/2014/main" id="{1C35723D-645C-4E34-A44F-91F64E164F30}"/>
                    </a:ext>
                  </a:extLst>
                </p:cNvPr>
                <p:cNvSpPr/>
                <p:nvPr/>
              </p:nvSpPr>
              <p:spPr>
                <a:xfrm>
                  <a:off x="1466525" y="3529327"/>
                  <a:ext cx="15101" cy="1510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1" name="ellipse_2594">
                  <a:extLst>
                    <a:ext uri="{FF2B5EF4-FFF2-40B4-BE49-F238E27FC236}">
                      <a16:creationId xmlns:a16="http://schemas.microsoft.com/office/drawing/2014/main" id="{4FC91858-486E-1F0A-5D5C-0C8918C0B95B}"/>
                    </a:ext>
                  </a:extLst>
                </p:cNvPr>
                <p:cNvSpPr/>
                <p:nvPr/>
              </p:nvSpPr>
              <p:spPr>
                <a:xfrm>
                  <a:off x="1333290" y="3551629"/>
                  <a:ext cx="21303" cy="2130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2" name="ellipse_2595">
                  <a:extLst>
                    <a:ext uri="{FF2B5EF4-FFF2-40B4-BE49-F238E27FC236}">
                      <a16:creationId xmlns:a16="http://schemas.microsoft.com/office/drawing/2014/main" id="{C04C3A0B-0E65-2358-CC79-C9DA9D322757}"/>
                    </a:ext>
                  </a:extLst>
                </p:cNvPr>
                <p:cNvSpPr/>
                <p:nvPr/>
              </p:nvSpPr>
              <p:spPr>
                <a:xfrm>
                  <a:off x="1339812" y="3618696"/>
                  <a:ext cx="23994" cy="239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3" name="ellipse_2596">
                  <a:extLst>
                    <a:ext uri="{FF2B5EF4-FFF2-40B4-BE49-F238E27FC236}">
                      <a16:creationId xmlns:a16="http://schemas.microsoft.com/office/drawing/2014/main" id="{61336EC2-E9EB-DEBB-13D6-0E2589118DAF}"/>
                    </a:ext>
                  </a:extLst>
                </p:cNvPr>
                <p:cNvSpPr/>
                <p:nvPr/>
              </p:nvSpPr>
              <p:spPr>
                <a:xfrm>
                  <a:off x="1322053" y="3616233"/>
                  <a:ext cx="19417" cy="194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6DD"/>
                    </a:gs>
                    <a:gs pos="100000">
                      <a:srgbClr val="A4B1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4" name="ellipse_2597">
                  <a:extLst>
                    <a:ext uri="{FF2B5EF4-FFF2-40B4-BE49-F238E27FC236}">
                      <a16:creationId xmlns:a16="http://schemas.microsoft.com/office/drawing/2014/main" id="{F9CD8A5E-E81C-972B-1AF4-DBE455A5BD97}"/>
                    </a:ext>
                  </a:extLst>
                </p:cNvPr>
                <p:cNvSpPr/>
                <p:nvPr/>
              </p:nvSpPr>
              <p:spPr>
                <a:xfrm>
                  <a:off x="1442627" y="3702519"/>
                  <a:ext cx="16815" cy="1681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5DC"/>
                    </a:gs>
                    <a:gs pos="100000">
                      <a:srgbClr val="A4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5" name="ellipse_2598">
                  <a:extLst>
                    <a:ext uri="{FF2B5EF4-FFF2-40B4-BE49-F238E27FC236}">
                      <a16:creationId xmlns:a16="http://schemas.microsoft.com/office/drawing/2014/main" id="{7A351DCA-AAB0-4D20-0BA6-A00040C77E5F}"/>
                    </a:ext>
                  </a:extLst>
                </p:cNvPr>
                <p:cNvSpPr/>
                <p:nvPr/>
              </p:nvSpPr>
              <p:spPr>
                <a:xfrm>
                  <a:off x="1359926" y="3695336"/>
                  <a:ext cx="19088" cy="1908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C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6" name="ellipse_2599">
                  <a:extLst>
                    <a:ext uri="{FF2B5EF4-FFF2-40B4-BE49-F238E27FC236}">
                      <a16:creationId xmlns:a16="http://schemas.microsoft.com/office/drawing/2014/main" id="{B5C1F8A4-20E3-2521-1BF5-6F655511C94F}"/>
                    </a:ext>
                  </a:extLst>
                </p:cNvPr>
                <p:cNvSpPr/>
                <p:nvPr/>
              </p:nvSpPr>
              <p:spPr>
                <a:xfrm>
                  <a:off x="1316114" y="3579850"/>
                  <a:ext cx="19778" cy="1977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7" name="ellipse_2600">
                  <a:extLst>
                    <a:ext uri="{FF2B5EF4-FFF2-40B4-BE49-F238E27FC236}">
                      <a16:creationId xmlns:a16="http://schemas.microsoft.com/office/drawing/2014/main" id="{7B74B4ED-F72A-2B10-0692-E6B241B33B15}"/>
                    </a:ext>
                  </a:extLst>
                </p:cNvPr>
                <p:cNvSpPr/>
                <p:nvPr/>
              </p:nvSpPr>
              <p:spPr>
                <a:xfrm>
                  <a:off x="1434798" y="3553542"/>
                  <a:ext cx="17285" cy="1728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F"/>
                    </a:gs>
                    <a:gs pos="100000">
                      <a:srgbClr val="A6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8" name="ellipse_2601">
                  <a:extLst>
                    <a:ext uri="{FF2B5EF4-FFF2-40B4-BE49-F238E27FC236}">
                      <a16:creationId xmlns:a16="http://schemas.microsoft.com/office/drawing/2014/main" id="{D874962A-419B-B925-EDD9-6A2759200E07}"/>
                    </a:ext>
                  </a:extLst>
                </p:cNvPr>
                <p:cNvSpPr/>
                <p:nvPr/>
              </p:nvSpPr>
              <p:spPr>
                <a:xfrm>
                  <a:off x="1494855" y="3573622"/>
                  <a:ext cx="23632" cy="2363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  <p:grpSp>
            <p:nvGrpSpPr>
              <p:cNvPr id="2719" name="Feature vector">
                <a:extLst>
                  <a:ext uri="{FF2B5EF4-FFF2-40B4-BE49-F238E27FC236}">
                    <a16:creationId xmlns:a16="http://schemas.microsoft.com/office/drawing/2014/main" id="{5A798913-C548-5DDD-F4D5-B02A05ABC49B}"/>
                  </a:ext>
                </a:extLst>
              </p:cNvPr>
              <p:cNvGrpSpPr/>
              <p:nvPr/>
            </p:nvGrpSpPr>
            <p:grpSpPr>
              <a:xfrm>
                <a:off x="1274580" y="3787605"/>
                <a:ext cx="338355" cy="49275"/>
                <a:chOff x="1274580" y="3787605"/>
                <a:chExt cx="338355" cy="49275"/>
              </a:xfrm>
            </p:grpSpPr>
            <p:sp>
              <p:nvSpPr>
                <p:cNvPr id="2720" name="feature_1">
                  <a:extLst>
                    <a:ext uri="{FF2B5EF4-FFF2-40B4-BE49-F238E27FC236}">
                      <a16:creationId xmlns:a16="http://schemas.microsoft.com/office/drawing/2014/main" id="{7BDE9ACA-BBEB-C2C9-2302-DCDD1EA71191}"/>
                    </a:ext>
                  </a:extLst>
                </p:cNvPr>
                <p:cNvSpPr/>
                <p:nvPr/>
              </p:nvSpPr>
              <p:spPr>
                <a:xfrm>
                  <a:off x="1274580" y="3787605"/>
                  <a:ext cx="45521" cy="49275"/>
                </a:xfrm>
                <a:prstGeom prst="rect">
                  <a:avLst/>
                </a:prstGeom>
                <a:solidFill>
                  <a:srgbClr val="90C4B4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1" name="feature_2">
                  <a:extLst>
                    <a:ext uri="{FF2B5EF4-FFF2-40B4-BE49-F238E27FC236}">
                      <a16:creationId xmlns:a16="http://schemas.microsoft.com/office/drawing/2014/main" id="{5E4349B0-4057-3B81-88C1-9E84EB4537A3}"/>
                    </a:ext>
                  </a:extLst>
                </p:cNvPr>
                <p:cNvSpPr/>
                <p:nvPr/>
              </p:nvSpPr>
              <p:spPr>
                <a:xfrm>
                  <a:off x="1323386" y="3787605"/>
                  <a:ext cx="45521" cy="49275"/>
                </a:xfrm>
                <a:prstGeom prst="rect">
                  <a:avLst/>
                </a:prstGeom>
                <a:solidFill>
                  <a:srgbClr val="B9DBD1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2" name="feature_3">
                  <a:extLst>
                    <a:ext uri="{FF2B5EF4-FFF2-40B4-BE49-F238E27FC236}">
                      <a16:creationId xmlns:a16="http://schemas.microsoft.com/office/drawing/2014/main" id="{21AF2F77-9DAA-F61A-1798-694F02B43704}"/>
                    </a:ext>
                  </a:extLst>
                </p:cNvPr>
                <p:cNvSpPr/>
                <p:nvPr/>
              </p:nvSpPr>
              <p:spPr>
                <a:xfrm>
                  <a:off x="1372191" y="3787605"/>
                  <a:ext cx="45521" cy="49275"/>
                </a:xfrm>
                <a:prstGeom prst="rect">
                  <a:avLst/>
                </a:prstGeom>
                <a:solidFill>
                  <a:srgbClr val="4EAA93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3" name="feature_4">
                  <a:extLst>
                    <a:ext uri="{FF2B5EF4-FFF2-40B4-BE49-F238E27FC236}">
                      <a16:creationId xmlns:a16="http://schemas.microsoft.com/office/drawing/2014/main" id="{E0A0D814-C7FF-73DE-0CCC-79D4252F1D07}"/>
                    </a:ext>
                  </a:extLst>
                </p:cNvPr>
                <p:cNvSpPr/>
                <p:nvPr/>
              </p:nvSpPr>
              <p:spPr>
                <a:xfrm>
                  <a:off x="1420997" y="3787605"/>
                  <a:ext cx="45521" cy="49275"/>
                </a:xfrm>
                <a:prstGeom prst="rect">
                  <a:avLst/>
                </a:prstGeom>
                <a:solidFill>
                  <a:srgbClr val="90C4B4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4" name="feature_5">
                  <a:extLst>
                    <a:ext uri="{FF2B5EF4-FFF2-40B4-BE49-F238E27FC236}">
                      <a16:creationId xmlns:a16="http://schemas.microsoft.com/office/drawing/2014/main" id="{D97BF852-74BA-343E-7884-BA6D9F216F0B}"/>
                    </a:ext>
                  </a:extLst>
                </p:cNvPr>
                <p:cNvSpPr/>
                <p:nvPr/>
              </p:nvSpPr>
              <p:spPr>
                <a:xfrm>
                  <a:off x="1469803" y="3787605"/>
                  <a:ext cx="45521" cy="49275"/>
                </a:xfrm>
                <a:prstGeom prst="rect">
                  <a:avLst/>
                </a:prstGeom>
                <a:solidFill>
                  <a:srgbClr val="B9DBD1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5" name="feature_6">
                  <a:extLst>
                    <a:ext uri="{FF2B5EF4-FFF2-40B4-BE49-F238E27FC236}">
                      <a16:creationId xmlns:a16="http://schemas.microsoft.com/office/drawing/2014/main" id="{0FE464EC-2470-6F4E-E81A-A850C1F441BF}"/>
                    </a:ext>
                  </a:extLst>
                </p:cNvPr>
                <p:cNvSpPr/>
                <p:nvPr/>
              </p:nvSpPr>
              <p:spPr>
                <a:xfrm>
                  <a:off x="1518609" y="3787605"/>
                  <a:ext cx="45521" cy="49275"/>
                </a:xfrm>
                <a:prstGeom prst="rect">
                  <a:avLst/>
                </a:prstGeom>
                <a:solidFill>
                  <a:srgbClr val="4EAA93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6" name="feature_7">
                  <a:extLst>
                    <a:ext uri="{FF2B5EF4-FFF2-40B4-BE49-F238E27FC236}">
                      <a16:creationId xmlns:a16="http://schemas.microsoft.com/office/drawing/2014/main" id="{19277BB9-EE25-07D3-20CA-86792DC946F4}"/>
                    </a:ext>
                  </a:extLst>
                </p:cNvPr>
                <p:cNvSpPr/>
                <p:nvPr/>
              </p:nvSpPr>
              <p:spPr>
                <a:xfrm>
                  <a:off x="1567414" y="3787605"/>
                  <a:ext cx="45521" cy="49275"/>
                </a:xfrm>
                <a:prstGeom prst="rect">
                  <a:avLst/>
                </a:prstGeom>
                <a:solidFill>
                  <a:srgbClr val="90C4B4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  <p:sp>
            <p:nvSpPr>
              <p:cNvPr id="2727" name="rect_2609">
                <a:extLst>
                  <a:ext uri="{FF2B5EF4-FFF2-40B4-BE49-F238E27FC236}">
                    <a16:creationId xmlns:a16="http://schemas.microsoft.com/office/drawing/2014/main" id="{A2D5B3D1-EE97-F7F9-2E5E-CFF53BC9BF42}"/>
                  </a:ext>
                </a:extLst>
              </p:cNvPr>
              <p:cNvSpPr/>
              <p:nvPr/>
            </p:nvSpPr>
            <p:spPr>
              <a:xfrm>
                <a:off x="1826460" y="3367125"/>
                <a:ext cx="844245" cy="532170"/>
              </a:xfrm>
              <a:prstGeom prst="roundRect">
                <a:avLst>
                  <a:gd name="adj" fmla="val 3704"/>
                </a:avLst>
              </a:prstGeom>
              <a:solidFill>
                <a:srgbClr val="FCFEFD"/>
              </a:solidFill>
              <a:ln w="3942" cap="rnd" cmpd="sng" algn="ctr">
                <a:solidFill>
                  <a:srgbClr val="C5DED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28" name="Text | Local candidate cues">
                <a:extLst>
                  <a:ext uri="{FF2B5EF4-FFF2-40B4-BE49-F238E27FC236}">
                    <a16:creationId xmlns:a16="http://schemas.microsoft.com/office/drawing/2014/main" id="{F3130B2F-CF3F-D8C8-C133-ADEBD81B284B}"/>
                  </a:ext>
                </a:extLst>
              </p:cNvPr>
              <p:cNvSpPr txBox="1"/>
              <p:nvPr/>
            </p:nvSpPr>
            <p:spPr>
              <a:xfrm>
                <a:off x="1768226" y="3383550"/>
                <a:ext cx="957429" cy="1119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21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Local candidate cues</a:t>
                </a:r>
                <a:endParaRPr lang="en-US" sz="621"/>
              </a:p>
            </p:txBody>
          </p:sp>
          <p:sp>
            <p:nvSpPr>
              <p:cNvPr id="2729" name="Candidate blob | editable contour">
                <a:extLst>
                  <a:ext uri="{FF2B5EF4-FFF2-40B4-BE49-F238E27FC236}">
                    <a16:creationId xmlns:a16="http://schemas.microsoft.com/office/drawing/2014/main" id="{9C08B257-FB3A-12C2-FBE9-8E8FF8BB792B}"/>
                  </a:ext>
                </a:extLst>
              </p:cNvPr>
              <p:cNvSpPr/>
              <p:nvPr/>
            </p:nvSpPr>
            <p:spPr>
              <a:xfrm>
                <a:off x="1928706" y="3559489"/>
                <a:ext cx="227897" cy="155682"/>
              </a:xfrm>
              <a:custGeom>
                <a:avLst/>
                <a:gdLst/>
                <a:ahLst/>
                <a:cxnLst/>
                <a:rect l="0" t="0" r="w" b="h"/>
                <a:pathLst>
                  <a:path w="227897" h="155682" extrusionOk="0">
                    <a:moveTo>
                      <a:pt x="5338" y="97866"/>
                    </a:moveTo>
                    <a:cubicBezTo>
                      <a:pt x="0" y="80701"/>
                      <a:pt x="18889" y="54504"/>
                      <a:pt x="29976" y="43663"/>
                    </a:cubicBezTo>
                    <a:cubicBezTo>
                      <a:pt x="41062" y="32823"/>
                      <a:pt x="58719" y="39447"/>
                      <a:pt x="71859" y="32823"/>
                    </a:cubicBezTo>
                    <a:cubicBezTo>
                      <a:pt x="84999" y="26198"/>
                      <a:pt x="92391" y="7829"/>
                      <a:pt x="108816" y="3915"/>
                    </a:cubicBezTo>
                    <a:cubicBezTo>
                      <a:pt x="125241" y="0"/>
                      <a:pt x="153984" y="3613"/>
                      <a:pt x="170409" y="9335"/>
                    </a:cubicBezTo>
                    <a:cubicBezTo>
                      <a:pt x="186834" y="15056"/>
                      <a:pt x="198332" y="26198"/>
                      <a:pt x="207366" y="38243"/>
                    </a:cubicBezTo>
                    <a:cubicBezTo>
                      <a:pt x="216399" y="50288"/>
                      <a:pt x="227897" y="67151"/>
                      <a:pt x="224612" y="81605"/>
                    </a:cubicBezTo>
                    <a:cubicBezTo>
                      <a:pt x="221327" y="96059"/>
                      <a:pt x="203259" y="113223"/>
                      <a:pt x="187656" y="124967"/>
                    </a:cubicBezTo>
                    <a:cubicBezTo>
                      <a:pt x="172052" y="136711"/>
                      <a:pt x="151931" y="148455"/>
                      <a:pt x="130989" y="152068"/>
                    </a:cubicBezTo>
                    <a:cubicBezTo>
                      <a:pt x="110048" y="155682"/>
                      <a:pt x="82946" y="155682"/>
                      <a:pt x="62004" y="146648"/>
                    </a:cubicBezTo>
                    <a:cubicBezTo>
                      <a:pt x="41062" y="137614"/>
                      <a:pt x="10676" y="115030"/>
                      <a:pt x="5338" y="978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E9F2F9"/>
                  </a:gs>
                  <a:gs pos="48000">
                    <a:srgbClr val="85B7DD"/>
                  </a:gs>
                  <a:gs pos="100000">
                    <a:srgbClr val="65A1CE"/>
                  </a:gs>
                </a:gsLst>
                <a:lin ang="2700000" scaled="1"/>
                <a:tileRect/>
              </a:gradFill>
              <a:ln w="3285" cap="rnd" cmpd="sng" algn="ctr">
                <a:solidFill>
                  <a:srgbClr val="71A9D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30" name="ellipse_2612">
                <a:extLst>
                  <a:ext uri="{FF2B5EF4-FFF2-40B4-BE49-F238E27FC236}">
                    <a16:creationId xmlns:a16="http://schemas.microsoft.com/office/drawing/2014/main" id="{D40652B5-A36C-BEBA-A348-30D4B56B37E1}"/>
                  </a:ext>
                </a:extLst>
              </p:cNvPr>
              <p:cNvSpPr/>
              <p:nvPr/>
            </p:nvSpPr>
            <p:spPr>
              <a:xfrm>
                <a:off x="1980855" y="3603152"/>
                <a:ext cx="56666" cy="19874"/>
              </a:xfrm>
              <a:prstGeom prst="ellipse">
                <a:avLst/>
              </a:prstGeom>
              <a:solidFill>
                <a:srgbClr val="FFFFFF">
                  <a:alpha val="35000"/>
                </a:srgbClr>
              </a:solidFill>
              <a:ln w="328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grpSp>
            <p:nvGrpSpPr>
              <p:cNvPr id="2731" name="Pseudo-atom sampling points; no chemical bonds">
                <a:extLst>
                  <a:ext uri="{FF2B5EF4-FFF2-40B4-BE49-F238E27FC236}">
                    <a16:creationId xmlns:a16="http://schemas.microsoft.com/office/drawing/2014/main" id="{4CAA944B-3CFC-1A91-14AC-F6CDC2C64073}"/>
                  </a:ext>
                </a:extLst>
              </p:cNvPr>
              <p:cNvGrpSpPr/>
              <p:nvPr/>
            </p:nvGrpSpPr>
            <p:grpSpPr>
              <a:xfrm>
                <a:off x="2356083" y="3581646"/>
                <a:ext cx="132815" cy="121377"/>
                <a:chOff x="2356083" y="3581646"/>
                <a:chExt cx="132815" cy="121377"/>
              </a:xfrm>
            </p:grpSpPr>
            <p:sp>
              <p:nvSpPr>
                <p:cNvPr id="2732" name="Pseudo atom | small solid diamond">
                  <a:extLst>
                    <a:ext uri="{FF2B5EF4-FFF2-40B4-BE49-F238E27FC236}">
                      <a16:creationId xmlns:a16="http://schemas.microsoft.com/office/drawing/2014/main" id="{59C38E86-6D31-D702-2AAF-3477FC9D5BFF}"/>
                    </a:ext>
                  </a:extLst>
                </p:cNvPr>
                <p:cNvSpPr/>
                <p:nvPr/>
              </p:nvSpPr>
              <p:spPr>
                <a:xfrm>
                  <a:off x="2470337" y="3657927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3" name="Pseudo atom | small solid diamond">
                  <a:extLst>
                    <a:ext uri="{FF2B5EF4-FFF2-40B4-BE49-F238E27FC236}">
                      <a16:creationId xmlns:a16="http://schemas.microsoft.com/office/drawing/2014/main" id="{0597E204-3AB6-A53C-CEB5-345AA64D69B0}"/>
                    </a:ext>
                  </a:extLst>
                </p:cNvPr>
                <p:cNvSpPr/>
                <p:nvPr/>
              </p:nvSpPr>
              <p:spPr>
                <a:xfrm>
                  <a:off x="2367832" y="3581646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4" name="Pseudo atom | small solid diamond">
                  <a:extLst>
                    <a:ext uri="{FF2B5EF4-FFF2-40B4-BE49-F238E27FC236}">
                      <a16:creationId xmlns:a16="http://schemas.microsoft.com/office/drawing/2014/main" id="{DD06E18D-2D9C-ED3A-2928-A4318AC41FCE}"/>
                    </a:ext>
                  </a:extLst>
                </p:cNvPr>
                <p:cNvSpPr/>
                <p:nvPr/>
              </p:nvSpPr>
              <p:spPr>
                <a:xfrm>
                  <a:off x="2462977" y="3688569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5" name="Pseudo atom | small solid diamond">
                  <a:extLst>
                    <a:ext uri="{FF2B5EF4-FFF2-40B4-BE49-F238E27FC236}">
                      <a16:creationId xmlns:a16="http://schemas.microsoft.com/office/drawing/2014/main" id="{276BDB84-9A99-53FB-AB45-99DDBECFBE33}"/>
                    </a:ext>
                  </a:extLst>
                </p:cNvPr>
                <p:cNvSpPr/>
                <p:nvPr/>
              </p:nvSpPr>
              <p:spPr>
                <a:xfrm>
                  <a:off x="2381094" y="3596723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6" name="Pseudo atom | small solid diamond">
                  <a:extLst>
                    <a:ext uri="{FF2B5EF4-FFF2-40B4-BE49-F238E27FC236}">
                      <a16:creationId xmlns:a16="http://schemas.microsoft.com/office/drawing/2014/main" id="{7661B2D1-2156-1E8A-F699-5E26F848AF42}"/>
                    </a:ext>
                  </a:extLst>
                </p:cNvPr>
                <p:cNvSpPr/>
                <p:nvPr/>
              </p:nvSpPr>
              <p:spPr>
                <a:xfrm>
                  <a:off x="2474444" y="3633245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7" name="Pseudo atom | small solid diamond">
                  <a:extLst>
                    <a:ext uri="{FF2B5EF4-FFF2-40B4-BE49-F238E27FC236}">
                      <a16:creationId xmlns:a16="http://schemas.microsoft.com/office/drawing/2014/main" id="{137FFD7C-409A-6BFF-FB48-B995957E7DB2}"/>
                    </a:ext>
                  </a:extLst>
                </p:cNvPr>
                <p:cNvSpPr/>
                <p:nvPr/>
              </p:nvSpPr>
              <p:spPr>
                <a:xfrm>
                  <a:off x="2419798" y="3615676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8" name="Pseudo atom | small solid diamond">
                  <a:extLst>
                    <a:ext uri="{FF2B5EF4-FFF2-40B4-BE49-F238E27FC236}">
                      <a16:creationId xmlns:a16="http://schemas.microsoft.com/office/drawing/2014/main" id="{3D7F6FE3-BF03-4A7A-3F27-9F8F3B18C0F8}"/>
                    </a:ext>
                  </a:extLst>
                </p:cNvPr>
                <p:cNvSpPr/>
                <p:nvPr/>
              </p:nvSpPr>
              <p:spPr>
                <a:xfrm>
                  <a:off x="2356083" y="3630928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9" name="Pseudo atom | small solid diamond">
                  <a:extLst>
                    <a:ext uri="{FF2B5EF4-FFF2-40B4-BE49-F238E27FC236}">
                      <a16:creationId xmlns:a16="http://schemas.microsoft.com/office/drawing/2014/main" id="{D5201AA1-9500-1AC8-8811-C0A531345AA7}"/>
                    </a:ext>
                  </a:extLst>
                </p:cNvPr>
                <p:cNvSpPr/>
                <p:nvPr/>
              </p:nvSpPr>
              <p:spPr>
                <a:xfrm>
                  <a:off x="2399168" y="3621448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40" name="Pseudo atom | small solid diamond">
                  <a:extLst>
                    <a:ext uri="{FF2B5EF4-FFF2-40B4-BE49-F238E27FC236}">
                      <a16:creationId xmlns:a16="http://schemas.microsoft.com/office/drawing/2014/main" id="{B401597E-B6F5-D6AD-DC52-30EFD3886B26}"/>
                    </a:ext>
                  </a:extLst>
                </p:cNvPr>
                <p:cNvSpPr/>
                <p:nvPr/>
              </p:nvSpPr>
              <p:spPr>
                <a:xfrm>
                  <a:off x="2442478" y="3664017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41" name="Pseudo atom | small solid diamond">
                  <a:extLst>
                    <a:ext uri="{FF2B5EF4-FFF2-40B4-BE49-F238E27FC236}">
                      <a16:creationId xmlns:a16="http://schemas.microsoft.com/office/drawing/2014/main" id="{0DE510F2-81AD-32BA-DEAE-D38BEC99510C}"/>
                    </a:ext>
                  </a:extLst>
                </p:cNvPr>
                <p:cNvSpPr/>
                <p:nvPr/>
              </p:nvSpPr>
              <p:spPr>
                <a:xfrm>
                  <a:off x="2457792" y="3672561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  <p:sp>
            <p:nvSpPr>
              <p:cNvPr id="2742" name="Text | Blob">
                <a:extLst>
                  <a:ext uri="{FF2B5EF4-FFF2-40B4-BE49-F238E27FC236}">
                    <a16:creationId xmlns:a16="http://schemas.microsoft.com/office/drawing/2014/main" id="{03BE3A84-5555-4195-EFEB-FA10EB8D6B42}"/>
                  </a:ext>
                </a:extLst>
              </p:cNvPr>
              <p:cNvSpPr txBox="1"/>
              <p:nvPr/>
            </p:nvSpPr>
            <p:spPr>
              <a:xfrm>
                <a:off x="1946540" y="3764610"/>
                <a:ext cx="193460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Blob</a:t>
                </a:r>
                <a:endParaRPr lang="en-US" sz="595"/>
              </a:p>
            </p:txBody>
          </p:sp>
          <p:sp>
            <p:nvSpPr>
              <p:cNvPr id="2743" name="Text | Pseudo">
                <a:extLst>
                  <a:ext uri="{FF2B5EF4-FFF2-40B4-BE49-F238E27FC236}">
                    <a16:creationId xmlns:a16="http://schemas.microsoft.com/office/drawing/2014/main" id="{1E685ECC-4F66-35B8-AE3E-20D6234C55F4}"/>
                  </a:ext>
                </a:extLst>
              </p:cNvPr>
              <p:cNvSpPr txBox="1"/>
              <p:nvPr/>
            </p:nvSpPr>
            <p:spPr>
              <a:xfrm>
                <a:off x="2298026" y="3764610"/>
                <a:ext cx="298599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Pseudo</a:t>
                </a:r>
                <a:endParaRPr lang="en-US" sz="595"/>
              </a:p>
            </p:txBody>
          </p:sp>
        </p:grpSp>
        <p:sp>
          <p:nvSpPr>
            <p:cNvPr id="2750" name="Text | Q">
              <a:extLst>
                <a:ext uri="{FF2B5EF4-FFF2-40B4-BE49-F238E27FC236}">
                  <a16:creationId xmlns:a16="http://schemas.microsoft.com/office/drawing/2014/main" id="{6D958723-4880-46B2-E4E0-AA2A2D777E3D}"/>
                </a:ext>
              </a:extLst>
            </p:cNvPr>
            <p:cNvSpPr txBox="1"/>
            <p:nvPr/>
          </p:nvSpPr>
          <p:spPr>
            <a:xfrm>
              <a:off x="2772000" y="3963600"/>
              <a:ext cx="94616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Q</a:t>
              </a:r>
              <a:endParaRPr lang="en-US" sz="621"/>
            </a:p>
          </p:txBody>
        </p:sp>
        <p:sp>
          <p:nvSpPr>
            <p:cNvPr id="2761" name="Operation | Mean/max pool">
              <a:extLst>
                <a:ext uri="{FF2B5EF4-FFF2-40B4-BE49-F238E27FC236}">
                  <a16:creationId xmlns:a16="http://schemas.microsoft.com/office/drawing/2014/main" id="{843376FE-E3A1-4D07-7BB8-D45C6300E7BC}"/>
                </a:ext>
              </a:extLst>
            </p:cNvPr>
            <p:cNvSpPr/>
            <p:nvPr/>
          </p:nvSpPr>
          <p:spPr>
            <a:xfrm>
              <a:off x="1379700" y="4022482"/>
              <a:ext cx="617580" cy="160965"/>
            </a:xfrm>
            <a:prstGeom prst="roundRect">
              <a:avLst>
                <a:gd name="adj" fmla="val 18367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62" name="Text | Mean/max pool">
              <a:extLst>
                <a:ext uri="{FF2B5EF4-FFF2-40B4-BE49-F238E27FC236}">
                  <a16:creationId xmlns:a16="http://schemas.microsoft.com/office/drawing/2014/main" id="{D1DC0E21-B9EA-CBD0-1258-28ED87E7C2B9}"/>
                </a:ext>
              </a:extLst>
            </p:cNvPr>
            <p:cNvSpPr txBox="1"/>
            <p:nvPr/>
          </p:nvSpPr>
          <p:spPr>
            <a:xfrm>
              <a:off x="1336948" y="4050931"/>
              <a:ext cx="70308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Mean/max pool</a:t>
              </a:r>
              <a:endParaRPr lang="en-US" sz="621"/>
            </a:p>
          </p:txBody>
        </p:sp>
        <p:sp>
          <p:nvSpPr>
            <p:cNvPr id="2763" name="Operation | Attention">
              <a:extLst>
                <a:ext uri="{FF2B5EF4-FFF2-40B4-BE49-F238E27FC236}">
                  <a16:creationId xmlns:a16="http://schemas.microsoft.com/office/drawing/2014/main" id="{9ABBF995-B8FC-0BA9-4EA5-C3E402B9E6B4}"/>
                </a:ext>
              </a:extLst>
            </p:cNvPr>
            <p:cNvSpPr/>
            <p:nvPr/>
          </p:nvSpPr>
          <p:spPr>
            <a:xfrm>
              <a:off x="2202592" y="4022482"/>
              <a:ext cx="509175" cy="160965"/>
            </a:xfrm>
            <a:prstGeom prst="roundRect">
              <a:avLst>
                <a:gd name="adj" fmla="val 18367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64" name="Text | Attention">
              <a:extLst>
                <a:ext uri="{FF2B5EF4-FFF2-40B4-BE49-F238E27FC236}">
                  <a16:creationId xmlns:a16="http://schemas.microsoft.com/office/drawing/2014/main" id="{514F16C5-3803-58A0-E91E-D6CC522409A0}"/>
                </a:ext>
              </a:extLst>
            </p:cNvPr>
            <p:cNvSpPr txBox="1"/>
            <p:nvPr/>
          </p:nvSpPr>
          <p:spPr>
            <a:xfrm>
              <a:off x="2232886" y="4050931"/>
              <a:ext cx="448587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Attention</a:t>
              </a:r>
              <a:endParaRPr lang="en-US" sz="621"/>
            </a:p>
          </p:txBody>
        </p:sp>
        <p:sp>
          <p:nvSpPr>
            <p:cNvPr id="2771" name="Concatenation">
              <a:extLst>
                <a:ext uri="{FF2B5EF4-FFF2-40B4-BE49-F238E27FC236}">
                  <a16:creationId xmlns:a16="http://schemas.microsoft.com/office/drawing/2014/main" id="{7B391F67-7615-2D04-32F5-1F4EEF8197C5}"/>
                </a:ext>
              </a:extLst>
            </p:cNvPr>
            <p:cNvSpPr/>
            <p:nvPr/>
          </p:nvSpPr>
          <p:spPr>
            <a:xfrm>
              <a:off x="1885590" y="4444605"/>
              <a:ext cx="111690" cy="111690"/>
            </a:xfrm>
            <a:prstGeom prst="ellipse">
              <a:avLst/>
            </a:prstGeom>
            <a:solidFill>
              <a:srgbClr val="FFFFFF"/>
            </a:solidFill>
            <a:ln w="5913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cxnSp>
          <p:nvCxnSpPr>
            <p:cNvPr id="2772" name="path_2641">
              <a:extLst>
                <a:ext uri="{FF2B5EF4-FFF2-40B4-BE49-F238E27FC236}">
                  <a16:creationId xmlns:a16="http://schemas.microsoft.com/office/drawing/2014/main" id="{D4F8109C-D1FC-DF38-9647-0C86438706F4}"/>
                </a:ext>
              </a:extLst>
            </p:cNvPr>
            <p:cNvCxnSpPr/>
            <p:nvPr/>
          </p:nvCxnSpPr>
          <p:spPr>
            <a:xfrm>
              <a:off x="1928295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73" name="path_2642">
              <a:extLst>
                <a:ext uri="{FF2B5EF4-FFF2-40B4-BE49-F238E27FC236}">
                  <a16:creationId xmlns:a16="http://schemas.microsoft.com/office/drawing/2014/main" id="{1CC5635E-CD11-7D89-1266-A1CADC0C4521}"/>
                </a:ext>
              </a:extLst>
            </p:cNvPr>
            <p:cNvCxnSpPr/>
            <p:nvPr/>
          </p:nvCxnSpPr>
          <p:spPr>
            <a:xfrm>
              <a:off x="1954575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77" name="Operation | MLP">
              <a:extLst>
                <a:ext uri="{FF2B5EF4-FFF2-40B4-BE49-F238E27FC236}">
                  <a16:creationId xmlns:a16="http://schemas.microsoft.com/office/drawing/2014/main" id="{5EA311E6-D7A0-C81E-B7E2-F6F268BD5689}"/>
                </a:ext>
              </a:extLst>
            </p:cNvPr>
            <p:cNvSpPr/>
            <p:nvPr/>
          </p:nvSpPr>
          <p:spPr>
            <a:xfrm>
              <a:off x="2169742" y="4421610"/>
              <a:ext cx="305505" cy="15768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78" name="Text | MLP">
              <a:extLst>
                <a:ext uri="{FF2B5EF4-FFF2-40B4-BE49-F238E27FC236}">
                  <a16:creationId xmlns:a16="http://schemas.microsoft.com/office/drawing/2014/main" id="{E184CAB0-E34F-59DC-2CD7-83A3709F7D92}"/>
                </a:ext>
              </a:extLst>
            </p:cNvPr>
            <p:cNvSpPr txBox="1"/>
            <p:nvPr/>
          </p:nvSpPr>
          <p:spPr>
            <a:xfrm>
              <a:off x="2211001" y="4446248"/>
              <a:ext cx="222989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MLP</a:t>
              </a:r>
              <a:endParaRPr lang="en-US" sz="647"/>
            </a:p>
          </p:txBody>
        </p:sp>
        <p:sp>
          <p:nvSpPr>
            <p:cNvPr id="2782" name="FiLM | base summary modulated by conditions">
              <a:extLst>
                <a:ext uri="{FF2B5EF4-FFF2-40B4-BE49-F238E27FC236}">
                  <a16:creationId xmlns:a16="http://schemas.microsoft.com/office/drawing/2014/main" id="{55633ED6-D5A7-FB37-C6A6-14FCEE1BE195}"/>
                </a:ext>
              </a:extLst>
            </p:cNvPr>
            <p:cNvSpPr/>
            <p:nvPr/>
          </p:nvSpPr>
          <p:spPr>
            <a:xfrm>
              <a:off x="2729835" y="4392045"/>
              <a:ext cx="216810" cy="216810"/>
            </a:xfrm>
            <a:prstGeom prst="ellipse">
              <a:avLst/>
            </a:prstGeom>
            <a:solidFill>
              <a:srgbClr val="F2EEF9"/>
            </a:solidFill>
            <a:ln w="6570" cap="rnd" cmpd="sng" algn="ctr">
              <a:solidFill>
                <a:srgbClr val="8B7BB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83" name="Text | FiLM">
              <a:extLst>
                <a:ext uri="{FF2B5EF4-FFF2-40B4-BE49-F238E27FC236}">
                  <a16:creationId xmlns:a16="http://schemas.microsoft.com/office/drawing/2014/main" id="{47426BE8-35E8-91B6-8994-18CF6901D321}"/>
                </a:ext>
              </a:extLst>
            </p:cNvPr>
            <p:cNvSpPr txBox="1"/>
            <p:nvPr/>
          </p:nvSpPr>
          <p:spPr>
            <a:xfrm>
              <a:off x="2704831" y="4438035"/>
              <a:ext cx="266819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FiLM</a:t>
              </a:r>
              <a:endParaRPr lang="en-US" sz="698"/>
            </a:p>
          </p:txBody>
        </p:sp>
        <p:grpSp>
          <p:nvGrpSpPr>
            <p:cNvPr id="2787" name="Candidate representation h_j">
              <a:extLst>
                <a:ext uri="{FF2B5EF4-FFF2-40B4-BE49-F238E27FC236}">
                  <a16:creationId xmlns:a16="http://schemas.microsoft.com/office/drawing/2014/main" id="{89F159C1-BCD9-9119-CE97-9E4B2FD92468}"/>
                </a:ext>
              </a:extLst>
            </p:cNvPr>
            <p:cNvGrpSpPr/>
            <p:nvPr/>
          </p:nvGrpSpPr>
          <p:grpSpPr>
            <a:xfrm>
              <a:off x="2641140" y="4746825"/>
              <a:ext cx="397485" cy="72270"/>
              <a:chOff x="2641140" y="4746825"/>
              <a:chExt cx="397485" cy="72270"/>
            </a:xfrm>
          </p:grpSpPr>
          <p:sp>
            <p:nvSpPr>
              <p:cNvPr id="2788" name="feature_1">
                <a:extLst>
                  <a:ext uri="{FF2B5EF4-FFF2-40B4-BE49-F238E27FC236}">
                    <a16:creationId xmlns:a16="http://schemas.microsoft.com/office/drawing/2014/main" id="{996D2713-78C4-F426-B402-994DD6A0B54F}"/>
                  </a:ext>
                </a:extLst>
              </p:cNvPr>
              <p:cNvSpPr/>
              <p:nvPr/>
            </p:nvSpPr>
            <p:spPr>
              <a:xfrm>
                <a:off x="2641140" y="4746825"/>
                <a:ext cx="53968" cy="72270"/>
              </a:xfrm>
              <a:prstGeom prst="rect">
                <a:avLst/>
              </a:prstGeom>
              <a:solidFill>
                <a:srgbClr val="367FB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89" name="feature_2">
                <a:extLst>
                  <a:ext uri="{FF2B5EF4-FFF2-40B4-BE49-F238E27FC236}">
                    <a16:creationId xmlns:a16="http://schemas.microsoft.com/office/drawing/2014/main" id="{FF5556B5-FDAB-D447-0A34-07BF1DAE3ADE}"/>
                  </a:ext>
                </a:extLst>
              </p:cNvPr>
              <p:cNvSpPr/>
              <p:nvPr/>
            </p:nvSpPr>
            <p:spPr>
              <a:xfrm>
                <a:off x="2698393" y="4746825"/>
                <a:ext cx="53968" cy="72270"/>
              </a:xfrm>
              <a:prstGeom prst="rect">
                <a:avLst/>
              </a:prstGeom>
              <a:solidFill>
                <a:srgbClr val="7EAE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0" name="feature_3">
                <a:extLst>
                  <a:ext uri="{FF2B5EF4-FFF2-40B4-BE49-F238E27FC236}">
                    <a16:creationId xmlns:a16="http://schemas.microsoft.com/office/drawing/2014/main" id="{73F8EB54-6893-9ACA-21C1-EA447A497224}"/>
                  </a:ext>
                </a:extLst>
              </p:cNvPr>
              <p:cNvSpPr/>
              <p:nvPr/>
            </p:nvSpPr>
            <p:spPr>
              <a:xfrm>
                <a:off x="2755646" y="4746825"/>
                <a:ext cx="53968" cy="72270"/>
              </a:xfrm>
              <a:prstGeom prst="rect">
                <a:avLst/>
              </a:prstGeom>
              <a:solidFill>
                <a:srgbClr val="BCD8E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1" name="feature_4">
                <a:extLst>
                  <a:ext uri="{FF2B5EF4-FFF2-40B4-BE49-F238E27FC236}">
                    <a16:creationId xmlns:a16="http://schemas.microsoft.com/office/drawing/2014/main" id="{9F955D53-D09A-5A5A-4148-F9575F3ED16C}"/>
                  </a:ext>
                </a:extLst>
              </p:cNvPr>
              <p:cNvSpPr/>
              <p:nvPr/>
            </p:nvSpPr>
            <p:spPr>
              <a:xfrm>
                <a:off x="2812899" y="4746825"/>
                <a:ext cx="53968" cy="72270"/>
              </a:xfrm>
              <a:prstGeom prst="rect">
                <a:avLst/>
              </a:prstGeom>
              <a:solidFill>
                <a:srgbClr val="88C3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2" name="feature_5">
                <a:extLst>
                  <a:ext uri="{FF2B5EF4-FFF2-40B4-BE49-F238E27FC236}">
                    <a16:creationId xmlns:a16="http://schemas.microsoft.com/office/drawing/2014/main" id="{33562135-CB14-7DF4-E3B1-2471BF2F5C67}"/>
                  </a:ext>
                </a:extLst>
              </p:cNvPr>
              <p:cNvSpPr/>
              <p:nvPr/>
            </p:nvSpPr>
            <p:spPr>
              <a:xfrm>
                <a:off x="2870151" y="4746825"/>
                <a:ext cx="53968" cy="72270"/>
              </a:xfrm>
              <a:prstGeom prst="rect">
                <a:avLst/>
              </a:prstGeom>
              <a:solidFill>
                <a:srgbClr val="23877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3" name="feature_6">
                <a:extLst>
                  <a:ext uri="{FF2B5EF4-FFF2-40B4-BE49-F238E27FC236}">
                    <a16:creationId xmlns:a16="http://schemas.microsoft.com/office/drawing/2014/main" id="{F8B1CD57-BDAA-9AD3-F914-BAE21E65EB6A}"/>
                  </a:ext>
                </a:extLst>
              </p:cNvPr>
              <p:cNvSpPr/>
              <p:nvPr/>
            </p:nvSpPr>
            <p:spPr>
              <a:xfrm>
                <a:off x="2927404" y="4746825"/>
                <a:ext cx="53968" cy="72270"/>
              </a:xfrm>
              <a:prstGeom prst="rect">
                <a:avLst/>
              </a:prstGeom>
              <a:solidFill>
                <a:srgbClr val="B1A4C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4" name="feature_7">
                <a:extLst>
                  <a:ext uri="{FF2B5EF4-FFF2-40B4-BE49-F238E27FC236}">
                    <a16:creationId xmlns:a16="http://schemas.microsoft.com/office/drawing/2014/main" id="{EB026052-FDA1-EEB2-2515-DC39325F24E7}"/>
                  </a:ext>
                </a:extLst>
              </p:cNvPr>
              <p:cNvSpPr/>
              <p:nvPr/>
            </p:nvSpPr>
            <p:spPr>
              <a:xfrm>
                <a:off x="2984657" y="4746825"/>
                <a:ext cx="53968" cy="72270"/>
              </a:xfrm>
              <a:prstGeom prst="rect">
                <a:avLst/>
              </a:prstGeom>
              <a:solidFill>
                <a:srgbClr val="D4CBE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795" name="Formula | h_j">
              <a:extLst>
                <a:ext uri="{FF2B5EF4-FFF2-40B4-BE49-F238E27FC236}">
                  <a16:creationId xmlns:a16="http://schemas.microsoft.com/office/drawing/2014/main" id="{A78CA678-9313-2906-C3B2-7A386A903BBC}"/>
                </a:ext>
              </a:extLst>
            </p:cNvPr>
            <p:cNvGrpSpPr/>
            <p:nvPr/>
          </p:nvGrpSpPr>
          <p:grpSpPr>
            <a:xfrm>
              <a:off x="2443251" y="4713975"/>
              <a:ext cx="108392" cy="149738"/>
              <a:chOff x="2443251" y="4713975"/>
              <a:chExt cx="108392" cy="149738"/>
            </a:xfrm>
          </p:grpSpPr>
          <p:sp>
            <p:nvSpPr>
              <p:cNvPr id="2796" name="Text | h">
                <a:extLst>
                  <a:ext uri="{FF2B5EF4-FFF2-40B4-BE49-F238E27FC236}">
                    <a16:creationId xmlns:a16="http://schemas.microsoft.com/office/drawing/2014/main" id="{84A2635A-E742-9F9F-9F90-592BE8E71862}"/>
                  </a:ext>
                </a:extLst>
              </p:cNvPr>
              <p:cNvSpPr txBox="1"/>
              <p:nvPr/>
            </p:nvSpPr>
            <p:spPr>
              <a:xfrm>
                <a:off x="2443251" y="4713975"/>
                <a:ext cx="100187" cy="1446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2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h</a:t>
                </a:r>
                <a:endParaRPr lang="en-US" sz="802"/>
              </a:p>
            </p:txBody>
          </p:sp>
          <p:sp>
            <p:nvSpPr>
              <p:cNvPr id="2797" name="Text | j">
                <a:extLst>
                  <a:ext uri="{FF2B5EF4-FFF2-40B4-BE49-F238E27FC236}">
                    <a16:creationId xmlns:a16="http://schemas.microsoft.com/office/drawing/2014/main" id="{6D66A2AB-8840-BEB2-7F5C-AB4607D4A46A}"/>
                  </a:ext>
                </a:extLst>
              </p:cNvPr>
              <p:cNvSpPr txBox="1"/>
              <p:nvPr/>
            </p:nvSpPr>
            <p:spPr>
              <a:xfrm>
                <a:off x="2507796" y="4774058"/>
                <a:ext cx="43847" cy="896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97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j</a:t>
                </a:r>
                <a:endParaRPr lang="en-US" sz="497"/>
              </a:p>
            </p:txBody>
          </p:sp>
        </p:grpSp>
        <p:sp>
          <p:nvSpPr>
            <p:cNvPr id="2798" name="Text | User-provided SMILES · same PDB">
              <a:extLst>
                <a:ext uri="{FF2B5EF4-FFF2-40B4-BE49-F238E27FC236}">
                  <a16:creationId xmlns:a16="http://schemas.microsoft.com/office/drawing/2014/main" id="{3B848B56-DB2E-CC4F-64D3-0648D4392DDD}"/>
                </a:ext>
              </a:extLst>
            </p:cNvPr>
            <p:cNvSpPr txBox="1"/>
            <p:nvPr/>
          </p:nvSpPr>
          <p:spPr>
            <a:xfrm>
              <a:off x="3447117" y="2736405"/>
              <a:ext cx="136425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User-provided SMILES · same PDB</a:t>
              </a:r>
              <a:endParaRPr lang="en-US" sz="621"/>
            </a:p>
          </p:txBody>
        </p:sp>
        <p:cxnSp>
          <p:nvCxnSpPr>
            <p:cNvPr id="2799" name="path_2660">
              <a:extLst>
                <a:ext uri="{FF2B5EF4-FFF2-40B4-BE49-F238E27FC236}">
                  <a16:creationId xmlns:a16="http://schemas.microsoft.com/office/drawing/2014/main" id="{C33958BB-86F9-2AA5-1BC7-FBBAE7DD500E}"/>
                </a:ext>
              </a:extLst>
            </p:cNvPr>
            <p:cNvCxnSpPr/>
            <p:nvPr/>
          </p:nvCxnSpPr>
          <p:spPr>
            <a:xfrm flipV="1">
              <a:off x="3370410" y="2994376"/>
              <a:ext cx="83110" cy="5804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0" name="path_2661">
              <a:extLst>
                <a:ext uri="{FF2B5EF4-FFF2-40B4-BE49-F238E27FC236}">
                  <a16:creationId xmlns:a16="http://schemas.microsoft.com/office/drawing/2014/main" id="{9A667B18-5426-7531-0084-EAD6ACB56ACF}"/>
                </a:ext>
              </a:extLst>
            </p:cNvPr>
            <p:cNvCxnSpPr/>
            <p:nvPr/>
          </p:nvCxnSpPr>
          <p:spPr>
            <a:xfrm>
              <a:off x="3453520" y="2994376"/>
              <a:ext cx="86724" cy="5804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1" name="path_2662">
              <a:extLst>
                <a:ext uri="{FF2B5EF4-FFF2-40B4-BE49-F238E27FC236}">
                  <a16:creationId xmlns:a16="http://schemas.microsoft.com/office/drawing/2014/main" id="{61DD8C3E-30CC-6005-5D8D-CD637226CA63}"/>
                </a:ext>
              </a:extLst>
            </p:cNvPr>
            <p:cNvCxnSpPr/>
            <p:nvPr/>
          </p:nvCxnSpPr>
          <p:spPr>
            <a:xfrm flipV="1">
              <a:off x="3540244" y="2994376"/>
              <a:ext cx="86724" cy="5804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02" name="Text | O">
              <a:extLst>
                <a:ext uri="{FF2B5EF4-FFF2-40B4-BE49-F238E27FC236}">
                  <a16:creationId xmlns:a16="http://schemas.microsoft.com/office/drawing/2014/main" id="{70BCEB54-1701-B54A-2257-7158C07FC9C6}"/>
                </a:ext>
              </a:extLst>
            </p:cNvPr>
            <p:cNvSpPr txBox="1"/>
            <p:nvPr/>
          </p:nvSpPr>
          <p:spPr>
            <a:xfrm>
              <a:off x="3637809" y="2942703"/>
              <a:ext cx="83164" cy="1026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9" b="0" i="0" baseline="0" dirty="0">
                  <a:solidFill>
                    <a:srgbClr val="D79A9D"/>
                  </a:solidFill>
                  <a:latin typeface="Arial"/>
                  <a:ea typeface="Arial"/>
                  <a:cs typeface="Arial"/>
                </a:rPr>
                <a:t>O</a:t>
              </a:r>
              <a:endParaRPr lang="en-US" sz="569"/>
            </a:p>
          </p:txBody>
        </p:sp>
        <p:grpSp>
          <p:nvGrpSpPr>
            <p:cNvPr id="2803" name="Ligand identity | illustrative molecular graph">
              <a:extLst>
                <a:ext uri="{FF2B5EF4-FFF2-40B4-BE49-F238E27FC236}">
                  <a16:creationId xmlns:a16="http://schemas.microsoft.com/office/drawing/2014/main" id="{2C284760-156E-7180-0C35-2A8F675C848C}"/>
                </a:ext>
              </a:extLst>
            </p:cNvPr>
            <p:cNvGrpSpPr/>
            <p:nvPr/>
          </p:nvGrpSpPr>
          <p:grpSpPr>
            <a:xfrm>
              <a:off x="3971842" y="2937250"/>
              <a:ext cx="368110" cy="194735"/>
              <a:chOff x="3971842" y="2937250"/>
              <a:chExt cx="368110" cy="194735"/>
            </a:xfrm>
          </p:grpSpPr>
          <p:cxnSp>
            <p:nvCxnSpPr>
              <p:cNvPr id="2804" name="path_2664">
                <a:extLst>
                  <a:ext uri="{FF2B5EF4-FFF2-40B4-BE49-F238E27FC236}">
                    <a16:creationId xmlns:a16="http://schemas.microsoft.com/office/drawing/2014/main" id="{71B54778-D266-3A80-2E53-11C38A68B098}"/>
                  </a:ext>
                </a:extLst>
              </p:cNvPr>
              <p:cNvCxnSpPr/>
              <p:nvPr/>
            </p:nvCxnSpPr>
            <p:spPr>
              <a:xfrm flipH="1">
                <a:off x="4050077" y="3083301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5" name="path_2665">
                <a:extLst>
                  <a:ext uri="{FF2B5EF4-FFF2-40B4-BE49-F238E27FC236}">
                    <a16:creationId xmlns:a16="http://schemas.microsoft.com/office/drawing/2014/main" id="{4F07140B-6900-302A-0AE5-25564F900E7B}"/>
                  </a:ext>
                </a:extLst>
              </p:cNvPr>
              <p:cNvCxnSpPr/>
              <p:nvPr/>
            </p:nvCxnSpPr>
            <p:spPr>
              <a:xfrm flipH="1" flipV="1">
                <a:off x="3971842" y="3083301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6" name="path_2666">
                <a:extLst>
                  <a:ext uri="{FF2B5EF4-FFF2-40B4-BE49-F238E27FC236}">
                    <a16:creationId xmlns:a16="http://schemas.microsoft.com/office/drawing/2014/main" id="{CA300F93-EFE3-9A5E-93D2-CF60DDC5FA24}"/>
                  </a:ext>
                </a:extLst>
              </p:cNvPr>
              <p:cNvCxnSpPr/>
              <p:nvPr/>
            </p:nvCxnSpPr>
            <p:spPr>
              <a:xfrm flipV="1">
                <a:off x="3971842" y="2985934"/>
                <a:ext cx="0" cy="97367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7" name="path_2667">
                <a:extLst>
                  <a:ext uri="{FF2B5EF4-FFF2-40B4-BE49-F238E27FC236}">
                    <a16:creationId xmlns:a16="http://schemas.microsoft.com/office/drawing/2014/main" id="{5F319035-E562-2F95-CD87-317179D1625E}"/>
                  </a:ext>
                </a:extLst>
              </p:cNvPr>
              <p:cNvCxnSpPr/>
              <p:nvPr/>
            </p:nvCxnSpPr>
            <p:spPr>
              <a:xfrm flipV="1">
                <a:off x="3971842" y="2937250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8" name="path_2668">
                <a:extLst>
                  <a:ext uri="{FF2B5EF4-FFF2-40B4-BE49-F238E27FC236}">
                    <a16:creationId xmlns:a16="http://schemas.microsoft.com/office/drawing/2014/main" id="{24E528BD-5E1B-7E42-8E97-065BD972E843}"/>
                  </a:ext>
                </a:extLst>
              </p:cNvPr>
              <p:cNvCxnSpPr/>
              <p:nvPr/>
            </p:nvCxnSpPr>
            <p:spPr>
              <a:xfrm>
                <a:off x="4050077" y="2937250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9" name="path_2669">
                <a:extLst>
                  <a:ext uri="{FF2B5EF4-FFF2-40B4-BE49-F238E27FC236}">
                    <a16:creationId xmlns:a16="http://schemas.microsoft.com/office/drawing/2014/main" id="{DB46CAD2-2A3E-CD0F-13D4-F2A6605F2055}"/>
                  </a:ext>
                </a:extLst>
              </p:cNvPr>
              <p:cNvCxnSpPr/>
              <p:nvPr/>
            </p:nvCxnSpPr>
            <p:spPr>
              <a:xfrm>
                <a:off x="4128311" y="2985934"/>
                <a:ext cx="0" cy="97367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0" name="path_2670">
                <a:extLst>
                  <a:ext uri="{FF2B5EF4-FFF2-40B4-BE49-F238E27FC236}">
                    <a16:creationId xmlns:a16="http://schemas.microsoft.com/office/drawing/2014/main" id="{238F68BF-6623-C942-837D-8958F77AA37A}"/>
                  </a:ext>
                </a:extLst>
              </p:cNvPr>
              <p:cNvCxnSpPr/>
              <p:nvPr/>
            </p:nvCxnSpPr>
            <p:spPr>
              <a:xfrm flipV="1">
                <a:off x="4128311" y="2960311"/>
                <a:ext cx="69919" cy="122990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1" name="path_2671">
                <a:extLst>
                  <a:ext uri="{FF2B5EF4-FFF2-40B4-BE49-F238E27FC236}">
                    <a16:creationId xmlns:a16="http://schemas.microsoft.com/office/drawing/2014/main" id="{380499D5-55A5-2CB1-3DBF-BFB234EBFB66}"/>
                  </a:ext>
                </a:extLst>
              </p:cNvPr>
              <p:cNvCxnSpPr/>
              <p:nvPr/>
            </p:nvCxnSpPr>
            <p:spPr>
              <a:xfrm>
                <a:off x="4198230" y="2960311"/>
                <a:ext cx="50589" cy="53808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2" name="path_2672">
                <a:extLst>
                  <a:ext uri="{FF2B5EF4-FFF2-40B4-BE49-F238E27FC236}">
                    <a16:creationId xmlns:a16="http://schemas.microsoft.com/office/drawing/2014/main" id="{565182CF-73B6-7995-5880-AA2FBC2BDE96}"/>
                  </a:ext>
                </a:extLst>
              </p:cNvPr>
              <p:cNvCxnSpPr/>
              <p:nvPr/>
            </p:nvCxnSpPr>
            <p:spPr>
              <a:xfrm flipH="1">
                <a:off x="4050077" y="3074538"/>
                <a:ext cx="64152" cy="39921"/>
              </a:xfrm>
              <a:prstGeom prst="line">
                <a:avLst/>
              </a:prstGeom>
              <a:noFill/>
              <a:ln w="4599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3" name="path_2673">
                <a:extLst>
                  <a:ext uri="{FF2B5EF4-FFF2-40B4-BE49-F238E27FC236}">
                    <a16:creationId xmlns:a16="http://schemas.microsoft.com/office/drawing/2014/main" id="{EBAAEC16-D5C1-5694-3933-DDEC5A74A376}"/>
                  </a:ext>
                </a:extLst>
              </p:cNvPr>
              <p:cNvCxnSpPr/>
              <p:nvPr/>
            </p:nvCxnSpPr>
            <p:spPr>
              <a:xfrm flipV="1">
                <a:off x="3985924" y="2994697"/>
                <a:ext cx="0" cy="79841"/>
              </a:xfrm>
              <a:prstGeom prst="line">
                <a:avLst/>
              </a:prstGeom>
              <a:noFill/>
              <a:ln w="4599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4" name="path_2674">
                <a:extLst>
                  <a:ext uri="{FF2B5EF4-FFF2-40B4-BE49-F238E27FC236}">
                    <a16:creationId xmlns:a16="http://schemas.microsoft.com/office/drawing/2014/main" id="{204993C4-5597-26F7-43D2-9F54814BEEAA}"/>
                  </a:ext>
                </a:extLst>
              </p:cNvPr>
              <p:cNvCxnSpPr/>
              <p:nvPr/>
            </p:nvCxnSpPr>
            <p:spPr>
              <a:xfrm>
                <a:off x="4050077" y="2954776"/>
                <a:ext cx="64152" cy="39921"/>
              </a:xfrm>
              <a:prstGeom prst="line">
                <a:avLst/>
              </a:prstGeom>
              <a:noFill/>
              <a:ln w="4599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15" name="Text | O">
                <a:extLst>
                  <a:ext uri="{FF2B5EF4-FFF2-40B4-BE49-F238E27FC236}">
                    <a16:creationId xmlns:a16="http://schemas.microsoft.com/office/drawing/2014/main" id="{097E730D-C12F-4BA6-9CF8-CFFF7B08646A}"/>
                  </a:ext>
                </a:extLst>
              </p:cNvPr>
              <p:cNvSpPr txBox="1"/>
              <p:nvPr/>
            </p:nvSpPr>
            <p:spPr>
              <a:xfrm>
                <a:off x="4261959" y="2971414"/>
                <a:ext cx="77993" cy="932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17" b="0" i="0" baseline="0" dirty="0">
                    <a:solidFill>
                      <a:srgbClr val="CE4148"/>
                    </a:solidFill>
                    <a:latin typeface="Arial"/>
                    <a:ea typeface="Arial"/>
                    <a:cs typeface="Arial"/>
                  </a:rPr>
                  <a:t>O</a:t>
                </a:r>
                <a:endParaRPr lang="en-US" sz="517"/>
              </a:p>
            </p:txBody>
          </p:sp>
        </p:grpSp>
        <p:cxnSp>
          <p:nvCxnSpPr>
            <p:cNvPr id="2816" name="path_2676">
              <a:extLst>
                <a:ext uri="{FF2B5EF4-FFF2-40B4-BE49-F238E27FC236}">
                  <a16:creationId xmlns:a16="http://schemas.microsoft.com/office/drawing/2014/main" id="{75DFD81F-702C-4905-1F1A-9D884A45E6CB}"/>
                </a:ext>
              </a:extLst>
            </p:cNvPr>
            <p:cNvCxnSpPr/>
            <p:nvPr/>
          </p:nvCxnSpPr>
          <p:spPr>
            <a:xfrm flipV="1">
              <a:off x="4520160" y="2990631"/>
              <a:ext cx="90338" cy="52429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7" name="path_2677">
              <a:extLst>
                <a:ext uri="{FF2B5EF4-FFF2-40B4-BE49-F238E27FC236}">
                  <a16:creationId xmlns:a16="http://schemas.microsoft.com/office/drawing/2014/main" id="{9078AC77-541E-676E-D5BD-EDEEAA44C740}"/>
                </a:ext>
              </a:extLst>
            </p:cNvPr>
            <p:cNvCxnSpPr/>
            <p:nvPr/>
          </p:nvCxnSpPr>
          <p:spPr>
            <a:xfrm>
              <a:off x="4610498" y="2990631"/>
              <a:ext cx="97565" cy="54301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8" name="path_2678">
              <a:extLst>
                <a:ext uri="{FF2B5EF4-FFF2-40B4-BE49-F238E27FC236}">
                  <a16:creationId xmlns:a16="http://schemas.microsoft.com/office/drawing/2014/main" id="{FF14B152-DEF7-E5FA-8875-0D1C3636404E}"/>
                </a:ext>
              </a:extLst>
            </p:cNvPr>
            <p:cNvCxnSpPr/>
            <p:nvPr/>
          </p:nvCxnSpPr>
          <p:spPr>
            <a:xfrm flipV="1">
              <a:off x="4708062" y="2994376"/>
              <a:ext cx="86724" cy="5055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9" name="path_2679">
              <a:extLst>
                <a:ext uri="{FF2B5EF4-FFF2-40B4-BE49-F238E27FC236}">
                  <a16:creationId xmlns:a16="http://schemas.microsoft.com/office/drawing/2014/main" id="{CAE1B998-257C-52B5-FB9C-74A64B86D8C6}"/>
                </a:ext>
              </a:extLst>
            </p:cNvPr>
            <p:cNvCxnSpPr/>
            <p:nvPr/>
          </p:nvCxnSpPr>
          <p:spPr>
            <a:xfrm flipV="1">
              <a:off x="4610498" y="2919478"/>
              <a:ext cx="0" cy="65536"/>
            </a:xfrm>
            <a:prstGeom prst="line">
              <a:avLst/>
            </a:prstGeom>
            <a:noFill/>
            <a:ln w="5913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20" name="path_2680">
              <a:extLst>
                <a:ext uri="{FF2B5EF4-FFF2-40B4-BE49-F238E27FC236}">
                  <a16:creationId xmlns:a16="http://schemas.microsoft.com/office/drawing/2014/main" id="{FD2C909B-59F2-98CA-4A08-AE70EABB9ADB}"/>
                </a:ext>
              </a:extLst>
            </p:cNvPr>
            <p:cNvCxnSpPr/>
            <p:nvPr/>
          </p:nvCxnSpPr>
          <p:spPr>
            <a:xfrm flipV="1">
              <a:off x="4628565" y="2919478"/>
              <a:ext cx="0" cy="65536"/>
            </a:xfrm>
            <a:prstGeom prst="line">
              <a:avLst/>
            </a:prstGeom>
            <a:noFill/>
            <a:ln w="5913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21" name="Text | O">
              <a:extLst>
                <a:ext uri="{FF2B5EF4-FFF2-40B4-BE49-F238E27FC236}">
                  <a16:creationId xmlns:a16="http://schemas.microsoft.com/office/drawing/2014/main" id="{3713147B-4248-B721-8524-B6C84123A50D}"/>
                </a:ext>
              </a:extLst>
            </p:cNvPr>
            <p:cNvSpPr txBox="1"/>
            <p:nvPr/>
          </p:nvSpPr>
          <p:spPr>
            <a:xfrm>
              <a:off x="4606884" y="2844876"/>
              <a:ext cx="80579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D79A9D"/>
                  </a:solidFill>
                  <a:latin typeface="Arial"/>
                  <a:ea typeface="Arial"/>
                  <a:cs typeface="Arial"/>
                </a:rPr>
                <a:t>O</a:t>
              </a:r>
              <a:endParaRPr lang="en-US" sz="543"/>
            </a:p>
          </p:txBody>
        </p:sp>
        <p:sp>
          <p:nvSpPr>
            <p:cNvPr id="2822" name="Text | N">
              <a:extLst>
                <a:ext uri="{FF2B5EF4-FFF2-40B4-BE49-F238E27FC236}">
                  <a16:creationId xmlns:a16="http://schemas.microsoft.com/office/drawing/2014/main" id="{A9BE44B4-3184-4BB6-08C3-6185858550BA}"/>
                </a:ext>
              </a:extLst>
            </p:cNvPr>
            <p:cNvSpPr txBox="1"/>
            <p:nvPr/>
          </p:nvSpPr>
          <p:spPr>
            <a:xfrm>
              <a:off x="4791172" y="2942243"/>
              <a:ext cx="77884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8EB3CF"/>
                  </a:solidFill>
                  <a:latin typeface="Arial"/>
                  <a:ea typeface="Arial"/>
                  <a:cs typeface="Arial"/>
                </a:rPr>
                <a:t>N</a:t>
              </a:r>
              <a:endParaRPr lang="en-US" sz="543"/>
            </a:p>
          </p:txBody>
        </p:sp>
        <p:sp>
          <p:nvSpPr>
            <p:cNvPr id="2823" name="rect_2683">
              <a:extLst>
                <a:ext uri="{FF2B5EF4-FFF2-40B4-BE49-F238E27FC236}">
                  <a16:creationId xmlns:a16="http://schemas.microsoft.com/office/drawing/2014/main" id="{E28631DB-76C5-E026-D755-74AEF56D6C0D}"/>
                </a:ext>
              </a:extLst>
            </p:cNvPr>
            <p:cNvSpPr/>
            <p:nvPr/>
          </p:nvSpPr>
          <p:spPr>
            <a:xfrm>
              <a:off x="3876300" y="2864520"/>
              <a:ext cx="436905" cy="328500"/>
            </a:xfrm>
            <a:prstGeom prst="roundRect">
              <a:avLst>
                <a:gd name="adj" fmla="val 6000"/>
              </a:avLst>
            </a:prstGeom>
            <a:noFill/>
            <a:ln w="3614" cap="rnd" cmpd="sng" algn="ctr">
              <a:solidFill>
                <a:srgbClr val="90C4B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24" name="Text | Selected identity">
              <a:extLst>
                <a:ext uri="{FF2B5EF4-FFF2-40B4-BE49-F238E27FC236}">
                  <a16:creationId xmlns:a16="http://schemas.microsoft.com/office/drawing/2014/main" id="{57FE6D1A-B34C-3372-4FAD-E12A1C2F7249}"/>
                </a:ext>
              </a:extLst>
            </p:cNvPr>
            <p:cNvSpPr txBox="1"/>
            <p:nvPr/>
          </p:nvSpPr>
          <p:spPr>
            <a:xfrm>
              <a:off x="3773116" y="3212730"/>
              <a:ext cx="666269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Selected identity</a:t>
              </a:r>
              <a:endParaRPr lang="en-US" sz="595"/>
            </a:p>
          </p:txBody>
        </p:sp>
        <p:grpSp>
          <p:nvGrpSpPr>
            <p:cNvPr id="2825" name="Arrow | smiles → language_encoder">
              <a:extLst>
                <a:ext uri="{FF2B5EF4-FFF2-40B4-BE49-F238E27FC236}">
                  <a16:creationId xmlns:a16="http://schemas.microsoft.com/office/drawing/2014/main" id="{D907405C-BD3A-5071-5A08-6010417A7B16}"/>
                </a:ext>
              </a:extLst>
            </p:cNvPr>
            <p:cNvGrpSpPr/>
            <p:nvPr/>
          </p:nvGrpSpPr>
          <p:grpSpPr>
            <a:xfrm>
              <a:off x="4092338" y="3196305"/>
              <a:ext cx="27824" cy="174105"/>
              <a:chOff x="4092338" y="3196305"/>
              <a:chExt cx="27824" cy="174105"/>
            </a:xfrm>
          </p:grpSpPr>
          <p:cxnSp>
            <p:nvCxnSpPr>
              <p:cNvPr id="2826" name="Arrow | smiles → language_encoder | path">
                <a:extLst>
                  <a:ext uri="{FF2B5EF4-FFF2-40B4-BE49-F238E27FC236}">
                    <a16:creationId xmlns:a16="http://schemas.microsoft.com/office/drawing/2014/main" id="{A01657C0-AF23-5BCB-6291-C7A8ADDC2E4A}"/>
                  </a:ext>
                </a:extLst>
              </p:cNvPr>
              <p:cNvCxnSpPr/>
              <p:nvPr/>
            </p:nvCxnSpPr>
            <p:spPr>
              <a:xfrm>
                <a:off x="4106250" y="3196305"/>
                <a:ext cx="0" cy="174105"/>
              </a:xfrm>
              <a:prstGeom prst="line">
                <a:avLst/>
              </a:prstGeom>
              <a:noFill/>
              <a:ln w="6242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27" name="Arrow | smiles → language_encoder | editable arrowhead">
                <a:extLst>
                  <a:ext uri="{FF2B5EF4-FFF2-40B4-BE49-F238E27FC236}">
                    <a16:creationId xmlns:a16="http://schemas.microsoft.com/office/drawing/2014/main" id="{ED36514A-6410-4E15-47DF-A6A36DBF5D31}"/>
                  </a:ext>
                </a:extLst>
              </p:cNvPr>
              <p:cNvSpPr/>
              <p:nvPr/>
            </p:nvSpPr>
            <p:spPr>
              <a:xfrm>
                <a:off x="4092338" y="3338053"/>
                <a:ext cx="27824" cy="32357"/>
              </a:xfrm>
              <a:custGeom>
                <a:avLst/>
                <a:gdLst/>
                <a:ahLst/>
                <a:cxnLst/>
                <a:rect l="0" t="0" r="w" b="h"/>
                <a:pathLst>
                  <a:path w="27824" h="32357" stroke="0" extrusionOk="0">
                    <a:moveTo>
                      <a:pt x="13912" y="32357"/>
                    </a:moveTo>
                    <a:lnTo>
                      <a:pt x="0" y="0"/>
                    </a:lnTo>
                    <a:lnTo>
                      <a:pt x="27824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828" name="Operation | SMI-TED">
              <a:extLst>
                <a:ext uri="{FF2B5EF4-FFF2-40B4-BE49-F238E27FC236}">
                  <a16:creationId xmlns:a16="http://schemas.microsoft.com/office/drawing/2014/main" id="{22F56961-DB86-C0EB-94A7-400B596BF725}"/>
                </a:ext>
              </a:extLst>
            </p:cNvPr>
            <p:cNvSpPr/>
            <p:nvPr/>
          </p:nvSpPr>
          <p:spPr>
            <a:xfrm>
              <a:off x="3871372" y="3385192"/>
              <a:ext cx="469755" cy="167535"/>
            </a:xfrm>
            <a:prstGeom prst="roundRect">
              <a:avLst>
                <a:gd name="adj" fmla="val 17647"/>
              </a:avLst>
            </a:prstGeom>
            <a:solidFill>
              <a:srgbClr val="F3FAF7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29" name="Text | SMI-TED">
              <a:extLst>
                <a:ext uri="{FF2B5EF4-FFF2-40B4-BE49-F238E27FC236}">
                  <a16:creationId xmlns:a16="http://schemas.microsoft.com/office/drawing/2014/main" id="{1A4D3E9C-9775-E876-C13E-7182A33DB524}"/>
                </a:ext>
              </a:extLst>
            </p:cNvPr>
            <p:cNvSpPr txBox="1"/>
            <p:nvPr/>
          </p:nvSpPr>
          <p:spPr>
            <a:xfrm>
              <a:off x="3905005" y="3414758"/>
              <a:ext cx="402489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SMI-TED</a:t>
              </a:r>
              <a:endParaRPr lang="en-US" sz="647"/>
            </a:p>
          </p:txBody>
        </p:sp>
        <p:sp>
          <p:nvSpPr>
            <p:cNvPr id="2830" name="Text | + linear">
              <a:extLst>
                <a:ext uri="{FF2B5EF4-FFF2-40B4-BE49-F238E27FC236}">
                  <a16:creationId xmlns:a16="http://schemas.microsoft.com/office/drawing/2014/main" id="{CF27868A-8D1A-A72C-6B49-CC0EA6ECCD86}"/>
                </a:ext>
              </a:extLst>
            </p:cNvPr>
            <p:cNvSpPr txBox="1"/>
            <p:nvPr/>
          </p:nvSpPr>
          <p:spPr>
            <a:xfrm>
              <a:off x="3935389" y="3574080"/>
              <a:ext cx="341722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 linear</a:t>
              </a:r>
              <a:endParaRPr lang="en-US" sz="621"/>
            </a:p>
          </p:txBody>
        </p:sp>
        <p:grpSp>
          <p:nvGrpSpPr>
            <p:cNvPr id="2831" name="Arrow | language_encoder → language_vector">
              <a:extLst>
                <a:ext uri="{FF2B5EF4-FFF2-40B4-BE49-F238E27FC236}">
                  <a16:creationId xmlns:a16="http://schemas.microsoft.com/office/drawing/2014/main" id="{83204D49-6C4A-E7BA-277D-7295F7391273}"/>
                </a:ext>
              </a:extLst>
            </p:cNvPr>
            <p:cNvGrpSpPr/>
            <p:nvPr/>
          </p:nvGrpSpPr>
          <p:grpSpPr>
            <a:xfrm>
              <a:off x="4092552" y="3675915"/>
              <a:ext cx="27397" cy="75555"/>
              <a:chOff x="4092552" y="3675915"/>
              <a:chExt cx="27397" cy="75555"/>
            </a:xfrm>
          </p:grpSpPr>
          <p:cxnSp>
            <p:nvCxnSpPr>
              <p:cNvPr id="2832" name="Arrow | language_encoder → language_vector | path">
                <a:extLst>
                  <a:ext uri="{FF2B5EF4-FFF2-40B4-BE49-F238E27FC236}">
                    <a16:creationId xmlns:a16="http://schemas.microsoft.com/office/drawing/2014/main" id="{C64A3874-2D51-64F6-89DD-0F474E9800A1}"/>
                  </a:ext>
                </a:extLst>
              </p:cNvPr>
              <p:cNvCxnSpPr/>
              <p:nvPr/>
            </p:nvCxnSpPr>
            <p:spPr>
              <a:xfrm>
                <a:off x="4106250" y="3675915"/>
                <a:ext cx="0" cy="75555"/>
              </a:xfrm>
              <a:prstGeom prst="line">
                <a:avLst/>
              </a:prstGeom>
              <a:noFill/>
              <a:ln w="5913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33" name="Arrow | language_encoder → language_vector | editable arrowhead">
                <a:extLst>
                  <a:ext uri="{FF2B5EF4-FFF2-40B4-BE49-F238E27FC236}">
                    <a16:creationId xmlns:a16="http://schemas.microsoft.com/office/drawing/2014/main" id="{07312F10-2AB2-11DB-66A4-6B1905A4CC4F}"/>
                  </a:ext>
                </a:extLst>
              </p:cNvPr>
              <p:cNvSpPr/>
              <p:nvPr/>
            </p:nvSpPr>
            <p:spPr>
              <a:xfrm>
                <a:off x="4092552" y="3719606"/>
                <a:ext cx="27397" cy="31865"/>
              </a:xfrm>
              <a:custGeom>
                <a:avLst/>
                <a:gdLst/>
                <a:ahLst/>
                <a:cxnLst/>
                <a:rect l="0" t="0" r="w" b="h"/>
                <a:pathLst>
                  <a:path w="27397" h="31865" stroke="0" extrusionOk="0">
                    <a:moveTo>
                      <a:pt x="13698" y="31865"/>
                    </a:moveTo>
                    <a:lnTo>
                      <a:pt x="0" y="0"/>
                    </a:lnTo>
                    <a:lnTo>
                      <a:pt x="27397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34" name="Language vector v_k">
              <a:extLst>
                <a:ext uri="{FF2B5EF4-FFF2-40B4-BE49-F238E27FC236}">
                  <a16:creationId xmlns:a16="http://schemas.microsoft.com/office/drawing/2014/main" id="{33B51946-8355-6AA3-FD98-060F38854E80}"/>
                </a:ext>
              </a:extLst>
            </p:cNvPr>
            <p:cNvGrpSpPr/>
            <p:nvPr/>
          </p:nvGrpSpPr>
          <p:grpSpPr>
            <a:xfrm>
              <a:off x="3942000" y="3774465"/>
              <a:ext cx="338355" cy="75555"/>
              <a:chOff x="3942000" y="3774465"/>
              <a:chExt cx="338355" cy="75555"/>
            </a:xfrm>
          </p:grpSpPr>
          <p:sp>
            <p:nvSpPr>
              <p:cNvPr id="2835" name="feature_1">
                <a:extLst>
                  <a:ext uri="{FF2B5EF4-FFF2-40B4-BE49-F238E27FC236}">
                    <a16:creationId xmlns:a16="http://schemas.microsoft.com/office/drawing/2014/main" id="{4059E2E1-81C6-6D0A-A1F5-873D42617326}"/>
                  </a:ext>
                </a:extLst>
              </p:cNvPr>
              <p:cNvSpPr/>
              <p:nvPr/>
            </p:nvSpPr>
            <p:spPr>
              <a:xfrm>
                <a:off x="3942000" y="3774465"/>
                <a:ext cx="45521" cy="75555"/>
              </a:xfrm>
              <a:prstGeom prst="rect">
                <a:avLst/>
              </a:prstGeom>
              <a:solidFill>
                <a:srgbClr val="3C9B8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6" name="feature_2">
                <a:extLst>
                  <a:ext uri="{FF2B5EF4-FFF2-40B4-BE49-F238E27FC236}">
                    <a16:creationId xmlns:a16="http://schemas.microsoft.com/office/drawing/2014/main" id="{2BAA37D8-B4AE-40B0-6CD5-C804FBEE70B6}"/>
                  </a:ext>
                </a:extLst>
              </p:cNvPr>
              <p:cNvSpPr/>
              <p:nvPr/>
            </p:nvSpPr>
            <p:spPr>
              <a:xfrm>
                <a:off x="3990806" y="3774465"/>
                <a:ext cx="45521" cy="75555"/>
              </a:xfrm>
              <a:prstGeom prst="rect">
                <a:avLst/>
              </a:prstGeom>
              <a:solidFill>
                <a:srgbClr val="6FB9A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7" name="feature_3">
                <a:extLst>
                  <a:ext uri="{FF2B5EF4-FFF2-40B4-BE49-F238E27FC236}">
                    <a16:creationId xmlns:a16="http://schemas.microsoft.com/office/drawing/2014/main" id="{3FC5F8B6-A5DF-D143-6964-A0E4851DF5A7}"/>
                  </a:ext>
                </a:extLst>
              </p:cNvPr>
              <p:cNvSpPr/>
              <p:nvPr/>
            </p:nvSpPr>
            <p:spPr>
              <a:xfrm>
                <a:off x="4039611" y="3774465"/>
                <a:ext cx="45521" cy="75555"/>
              </a:xfrm>
              <a:prstGeom prst="rect">
                <a:avLst/>
              </a:prstGeom>
              <a:solidFill>
                <a:srgbClr val="ADD8C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8" name="feature_4">
                <a:extLst>
                  <a:ext uri="{FF2B5EF4-FFF2-40B4-BE49-F238E27FC236}">
                    <a16:creationId xmlns:a16="http://schemas.microsoft.com/office/drawing/2014/main" id="{732E7D26-7B4B-B222-D944-0B1E31970276}"/>
                  </a:ext>
                </a:extLst>
              </p:cNvPr>
              <p:cNvSpPr/>
              <p:nvPr/>
            </p:nvSpPr>
            <p:spPr>
              <a:xfrm>
                <a:off x="4088417" y="3774465"/>
                <a:ext cx="45521" cy="75555"/>
              </a:xfrm>
              <a:prstGeom prst="rect">
                <a:avLst/>
              </a:prstGeom>
              <a:solidFill>
                <a:srgbClr val="CBE7D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9" name="feature_5">
                <a:extLst>
                  <a:ext uri="{FF2B5EF4-FFF2-40B4-BE49-F238E27FC236}">
                    <a16:creationId xmlns:a16="http://schemas.microsoft.com/office/drawing/2014/main" id="{1C7F09D8-3B6B-C918-D7A8-EB4DEA0D358B}"/>
                  </a:ext>
                </a:extLst>
              </p:cNvPr>
              <p:cNvSpPr/>
              <p:nvPr/>
            </p:nvSpPr>
            <p:spPr>
              <a:xfrm>
                <a:off x="4137223" y="3774465"/>
                <a:ext cx="45521" cy="75555"/>
              </a:xfrm>
              <a:prstGeom prst="rect">
                <a:avLst/>
              </a:prstGeom>
              <a:solidFill>
                <a:srgbClr val="3C9B8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40" name="feature_6">
                <a:extLst>
                  <a:ext uri="{FF2B5EF4-FFF2-40B4-BE49-F238E27FC236}">
                    <a16:creationId xmlns:a16="http://schemas.microsoft.com/office/drawing/2014/main" id="{1C23B991-310C-8AEC-15C7-AAB489E0F2E9}"/>
                  </a:ext>
                </a:extLst>
              </p:cNvPr>
              <p:cNvSpPr/>
              <p:nvPr/>
            </p:nvSpPr>
            <p:spPr>
              <a:xfrm>
                <a:off x="4186029" y="3774465"/>
                <a:ext cx="45521" cy="75555"/>
              </a:xfrm>
              <a:prstGeom prst="rect">
                <a:avLst/>
              </a:prstGeom>
              <a:solidFill>
                <a:srgbClr val="6FB9A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41" name="feature_7">
                <a:extLst>
                  <a:ext uri="{FF2B5EF4-FFF2-40B4-BE49-F238E27FC236}">
                    <a16:creationId xmlns:a16="http://schemas.microsoft.com/office/drawing/2014/main" id="{AB3124E0-25CB-0638-053E-7430D3A4F311}"/>
                  </a:ext>
                </a:extLst>
              </p:cNvPr>
              <p:cNvSpPr/>
              <p:nvPr/>
            </p:nvSpPr>
            <p:spPr>
              <a:xfrm>
                <a:off x="4234834" y="3774465"/>
                <a:ext cx="45521" cy="75555"/>
              </a:xfrm>
              <a:prstGeom prst="rect">
                <a:avLst/>
              </a:prstGeom>
              <a:solidFill>
                <a:srgbClr val="ADD8C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cxnSp>
          <p:nvCxnSpPr>
            <p:cNvPr id="2845" name="path_2698">
              <a:extLst>
                <a:ext uri="{FF2B5EF4-FFF2-40B4-BE49-F238E27FC236}">
                  <a16:creationId xmlns:a16="http://schemas.microsoft.com/office/drawing/2014/main" id="{B11CA8CB-28B9-B426-F96B-EF04F21AAC9C}"/>
                </a:ext>
              </a:extLst>
            </p:cNvPr>
            <p:cNvCxnSpPr/>
            <p:nvPr/>
          </p:nvCxnSpPr>
          <p:spPr>
            <a:xfrm flipV="1">
              <a:off x="3381053" y="3736688"/>
              <a:ext cx="63663" cy="70463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6" name="path_2699">
              <a:extLst>
                <a:ext uri="{FF2B5EF4-FFF2-40B4-BE49-F238E27FC236}">
                  <a16:creationId xmlns:a16="http://schemas.microsoft.com/office/drawing/2014/main" id="{A35A8BA4-362A-B028-41BD-E606BBE08E9B}"/>
                </a:ext>
              </a:extLst>
            </p:cNvPr>
            <p:cNvCxnSpPr/>
            <p:nvPr/>
          </p:nvCxnSpPr>
          <p:spPr>
            <a:xfrm>
              <a:off x="3444717" y="3736688"/>
              <a:ext cx="113924" cy="1494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7" name="path_2700">
              <a:extLst>
                <a:ext uri="{FF2B5EF4-FFF2-40B4-BE49-F238E27FC236}">
                  <a16:creationId xmlns:a16="http://schemas.microsoft.com/office/drawing/2014/main" id="{3B9412B0-F08C-BA9C-1574-2080BB4428A4}"/>
                </a:ext>
              </a:extLst>
            </p:cNvPr>
            <p:cNvCxnSpPr/>
            <p:nvPr/>
          </p:nvCxnSpPr>
          <p:spPr>
            <a:xfrm>
              <a:off x="3558640" y="3751634"/>
              <a:ext cx="73715" cy="6405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8" name="path_2701">
              <a:extLst>
                <a:ext uri="{FF2B5EF4-FFF2-40B4-BE49-F238E27FC236}">
                  <a16:creationId xmlns:a16="http://schemas.microsoft.com/office/drawing/2014/main" id="{3DD27204-9BB2-E944-C457-F848CD50E55E}"/>
                </a:ext>
              </a:extLst>
            </p:cNvPr>
            <p:cNvCxnSpPr/>
            <p:nvPr/>
          </p:nvCxnSpPr>
          <p:spPr>
            <a:xfrm flipH="1">
              <a:off x="3561991" y="3815692"/>
              <a:ext cx="70365" cy="79004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9" name="path_2702">
              <a:extLst>
                <a:ext uri="{FF2B5EF4-FFF2-40B4-BE49-F238E27FC236}">
                  <a16:creationId xmlns:a16="http://schemas.microsoft.com/office/drawing/2014/main" id="{C3CC22EE-89BA-F912-287C-B11C0D4F2C7A}"/>
                </a:ext>
              </a:extLst>
            </p:cNvPr>
            <p:cNvCxnSpPr/>
            <p:nvPr/>
          </p:nvCxnSpPr>
          <p:spPr>
            <a:xfrm flipH="1" flipV="1">
              <a:off x="3444717" y="3875479"/>
              <a:ext cx="117275" cy="1921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0" name="path_2703">
              <a:extLst>
                <a:ext uri="{FF2B5EF4-FFF2-40B4-BE49-F238E27FC236}">
                  <a16:creationId xmlns:a16="http://schemas.microsoft.com/office/drawing/2014/main" id="{0248B4B6-CA45-5628-7829-434DFE7114AD}"/>
                </a:ext>
              </a:extLst>
            </p:cNvPr>
            <p:cNvCxnSpPr/>
            <p:nvPr/>
          </p:nvCxnSpPr>
          <p:spPr>
            <a:xfrm flipH="1" flipV="1">
              <a:off x="3381053" y="3807151"/>
              <a:ext cx="63663" cy="6832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1" name="path_2704">
              <a:extLst>
                <a:ext uri="{FF2B5EF4-FFF2-40B4-BE49-F238E27FC236}">
                  <a16:creationId xmlns:a16="http://schemas.microsoft.com/office/drawing/2014/main" id="{9460E769-C298-C299-A3B9-451D3C117B7A}"/>
                </a:ext>
              </a:extLst>
            </p:cNvPr>
            <p:cNvCxnSpPr/>
            <p:nvPr/>
          </p:nvCxnSpPr>
          <p:spPr>
            <a:xfrm flipV="1">
              <a:off x="3558640" y="3745228"/>
              <a:ext cx="103872" cy="6406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52" name="ellipse_2705">
              <a:extLst>
                <a:ext uri="{FF2B5EF4-FFF2-40B4-BE49-F238E27FC236}">
                  <a16:creationId xmlns:a16="http://schemas.microsoft.com/office/drawing/2014/main" id="{149E8A02-FDCD-94D1-8B66-E753DA25427C}"/>
                </a:ext>
              </a:extLst>
            </p:cNvPr>
            <p:cNvSpPr/>
            <p:nvPr/>
          </p:nvSpPr>
          <p:spPr>
            <a:xfrm>
              <a:off x="3366271" y="3792368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3" name="ellipse_2706">
              <a:extLst>
                <a:ext uri="{FF2B5EF4-FFF2-40B4-BE49-F238E27FC236}">
                  <a16:creationId xmlns:a16="http://schemas.microsoft.com/office/drawing/2014/main" id="{5507C338-3161-D090-C11B-A9440FB19FBC}"/>
                </a:ext>
              </a:extLst>
            </p:cNvPr>
            <p:cNvSpPr/>
            <p:nvPr/>
          </p:nvSpPr>
          <p:spPr>
            <a:xfrm>
              <a:off x="3429934" y="3721905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4" name="ellipse_2707">
              <a:extLst>
                <a:ext uri="{FF2B5EF4-FFF2-40B4-BE49-F238E27FC236}">
                  <a16:creationId xmlns:a16="http://schemas.microsoft.com/office/drawing/2014/main" id="{AFE5C1C6-5952-311C-CF33-4AA502278485}"/>
                </a:ext>
              </a:extLst>
            </p:cNvPr>
            <p:cNvSpPr/>
            <p:nvPr/>
          </p:nvSpPr>
          <p:spPr>
            <a:xfrm>
              <a:off x="3543858" y="3736852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5" name="ellipse_2708">
              <a:extLst>
                <a:ext uri="{FF2B5EF4-FFF2-40B4-BE49-F238E27FC236}">
                  <a16:creationId xmlns:a16="http://schemas.microsoft.com/office/drawing/2014/main" id="{B499FCA0-ADE2-5747-0D59-923962FDF67E}"/>
                </a:ext>
              </a:extLst>
            </p:cNvPr>
            <p:cNvSpPr/>
            <p:nvPr/>
          </p:nvSpPr>
          <p:spPr>
            <a:xfrm>
              <a:off x="3617573" y="3800909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6" name="ellipse_2709">
              <a:extLst>
                <a:ext uri="{FF2B5EF4-FFF2-40B4-BE49-F238E27FC236}">
                  <a16:creationId xmlns:a16="http://schemas.microsoft.com/office/drawing/2014/main" id="{DE32BBC4-0683-DF94-C689-84C7DFC86884}"/>
                </a:ext>
              </a:extLst>
            </p:cNvPr>
            <p:cNvSpPr/>
            <p:nvPr/>
          </p:nvSpPr>
          <p:spPr>
            <a:xfrm>
              <a:off x="3547209" y="3879913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7" name="ellipse_2710">
              <a:extLst>
                <a:ext uri="{FF2B5EF4-FFF2-40B4-BE49-F238E27FC236}">
                  <a16:creationId xmlns:a16="http://schemas.microsoft.com/office/drawing/2014/main" id="{CEE128C8-3373-4BC2-AC2F-7C5605F7D4BD}"/>
                </a:ext>
              </a:extLst>
            </p:cNvPr>
            <p:cNvSpPr/>
            <p:nvPr/>
          </p:nvSpPr>
          <p:spPr>
            <a:xfrm>
              <a:off x="3429934" y="386069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8" name="ellipse_2711">
              <a:extLst>
                <a:ext uri="{FF2B5EF4-FFF2-40B4-BE49-F238E27FC236}">
                  <a16:creationId xmlns:a16="http://schemas.microsoft.com/office/drawing/2014/main" id="{4B889772-7439-8EE3-50AB-7A84E644F8C7}"/>
                </a:ext>
              </a:extLst>
            </p:cNvPr>
            <p:cNvSpPr/>
            <p:nvPr/>
          </p:nvSpPr>
          <p:spPr>
            <a:xfrm>
              <a:off x="3647730" y="373044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9" name="Text | Own graph">
              <a:extLst>
                <a:ext uri="{FF2B5EF4-FFF2-40B4-BE49-F238E27FC236}">
                  <a16:creationId xmlns:a16="http://schemas.microsoft.com/office/drawing/2014/main" id="{9261923D-071F-9424-5F69-A17D0E6C3651}"/>
                </a:ext>
              </a:extLst>
            </p:cNvPr>
            <p:cNvSpPr txBox="1"/>
            <p:nvPr/>
          </p:nvSpPr>
          <p:spPr>
            <a:xfrm>
              <a:off x="3343833" y="3958425"/>
              <a:ext cx="44078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Own graph</a:t>
              </a:r>
              <a:endParaRPr lang="en-US" sz="595"/>
            </a:p>
          </p:txBody>
        </p:sp>
        <p:grpSp>
          <p:nvGrpSpPr>
            <p:cNvPr id="2860" name="Arrow | other_smiles → other_language_vectors">
              <a:extLst>
                <a:ext uri="{FF2B5EF4-FFF2-40B4-BE49-F238E27FC236}">
                  <a16:creationId xmlns:a16="http://schemas.microsoft.com/office/drawing/2014/main" id="{71CA34CA-5885-ECCE-0337-DC99F07BF7BB}"/>
                </a:ext>
              </a:extLst>
            </p:cNvPr>
            <p:cNvGrpSpPr/>
            <p:nvPr/>
          </p:nvGrpSpPr>
          <p:grpSpPr>
            <a:xfrm>
              <a:off x="4507020" y="3173310"/>
              <a:ext cx="525304" cy="538740"/>
              <a:chOff x="4507020" y="3173310"/>
              <a:chExt cx="525304" cy="538740"/>
            </a:xfrm>
          </p:grpSpPr>
          <p:sp>
            <p:nvSpPr>
              <p:cNvPr id="2861" name="Arrow | other_smiles → other_language_vectors | path">
                <a:extLst>
                  <a:ext uri="{FF2B5EF4-FFF2-40B4-BE49-F238E27FC236}">
                    <a16:creationId xmlns:a16="http://schemas.microsoft.com/office/drawing/2014/main" id="{AA405D75-65F8-BB2A-8477-5E14903C91DF}"/>
                  </a:ext>
                </a:extLst>
              </p:cNvPr>
              <p:cNvSpPr/>
              <p:nvPr/>
            </p:nvSpPr>
            <p:spPr>
              <a:xfrm>
                <a:off x="4507020" y="3173310"/>
                <a:ext cx="512460" cy="538740"/>
              </a:xfrm>
              <a:custGeom>
                <a:avLst/>
                <a:gdLst/>
                <a:ahLst/>
                <a:cxnLst/>
                <a:rect l="0" t="0" r="w" b="h"/>
                <a:pathLst>
                  <a:path w="512460" h="538740" fill="none" extrusionOk="0">
                    <a:moveTo>
                      <a:pt x="0" y="0"/>
                    </a:moveTo>
                    <a:lnTo>
                      <a:pt x="512460" y="0"/>
                    </a:lnTo>
                    <a:lnTo>
                      <a:pt x="512460" y="538740"/>
                    </a:lnTo>
                  </a:path>
                </a:pathLst>
              </a:custGeom>
              <a:noFill/>
              <a:ln w="4599" cap="rnd" cmpd="sng" algn="ctr">
                <a:solidFill>
                  <a:srgbClr val="6DB19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2" name="Arrow | other_smiles → other_language_vectors | editable arrowhead">
                <a:extLst>
                  <a:ext uri="{FF2B5EF4-FFF2-40B4-BE49-F238E27FC236}">
                    <a16:creationId xmlns:a16="http://schemas.microsoft.com/office/drawing/2014/main" id="{54E830CB-4AD5-8762-4E77-8106416F927B}"/>
                  </a:ext>
                </a:extLst>
              </p:cNvPr>
              <p:cNvSpPr/>
              <p:nvPr/>
            </p:nvSpPr>
            <p:spPr>
              <a:xfrm>
                <a:off x="5006636" y="3682157"/>
                <a:ext cx="25689" cy="29893"/>
              </a:xfrm>
              <a:custGeom>
                <a:avLst/>
                <a:gdLst/>
                <a:ahLst/>
                <a:cxnLst/>
                <a:rect l="0" t="0" r="w" b="h"/>
                <a:pathLst>
                  <a:path w="25689" h="29893" stroke="0" extrusionOk="0">
                    <a:moveTo>
                      <a:pt x="12844" y="29893"/>
                    </a:moveTo>
                    <a:lnTo>
                      <a:pt x="0" y="0"/>
                    </a:lnTo>
                    <a:lnTo>
                      <a:pt x="25689" y="0"/>
                    </a:lnTo>
                    <a:close/>
                  </a:path>
                </a:pathLst>
              </a:custGeom>
              <a:solidFill>
                <a:srgbClr val="6DB19A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63" name="Text | SMI-TED / + linear">
              <a:extLst>
                <a:ext uri="{FF2B5EF4-FFF2-40B4-BE49-F238E27FC236}">
                  <a16:creationId xmlns:a16="http://schemas.microsoft.com/office/drawing/2014/main" id="{DDEDB22A-664F-C419-D1C0-ADED95A3AFD8}"/>
                </a:ext>
              </a:extLst>
            </p:cNvPr>
            <p:cNvGrpSpPr/>
            <p:nvPr/>
          </p:nvGrpSpPr>
          <p:grpSpPr>
            <a:xfrm>
              <a:off x="4599399" y="3383550"/>
              <a:ext cx="334272" cy="195983"/>
              <a:chOff x="4599399" y="3383550"/>
              <a:chExt cx="334272" cy="195983"/>
            </a:xfrm>
          </p:grpSpPr>
          <p:sp>
            <p:nvSpPr>
              <p:cNvPr id="2864" name="Text | SMI-TED">
                <a:extLst>
                  <a:ext uri="{FF2B5EF4-FFF2-40B4-BE49-F238E27FC236}">
                    <a16:creationId xmlns:a16="http://schemas.microsoft.com/office/drawing/2014/main" id="{1EF891B8-197D-6E60-1798-FBBF55A13736}"/>
                  </a:ext>
                </a:extLst>
              </p:cNvPr>
              <p:cNvSpPr txBox="1"/>
              <p:nvPr/>
            </p:nvSpPr>
            <p:spPr>
              <a:xfrm>
                <a:off x="4599399" y="3383550"/>
                <a:ext cx="334272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SMI-TED</a:t>
                </a:r>
                <a:endParaRPr lang="en-US" sz="595"/>
              </a:p>
            </p:txBody>
          </p:sp>
          <p:sp>
            <p:nvSpPr>
              <p:cNvPr id="2865" name="Text | + linear">
                <a:extLst>
                  <a:ext uri="{FF2B5EF4-FFF2-40B4-BE49-F238E27FC236}">
                    <a16:creationId xmlns:a16="http://schemas.microsoft.com/office/drawing/2014/main" id="{ADE89BC8-AD15-7AB5-99C1-7D4B1A064DD4}"/>
                  </a:ext>
                </a:extLst>
              </p:cNvPr>
              <p:cNvSpPr txBox="1"/>
              <p:nvPr/>
            </p:nvSpPr>
            <p:spPr>
              <a:xfrm>
                <a:off x="4602790" y="3472245"/>
                <a:ext cx="327490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+ linear</a:t>
                </a:r>
                <a:endParaRPr lang="en-US" sz="595"/>
              </a:p>
            </p:txBody>
          </p:sp>
        </p:grpSp>
        <p:grpSp>
          <p:nvGrpSpPr>
            <p:cNvPr id="2866" name="Other identity language vector">
              <a:extLst>
                <a:ext uri="{FF2B5EF4-FFF2-40B4-BE49-F238E27FC236}">
                  <a16:creationId xmlns:a16="http://schemas.microsoft.com/office/drawing/2014/main" id="{EACCEACD-72CA-A8E8-CBE4-060AB7BE8B48}"/>
                </a:ext>
              </a:extLst>
            </p:cNvPr>
            <p:cNvGrpSpPr/>
            <p:nvPr/>
          </p:nvGrpSpPr>
          <p:grpSpPr>
            <a:xfrm>
              <a:off x="4648275" y="3748185"/>
              <a:ext cx="85410" cy="39420"/>
              <a:chOff x="4648275" y="3748185"/>
              <a:chExt cx="85410" cy="39420"/>
            </a:xfrm>
          </p:grpSpPr>
          <p:sp>
            <p:nvSpPr>
              <p:cNvPr id="2867" name="feature_1">
                <a:extLst>
                  <a:ext uri="{FF2B5EF4-FFF2-40B4-BE49-F238E27FC236}">
                    <a16:creationId xmlns:a16="http://schemas.microsoft.com/office/drawing/2014/main" id="{325B01C3-3C5C-09DA-C07E-7FE966E4EBFD}"/>
                  </a:ext>
                </a:extLst>
              </p:cNvPr>
              <p:cNvSpPr/>
              <p:nvPr/>
            </p:nvSpPr>
            <p:spPr>
              <a:xfrm>
                <a:off x="4648275" y="3748185"/>
                <a:ext cx="26280" cy="39420"/>
              </a:xfrm>
              <a:prstGeom prst="rect">
                <a:avLst/>
              </a:prstGeom>
              <a:solidFill>
                <a:srgbClr val="80BFA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8" name="feature_2">
                <a:extLst>
                  <a:ext uri="{FF2B5EF4-FFF2-40B4-BE49-F238E27FC236}">
                    <a16:creationId xmlns:a16="http://schemas.microsoft.com/office/drawing/2014/main" id="{F5C1F8A8-C8DF-10DA-770B-B6409A956DD1}"/>
                  </a:ext>
                </a:extLst>
              </p:cNvPr>
              <p:cNvSpPr/>
              <p:nvPr/>
            </p:nvSpPr>
            <p:spPr>
              <a:xfrm>
                <a:off x="4677840" y="3748185"/>
                <a:ext cx="26280" cy="39420"/>
              </a:xfrm>
              <a:prstGeom prst="rect">
                <a:avLst/>
              </a:prstGeom>
              <a:solidFill>
                <a:srgbClr val="BBDD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9" name="feature_3">
                <a:extLst>
                  <a:ext uri="{FF2B5EF4-FFF2-40B4-BE49-F238E27FC236}">
                    <a16:creationId xmlns:a16="http://schemas.microsoft.com/office/drawing/2014/main" id="{A12F52DC-C3B5-7B2D-C9AE-B0B8ABE60EAD}"/>
                  </a:ext>
                </a:extLst>
              </p:cNvPr>
              <p:cNvSpPr/>
              <p:nvPr/>
            </p:nvSpPr>
            <p:spPr>
              <a:xfrm>
                <a:off x="4707405" y="3748185"/>
                <a:ext cx="26280" cy="39420"/>
              </a:xfrm>
              <a:prstGeom prst="rect">
                <a:avLst/>
              </a:prstGeom>
              <a:solidFill>
                <a:srgbClr val="55A28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70" name="Other identity language vector">
              <a:extLst>
                <a:ext uri="{FF2B5EF4-FFF2-40B4-BE49-F238E27FC236}">
                  <a16:creationId xmlns:a16="http://schemas.microsoft.com/office/drawing/2014/main" id="{F9D79883-565A-7759-A825-6FE256596A71}"/>
                </a:ext>
              </a:extLst>
            </p:cNvPr>
            <p:cNvGrpSpPr/>
            <p:nvPr/>
          </p:nvGrpSpPr>
          <p:grpSpPr>
            <a:xfrm>
              <a:off x="4766535" y="3748185"/>
              <a:ext cx="85410" cy="39420"/>
              <a:chOff x="4766535" y="3748185"/>
              <a:chExt cx="85410" cy="39420"/>
            </a:xfrm>
          </p:grpSpPr>
          <p:sp>
            <p:nvSpPr>
              <p:cNvPr id="2871" name="feature_1">
                <a:extLst>
                  <a:ext uri="{FF2B5EF4-FFF2-40B4-BE49-F238E27FC236}">
                    <a16:creationId xmlns:a16="http://schemas.microsoft.com/office/drawing/2014/main" id="{48F67576-12ED-0937-9F84-A126744892A2}"/>
                  </a:ext>
                </a:extLst>
              </p:cNvPr>
              <p:cNvSpPr/>
              <p:nvPr/>
            </p:nvSpPr>
            <p:spPr>
              <a:xfrm>
                <a:off x="4766535" y="3748185"/>
                <a:ext cx="26280" cy="39420"/>
              </a:xfrm>
              <a:prstGeom prst="rect">
                <a:avLst/>
              </a:prstGeom>
              <a:solidFill>
                <a:srgbClr val="80BFA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2" name="feature_2">
                <a:extLst>
                  <a:ext uri="{FF2B5EF4-FFF2-40B4-BE49-F238E27FC236}">
                    <a16:creationId xmlns:a16="http://schemas.microsoft.com/office/drawing/2014/main" id="{E12355C8-12D2-131A-8C30-369D10CF09DA}"/>
                  </a:ext>
                </a:extLst>
              </p:cNvPr>
              <p:cNvSpPr/>
              <p:nvPr/>
            </p:nvSpPr>
            <p:spPr>
              <a:xfrm>
                <a:off x="4796100" y="3748185"/>
                <a:ext cx="26280" cy="39420"/>
              </a:xfrm>
              <a:prstGeom prst="rect">
                <a:avLst/>
              </a:prstGeom>
              <a:solidFill>
                <a:srgbClr val="BBDD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3" name="feature_3">
                <a:extLst>
                  <a:ext uri="{FF2B5EF4-FFF2-40B4-BE49-F238E27FC236}">
                    <a16:creationId xmlns:a16="http://schemas.microsoft.com/office/drawing/2014/main" id="{A0E644E0-28C6-6D1F-274C-0E166A8133DF}"/>
                  </a:ext>
                </a:extLst>
              </p:cNvPr>
              <p:cNvSpPr/>
              <p:nvPr/>
            </p:nvSpPr>
            <p:spPr>
              <a:xfrm>
                <a:off x="4825665" y="3748185"/>
                <a:ext cx="26280" cy="39420"/>
              </a:xfrm>
              <a:prstGeom prst="rect">
                <a:avLst/>
              </a:prstGeom>
              <a:solidFill>
                <a:srgbClr val="55A28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74" name="Other identity language vector">
              <a:extLst>
                <a:ext uri="{FF2B5EF4-FFF2-40B4-BE49-F238E27FC236}">
                  <a16:creationId xmlns:a16="http://schemas.microsoft.com/office/drawing/2014/main" id="{20CF9595-57EF-8F89-71BF-2C5CC22FB940}"/>
                </a:ext>
              </a:extLst>
            </p:cNvPr>
            <p:cNvGrpSpPr/>
            <p:nvPr/>
          </p:nvGrpSpPr>
          <p:grpSpPr>
            <a:xfrm>
              <a:off x="4884795" y="3748185"/>
              <a:ext cx="85410" cy="39420"/>
              <a:chOff x="4884795" y="3748185"/>
              <a:chExt cx="85410" cy="39420"/>
            </a:xfrm>
          </p:grpSpPr>
          <p:sp>
            <p:nvSpPr>
              <p:cNvPr id="2875" name="feature_1">
                <a:extLst>
                  <a:ext uri="{FF2B5EF4-FFF2-40B4-BE49-F238E27FC236}">
                    <a16:creationId xmlns:a16="http://schemas.microsoft.com/office/drawing/2014/main" id="{81F33534-D1E3-FAA2-F1DD-D1195553C7E6}"/>
                  </a:ext>
                </a:extLst>
              </p:cNvPr>
              <p:cNvSpPr/>
              <p:nvPr/>
            </p:nvSpPr>
            <p:spPr>
              <a:xfrm>
                <a:off x="4884795" y="3748185"/>
                <a:ext cx="26280" cy="39420"/>
              </a:xfrm>
              <a:prstGeom prst="rect">
                <a:avLst/>
              </a:prstGeom>
              <a:solidFill>
                <a:srgbClr val="80BFA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6" name="feature_2">
                <a:extLst>
                  <a:ext uri="{FF2B5EF4-FFF2-40B4-BE49-F238E27FC236}">
                    <a16:creationId xmlns:a16="http://schemas.microsoft.com/office/drawing/2014/main" id="{ABE0A57F-14B6-8EE5-2057-8274B5928BB0}"/>
                  </a:ext>
                </a:extLst>
              </p:cNvPr>
              <p:cNvSpPr/>
              <p:nvPr/>
            </p:nvSpPr>
            <p:spPr>
              <a:xfrm>
                <a:off x="4914360" y="3748185"/>
                <a:ext cx="26280" cy="39420"/>
              </a:xfrm>
              <a:prstGeom prst="rect">
                <a:avLst/>
              </a:prstGeom>
              <a:solidFill>
                <a:srgbClr val="BBDD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7" name="feature_3">
                <a:extLst>
                  <a:ext uri="{FF2B5EF4-FFF2-40B4-BE49-F238E27FC236}">
                    <a16:creationId xmlns:a16="http://schemas.microsoft.com/office/drawing/2014/main" id="{B7F39556-4378-DE5D-F09E-679B47319EE1}"/>
                  </a:ext>
                </a:extLst>
              </p:cNvPr>
              <p:cNvSpPr/>
              <p:nvPr/>
            </p:nvSpPr>
            <p:spPr>
              <a:xfrm>
                <a:off x="4943925" y="3748185"/>
                <a:ext cx="26280" cy="39420"/>
              </a:xfrm>
              <a:prstGeom prst="rect">
                <a:avLst/>
              </a:prstGeom>
              <a:solidFill>
                <a:srgbClr val="55A28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78" name="Text | Other identity / vectors">
              <a:extLst>
                <a:ext uri="{FF2B5EF4-FFF2-40B4-BE49-F238E27FC236}">
                  <a16:creationId xmlns:a16="http://schemas.microsoft.com/office/drawing/2014/main" id="{DF47A6A2-09EC-0483-4C30-E7C4D1DF6489}"/>
                </a:ext>
              </a:extLst>
            </p:cNvPr>
            <p:cNvGrpSpPr/>
            <p:nvPr/>
          </p:nvGrpSpPr>
          <p:grpSpPr>
            <a:xfrm>
              <a:off x="4519465" y="3850020"/>
              <a:ext cx="553270" cy="192698"/>
              <a:chOff x="4519465" y="3850020"/>
              <a:chExt cx="553270" cy="192698"/>
            </a:xfrm>
          </p:grpSpPr>
          <p:sp>
            <p:nvSpPr>
              <p:cNvPr id="2879" name="Text | Other identity">
                <a:extLst>
                  <a:ext uri="{FF2B5EF4-FFF2-40B4-BE49-F238E27FC236}">
                    <a16:creationId xmlns:a16="http://schemas.microsoft.com/office/drawing/2014/main" id="{29CE65D9-8761-D2C3-E173-7D3F956F30C6}"/>
                  </a:ext>
                </a:extLst>
              </p:cNvPr>
              <p:cNvSpPr txBox="1"/>
              <p:nvPr/>
            </p:nvSpPr>
            <p:spPr>
              <a:xfrm>
                <a:off x="4519465" y="3850020"/>
                <a:ext cx="553270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Other identity</a:t>
                </a:r>
                <a:endParaRPr lang="en-US" sz="595"/>
              </a:p>
            </p:txBody>
          </p:sp>
          <p:sp>
            <p:nvSpPr>
              <p:cNvPr id="2880" name="Text | vectors">
                <a:extLst>
                  <a:ext uri="{FF2B5EF4-FFF2-40B4-BE49-F238E27FC236}">
                    <a16:creationId xmlns:a16="http://schemas.microsoft.com/office/drawing/2014/main" id="{2C39BFF1-1579-99BE-25D3-E72665AB2544}"/>
                  </a:ext>
                </a:extLst>
              </p:cNvPr>
              <p:cNvSpPr txBox="1"/>
              <p:nvPr/>
            </p:nvSpPr>
            <p:spPr>
              <a:xfrm>
                <a:off x="4643368" y="3935430"/>
                <a:ext cx="305464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vectors</a:t>
                </a:r>
                <a:endParaRPr lang="en-US" sz="595"/>
              </a:p>
            </p:txBody>
          </p:sp>
        </p:grpSp>
        <p:sp>
          <p:nvSpPr>
            <p:cNvPr id="2881" name="Operation | Graph attention">
              <a:extLst>
                <a:ext uri="{FF2B5EF4-FFF2-40B4-BE49-F238E27FC236}">
                  <a16:creationId xmlns:a16="http://schemas.microsoft.com/office/drawing/2014/main" id="{0C04D02E-94FD-B2A6-FC69-CEADBA5A3E9D}"/>
                </a:ext>
              </a:extLst>
            </p:cNvPr>
            <p:cNvSpPr/>
            <p:nvPr/>
          </p:nvSpPr>
          <p:spPr>
            <a:xfrm>
              <a:off x="3399975" y="4129245"/>
              <a:ext cx="657000" cy="18396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2" name="Text | Graph attention">
              <a:extLst>
                <a:ext uri="{FF2B5EF4-FFF2-40B4-BE49-F238E27FC236}">
                  <a16:creationId xmlns:a16="http://schemas.microsoft.com/office/drawing/2014/main" id="{BA8746BA-1691-31A6-2B10-7E4F5E3F3419}"/>
                </a:ext>
              </a:extLst>
            </p:cNvPr>
            <p:cNvSpPr txBox="1"/>
            <p:nvPr/>
          </p:nvSpPr>
          <p:spPr>
            <a:xfrm>
              <a:off x="3359686" y="4169191"/>
              <a:ext cx="737577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Graph attention</a:t>
              </a:r>
              <a:endParaRPr lang="en-US" sz="621"/>
            </a:p>
          </p:txBody>
        </p:sp>
        <p:sp>
          <p:nvSpPr>
            <p:cNvPr id="2883" name="Operation | Context attention">
              <a:extLst>
                <a:ext uri="{FF2B5EF4-FFF2-40B4-BE49-F238E27FC236}">
                  <a16:creationId xmlns:a16="http://schemas.microsoft.com/office/drawing/2014/main" id="{07D0E791-F415-4A1D-7837-352232A03340}"/>
                </a:ext>
              </a:extLst>
            </p:cNvPr>
            <p:cNvSpPr/>
            <p:nvPr/>
          </p:nvSpPr>
          <p:spPr>
            <a:xfrm>
              <a:off x="4346055" y="4129245"/>
              <a:ext cx="716130" cy="18396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4" name="Text | Context attention">
              <a:extLst>
                <a:ext uri="{FF2B5EF4-FFF2-40B4-BE49-F238E27FC236}">
                  <a16:creationId xmlns:a16="http://schemas.microsoft.com/office/drawing/2014/main" id="{1525F3A8-D76E-E137-6527-C2F04734EE78}"/>
                </a:ext>
              </a:extLst>
            </p:cNvPr>
            <p:cNvSpPr txBox="1"/>
            <p:nvPr/>
          </p:nvSpPr>
          <p:spPr>
            <a:xfrm>
              <a:off x="4296085" y="4169191"/>
              <a:ext cx="816071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Context attention</a:t>
              </a:r>
              <a:endParaRPr lang="en-US" sz="621"/>
            </a:p>
          </p:txBody>
        </p:sp>
        <p:grpSp>
          <p:nvGrpSpPr>
            <p:cNvPr id="2888" name="Arrow | other_language_vectors → context_attention_KV">
              <a:extLst>
                <a:ext uri="{FF2B5EF4-FFF2-40B4-BE49-F238E27FC236}">
                  <a16:creationId xmlns:a16="http://schemas.microsoft.com/office/drawing/2014/main" id="{D9F57312-6352-7464-4193-180D72162598}"/>
                </a:ext>
              </a:extLst>
            </p:cNvPr>
            <p:cNvGrpSpPr/>
            <p:nvPr/>
          </p:nvGrpSpPr>
          <p:grpSpPr>
            <a:xfrm>
              <a:off x="4783042" y="4040550"/>
              <a:ext cx="26116" cy="65700"/>
              <a:chOff x="4783042" y="4040550"/>
              <a:chExt cx="26116" cy="65700"/>
            </a:xfrm>
          </p:grpSpPr>
          <p:cxnSp>
            <p:nvCxnSpPr>
              <p:cNvPr id="2889" name="Arrow | other_language_vectors → context_attention_KV | path">
                <a:extLst>
                  <a:ext uri="{FF2B5EF4-FFF2-40B4-BE49-F238E27FC236}">
                    <a16:creationId xmlns:a16="http://schemas.microsoft.com/office/drawing/2014/main" id="{46857F6D-3A6E-01FE-19DE-A80D404E07F2}"/>
                  </a:ext>
                </a:extLst>
              </p:cNvPr>
              <p:cNvCxnSpPr/>
              <p:nvPr/>
            </p:nvCxnSpPr>
            <p:spPr>
              <a:xfrm>
                <a:off x="4796100" y="4040550"/>
                <a:ext cx="0" cy="65700"/>
              </a:xfrm>
              <a:prstGeom prst="line">
                <a:avLst/>
              </a:prstGeom>
              <a:noFill/>
              <a:ln w="4928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90" name="Arrow | other_language_vectors → context_attention_KV | editable arrowhead">
                <a:extLst>
                  <a:ext uri="{FF2B5EF4-FFF2-40B4-BE49-F238E27FC236}">
                    <a16:creationId xmlns:a16="http://schemas.microsoft.com/office/drawing/2014/main" id="{1EEF38CF-3178-76BE-72D5-2A904F4FFADA}"/>
                  </a:ext>
                </a:extLst>
              </p:cNvPr>
              <p:cNvSpPr/>
              <p:nvPr/>
            </p:nvSpPr>
            <p:spPr>
              <a:xfrm>
                <a:off x="4783042" y="4075864"/>
                <a:ext cx="26116" cy="30386"/>
              </a:xfrm>
              <a:custGeom>
                <a:avLst/>
                <a:gdLst/>
                <a:ahLst/>
                <a:cxnLst/>
                <a:rect l="0" t="0" r="w" b="h"/>
                <a:pathLst>
                  <a:path w="26116" h="30386" stroke="0" extrusionOk="0">
                    <a:moveTo>
                      <a:pt x="13058" y="30386"/>
                    </a:moveTo>
                    <a:lnTo>
                      <a:pt x="0" y="0"/>
                    </a:lnTo>
                    <a:lnTo>
                      <a:pt x="26116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897" name="Text | Q">
              <a:extLst>
                <a:ext uri="{FF2B5EF4-FFF2-40B4-BE49-F238E27FC236}">
                  <a16:creationId xmlns:a16="http://schemas.microsoft.com/office/drawing/2014/main" id="{337D3A5B-4A03-6E33-B75F-64B241FBB486}"/>
                </a:ext>
              </a:extLst>
            </p:cNvPr>
            <p:cNvSpPr txBox="1"/>
            <p:nvPr/>
          </p:nvSpPr>
          <p:spPr>
            <a:xfrm>
              <a:off x="3877200" y="3960000"/>
              <a:ext cx="8591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Q</a:t>
              </a:r>
              <a:endParaRPr lang="en-US" sz="595"/>
            </a:p>
          </p:txBody>
        </p:sp>
        <p:sp>
          <p:nvSpPr>
            <p:cNvPr id="2898" name="Text | Q">
              <a:extLst>
                <a:ext uri="{FF2B5EF4-FFF2-40B4-BE49-F238E27FC236}">
                  <a16:creationId xmlns:a16="http://schemas.microsoft.com/office/drawing/2014/main" id="{2ED3BFBC-A639-0B4E-8621-08D24BB85018}"/>
                </a:ext>
              </a:extLst>
            </p:cNvPr>
            <p:cNvSpPr txBox="1"/>
            <p:nvPr/>
          </p:nvSpPr>
          <p:spPr>
            <a:xfrm>
              <a:off x="4327200" y="3960000"/>
              <a:ext cx="8591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Q</a:t>
              </a:r>
              <a:endParaRPr lang="en-US" sz="595"/>
            </a:p>
          </p:txBody>
        </p:sp>
        <p:sp>
          <p:nvSpPr>
            <p:cNvPr id="2899" name="Concatenation">
              <a:extLst>
                <a:ext uri="{FF2B5EF4-FFF2-40B4-BE49-F238E27FC236}">
                  <a16:creationId xmlns:a16="http://schemas.microsoft.com/office/drawing/2014/main" id="{AB92D45B-77C5-DF88-3860-292B912C5802}"/>
                </a:ext>
              </a:extLst>
            </p:cNvPr>
            <p:cNvSpPr/>
            <p:nvPr/>
          </p:nvSpPr>
          <p:spPr>
            <a:xfrm>
              <a:off x="4116105" y="4444605"/>
              <a:ext cx="111690" cy="111690"/>
            </a:xfrm>
            <a:prstGeom prst="ellipse">
              <a:avLst/>
            </a:prstGeom>
            <a:solidFill>
              <a:srgbClr val="FFFFFF"/>
            </a:solidFill>
            <a:ln w="5913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cxnSp>
          <p:nvCxnSpPr>
            <p:cNvPr id="2900" name="path_2738">
              <a:extLst>
                <a:ext uri="{FF2B5EF4-FFF2-40B4-BE49-F238E27FC236}">
                  <a16:creationId xmlns:a16="http://schemas.microsoft.com/office/drawing/2014/main" id="{E1EF16F7-2D73-DAEB-0032-BD87FFFA7BF3}"/>
                </a:ext>
              </a:extLst>
            </p:cNvPr>
            <p:cNvCxnSpPr/>
            <p:nvPr/>
          </p:nvCxnSpPr>
          <p:spPr>
            <a:xfrm>
              <a:off x="4158810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01" name="path_2739">
              <a:extLst>
                <a:ext uri="{FF2B5EF4-FFF2-40B4-BE49-F238E27FC236}">
                  <a16:creationId xmlns:a16="http://schemas.microsoft.com/office/drawing/2014/main" id="{AE9CC941-3AE4-DF8F-26E6-19384E689F73}"/>
                </a:ext>
              </a:extLst>
            </p:cNvPr>
            <p:cNvCxnSpPr/>
            <p:nvPr/>
          </p:nvCxnSpPr>
          <p:spPr>
            <a:xfrm>
              <a:off x="4185090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914" name="Identity representation g_k">
              <a:extLst>
                <a:ext uri="{FF2B5EF4-FFF2-40B4-BE49-F238E27FC236}">
                  <a16:creationId xmlns:a16="http://schemas.microsoft.com/office/drawing/2014/main" id="{C04478AA-C158-80D3-A4C3-A7CDDFDCC466}"/>
                </a:ext>
              </a:extLst>
            </p:cNvPr>
            <p:cNvGrpSpPr/>
            <p:nvPr/>
          </p:nvGrpSpPr>
          <p:grpSpPr>
            <a:xfrm>
              <a:off x="3958425" y="4746825"/>
              <a:ext cx="427050" cy="72270"/>
              <a:chOff x="3958425" y="4746825"/>
              <a:chExt cx="427050" cy="72270"/>
            </a:xfrm>
          </p:grpSpPr>
          <p:sp>
            <p:nvSpPr>
              <p:cNvPr id="2915" name="feature_1">
                <a:extLst>
                  <a:ext uri="{FF2B5EF4-FFF2-40B4-BE49-F238E27FC236}">
                    <a16:creationId xmlns:a16="http://schemas.microsoft.com/office/drawing/2014/main" id="{3E62C5AA-1FEB-214E-7E04-5B27B7941931}"/>
                  </a:ext>
                </a:extLst>
              </p:cNvPr>
              <p:cNvSpPr/>
              <p:nvPr/>
            </p:nvSpPr>
            <p:spPr>
              <a:xfrm>
                <a:off x="3958425" y="4746825"/>
                <a:ext cx="58191" cy="72270"/>
              </a:xfrm>
              <a:prstGeom prst="rect">
                <a:avLst/>
              </a:prstGeom>
              <a:solidFill>
                <a:srgbClr val="3E997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6" name="feature_2">
                <a:extLst>
                  <a:ext uri="{FF2B5EF4-FFF2-40B4-BE49-F238E27FC236}">
                    <a16:creationId xmlns:a16="http://schemas.microsoft.com/office/drawing/2014/main" id="{706E1511-2DF4-6C36-DCA7-2E9A9297779B}"/>
                  </a:ext>
                </a:extLst>
              </p:cNvPr>
              <p:cNvSpPr/>
              <p:nvPr/>
            </p:nvSpPr>
            <p:spPr>
              <a:xfrm>
                <a:off x="4019901" y="4746825"/>
                <a:ext cx="58191" cy="72270"/>
              </a:xfrm>
              <a:prstGeom prst="rect">
                <a:avLst/>
              </a:prstGeom>
              <a:solidFill>
                <a:srgbClr val="83C2A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7" name="feature_3">
                <a:extLst>
                  <a:ext uri="{FF2B5EF4-FFF2-40B4-BE49-F238E27FC236}">
                    <a16:creationId xmlns:a16="http://schemas.microsoft.com/office/drawing/2014/main" id="{01BCF8E7-45AA-8F57-1887-A7B1EADC6E92}"/>
                  </a:ext>
                </a:extLst>
              </p:cNvPr>
              <p:cNvSpPr/>
              <p:nvPr/>
            </p:nvSpPr>
            <p:spPr>
              <a:xfrm>
                <a:off x="4081378" y="4746825"/>
                <a:ext cx="58191" cy="72270"/>
              </a:xfrm>
              <a:prstGeom prst="rect">
                <a:avLst/>
              </a:prstGeom>
              <a:solidFill>
                <a:srgbClr val="BCDDC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8" name="feature_4">
                <a:extLst>
                  <a:ext uri="{FF2B5EF4-FFF2-40B4-BE49-F238E27FC236}">
                    <a16:creationId xmlns:a16="http://schemas.microsoft.com/office/drawing/2014/main" id="{CADBC1ED-BD4C-7A7B-8E1D-1D85BA40F29E}"/>
                  </a:ext>
                </a:extLst>
              </p:cNvPr>
              <p:cNvSpPr/>
              <p:nvPr/>
            </p:nvSpPr>
            <p:spPr>
              <a:xfrm>
                <a:off x="4142854" y="4746825"/>
                <a:ext cx="58191" cy="72270"/>
              </a:xfrm>
              <a:prstGeom prst="rect">
                <a:avLst/>
              </a:prstGeom>
              <a:solidFill>
                <a:srgbClr val="68AB9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9" name="feature_5">
                <a:extLst>
                  <a:ext uri="{FF2B5EF4-FFF2-40B4-BE49-F238E27FC236}">
                    <a16:creationId xmlns:a16="http://schemas.microsoft.com/office/drawing/2014/main" id="{41A8CA7F-343C-184D-3B75-8BB7F77A2E25}"/>
                  </a:ext>
                </a:extLst>
              </p:cNvPr>
              <p:cNvSpPr/>
              <p:nvPr/>
            </p:nvSpPr>
            <p:spPr>
              <a:xfrm>
                <a:off x="4204331" y="4746825"/>
                <a:ext cx="58191" cy="72270"/>
              </a:xfrm>
              <a:prstGeom prst="rect">
                <a:avLst/>
              </a:prstGeom>
              <a:solidFill>
                <a:srgbClr val="3E997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20" name="feature_6">
                <a:extLst>
                  <a:ext uri="{FF2B5EF4-FFF2-40B4-BE49-F238E27FC236}">
                    <a16:creationId xmlns:a16="http://schemas.microsoft.com/office/drawing/2014/main" id="{1E81BA90-A555-FB95-A9CB-358E6F595404}"/>
                  </a:ext>
                </a:extLst>
              </p:cNvPr>
              <p:cNvSpPr/>
              <p:nvPr/>
            </p:nvSpPr>
            <p:spPr>
              <a:xfrm>
                <a:off x="4265807" y="4746825"/>
                <a:ext cx="58191" cy="72270"/>
              </a:xfrm>
              <a:prstGeom prst="rect">
                <a:avLst/>
              </a:prstGeom>
              <a:solidFill>
                <a:srgbClr val="83C2A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21" name="feature_7">
                <a:extLst>
                  <a:ext uri="{FF2B5EF4-FFF2-40B4-BE49-F238E27FC236}">
                    <a16:creationId xmlns:a16="http://schemas.microsoft.com/office/drawing/2014/main" id="{79383207-A669-B5EF-E34D-BB2B42AAB091}"/>
                  </a:ext>
                </a:extLst>
              </p:cNvPr>
              <p:cNvSpPr/>
              <p:nvPr/>
            </p:nvSpPr>
            <p:spPr>
              <a:xfrm>
                <a:off x="4327284" y="4746825"/>
                <a:ext cx="58191" cy="72270"/>
              </a:xfrm>
              <a:prstGeom prst="rect">
                <a:avLst/>
              </a:prstGeom>
              <a:solidFill>
                <a:srgbClr val="BCDDC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922" name="Formula | g_k">
              <a:extLst>
                <a:ext uri="{FF2B5EF4-FFF2-40B4-BE49-F238E27FC236}">
                  <a16:creationId xmlns:a16="http://schemas.microsoft.com/office/drawing/2014/main" id="{1A58EBBA-9ABF-D178-F919-0C86E7E3C36B}"/>
                </a:ext>
              </a:extLst>
            </p:cNvPr>
            <p:cNvGrpSpPr/>
            <p:nvPr/>
          </p:nvGrpSpPr>
          <p:grpSpPr>
            <a:xfrm>
              <a:off x="4467600" y="4713975"/>
              <a:ext cx="127544" cy="149738"/>
              <a:chOff x="4467600" y="4713975"/>
              <a:chExt cx="127544" cy="149738"/>
            </a:xfrm>
          </p:grpSpPr>
          <p:sp>
            <p:nvSpPr>
              <p:cNvPr id="2923" name="Text | g">
                <a:extLst>
                  <a:ext uri="{FF2B5EF4-FFF2-40B4-BE49-F238E27FC236}">
                    <a16:creationId xmlns:a16="http://schemas.microsoft.com/office/drawing/2014/main" id="{69A125B4-37CF-C864-C580-609851576095}"/>
                  </a:ext>
                </a:extLst>
              </p:cNvPr>
              <p:cNvSpPr txBox="1"/>
              <p:nvPr/>
            </p:nvSpPr>
            <p:spPr>
              <a:xfrm>
                <a:off x="4467600" y="4713975"/>
                <a:ext cx="100284" cy="1446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2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g</a:t>
                </a:r>
                <a:endParaRPr lang="en-US" sz="802"/>
              </a:p>
            </p:txBody>
          </p:sp>
          <p:sp>
            <p:nvSpPr>
              <p:cNvPr id="2924" name="Text | k">
                <a:extLst>
                  <a:ext uri="{FF2B5EF4-FFF2-40B4-BE49-F238E27FC236}">
                    <a16:creationId xmlns:a16="http://schemas.microsoft.com/office/drawing/2014/main" id="{B570A10C-7D34-0E05-2F83-8325D2CF6689}"/>
                  </a:ext>
                </a:extLst>
              </p:cNvPr>
              <p:cNvSpPr txBox="1"/>
              <p:nvPr/>
            </p:nvSpPr>
            <p:spPr>
              <a:xfrm>
                <a:off x="4532241" y="4774058"/>
                <a:ext cx="62903" cy="896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97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k</a:t>
                </a:r>
                <a:endParaRPr lang="en-US" sz="497"/>
              </a:p>
            </p:txBody>
          </p:sp>
        </p:grpSp>
        <p:sp>
          <p:nvSpPr>
            <p:cNvPr id="2931" name="Operation | Cosine score">
              <a:extLst>
                <a:ext uri="{FF2B5EF4-FFF2-40B4-BE49-F238E27FC236}">
                  <a16:creationId xmlns:a16="http://schemas.microsoft.com/office/drawing/2014/main" id="{A96A3A67-B537-D8E0-458A-AF285C0626CE}"/>
                </a:ext>
              </a:extLst>
            </p:cNvPr>
            <p:cNvSpPr/>
            <p:nvPr/>
          </p:nvSpPr>
          <p:spPr>
            <a:xfrm>
              <a:off x="3444322" y="5022765"/>
              <a:ext cx="535455" cy="15768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32" name="Text | Cosine score">
              <a:extLst>
                <a:ext uri="{FF2B5EF4-FFF2-40B4-BE49-F238E27FC236}">
                  <a16:creationId xmlns:a16="http://schemas.microsoft.com/office/drawing/2014/main" id="{D6B6705B-E3FB-CD35-791D-96849CC039DF}"/>
                </a:ext>
              </a:extLst>
            </p:cNvPr>
            <p:cNvSpPr txBox="1"/>
            <p:nvPr/>
          </p:nvSpPr>
          <p:spPr>
            <a:xfrm>
              <a:off x="3416654" y="5049571"/>
              <a:ext cx="590792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Cosine score</a:t>
              </a:r>
              <a:endParaRPr lang="en-US" sz="621"/>
            </a:p>
          </p:txBody>
        </p:sp>
        <p:sp>
          <p:nvSpPr>
            <p:cNvPr id="2933" name="Text | Learned projections">
              <a:extLst>
                <a:ext uri="{FF2B5EF4-FFF2-40B4-BE49-F238E27FC236}">
                  <a16:creationId xmlns:a16="http://schemas.microsoft.com/office/drawing/2014/main" id="{A7582D96-218D-A84F-7895-8E242E3D5F13}"/>
                </a:ext>
              </a:extLst>
            </p:cNvPr>
            <p:cNvSpPr txBox="1"/>
            <p:nvPr/>
          </p:nvSpPr>
          <p:spPr>
            <a:xfrm>
              <a:off x="3325656" y="5206725"/>
              <a:ext cx="772787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Learned projections</a:t>
              </a:r>
              <a:endParaRPr lang="en-US" sz="595"/>
            </a:p>
          </p:txBody>
        </p:sp>
        <p:grpSp>
          <p:nvGrpSpPr>
            <p:cNvPr id="2934" name="Arrow | score → identity_matrix">
              <a:extLst>
                <a:ext uri="{FF2B5EF4-FFF2-40B4-BE49-F238E27FC236}">
                  <a16:creationId xmlns:a16="http://schemas.microsoft.com/office/drawing/2014/main" id="{D91EF213-4F60-EBE2-7D12-81488A75BA62}"/>
                </a:ext>
              </a:extLst>
            </p:cNvPr>
            <p:cNvGrpSpPr/>
            <p:nvPr/>
          </p:nvGrpSpPr>
          <p:grpSpPr>
            <a:xfrm>
              <a:off x="4001130" y="5088334"/>
              <a:ext cx="295650" cy="26543"/>
              <a:chOff x="4001130" y="5088334"/>
              <a:chExt cx="295650" cy="26543"/>
            </a:xfrm>
          </p:grpSpPr>
          <p:cxnSp>
            <p:nvCxnSpPr>
              <p:cNvPr id="2935" name="Arrow | score → identity_matrix | path">
                <a:extLst>
                  <a:ext uri="{FF2B5EF4-FFF2-40B4-BE49-F238E27FC236}">
                    <a16:creationId xmlns:a16="http://schemas.microsoft.com/office/drawing/2014/main" id="{5A51D554-2581-1CC6-ECF9-DAEF392046CE}"/>
                  </a:ext>
                </a:extLst>
              </p:cNvPr>
              <p:cNvCxnSpPr/>
              <p:nvPr/>
            </p:nvCxnSpPr>
            <p:spPr>
              <a:xfrm>
                <a:off x="4001130" y="5101605"/>
                <a:ext cx="295650" cy="0"/>
              </a:xfrm>
              <a:prstGeom prst="line">
                <a:avLst/>
              </a:prstGeom>
              <a:noFill/>
              <a:ln w="5256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36" name="Arrow | score → identity_matrix | editable arrowhead">
                <a:extLst>
                  <a:ext uri="{FF2B5EF4-FFF2-40B4-BE49-F238E27FC236}">
                    <a16:creationId xmlns:a16="http://schemas.microsoft.com/office/drawing/2014/main" id="{50345731-4E8C-6858-DAD3-296CCA7A95B6}"/>
                  </a:ext>
                </a:extLst>
              </p:cNvPr>
              <p:cNvSpPr/>
              <p:nvPr/>
            </p:nvSpPr>
            <p:spPr>
              <a:xfrm>
                <a:off x="4265901" y="5088334"/>
                <a:ext cx="30879" cy="26543"/>
              </a:xfrm>
              <a:custGeom>
                <a:avLst/>
                <a:gdLst/>
                <a:ahLst/>
                <a:cxnLst/>
                <a:rect l="0" t="0" r="w" b="h"/>
                <a:pathLst>
                  <a:path w="30879" h="26543" stroke="0" extrusionOk="0">
                    <a:moveTo>
                      <a:pt x="30879" y="13271"/>
                    </a:moveTo>
                    <a:lnTo>
                      <a:pt x="0" y="265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937" name="Match | J × K identity scores, separate foreground output">
              <a:extLst>
                <a:ext uri="{FF2B5EF4-FFF2-40B4-BE49-F238E27FC236}">
                  <a16:creationId xmlns:a16="http://schemas.microsoft.com/office/drawing/2014/main" id="{72EB8B4B-7608-9648-797A-0F9DC8968462}"/>
                </a:ext>
              </a:extLst>
            </p:cNvPr>
            <p:cNvGrpSpPr/>
            <p:nvPr/>
          </p:nvGrpSpPr>
          <p:grpSpPr>
            <a:xfrm>
              <a:off x="4307399" y="4851945"/>
              <a:ext cx="488195" cy="419133"/>
              <a:chOff x="4307399" y="4851945"/>
              <a:chExt cx="488195" cy="419133"/>
            </a:xfrm>
          </p:grpSpPr>
          <p:sp>
            <p:nvSpPr>
              <p:cNvPr id="2938" name="Text | B1">
                <a:extLst>
                  <a:ext uri="{FF2B5EF4-FFF2-40B4-BE49-F238E27FC236}">
                    <a16:creationId xmlns:a16="http://schemas.microsoft.com/office/drawing/2014/main" id="{9A0C4676-B95C-91A5-8C7C-8632B952BD8E}"/>
                  </a:ext>
                </a:extLst>
              </p:cNvPr>
              <p:cNvSpPr txBox="1"/>
              <p:nvPr/>
            </p:nvSpPr>
            <p:spPr>
              <a:xfrm>
                <a:off x="4307399" y="4956309"/>
                <a:ext cx="117496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B1</a:t>
                </a:r>
                <a:endParaRPr lang="en-US" sz="543"/>
              </a:p>
            </p:txBody>
          </p:sp>
          <p:sp>
            <p:nvSpPr>
              <p:cNvPr id="2939" name="Text | B2">
                <a:extLst>
                  <a:ext uri="{FF2B5EF4-FFF2-40B4-BE49-F238E27FC236}">
                    <a16:creationId xmlns:a16="http://schemas.microsoft.com/office/drawing/2014/main" id="{2FF54577-012D-C2B2-CC8A-DAAF3F4590B3}"/>
                  </a:ext>
                </a:extLst>
              </p:cNvPr>
              <p:cNvSpPr txBox="1"/>
              <p:nvPr/>
            </p:nvSpPr>
            <p:spPr>
              <a:xfrm>
                <a:off x="4307399" y="5064714"/>
                <a:ext cx="117496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B2</a:t>
                </a:r>
                <a:endParaRPr lang="en-US" sz="543"/>
              </a:p>
            </p:txBody>
          </p:sp>
          <p:sp>
            <p:nvSpPr>
              <p:cNvPr id="2940" name="Text | B3">
                <a:extLst>
                  <a:ext uri="{FF2B5EF4-FFF2-40B4-BE49-F238E27FC236}">
                    <a16:creationId xmlns:a16="http://schemas.microsoft.com/office/drawing/2014/main" id="{7AD9D9D4-2B3E-A111-22FA-C5FA4E8D751E}"/>
                  </a:ext>
                </a:extLst>
              </p:cNvPr>
              <p:cNvSpPr txBox="1"/>
              <p:nvPr/>
            </p:nvSpPr>
            <p:spPr>
              <a:xfrm>
                <a:off x="4307399" y="5173119"/>
                <a:ext cx="117496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B3</a:t>
                </a:r>
                <a:endParaRPr lang="en-US" sz="543"/>
              </a:p>
            </p:txBody>
          </p:sp>
          <p:sp>
            <p:nvSpPr>
              <p:cNvPr id="2941" name="Text | S1">
                <a:extLst>
                  <a:ext uri="{FF2B5EF4-FFF2-40B4-BE49-F238E27FC236}">
                    <a16:creationId xmlns:a16="http://schemas.microsoft.com/office/drawing/2014/main" id="{196339C1-760B-39ED-F215-457BFEFBA9C6}"/>
                  </a:ext>
                </a:extLst>
              </p:cNvPr>
              <p:cNvSpPr txBox="1"/>
              <p:nvPr/>
            </p:nvSpPr>
            <p:spPr>
              <a:xfrm>
                <a:off x="4464822" y="4851945"/>
                <a:ext cx="113961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S1</a:t>
                </a:r>
                <a:endParaRPr lang="en-US" sz="543"/>
              </a:p>
            </p:txBody>
          </p:sp>
          <p:sp>
            <p:nvSpPr>
              <p:cNvPr id="2942" name="Text | S2">
                <a:extLst>
                  <a:ext uri="{FF2B5EF4-FFF2-40B4-BE49-F238E27FC236}">
                    <a16:creationId xmlns:a16="http://schemas.microsoft.com/office/drawing/2014/main" id="{7A7A114C-4D71-EA8A-75AB-FCB89ECD16BA}"/>
                  </a:ext>
                </a:extLst>
              </p:cNvPr>
              <p:cNvSpPr txBox="1"/>
              <p:nvPr/>
            </p:nvSpPr>
            <p:spPr>
              <a:xfrm>
                <a:off x="4573227" y="4851945"/>
                <a:ext cx="113961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S2</a:t>
                </a:r>
                <a:endParaRPr lang="en-US" sz="543"/>
              </a:p>
            </p:txBody>
          </p:sp>
          <p:sp>
            <p:nvSpPr>
              <p:cNvPr id="2943" name="Text | S3">
                <a:extLst>
                  <a:ext uri="{FF2B5EF4-FFF2-40B4-BE49-F238E27FC236}">
                    <a16:creationId xmlns:a16="http://schemas.microsoft.com/office/drawing/2014/main" id="{D811057B-A7C2-2A9E-EC6E-C64AE494FB4C}"/>
                  </a:ext>
                </a:extLst>
              </p:cNvPr>
              <p:cNvSpPr txBox="1"/>
              <p:nvPr/>
            </p:nvSpPr>
            <p:spPr>
              <a:xfrm>
                <a:off x="4681632" y="4851945"/>
                <a:ext cx="113961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S3</a:t>
                </a:r>
                <a:endParaRPr lang="en-US" sz="543"/>
              </a:p>
            </p:txBody>
          </p:sp>
          <p:sp>
            <p:nvSpPr>
              <p:cNvPr id="2944" name="Score B1, S1 | illustrative">
                <a:extLst>
                  <a:ext uri="{FF2B5EF4-FFF2-40B4-BE49-F238E27FC236}">
                    <a16:creationId xmlns:a16="http://schemas.microsoft.com/office/drawing/2014/main" id="{6589388E-8FF1-5298-2829-7F6559420C60}"/>
                  </a:ext>
                </a:extLst>
              </p:cNvPr>
              <p:cNvSpPr/>
              <p:nvPr/>
            </p:nvSpPr>
            <p:spPr>
              <a:xfrm>
                <a:off x="4467600" y="4950495"/>
                <a:ext cx="102492" cy="102492"/>
              </a:xfrm>
              <a:prstGeom prst="rect">
                <a:avLst/>
              </a:prstGeom>
              <a:solidFill>
                <a:srgbClr val="C5DED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5" name="Score B1, S2 | illustrative">
                <a:extLst>
                  <a:ext uri="{FF2B5EF4-FFF2-40B4-BE49-F238E27FC236}">
                    <a16:creationId xmlns:a16="http://schemas.microsoft.com/office/drawing/2014/main" id="{4FCA0F19-E776-66B9-234F-3AC1CAE24DF3}"/>
                  </a:ext>
                </a:extLst>
              </p:cNvPr>
              <p:cNvSpPr/>
              <p:nvPr/>
            </p:nvSpPr>
            <p:spPr>
              <a:xfrm>
                <a:off x="4576005" y="4950495"/>
                <a:ext cx="102492" cy="102492"/>
              </a:xfrm>
              <a:prstGeom prst="rect">
                <a:avLst/>
              </a:prstGeom>
              <a:solidFill>
                <a:srgbClr val="3C948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6" name="Score B1, S3 | illustrative">
                <a:extLst>
                  <a:ext uri="{FF2B5EF4-FFF2-40B4-BE49-F238E27FC236}">
                    <a16:creationId xmlns:a16="http://schemas.microsoft.com/office/drawing/2014/main" id="{B2FC0463-7E3A-2269-BAA2-6C36E723C616}"/>
                  </a:ext>
                </a:extLst>
              </p:cNvPr>
              <p:cNvSpPr/>
              <p:nvPr/>
            </p:nvSpPr>
            <p:spPr>
              <a:xfrm>
                <a:off x="4684410" y="4950495"/>
                <a:ext cx="102492" cy="102492"/>
              </a:xfrm>
              <a:prstGeom prst="rect">
                <a:avLst/>
              </a:prstGeom>
              <a:solidFill>
                <a:srgbClr val="D1E4E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7" name="Score B2, S1 | illustrative">
                <a:extLst>
                  <a:ext uri="{FF2B5EF4-FFF2-40B4-BE49-F238E27FC236}">
                    <a16:creationId xmlns:a16="http://schemas.microsoft.com/office/drawing/2014/main" id="{51909660-70B2-640B-20BA-122BCAD99AC1}"/>
                  </a:ext>
                </a:extLst>
              </p:cNvPr>
              <p:cNvSpPr/>
              <p:nvPr/>
            </p:nvSpPr>
            <p:spPr>
              <a:xfrm>
                <a:off x="4467600" y="5058900"/>
                <a:ext cx="102492" cy="102492"/>
              </a:xfrm>
              <a:prstGeom prst="rect">
                <a:avLst/>
              </a:prstGeom>
              <a:solidFill>
                <a:srgbClr val="CBE1D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8" name="Score B2, S2 | illustrative">
                <a:extLst>
                  <a:ext uri="{FF2B5EF4-FFF2-40B4-BE49-F238E27FC236}">
                    <a16:creationId xmlns:a16="http://schemas.microsoft.com/office/drawing/2014/main" id="{5A44B294-1D0C-9524-1CF3-10362B05AF83}"/>
                  </a:ext>
                </a:extLst>
              </p:cNvPr>
              <p:cNvSpPr/>
              <p:nvPr/>
            </p:nvSpPr>
            <p:spPr>
              <a:xfrm>
                <a:off x="4576005" y="5058900"/>
                <a:ext cx="102492" cy="102492"/>
              </a:xfrm>
              <a:prstGeom prst="rect">
                <a:avLst/>
              </a:prstGeom>
              <a:solidFill>
                <a:srgbClr val="509F9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9" name="Score B2, S3 | illustrative">
                <a:extLst>
                  <a:ext uri="{FF2B5EF4-FFF2-40B4-BE49-F238E27FC236}">
                    <a16:creationId xmlns:a16="http://schemas.microsoft.com/office/drawing/2014/main" id="{E92F7067-C2F1-BA88-45CB-302759FD2039}"/>
                  </a:ext>
                </a:extLst>
              </p:cNvPr>
              <p:cNvSpPr/>
              <p:nvPr/>
            </p:nvSpPr>
            <p:spPr>
              <a:xfrm>
                <a:off x="4684410" y="5058900"/>
                <a:ext cx="102492" cy="102492"/>
              </a:xfrm>
              <a:prstGeom prst="rect">
                <a:avLst/>
              </a:prstGeom>
              <a:solidFill>
                <a:srgbClr val="B5D5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0" name="Score B3, S1 | illustrative">
                <a:extLst>
                  <a:ext uri="{FF2B5EF4-FFF2-40B4-BE49-F238E27FC236}">
                    <a16:creationId xmlns:a16="http://schemas.microsoft.com/office/drawing/2014/main" id="{CF0DF61E-1C04-41E3-28C5-86A4199D3E6A}"/>
                  </a:ext>
                </a:extLst>
              </p:cNvPr>
              <p:cNvSpPr/>
              <p:nvPr/>
            </p:nvSpPr>
            <p:spPr>
              <a:xfrm>
                <a:off x="4467600" y="5167305"/>
                <a:ext cx="102492" cy="102492"/>
              </a:xfrm>
              <a:prstGeom prst="rect">
                <a:avLst/>
              </a:prstGeom>
              <a:solidFill>
                <a:srgbClr val="54A195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1" name="Score B3, S2 | illustrative">
                <a:extLst>
                  <a:ext uri="{FF2B5EF4-FFF2-40B4-BE49-F238E27FC236}">
                    <a16:creationId xmlns:a16="http://schemas.microsoft.com/office/drawing/2014/main" id="{F8EAFEB0-A69A-CF17-3AC4-22CE3CF81A7E}"/>
                  </a:ext>
                </a:extLst>
              </p:cNvPr>
              <p:cNvSpPr/>
              <p:nvPr/>
            </p:nvSpPr>
            <p:spPr>
              <a:xfrm>
                <a:off x="4576005" y="5167305"/>
                <a:ext cx="102492" cy="102492"/>
              </a:xfrm>
              <a:prstGeom prst="rect">
                <a:avLst/>
              </a:prstGeom>
              <a:solidFill>
                <a:srgbClr val="BFDBD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2" name="Score B3, S3 | illustrative">
                <a:extLst>
                  <a:ext uri="{FF2B5EF4-FFF2-40B4-BE49-F238E27FC236}">
                    <a16:creationId xmlns:a16="http://schemas.microsoft.com/office/drawing/2014/main" id="{7D3A182F-8397-F5A6-9AC3-3B8225587FDF}"/>
                  </a:ext>
                </a:extLst>
              </p:cNvPr>
              <p:cNvSpPr/>
              <p:nvPr/>
            </p:nvSpPr>
            <p:spPr>
              <a:xfrm>
                <a:off x="4684410" y="5167305"/>
                <a:ext cx="102492" cy="102492"/>
              </a:xfrm>
              <a:prstGeom prst="rect">
                <a:avLst/>
              </a:prstGeom>
              <a:solidFill>
                <a:srgbClr val="CDE2E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953" name="Text | J × K">
              <a:extLst>
                <a:ext uri="{FF2B5EF4-FFF2-40B4-BE49-F238E27FC236}">
                  <a16:creationId xmlns:a16="http://schemas.microsoft.com/office/drawing/2014/main" id="{A816CBC9-A93F-C0BC-7216-9A0506F302E2}"/>
                </a:ext>
              </a:extLst>
            </p:cNvPr>
            <p:cNvSpPr txBox="1"/>
            <p:nvPr/>
          </p:nvSpPr>
          <p:spPr>
            <a:xfrm>
              <a:off x="4832551" y="5062185"/>
              <a:ext cx="209609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J × K</a:t>
              </a:r>
              <a:endParaRPr lang="en-US" sz="595"/>
            </a:p>
          </p:txBody>
        </p:sp>
        <p:sp>
          <p:nvSpPr>
            <p:cNvPr id="2957" name="Operation | FG">
              <a:extLst>
                <a:ext uri="{FF2B5EF4-FFF2-40B4-BE49-F238E27FC236}">
                  <a16:creationId xmlns:a16="http://schemas.microsoft.com/office/drawing/2014/main" id="{14EC64FD-F506-895F-284F-EBA96606055A}"/>
                </a:ext>
              </a:extLst>
            </p:cNvPr>
            <p:cNvSpPr/>
            <p:nvPr/>
          </p:nvSpPr>
          <p:spPr>
            <a:xfrm>
              <a:off x="2757758" y="5014552"/>
              <a:ext cx="174105" cy="134685"/>
            </a:xfrm>
            <a:prstGeom prst="roundRect">
              <a:avLst>
                <a:gd name="adj" fmla="val 21951"/>
              </a:avLst>
            </a:prstGeom>
            <a:solidFill>
              <a:srgbClr val="FFFFFF"/>
            </a:solidFill>
            <a:ln w="4928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58" name="Text | FG">
              <a:extLst>
                <a:ext uri="{FF2B5EF4-FFF2-40B4-BE49-F238E27FC236}">
                  <a16:creationId xmlns:a16="http://schemas.microsoft.com/office/drawing/2014/main" id="{95EF340B-A954-E7C5-DB9D-951F74CD4A59}"/>
                </a:ext>
              </a:extLst>
            </p:cNvPr>
            <p:cNvSpPr txBox="1"/>
            <p:nvPr/>
          </p:nvSpPr>
          <p:spPr>
            <a:xfrm>
              <a:off x="2774774" y="5032029"/>
              <a:ext cx="140072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1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FG</a:t>
              </a:r>
              <a:endParaRPr lang="en-US" sz="595"/>
            </a:p>
          </p:txBody>
        </p:sp>
        <p:grpSp>
          <p:nvGrpSpPr>
            <p:cNvPr id="2959" name="Arrow | foreground_head → foreground_probability">
              <a:extLst>
                <a:ext uri="{FF2B5EF4-FFF2-40B4-BE49-F238E27FC236}">
                  <a16:creationId xmlns:a16="http://schemas.microsoft.com/office/drawing/2014/main" id="{9A64F0AB-C4F7-5372-8AF8-83DEEDDC34C9}"/>
                </a:ext>
              </a:extLst>
            </p:cNvPr>
            <p:cNvGrpSpPr/>
            <p:nvPr/>
          </p:nvGrpSpPr>
          <p:grpSpPr>
            <a:xfrm>
              <a:off x="2949930" y="5069051"/>
              <a:ext cx="88695" cy="25689"/>
              <a:chOff x="2949930" y="5069051"/>
              <a:chExt cx="88695" cy="25689"/>
            </a:xfrm>
          </p:grpSpPr>
          <p:cxnSp>
            <p:nvCxnSpPr>
              <p:cNvPr id="2960" name="Arrow | foreground_head → foreground_probability | path">
                <a:extLst>
                  <a:ext uri="{FF2B5EF4-FFF2-40B4-BE49-F238E27FC236}">
                    <a16:creationId xmlns:a16="http://schemas.microsoft.com/office/drawing/2014/main" id="{AC5457D5-443D-F04D-DA95-63965B1845D6}"/>
                  </a:ext>
                </a:extLst>
              </p:cNvPr>
              <p:cNvCxnSpPr/>
              <p:nvPr/>
            </p:nvCxnSpPr>
            <p:spPr>
              <a:xfrm>
                <a:off x="2949930" y="5081895"/>
                <a:ext cx="88695" cy="0"/>
              </a:xfrm>
              <a:prstGeom prst="line">
                <a:avLst/>
              </a:prstGeom>
              <a:noFill/>
              <a:ln w="4599" cap="rnd" cmpd="sng" algn="ctr">
                <a:solidFill>
                  <a:srgbClr val="5E71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61" name="Arrow | foreground_head → foreground_probability | editable arrowhead">
                <a:extLst>
                  <a:ext uri="{FF2B5EF4-FFF2-40B4-BE49-F238E27FC236}">
                    <a16:creationId xmlns:a16="http://schemas.microsoft.com/office/drawing/2014/main" id="{9E176D3A-A330-EC97-4384-FDA3B8F3DC07}"/>
                  </a:ext>
                </a:extLst>
              </p:cNvPr>
              <p:cNvSpPr/>
              <p:nvPr/>
            </p:nvSpPr>
            <p:spPr>
              <a:xfrm>
                <a:off x="3008732" y="5069051"/>
                <a:ext cx="29894" cy="25689"/>
              </a:xfrm>
              <a:custGeom>
                <a:avLst/>
                <a:gdLst/>
                <a:ahLst/>
                <a:cxnLst/>
                <a:rect l="0" t="0" r="w" b="h"/>
                <a:pathLst>
                  <a:path w="29894" h="25689" stroke="0" extrusionOk="0">
                    <a:moveTo>
                      <a:pt x="29894" y="12844"/>
                    </a:moveTo>
                    <a:lnTo>
                      <a:pt x="0" y="256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E7180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962" name="Foreground probability: full range">
              <a:extLst>
                <a:ext uri="{FF2B5EF4-FFF2-40B4-BE49-F238E27FC236}">
                  <a16:creationId xmlns:a16="http://schemas.microsoft.com/office/drawing/2014/main" id="{57C75893-75A3-93BE-9623-A32E38607E82}"/>
                </a:ext>
              </a:extLst>
            </p:cNvPr>
            <p:cNvSpPr/>
            <p:nvPr/>
          </p:nvSpPr>
          <p:spPr>
            <a:xfrm>
              <a:off x="3068190" y="5052330"/>
              <a:ext cx="170820" cy="52560"/>
            </a:xfrm>
            <a:prstGeom prst="rect">
              <a:avLst/>
            </a:prstGeom>
            <a:solidFill>
              <a:srgbClr val="DFE8E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63" name="Foreground probability: illustrative value">
              <a:extLst>
                <a:ext uri="{FF2B5EF4-FFF2-40B4-BE49-F238E27FC236}">
                  <a16:creationId xmlns:a16="http://schemas.microsoft.com/office/drawing/2014/main" id="{DA92E025-CA1B-C030-D45C-E6CF9C065BB3}"/>
                </a:ext>
              </a:extLst>
            </p:cNvPr>
            <p:cNvSpPr/>
            <p:nvPr/>
          </p:nvSpPr>
          <p:spPr>
            <a:xfrm>
              <a:off x="3068190" y="5052330"/>
              <a:ext cx="121545" cy="52560"/>
            </a:xfrm>
            <a:prstGeom prst="rect">
              <a:avLst/>
            </a:prstGeom>
            <a:solidFill>
              <a:srgbClr val="7592A3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64" name="Text | Foreground">
              <a:extLst>
                <a:ext uri="{FF2B5EF4-FFF2-40B4-BE49-F238E27FC236}">
                  <a16:creationId xmlns:a16="http://schemas.microsoft.com/office/drawing/2014/main" id="{055E42F3-2A5E-43C3-1AF8-1E29DAFD832E}"/>
                </a:ext>
              </a:extLst>
            </p:cNvPr>
            <p:cNvSpPr txBox="1"/>
            <p:nvPr/>
          </p:nvSpPr>
          <p:spPr>
            <a:xfrm>
              <a:off x="2695321" y="5200155"/>
              <a:ext cx="456657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Foreground</a:t>
              </a:r>
              <a:endParaRPr lang="en-US" sz="595"/>
            </a:p>
          </p:txBody>
        </p:sp>
        <p:grpSp>
          <p:nvGrpSpPr>
            <p:cNvPr id="5776" name="Arrow | hvox → film_base | editable route">
              <a:extLst>
                <a:ext uri="{FF2B5EF4-FFF2-40B4-BE49-F238E27FC236}">
                  <a16:creationId xmlns:a16="http://schemas.microsoft.com/office/drawing/2014/main" id="{CE5BE24C-9E35-24F5-05A4-9C96E1C2E8AD}"/>
                </a:ext>
              </a:extLst>
            </p:cNvPr>
            <p:cNvGrpSpPr/>
            <p:nvPr/>
          </p:nvGrpSpPr>
          <p:grpSpPr>
            <a:xfrm>
              <a:off x="2795400" y="3051720"/>
              <a:ext cx="293400" cy="1340280"/>
              <a:chOff x="2795400" y="3051720"/>
              <a:chExt cx="293400" cy="1340280"/>
            </a:xfrm>
          </p:grpSpPr>
          <p:sp>
            <p:nvSpPr>
              <p:cNvPr id="5774" name="Arrow | hvox → film_base">
                <a:extLst>
                  <a:ext uri="{FF2B5EF4-FFF2-40B4-BE49-F238E27FC236}">
                    <a16:creationId xmlns:a16="http://schemas.microsoft.com/office/drawing/2014/main" id="{F6C48B31-CC69-C953-95A2-9F0EEAEB8A14}"/>
                  </a:ext>
                </a:extLst>
              </p:cNvPr>
              <p:cNvSpPr/>
              <p:nvPr/>
            </p:nvSpPr>
            <p:spPr>
              <a:xfrm>
                <a:off x="2795400" y="3051720"/>
                <a:ext cx="293400" cy="1314360"/>
              </a:xfrm>
              <a:custGeom>
                <a:avLst/>
                <a:gdLst/>
                <a:ahLst/>
                <a:cxnLst/>
                <a:rect l="0" t="0" r="r" b="b"/>
                <a:pathLst>
                  <a:path w="293400" h="1314360" fill="none">
                    <a:moveTo>
                      <a:pt x="0" y="0"/>
                    </a:moveTo>
                    <a:lnTo>
                      <a:pt x="293400" y="0"/>
                    </a:lnTo>
                    <a:lnTo>
                      <a:pt x="293400" y="1282680"/>
                    </a:lnTo>
                    <a:lnTo>
                      <a:pt x="42840" y="1282680"/>
                    </a:lnTo>
                    <a:lnTo>
                      <a:pt x="42840" y="1314360"/>
                    </a:lnTo>
                  </a:path>
                </a:pathLst>
              </a:custGeom>
              <a:ln w="576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775" name="Arrow | hvox → film_base | arrowhead">
                <a:extLst>
                  <a:ext uri="{FF2B5EF4-FFF2-40B4-BE49-F238E27FC236}">
                    <a16:creationId xmlns:a16="http://schemas.microsoft.com/office/drawing/2014/main" id="{CE3FA430-5DCC-A268-E79C-9589F50C89AF}"/>
                  </a:ext>
                </a:extLst>
              </p:cNvPr>
              <p:cNvSpPr/>
              <p:nvPr/>
            </p:nvSpPr>
            <p:spPr>
              <a:xfrm>
                <a:off x="2828160" y="436608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779" name="Arrow | hvox → attention_Q | editable route">
              <a:extLst>
                <a:ext uri="{FF2B5EF4-FFF2-40B4-BE49-F238E27FC236}">
                  <a16:creationId xmlns:a16="http://schemas.microsoft.com/office/drawing/2014/main" id="{0C5012BB-5428-89DA-4715-EE8AE8422798}"/>
                </a:ext>
              </a:extLst>
            </p:cNvPr>
            <p:cNvGrpSpPr/>
            <p:nvPr/>
          </p:nvGrpSpPr>
          <p:grpSpPr>
            <a:xfrm>
              <a:off x="2711520" y="3074760"/>
              <a:ext cx="204480" cy="1038240"/>
              <a:chOff x="2711520" y="3074760"/>
              <a:chExt cx="204480" cy="1038240"/>
            </a:xfrm>
          </p:grpSpPr>
          <p:sp>
            <p:nvSpPr>
              <p:cNvPr id="5777" name="Arrow | hvox → attention_Q">
                <a:extLst>
                  <a:ext uri="{FF2B5EF4-FFF2-40B4-BE49-F238E27FC236}">
                    <a16:creationId xmlns:a16="http://schemas.microsoft.com/office/drawing/2014/main" id="{ACECB731-7D39-05AF-79BF-35AC59B70FDE}"/>
                  </a:ext>
                </a:extLst>
              </p:cNvPr>
              <p:cNvSpPr/>
              <p:nvPr/>
            </p:nvSpPr>
            <p:spPr>
              <a:xfrm>
                <a:off x="2737440" y="3074760"/>
                <a:ext cx="178560" cy="1028160"/>
              </a:xfrm>
              <a:custGeom>
                <a:avLst/>
                <a:gdLst/>
                <a:ahLst/>
                <a:cxnLst/>
                <a:rect l="0" t="0" r="r" b="b"/>
                <a:pathLst>
                  <a:path w="178560" h="1028160" fill="none">
                    <a:moveTo>
                      <a:pt x="57960" y="0"/>
                    </a:moveTo>
                    <a:lnTo>
                      <a:pt x="178560" y="0"/>
                    </a:lnTo>
                    <a:lnTo>
                      <a:pt x="178560" y="1028160"/>
                    </a:lnTo>
                    <a:lnTo>
                      <a:pt x="0" y="1028160"/>
                    </a:lnTo>
                  </a:path>
                </a:pathLst>
              </a:custGeom>
              <a:ln w="576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778" name="Arrow | hvox → attention_Q | arrowhead">
                <a:extLst>
                  <a:ext uri="{FF2B5EF4-FFF2-40B4-BE49-F238E27FC236}">
                    <a16:creationId xmlns:a16="http://schemas.microsoft.com/office/drawing/2014/main" id="{27E7BEC7-17E5-AE2A-4409-918FB3F46749}"/>
                  </a:ext>
                </a:extLst>
              </p:cNvPr>
              <p:cNvSpPr/>
              <p:nvPr/>
            </p:nvSpPr>
            <p:spPr>
              <a:xfrm>
                <a:off x="2711520" y="409284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0" y="10080"/>
                    </a:moveTo>
                    <a:lnTo>
                      <a:pt x="25920" y="0"/>
                    </a:lnTo>
                    <a:lnTo>
                      <a:pt x="25920" y="2016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sp>
          <p:nvSpPr>
            <p:cNvPr id="5780" name="AUX features per type | pocket input">
              <a:extLst>
                <a:ext uri="{FF2B5EF4-FFF2-40B4-BE49-F238E27FC236}">
                  <a16:creationId xmlns:a16="http://schemas.microsoft.com/office/drawing/2014/main" id="{86C63D49-E79D-C9CB-2EE2-9E7603EF79CE}"/>
                </a:ext>
              </a:extLst>
            </p:cNvPr>
            <p:cNvSpPr/>
            <p:nvPr/>
          </p:nvSpPr>
          <p:spPr>
            <a:xfrm>
              <a:off x="1448640" y="3899160"/>
              <a:ext cx="36" cy="48240"/>
            </a:xfrm>
            <a:custGeom>
              <a:avLst/>
              <a:gdLst/>
              <a:ahLst/>
              <a:cxnLst/>
              <a:rect l="0" t="0" r="r" b="b"/>
              <a:pathLst>
                <a:path w="36" h="48240" fill="none">
                  <a:moveTo>
                    <a:pt x="0" y="0"/>
                  </a:moveTo>
                  <a:lnTo>
                    <a:pt x="0" y="4824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5781" name="AUX features per type | local cues input">
              <a:extLst>
                <a:ext uri="{FF2B5EF4-FFF2-40B4-BE49-F238E27FC236}">
                  <a16:creationId xmlns:a16="http://schemas.microsoft.com/office/drawing/2014/main" id="{AA370107-2BB4-B878-FD8C-2970562BD9D5}"/>
                </a:ext>
              </a:extLst>
            </p:cNvPr>
            <p:cNvSpPr/>
            <p:nvPr/>
          </p:nvSpPr>
          <p:spPr>
            <a:xfrm>
              <a:off x="2246760" y="3899160"/>
              <a:ext cx="36" cy="48240"/>
            </a:xfrm>
            <a:custGeom>
              <a:avLst/>
              <a:gdLst/>
              <a:ahLst/>
              <a:cxnLst/>
              <a:rect l="0" t="0" r="r" b="b"/>
              <a:pathLst>
                <a:path w="36" h="48240" fill="none">
                  <a:moveTo>
                    <a:pt x="0" y="0"/>
                  </a:moveTo>
                  <a:lnTo>
                    <a:pt x="0" y="4824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5782" name="AUX features per type | distribution">
              <a:extLst>
                <a:ext uri="{FF2B5EF4-FFF2-40B4-BE49-F238E27FC236}">
                  <a16:creationId xmlns:a16="http://schemas.microsoft.com/office/drawing/2014/main" id="{9A21A042-3104-F007-E9CD-AA74A155FE68}"/>
                </a:ext>
              </a:extLst>
            </p:cNvPr>
            <p:cNvSpPr/>
            <p:nvPr/>
          </p:nvSpPr>
          <p:spPr>
            <a:xfrm>
              <a:off x="1448640" y="3947400"/>
              <a:ext cx="1008360" cy="36"/>
            </a:xfrm>
            <a:custGeom>
              <a:avLst/>
              <a:gdLst/>
              <a:ahLst/>
              <a:cxnLst/>
              <a:rect l="0" t="0" r="r" b="b"/>
              <a:pathLst>
                <a:path w="1008360" h="36" fill="none">
                  <a:moveTo>
                    <a:pt x="0" y="0"/>
                  </a:moveTo>
                  <a:lnTo>
                    <a:pt x="1008360" y="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grpSp>
          <p:nvGrpSpPr>
            <p:cNvPr id="5785" name="AUX features per type | pooling | editable route">
              <a:extLst>
                <a:ext uri="{FF2B5EF4-FFF2-40B4-BE49-F238E27FC236}">
                  <a16:creationId xmlns:a16="http://schemas.microsoft.com/office/drawing/2014/main" id="{D0319667-D04D-4F92-ACEF-817420A214A4}"/>
                </a:ext>
              </a:extLst>
            </p:cNvPr>
            <p:cNvGrpSpPr/>
            <p:nvPr/>
          </p:nvGrpSpPr>
          <p:grpSpPr>
            <a:xfrm>
              <a:off x="1678320" y="3947400"/>
              <a:ext cx="20160" cy="75240"/>
              <a:chOff x="1678320" y="3947400"/>
              <a:chExt cx="20160" cy="75240"/>
            </a:xfrm>
          </p:grpSpPr>
          <p:sp>
            <p:nvSpPr>
              <p:cNvPr id="5783" name="AUX features per type | pooling">
                <a:extLst>
                  <a:ext uri="{FF2B5EF4-FFF2-40B4-BE49-F238E27FC236}">
                    <a16:creationId xmlns:a16="http://schemas.microsoft.com/office/drawing/2014/main" id="{820028D6-592F-10F2-C01F-C93EFD91073D}"/>
                  </a:ext>
                </a:extLst>
              </p:cNvPr>
              <p:cNvSpPr/>
              <p:nvPr/>
            </p:nvSpPr>
            <p:spPr>
              <a:xfrm>
                <a:off x="1688400" y="3947400"/>
                <a:ext cx="36" cy="49320"/>
              </a:xfrm>
              <a:custGeom>
                <a:avLst/>
                <a:gdLst/>
                <a:ahLst/>
                <a:cxnLst/>
                <a:rect l="0" t="0" r="r" b="b"/>
                <a:pathLst>
                  <a:path w="36" h="49320" fill="none">
                    <a:moveTo>
                      <a:pt x="0" y="0"/>
                    </a:moveTo>
                    <a:lnTo>
                      <a:pt x="0" y="4932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84" name="AUX features per type | pooling | arrowhead">
                <a:extLst>
                  <a:ext uri="{FF2B5EF4-FFF2-40B4-BE49-F238E27FC236}">
                    <a16:creationId xmlns:a16="http://schemas.microsoft.com/office/drawing/2014/main" id="{20FA5802-9986-C14A-413F-523738705F12}"/>
                  </a:ext>
                </a:extLst>
              </p:cNvPr>
              <p:cNvSpPr/>
              <p:nvPr/>
            </p:nvSpPr>
            <p:spPr>
              <a:xfrm>
                <a:off x="1678320" y="399672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88" name="AUX features per type | attention KV | editable route">
              <a:extLst>
                <a:ext uri="{FF2B5EF4-FFF2-40B4-BE49-F238E27FC236}">
                  <a16:creationId xmlns:a16="http://schemas.microsoft.com/office/drawing/2014/main" id="{3C0294C8-ADD6-E9C2-3D24-68EE1F194961}"/>
                </a:ext>
              </a:extLst>
            </p:cNvPr>
            <p:cNvGrpSpPr/>
            <p:nvPr/>
          </p:nvGrpSpPr>
          <p:grpSpPr>
            <a:xfrm>
              <a:off x="2446920" y="3947400"/>
              <a:ext cx="20160" cy="75240"/>
              <a:chOff x="2446920" y="3947400"/>
              <a:chExt cx="20160" cy="75240"/>
            </a:xfrm>
          </p:grpSpPr>
          <p:sp>
            <p:nvSpPr>
              <p:cNvPr id="5786" name="AUX features per type | attention KV">
                <a:extLst>
                  <a:ext uri="{FF2B5EF4-FFF2-40B4-BE49-F238E27FC236}">
                    <a16:creationId xmlns:a16="http://schemas.microsoft.com/office/drawing/2014/main" id="{10400FA5-0BA9-7457-02F8-B47EABC8CDF7}"/>
                  </a:ext>
                </a:extLst>
              </p:cNvPr>
              <p:cNvSpPr/>
              <p:nvPr/>
            </p:nvSpPr>
            <p:spPr>
              <a:xfrm>
                <a:off x="2457000" y="3947400"/>
                <a:ext cx="36" cy="49320"/>
              </a:xfrm>
              <a:custGeom>
                <a:avLst/>
                <a:gdLst/>
                <a:ahLst/>
                <a:cxnLst/>
                <a:rect l="0" t="0" r="r" b="b"/>
                <a:pathLst>
                  <a:path w="36" h="49320" fill="none">
                    <a:moveTo>
                      <a:pt x="0" y="0"/>
                    </a:moveTo>
                    <a:lnTo>
                      <a:pt x="0" y="4932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87" name="AUX features per type | attention KV | arrowhead">
                <a:extLst>
                  <a:ext uri="{FF2B5EF4-FFF2-40B4-BE49-F238E27FC236}">
                    <a16:creationId xmlns:a16="http://schemas.microsoft.com/office/drawing/2014/main" id="{438CC569-A360-A7E5-4D87-974C496BF58A}"/>
                  </a:ext>
                </a:extLst>
              </p:cNvPr>
              <p:cNvSpPr/>
              <p:nvPr/>
            </p:nvSpPr>
            <p:spPr>
              <a:xfrm>
                <a:off x="2446920" y="399672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91" name="Arrow | pool_summary → conditioning_concat | editable route">
              <a:extLst>
                <a:ext uri="{FF2B5EF4-FFF2-40B4-BE49-F238E27FC236}">
                  <a16:creationId xmlns:a16="http://schemas.microsoft.com/office/drawing/2014/main" id="{7208B56C-20CE-B46C-165A-BDEE18371A6D}"/>
                </a:ext>
              </a:extLst>
            </p:cNvPr>
            <p:cNvGrpSpPr/>
            <p:nvPr/>
          </p:nvGrpSpPr>
          <p:grpSpPr>
            <a:xfrm>
              <a:off x="1688400" y="4183560"/>
              <a:ext cx="197280" cy="326880"/>
              <a:chOff x="1688400" y="4183560"/>
              <a:chExt cx="197280" cy="326880"/>
            </a:xfrm>
          </p:grpSpPr>
          <p:sp>
            <p:nvSpPr>
              <p:cNvPr id="5789" name="Arrow | pool_summary → conditioning_concat">
                <a:extLst>
                  <a:ext uri="{FF2B5EF4-FFF2-40B4-BE49-F238E27FC236}">
                    <a16:creationId xmlns:a16="http://schemas.microsoft.com/office/drawing/2014/main" id="{9DAF625F-691A-C97D-1751-F9BAD8F26CEA}"/>
                  </a:ext>
                </a:extLst>
              </p:cNvPr>
              <p:cNvSpPr/>
              <p:nvPr/>
            </p:nvSpPr>
            <p:spPr>
              <a:xfrm>
                <a:off x="1688400" y="4183560"/>
                <a:ext cx="171360" cy="316800"/>
              </a:xfrm>
              <a:custGeom>
                <a:avLst/>
                <a:gdLst/>
                <a:ahLst/>
                <a:cxnLst/>
                <a:rect l="0" t="0" r="r" b="b"/>
                <a:pathLst>
                  <a:path w="171360" h="316800" fill="none">
                    <a:moveTo>
                      <a:pt x="0" y="0"/>
                    </a:moveTo>
                    <a:lnTo>
                      <a:pt x="0" y="316800"/>
                    </a:lnTo>
                    <a:lnTo>
                      <a:pt x="171360" y="31680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0" name="Arrow | pool_summary → conditioning_concat | arrowhead">
                <a:extLst>
                  <a:ext uri="{FF2B5EF4-FFF2-40B4-BE49-F238E27FC236}">
                    <a16:creationId xmlns:a16="http://schemas.microsoft.com/office/drawing/2014/main" id="{CF236EF3-C0D9-B80A-AB30-DE8FE094EEFC}"/>
                  </a:ext>
                </a:extLst>
              </p:cNvPr>
              <p:cNvSpPr/>
              <p:nvPr/>
            </p:nvSpPr>
            <p:spPr>
              <a:xfrm>
                <a:off x="185976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94" name="Arrow | attention_summary → conditioning_concat | editable route">
              <a:extLst>
                <a:ext uri="{FF2B5EF4-FFF2-40B4-BE49-F238E27FC236}">
                  <a16:creationId xmlns:a16="http://schemas.microsoft.com/office/drawing/2014/main" id="{647801EA-A74C-D5A2-FC92-A8046968CE66}"/>
                </a:ext>
              </a:extLst>
            </p:cNvPr>
            <p:cNvGrpSpPr/>
            <p:nvPr/>
          </p:nvGrpSpPr>
          <p:grpSpPr>
            <a:xfrm>
              <a:off x="1931400" y="4183560"/>
              <a:ext cx="525600" cy="261000"/>
              <a:chOff x="1931400" y="4183560"/>
              <a:chExt cx="525600" cy="261000"/>
            </a:xfrm>
          </p:grpSpPr>
          <p:sp>
            <p:nvSpPr>
              <p:cNvPr id="5792" name="Arrow | attention_summary → conditioning_concat">
                <a:extLst>
                  <a:ext uri="{FF2B5EF4-FFF2-40B4-BE49-F238E27FC236}">
                    <a16:creationId xmlns:a16="http://schemas.microsoft.com/office/drawing/2014/main" id="{8BA5CBEA-4C43-7BDC-154D-102126AD0B31}"/>
                  </a:ext>
                </a:extLst>
              </p:cNvPr>
              <p:cNvSpPr/>
              <p:nvPr/>
            </p:nvSpPr>
            <p:spPr>
              <a:xfrm>
                <a:off x="1941480" y="4183560"/>
                <a:ext cx="515520" cy="235080"/>
              </a:xfrm>
              <a:custGeom>
                <a:avLst/>
                <a:gdLst/>
                <a:ahLst/>
                <a:cxnLst/>
                <a:rect l="0" t="0" r="r" b="b"/>
                <a:pathLst>
                  <a:path w="515520" h="235080" fill="none">
                    <a:moveTo>
                      <a:pt x="515520" y="0"/>
                    </a:moveTo>
                    <a:lnTo>
                      <a:pt x="515520" y="114840"/>
                    </a:lnTo>
                    <a:lnTo>
                      <a:pt x="0" y="114840"/>
                    </a:lnTo>
                    <a:lnTo>
                      <a:pt x="0" y="23508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3" name="Arrow | attention_summary → conditioning_concat | arrowhead">
                <a:extLst>
                  <a:ext uri="{FF2B5EF4-FFF2-40B4-BE49-F238E27FC236}">
                    <a16:creationId xmlns:a16="http://schemas.microsoft.com/office/drawing/2014/main" id="{40B43018-BA1A-EBBF-BDAD-205C4D6E67A7}"/>
                  </a:ext>
                </a:extLst>
              </p:cNvPr>
              <p:cNvSpPr/>
              <p:nvPr/>
            </p:nvSpPr>
            <p:spPr>
              <a:xfrm>
                <a:off x="1931400" y="441864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97" name="Arrow | conditioning_concat → conditioning_mlp | editable route">
              <a:extLst>
                <a:ext uri="{FF2B5EF4-FFF2-40B4-BE49-F238E27FC236}">
                  <a16:creationId xmlns:a16="http://schemas.microsoft.com/office/drawing/2014/main" id="{5ED53F57-D6E6-8E04-6089-267A48A0E12D}"/>
                </a:ext>
              </a:extLst>
            </p:cNvPr>
            <p:cNvGrpSpPr/>
            <p:nvPr/>
          </p:nvGrpSpPr>
          <p:grpSpPr>
            <a:xfrm>
              <a:off x="1997280" y="4490280"/>
              <a:ext cx="172440" cy="20160"/>
              <a:chOff x="1997280" y="4490280"/>
              <a:chExt cx="172440" cy="20160"/>
            </a:xfrm>
          </p:grpSpPr>
          <p:sp>
            <p:nvSpPr>
              <p:cNvPr id="5795" name="Arrow | conditioning_concat → conditioning_mlp">
                <a:extLst>
                  <a:ext uri="{FF2B5EF4-FFF2-40B4-BE49-F238E27FC236}">
                    <a16:creationId xmlns:a16="http://schemas.microsoft.com/office/drawing/2014/main" id="{813396F6-0C8C-39B7-C7EC-EE9D2F5DCB26}"/>
                  </a:ext>
                </a:extLst>
              </p:cNvPr>
              <p:cNvSpPr/>
              <p:nvPr/>
            </p:nvSpPr>
            <p:spPr>
              <a:xfrm>
                <a:off x="1997280" y="4500360"/>
                <a:ext cx="146520" cy="36"/>
              </a:xfrm>
              <a:custGeom>
                <a:avLst/>
                <a:gdLst/>
                <a:ahLst/>
                <a:cxnLst/>
                <a:rect l="0" t="0" r="r" b="b"/>
                <a:pathLst>
                  <a:path w="146520" h="36" fill="none">
                    <a:moveTo>
                      <a:pt x="0" y="0"/>
                    </a:moveTo>
                    <a:lnTo>
                      <a:pt x="146520" y="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6" name="Arrow | conditioning_concat → conditioning_mlp | arrowhead">
                <a:extLst>
                  <a:ext uri="{FF2B5EF4-FFF2-40B4-BE49-F238E27FC236}">
                    <a16:creationId xmlns:a16="http://schemas.microsoft.com/office/drawing/2014/main" id="{D971A9C3-1411-1655-82A3-1B13680E8FBC}"/>
                  </a:ext>
                </a:extLst>
              </p:cNvPr>
              <p:cNvSpPr/>
              <p:nvPr/>
            </p:nvSpPr>
            <p:spPr>
              <a:xfrm>
                <a:off x="214380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0" name="Arrow | conditioning_mlp → film_condition | editable route">
              <a:extLst>
                <a:ext uri="{FF2B5EF4-FFF2-40B4-BE49-F238E27FC236}">
                  <a16:creationId xmlns:a16="http://schemas.microsoft.com/office/drawing/2014/main" id="{4AD56A4F-77E7-65AF-FB1B-AA0EE3C2EDB4}"/>
                </a:ext>
              </a:extLst>
            </p:cNvPr>
            <p:cNvGrpSpPr/>
            <p:nvPr/>
          </p:nvGrpSpPr>
          <p:grpSpPr>
            <a:xfrm>
              <a:off x="2475360" y="4490280"/>
              <a:ext cx="254520" cy="20160"/>
              <a:chOff x="2475360" y="4490280"/>
              <a:chExt cx="254520" cy="20160"/>
            </a:xfrm>
          </p:grpSpPr>
          <p:sp>
            <p:nvSpPr>
              <p:cNvPr id="5798" name="Arrow | conditioning_mlp → film_condition">
                <a:extLst>
                  <a:ext uri="{FF2B5EF4-FFF2-40B4-BE49-F238E27FC236}">
                    <a16:creationId xmlns:a16="http://schemas.microsoft.com/office/drawing/2014/main" id="{F5C8A6DD-B5B3-4A65-CCC9-6C018F78094F}"/>
                  </a:ext>
                </a:extLst>
              </p:cNvPr>
              <p:cNvSpPr/>
              <p:nvPr/>
            </p:nvSpPr>
            <p:spPr>
              <a:xfrm>
                <a:off x="2475360" y="4500360"/>
                <a:ext cx="228600" cy="36"/>
              </a:xfrm>
              <a:custGeom>
                <a:avLst/>
                <a:gdLst/>
                <a:ahLst/>
                <a:cxnLst/>
                <a:rect l="0" t="0" r="r" b="b"/>
                <a:pathLst>
                  <a:path w="228600" h="36" fill="none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9" name="Arrow | conditioning_mlp → film_condition | arrowhead">
                <a:extLst>
                  <a:ext uri="{FF2B5EF4-FFF2-40B4-BE49-F238E27FC236}">
                    <a16:creationId xmlns:a16="http://schemas.microsoft.com/office/drawing/2014/main" id="{18F85675-3B9C-89D9-48ED-B852D5916508}"/>
                  </a:ext>
                </a:extLst>
              </p:cNvPr>
              <p:cNvSpPr/>
              <p:nvPr/>
            </p:nvSpPr>
            <p:spPr>
              <a:xfrm>
                <a:off x="270396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3" name="Arrow | film → candidate_repr | editable route">
              <a:extLst>
                <a:ext uri="{FF2B5EF4-FFF2-40B4-BE49-F238E27FC236}">
                  <a16:creationId xmlns:a16="http://schemas.microsoft.com/office/drawing/2014/main" id="{81FFCE90-2F49-E72A-9924-91CCD34108AA}"/>
                </a:ext>
              </a:extLst>
            </p:cNvPr>
            <p:cNvGrpSpPr/>
            <p:nvPr/>
          </p:nvGrpSpPr>
          <p:grpSpPr>
            <a:xfrm>
              <a:off x="2828160" y="4608720"/>
              <a:ext cx="20160" cy="138240"/>
              <a:chOff x="2828160" y="4608720"/>
              <a:chExt cx="20160" cy="138240"/>
            </a:xfrm>
          </p:grpSpPr>
          <p:sp>
            <p:nvSpPr>
              <p:cNvPr id="5801" name="Arrow | film → candidate_repr">
                <a:extLst>
                  <a:ext uri="{FF2B5EF4-FFF2-40B4-BE49-F238E27FC236}">
                    <a16:creationId xmlns:a16="http://schemas.microsoft.com/office/drawing/2014/main" id="{8FFB4E39-096A-BBFC-62E6-63916445ECC4}"/>
                  </a:ext>
                </a:extLst>
              </p:cNvPr>
              <p:cNvSpPr/>
              <p:nvPr/>
            </p:nvSpPr>
            <p:spPr>
              <a:xfrm>
                <a:off x="2838240" y="4608720"/>
                <a:ext cx="36" cy="112320"/>
              </a:xfrm>
              <a:custGeom>
                <a:avLst/>
                <a:gdLst/>
                <a:ahLst/>
                <a:cxnLst/>
                <a:rect l="0" t="0" r="r" b="b"/>
                <a:pathLst>
                  <a:path w="36" h="112320" fill="none">
                    <a:moveTo>
                      <a:pt x="0" y="0"/>
                    </a:moveTo>
                    <a:lnTo>
                      <a:pt x="0" y="11232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02" name="Arrow | film → candidate_repr | arrowhead">
                <a:extLst>
                  <a:ext uri="{FF2B5EF4-FFF2-40B4-BE49-F238E27FC236}">
                    <a16:creationId xmlns:a16="http://schemas.microsoft.com/office/drawing/2014/main" id="{E1FDD320-11F8-56D1-DCF3-69A7B7D8CE10}"/>
                  </a:ext>
                </a:extLst>
              </p:cNvPr>
              <p:cNvSpPr/>
              <p:nvPr/>
            </p:nvSpPr>
            <p:spPr>
              <a:xfrm>
                <a:off x="2828160" y="472104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6" name="Arrow | smiles → own_graph | editable route">
              <a:extLst>
                <a:ext uri="{FF2B5EF4-FFF2-40B4-BE49-F238E27FC236}">
                  <a16:creationId xmlns:a16="http://schemas.microsoft.com/office/drawing/2014/main" id="{EE47CEB7-0CE1-23D2-A7F1-F33077C05FB9}"/>
                </a:ext>
              </a:extLst>
            </p:cNvPr>
            <p:cNvGrpSpPr/>
            <p:nvPr/>
          </p:nvGrpSpPr>
          <p:grpSpPr>
            <a:xfrm>
              <a:off x="3348000" y="3028680"/>
              <a:ext cx="528120" cy="693360"/>
              <a:chOff x="3348000" y="3028680"/>
              <a:chExt cx="528120" cy="693360"/>
            </a:xfrm>
          </p:grpSpPr>
          <p:sp>
            <p:nvSpPr>
              <p:cNvPr id="5804" name="Arrow | smiles → own_graph">
                <a:extLst>
                  <a:ext uri="{FF2B5EF4-FFF2-40B4-BE49-F238E27FC236}">
                    <a16:creationId xmlns:a16="http://schemas.microsoft.com/office/drawing/2014/main" id="{120A6C93-CDCA-6967-BEE3-FACA6FF45F03}"/>
                  </a:ext>
                </a:extLst>
              </p:cNvPr>
              <p:cNvSpPr/>
              <p:nvPr/>
            </p:nvSpPr>
            <p:spPr>
              <a:xfrm>
                <a:off x="3348000" y="3028680"/>
                <a:ext cx="528120" cy="667440"/>
              </a:xfrm>
              <a:custGeom>
                <a:avLst/>
                <a:gdLst/>
                <a:ahLst/>
                <a:cxnLst/>
                <a:rect l="0" t="0" r="r" b="b"/>
                <a:pathLst>
                  <a:path w="528120" h="667440" fill="none">
                    <a:moveTo>
                      <a:pt x="528120" y="0"/>
                    </a:moveTo>
                    <a:lnTo>
                      <a:pt x="446400" y="0"/>
                    </a:lnTo>
                    <a:lnTo>
                      <a:pt x="446400" y="142920"/>
                    </a:lnTo>
                    <a:lnTo>
                      <a:pt x="0" y="142920"/>
                    </a:lnTo>
                    <a:lnTo>
                      <a:pt x="0" y="636120"/>
                    </a:lnTo>
                    <a:lnTo>
                      <a:pt x="96840" y="636120"/>
                    </a:lnTo>
                    <a:lnTo>
                      <a:pt x="96840" y="66744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05" name="Arrow | smiles → own_graph | arrowhead">
                <a:extLst>
                  <a:ext uri="{FF2B5EF4-FFF2-40B4-BE49-F238E27FC236}">
                    <a16:creationId xmlns:a16="http://schemas.microsoft.com/office/drawing/2014/main" id="{2EAEB9A1-B5DF-351C-14C6-23AE2BAE122E}"/>
                  </a:ext>
                </a:extLst>
              </p:cNvPr>
              <p:cNvSpPr/>
              <p:nvPr/>
            </p:nvSpPr>
            <p:spPr>
              <a:xfrm>
                <a:off x="3434760" y="369612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9" name="Arrow | own_graph → graph_attention_KV | editable route">
              <a:extLst>
                <a:ext uri="{FF2B5EF4-FFF2-40B4-BE49-F238E27FC236}">
                  <a16:creationId xmlns:a16="http://schemas.microsoft.com/office/drawing/2014/main" id="{8CBF0937-7D7F-2B73-F4AA-F94FA2B13EC8}"/>
                </a:ext>
              </a:extLst>
            </p:cNvPr>
            <p:cNvGrpSpPr/>
            <p:nvPr/>
          </p:nvGrpSpPr>
          <p:grpSpPr>
            <a:xfrm>
              <a:off x="3326400" y="3807000"/>
              <a:ext cx="73440" cy="424080"/>
              <a:chOff x="3326400" y="3807000"/>
              <a:chExt cx="73440" cy="424080"/>
            </a:xfrm>
          </p:grpSpPr>
          <p:sp>
            <p:nvSpPr>
              <p:cNvPr id="5807" name="Arrow | own_graph → graph_attention_KV">
                <a:extLst>
                  <a:ext uri="{FF2B5EF4-FFF2-40B4-BE49-F238E27FC236}">
                    <a16:creationId xmlns:a16="http://schemas.microsoft.com/office/drawing/2014/main" id="{5AD072DD-7C4C-842F-2B4C-7B6E53BBE46A}"/>
                  </a:ext>
                </a:extLst>
              </p:cNvPr>
              <p:cNvSpPr/>
              <p:nvPr/>
            </p:nvSpPr>
            <p:spPr>
              <a:xfrm>
                <a:off x="3326400" y="3807000"/>
                <a:ext cx="47520" cy="414000"/>
              </a:xfrm>
              <a:custGeom>
                <a:avLst/>
                <a:gdLst/>
                <a:ahLst/>
                <a:cxnLst/>
                <a:rect l="0" t="0" r="r" b="b"/>
                <a:pathLst>
                  <a:path w="47520" h="414000" fill="none">
                    <a:moveTo>
                      <a:pt x="39960" y="0"/>
                    </a:moveTo>
                    <a:lnTo>
                      <a:pt x="0" y="0"/>
                    </a:lnTo>
                    <a:lnTo>
                      <a:pt x="0" y="414000"/>
                    </a:lnTo>
                    <a:lnTo>
                      <a:pt x="47520" y="41400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08" name="Arrow | own_graph → graph_attention_KV | arrowhead">
                <a:extLst>
                  <a:ext uri="{FF2B5EF4-FFF2-40B4-BE49-F238E27FC236}">
                    <a16:creationId xmlns:a16="http://schemas.microsoft.com/office/drawing/2014/main" id="{B0A046AB-FCBF-99D2-8958-85CDA1A737FB}"/>
                  </a:ext>
                </a:extLst>
              </p:cNvPr>
              <p:cNvSpPr/>
              <p:nvPr/>
            </p:nvSpPr>
            <p:spPr>
              <a:xfrm>
                <a:off x="3373920" y="421092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12" name="Arrow | language_vector → graph_attention_Q | editable route">
              <a:extLst>
                <a:ext uri="{FF2B5EF4-FFF2-40B4-BE49-F238E27FC236}">
                  <a16:creationId xmlns:a16="http://schemas.microsoft.com/office/drawing/2014/main" id="{6DD661BA-0901-958B-1FE6-7B4D69CDE93F}"/>
                </a:ext>
              </a:extLst>
            </p:cNvPr>
            <p:cNvGrpSpPr/>
            <p:nvPr/>
          </p:nvGrpSpPr>
          <p:grpSpPr>
            <a:xfrm>
              <a:off x="3718440" y="3812400"/>
              <a:ext cx="223560" cy="316800"/>
              <a:chOff x="3718440" y="3812400"/>
              <a:chExt cx="223560" cy="316800"/>
            </a:xfrm>
          </p:grpSpPr>
          <p:sp>
            <p:nvSpPr>
              <p:cNvPr id="5810" name="Arrow | language_vector → graph_attention_Q">
                <a:extLst>
                  <a:ext uri="{FF2B5EF4-FFF2-40B4-BE49-F238E27FC236}">
                    <a16:creationId xmlns:a16="http://schemas.microsoft.com/office/drawing/2014/main" id="{F4285C2B-1D8A-2B08-5BCB-79D288804E38}"/>
                  </a:ext>
                </a:extLst>
              </p:cNvPr>
              <p:cNvSpPr/>
              <p:nvPr/>
            </p:nvSpPr>
            <p:spPr>
              <a:xfrm>
                <a:off x="3728520" y="3812400"/>
                <a:ext cx="213480" cy="290880"/>
              </a:xfrm>
              <a:custGeom>
                <a:avLst/>
                <a:gdLst/>
                <a:ahLst/>
                <a:cxnLst/>
                <a:rect l="0" t="0" r="r" b="b"/>
                <a:pathLst>
                  <a:path w="213480" h="290880" fill="none">
                    <a:moveTo>
                      <a:pt x="213480" y="0"/>
                    </a:moveTo>
                    <a:lnTo>
                      <a:pt x="116280" y="0"/>
                    </a:lnTo>
                    <a:lnTo>
                      <a:pt x="116280" y="264600"/>
                    </a:lnTo>
                    <a:lnTo>
                      <a:pt x="0" y="264600"/>
                    </a:lnTo>
                    <a:lnTo>
                      <a:pt x="0" y="290880"/>
                    </a:lnTo>
                  </a:path>
                </a:pathLst>
              </a:custGeom>
              <a:ln w="504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811" name="Arrow | language_vector → graph_attention_Q | arrowhead">
                <a:extLst>
                  <a:ext uri="{FF2B5EF4-FFF2-40B4-BE49-F238E27FC236}">
                    <a16:creationId xmlns:a16="http://schemas.microsoft.com/office/drawing/2014/main" id="{6BB33ADF-8CEF-12F4-4A13-4DE4D06947BE}"/>
                  </a:ext>
                </a:extLst>
              </p:cNvPr>
              <p:cNvSpPr/>
              <p:nvPr/>
            </p:nvSpPr>
            <p:spPr>
              <a:xfrm>
                <a:off x="3718440" y="410328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815" name="Arrow | language_vector → context_attention_Q | editable route">
              <a:extLst>
                <a:ext uri="{FF2B5EF4-FFF2-40B4-BE49-F238E27FC236}">
                  <a16:creationId xmlns:a16="http://schemas.microsoft.com/office/drawing/2014/main" id="{311E356B-DBEA-D161-1783-B491A6B152F3}"/>
                </a:ext>
              </a:extLst>
            </p:cNvPr>
            <p:cNvGrpSpPr/>
            <p:nvPr/>
          </p:nvGrpSpPr>
          <p:grpSpPr>
            <a:xfrm>
              <a:off x="4280400" y="3812400"/>
              <a:ext cx="330480" cy="316800"/>
              <a:chOff x="4280400" y="3812400"/>
              <a:chExt cx="330480" cy="316800"/>
            </a:xfrm>
          </p:grpSpPr>
          <p:sp>
            <p:nvSpPr>
              <p:cNvPr id="5813" name="Arrow | language_vector → context_attention_Q">
                <a:extLst>
                  <a:ext uri="{FF2B5EF4-FFF2-40B4-BE49-F238E27FC236}">
                    <a16:creationId xmlns:a16="http://schemas.microsoft.com/office/drawing/2014/main" id="{8A78386C-E5B6-320D-EA22-C496ABF14FBD}"/>
                  </a:ext>
                </a:extLst>
              </p:cNvPr>
              <p:cNvSpPr/>
              <p:nvPr/>
            </p:nvSpPr>
            <p:spPr>
              <a:xfrm>
                <a:off x="4280400" y="3812400"/>
                <a:ext cx="320400" cy="290880"/>
              </a:xfrm>
              <a:custGeom>
                <a:avLst/>
                <a:gdLst/>
                <a:ahLst/>
                <a:cxnLst/>
                <a:rect l="0" t="0" r="r" b="b"/>
                <a:pathLst>
                  <a:path w="320400" h="290880" fill="none">
                    <a:moveTo>
                      <a:pt x="0" y="0"/>
                    </a:moveTo>
                    <a:lnTo>
                      <a:pt x="154800" y="0"/>
                    </a:lnTo>
                    <a:lnTo>
                      <a:pt x="154800" y="264600"/>
                    </a:lnTo>
                    <a:lnTo>
                      <a:pt x="320400" y="264600"/>
                    </a:lnTo>
                    <a:lnTo>
                      <a:pt x="320400" y="290880"/>
                    </a:lnTo>
                  </a:path>
                </a:pathLst>
              </a:custGeom>
              <a:ln w="504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814" name="Arrow | language_vector → context_attention_Q | arrowhead">
                <a:extLst>
                  <a:ext uri="{FF2B5EF4-FFF2-40B4-BE49-F238E27FC236}">
                    <a16:creationId xmlns:a16="http://schemas.microsoft.com/office/drawing/2014/main" id="{7AED3CDD-7D25-7A76-85C3-3F5C70DF9CEB}"/>
                  </a:ext>
                </a:extLst>
              </p:cNvPr>
              <p:cNvSpPr/>
              <p:nvPr/>
            </p:nvSpPr>
            <p:spPr>
              <a:xfrm>
                <a:off x="4590720" y="410328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818" name="Arrow | graph_attention_out → identity_concat | editable route">
              <a:extLst>
                <a:ext uri="{FF2B5EF4-FFF2-40B4-BE49-F238E27FC236}">
                  <a16:creationId xmlns:a16="http://schemas.microsoft.com/office/drawing/2014/main" id="{D7C58E40-9A4D-E94F-A93B-2B8BE78054EA}"/>
                </a:ext>
              </a:extLst>
            </p:cNvPr>
            <p:cNvGrpSpPr/>
            <p:nvPr/>
          </p:nvGrpSpPr>
          <p:grpSpPr>
            <a:xfrm>
              <a:off x="3728520" y="4313160"/>
              <a:ext cx="387720" cy="197280"/>
              <a:chOff x="3728520" y="4313160"/>
              <a:chExt cx="387720" cy="197280"/>
            </a:xfrm>
          </p:grpSpPr>
          <p:sp>
            <p:nvSpPr>
              <p:cNvPr id="5816" name="Arrow | graph_attention_out → identity_concat">
                <a:extLst>
                  <a:ext uri="{FF2B5EF4-FFF2-40B4-BE49-F238E27FC236}">
                    <a16:creationId xmlns:a16="http://schemas.microsoft.com/office/drawing/2014/main" id="{B8528733-1F26-FA34-7799-5D2957800E8E}"/>
                  </a:ext>
                </a:extLst>
              </p:cNvPr>
              <p:cNvSpPr/>
              <p:nvPr/>
            </p:nvSpPr>
            <p:spPr>
              <a:xfrm>
                <a:off x="3728520" y="4313160"/>
                <a:ext cx="361800" cy="187200"/>
              </a:xfrm>
              <a:custGeom>
                <a:avLst/>
                <a:gdLst/>
                <a:ahLst/>
                <a:cxnLst/>
                <a:rect l="0" t="0" r="r" b="b"/>
                <a:pathLst>
                  <a:path w="361800" h="187200" fill="none">
                    <a:moveTo>
                      <a:pt x="0" y="0"/>
                    </a:moveTo>
                    <a:lnTo>
                      <a:pt x="0" y="187200"/>
                    </a:lnTo>
                    <a:lnTo>
                      <a:pt x="361800" y="18720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17" name="Arrow | graph_attention_out → identity_concat | arrowhead">
                <a:extLst>
                  <a:ext uri="{FF2B5EF4-FFF2-40B4-BE49-F238E27FC236}">
                    <a16:creationId xmlns:a16="http://schemas.microsoft.com/office/drawing/2014/main" id="{936DA8C8-5E04-396E-909D-F425C80E4F1A}"/>
                  </a:ext>
                </a:extLst>
              </p:cNvPr>
              <p:cNvSpPr/>
              <p:nvPr/>
            </p:nvSpPr>
            <p:spPr>
              <a:xfrm>
                <a:off x="409032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21" name="Arrow | context_attention_out → identity_concat | editable route">
              <a:extLst>
                <a:ext uri="{FF2B5EF4-FFF2-40B4-BE49-F238E27FC236}">
                  <a16:creationId xmlns:a16="http://schemas.microsoft.com/office/drawing/2014/main" id="{30DBAD36-44FF-1D15-43BF-A26CBEB7C153}"/>
                </a:ext>
              </a:extLst>
            </p:cNvPr>
            <p:cNvGrpSpPr/>
            <p:nvPr/>
          </p:nvGrpSpPr>
          <p:grpSpPr>
            <a:xfrm>
              <a:off x="4227840" y="4313160"/>
              <a:ext cx="476280" cy="197280"/>
              <a:chOff x="4227840" y="4313160"/>
              <a:chExt cx="476280" cy="197280"/>
            </a:xfrm>
          </p:grpSpPr>
          <p:sp>
            <p:nvSpPr>
              <p:cNvPr id="5819" name="Arrow | context_attention_out → identity_concat">
                <a:extLst>
                  <a:ext uri="{FF2B5EF4-FFF2-40B4-BE49-F238E27FC236}">
                    <a16:creationId xmlns:a16="http://schemas.microsoft.com/office/drawing/2014/main" id="{DFB4CDAA-751C-A1CF-B8E6-56B8789FDF3E}"/>
                  </a:ext>
                </a:extLst>
              </p:cNvPr>
              <p:cNvSpPr/>
              <p:nvPr/>
            </p:nvSpPr>
            <p:spPr>
              <a:xfrm>
                <a:off x="4253760" y="4313160"/>
                <a:ext cx="450360" cy="187200"/>
              </a:xfrm>
              <a:custGeom>
                <a:avLst/>
                <a:gdLst/>
                <a:ahLst/>
                <a:cxnLst/>
                <a:rect l="0" t="0" r="r" b="b"/>
                <a:pathLst>
                  <a:path w="450360" h="187200" fill="none">
                    <a:moveTo>
                      <a:pt x="450360" y="0"/>
                    </a:moveTo>
                    <a:lnTo>
                      <a:pt x="450360" y="187200"/>
                    </a:lnTo>
                    <a:lnTo>
                      <a:pt x="0" y="18720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20" name="Arrow | context_attention_out → identity_concat | arrowhead">
                <a:extLst>
                  <a:ext uri="{FF2B5EF4-FFF2-40B4-BE49-F238E27FC236}">
                    <a16:creationId xmlns:a16="http://schemas.microsoft.com/office/drawing/2014/main" id="{B26FEEB4-98A8-AA73-9781-6C64589CA574}"/>
                  </a:ext>
                </a:extLst>
              </p:cNvPr>
              <p:cNvSpPr/>
              <p:nvPr/>
            </p:nvSpPr>
            <p:spPr>
              <a:xfrm>
                <a:off x="4227840" y="44902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0" y="10080"/>
                    </a:moveTo>
                    <a:lnTo>
                      <a:pt x="25920" y="0"/>
                    </a:lnTo>
                    <a:lnTo>
                      <a:pt x="25920" y="2016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24" name="Arrow | language_vector → identity_concat | editable route">
              <a:extLst>
                <a:ext uri="{FF2B5EF4-FFF2-40B4-BE49-F238E27FC236}">
                  <a16:creationId xmlns:a16="http://schemas.microsoft.com/office/drawing/2014/main" id="{E7ABF251-7347-8E62-0401-85FF69B2C01B}"/>
                </a:ext>
              </a:extLst>
            </p:cNvPr>
            <p:cNvGrpSpPr/>
            <p:nvPr/>
          </p:nvGrpSpPr>
          <p:grpSpPr>
            <a:xfrm>
              <a:off x="4106160" y="3850200"/>
              <a:ext cx="75960" cy="594360"/>
              <a:chOff x="4106160" y="3850200"/>
              <a:chExt cx="75960" cy="594360"/>
            </a:xfrm>
          </p:grpSpPr>
          <p:sp>
            <p:nvSpPr>
              <p:cNvPr id="5822" name="Arrow | language_vector → identity_concat">
                <a:extLst>
                  <a:ext uri="{FF2B5EF4-FFF2-40B4-BE49-F238E27FC236}">
                    <a16:creationId xmlns:a16="http://schemas.microsoft.com/office/drawing/2014/main" id="{DBA2CA50-45D2-3FB4-F33E-3AC912594262}"/>
                  </a:ext>
                </a:extLst>
              </p:cNvPr>
              <p:cNvSpPr/>
              <p:nvPr/>
            </p:nvSpPr>
            <p:spPr>
              <a:xfrm>
                <a:off x="4106160" y="3850200"/>
                <a:ext cx="65880" cy="568440"/>
              </a:xfrm>
              <a:custGeom>
                <a:avLst/>
                <a:gdLst/>
                <a:ahLst/>
                <a:cxnLst/>
                <a:rect l="0" t="0" r="r" b="b"/>
                <a:pathLst>
                  <a:path w="65880" h="568440" fill="none">
                    <a:moveTo>
                      <a:pt x="0" y="0"/>
                    </a:moveTo>
                    <a:lnTo>
                      <a:pt x="0" y="523800"/>
                    </a:lnTo>
                    <a:lnTo>
                      <a:pt x="65880" y="523800"/>
                    </a:lnTo>
                    <a:lnTo>
                      <a:pt x="65880" y="56844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23" name="Arrow | language_vector → identity_concat | arrowhead">
                <a:extLst>
                  <a:ext uri="{FF2B5EF4-FFF2-40B4-BE49-F238E27FC236}">
                    <a16:creationId xmlns:a16="http://schemas.microsoft.com/office/drawing/2014/main" id="{03CB1D6F-82D6-9EE9-ADC9-E2154D8276B0}"/>
                  </a:ext>
                </a:extLst>
              </p:cNvPr>
              <p:cNvSpPr/>
              <p:nvPr/>
            </p:nvSpPr>
            <p:spPr>
              <a:xfrm>
                <a:off x="4161960" y="441864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27" name="Arrow | identity_concat → identity_repr | editable route">
              <a:extLst>
                <a:ext uri="{FF2B5EF4-FFF2-40B4-BE49-F238E27FC236}">
                  <a16:creationId xmlns:a16="http://schemas.microsoft.com/office/drawing/2014/main" id="{B9A67891-0438-CEC4-AA0F-AD49FA142FF7}"/>
                </a:ext>
              </a:extLst>
            </p:cNvPr>
            <p:cNvGrpSpPr/>
            <p:nvPr/>
          </p:nvGrpSpPr>
          <p:grpSpPr>
            <a:xfrm>
              <a:off x="4161960" y="4556160"/>
              <a:ext cx="20160" cy="190800"/>
              <a:chOff x="4161960" y="4556160"/>
              <a:chExt cx="20160" cy="190800"/>
            </a:xfrm>
          </p:grpSpPr>
          <p:sp>
            <p:nvSpPr>
              <p:cNvPr id="5825" name="Arrow | identity_concat → identity_repr">
                <a:extLst>
                  <a:ext uri="{FF2B5EF4-FFF2-40B4-BE49-F238E27FC236}">
                    <a16:creationId xmlns:a16="http://schemas.microsoft.com/office/drawing/2014/main" id="{21875F1F-9587-7F13-FD28-045D4D459F98}"/>
                  </a:ext>
                </a:extLst>
              </p:cNvPr>
              <p:cNvSpPr/>
              <p:nvPr/>
            </p:nvSpPr>
            <p:spPr>
              <a:xfrm>
                <a:off x="4172040" y="4556160"/>
                <a:ext cx="36" cy="164880"/>
              </a:xfrm>
              <a:custGeom>
                <a:avLst/>
                <a:gdLst/>
                <a:ahLst/>
                <a:cxnLst/>
                <a:rect l="0" t="0" r="r" b="b"/>
                <a:pathLst>
                  <a:path w="36" h="164880" fill="none">
                    <a:moveTo>
                      <a:pt x="0" y="0"/>
                    </a:moveTo>
                    <a:lnTo>
                      <a:pt x="0" y="16488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26" name="Arrow | identity_concat → identity_repr | arrowhead">
                <a:extLst>
                  <a:ext uri="{FF2B5EF4-FFF2-40B4-BE49-F238E27FC236}">
                    <a16:creationId xmlns:a16="http://schemas.microsoft.com/office/drawing/2014/main" id="{35628A2E-6A9F-7F93-1D84-7457D04D9680}"/>
                  </a:ext>
                </a:extLst>
              </p:cNvPr>
              <p:cNvSpPr/>
              <p:nvPr/>
            </p:nvSpPr>
            <p:spPr>
              <a:xfrm>
                <a:off x="4161960" y="472104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30" name="Arrow | candidate_repr → scoring_candidate | editable route">
              <a:extLst>
                <a:ext uri="{FF2B5EF4-FFF2-40B4-BE49-F238E27FC236}">
                  <a16:creationId xmlns:a16="http://schemas.microsoft.com/office/drawing/2014/main" id="{F592C138-DAF0-3383-4DE9-F248967BCA97}"/>
                </a:ext>
              </a:extLst>
            </p:cNvPr>
            <p:cNvGrpSpPr/>
            <p:nvPr/>
          </p:nvGrpSpPr>
          <p:grpSpPr>
            <a:xfrm>
              <a:off x="2841480" y="4819320"/>
              <a:ext cx="603000" cy="292320"/>
              <a:chOff x="2841480" y="4819320"/>
              <a:chExt cx="603000" cy="292320"/>
            </a:xfrm>
          </p:grpSpPr>
          <p:sp>
            <p:nvSpPr>
              <p:cNvPr id="5828" name="Arrow | candidate_repr → scoring_candidate">
                <a:extLst>
                  <a:ext uri="{FF2B5EF4-FFF2-40B4-BE49-F238E27FC236}">
                    <a16:creationId xmlns:a16="http://schemas.microsoft.com/office/drawing/2014/main" id="{501C3058-6B75-D9B2-27F7-CD6D65F3C8EE}"/>
                  </a:ext>
                </a:extLst>
              </p:cNvPr>
              <p:cNvSpPr/>
              <p:nvPr/>
            </p:nvSpPr>
            <p:spPr>
              <a:xfrm>
                <a:off x="2841480" y="4819320"/>
                <a:ext cx="577080" cy="282240"/>
              </a:xfrm>
              <a:custGeom>
                <a:avLst/>
                <a:gdLst/>
                <a:ahLst/>
                <a:cxnLst/>
                <a:rect l="0" t="0" r="r" b="b"/>
                <a:pathLst>
                  <a:path w="577080" h="282240" fill="none">
                    <a:moveTo>
                      <a:pt x="0" y="0"/>
                    </a:moveTo>
                    <a:lnTo>
                      <a:pt x="0" y="121680"/>
                    </a:lnTo>
                    <a:lnTo>
                      <a:pt x="556920" y="121680"/>
                    </a:lnTo>
                    <a:lnTo>
                      <a:pt x="556920" y="282240"/>
                    </a:lnTo>
                    <a:lnTo>
                      <a:pt x="577080" y="282240"/>
                    </a:lnTo>
                  </a:path>
                </a:pathLst>
              </a:custGeom>
              <a:ln w="540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829" name="Arrow | candidate_repr → scoring_candidate | arrowhead">
                <a:extLst>
                  <a:ext uri="{FF2B5EF4-FFF2-40B4-BE49-F238E27FC236}">
                    <a16:creationId xmlns:a16="http://schemas.microsoft.com/office/drawing/2014/main" id="{BE2705B0-FAF3-A2AE-34DA-FD4B5B870177}"/>
                  </a:ext>
                </a:extLst>
              </p:cNvPr>
              <p:cNvSpPr/>
              <p:nvPr/>
            </p:nvSpPr>
            <p:spPr>
              <a:xfrm>
                <a:off x="3418560" y="50914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833" name="Arrow | identity_repr → scoring_identity | editable route">
              <a:extLst>
                <a:ext uri="{FF2B5EF4-FFF2-40B4-BE49-F238E27FC236}">
                  <a16:creationId xmlns:a16="http://schemas.microsoft.com/office/drawing/2014/main" id="{AC2FAC3E-9AC4-18C5-B299-B8F36CE729B3}"/>
                </a:ext>
              </a:extLst>
            </p:cNvPr>
            <p:cNvGrpSpPr/>
            <p:nvPr/>
          </p:nvGrpSpPr>
          <p:grpSpPr>
            <a:xfrm>
              <a:off x="3702240" y="4819320"/>
              <a:ext cx="469800" cy="203400"/>
              <a:chOff x="3702240" y="4819320"/>
              <a:chExt cx="469800" cy="203400"/>
            </a:xfrm>
          </p:grpSpPr>
          <p:sp>
            <p:nvSpPr>
              <p:cNvPr id="5831" name="Arrow | identity_repr → scoring_identity">
                <a:extLst>
                  <a:ext uri="{FF2B5EF4-FFF2-40B4-BE49-F238E27FC236}">
                    <a16:creationId xmlns:a16="http://schemas.microsoft.com/office/drawing/2014/main" id="{4CA2380F-86D0-A69D-89CF-B78BD068942B}"/>
                  </a:ext>
                </a:extLst>
              </p:cNvPr>
              <p:cNvSpPr/>
              <p:nvPr/>
            </p:nvSpPr>
            <p:spPr>
              <a:xfrm>
                <a:off x="3712320" y="4819320"/>
                <a:ext cx="459720" cy="177480"/>
              </a:xfrm>
              <a:custGeom>
                <a:avLst/>
                <a:gdLst/>
                <a:ahLst/>
                <a:cxnLst/>
                <a:rect l="0" t="0" r="r" b="b"/>
                <a:pathLst>
                  <a:path w="459720" h="177480" fill="none">
                    <a:moveTo>
                      <a:pt x="459720" y="0"/>
                    </a:moveTo>
                    <a:lnTo>
                      <a:pt x="459720" y="92880"/>
                    </a:lnTo>
                    <a:lnTo>
                      <a:pt x="0" y="92880"/>
                    </a:lnTo>
                    <a:lnTo>
                      <a:pt x="0" y="177480"/>
                    </a:lnTo>
                  </a:path>
                </a:pathLst>
              </a:custGeom>
              <a:ln w="540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32" name="Arrow | identity_repr → scoring_identity | arrowhead">
                <a:extLst>
                  <a:ext uri="{FF2B5EF4-FFF2-40B4-BE49-F238E27FC236}">
                    <a16:creationId xmlns:a16="http://schemas.microsoft.com/office/drawing/2014/main" id="{80417B47-752B-4C27-70FA-5AB6DAA09802}"/>
                  </a:ext>
                </a:extLst>
              </p:cNvPr>
              <p:cNvSpPr/>
              <p:nvPr/>
            </p:nvSpPr>
            <p:spPr>
              <a:xfrm>
                <a:off x="3702240" y="4996800"/>
                <a:ext cx="20160" cy="25920"/>
              </a:xfrm>
              <a:custGeom>
                <a:avLst/>
                <a:gdLst/>
                <a:ahLst/>
                <a:cxnLst/>
                <a:rect l="0" t="0" r="0" b="0"/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36" name="Arrow | candidate_repr → foreground_head | editable route">
              <a:extLst>
                <a:ext uri="{FF2B5EF4-FFF2-40B4-BE49-F238E27FC236}">
                  <a16:creationId xmlns:a16="http://schemas.microsoft.com/office/drawing/2014/main" id="{A154C8FC-4244-E183-0193-142FFC32EA89}"/>
                </a:ext>
              </a:extLst>
            </p:cNvPr>
            <p:cNvGrpSpPr/>
            <p:nvPr/>
          </p:nvGrpSpPr>
          <p:grpSpPr>
            <a:xfrm>
              <a:off x="2664000" y="4819320"/>
              <a:ext cx="93600" cy="272520"/>
              <a:chOff x="2664000" y="4819320"/>
              <a:chExt cx="93600" cy="272520"/>
            </a:xfrm>
          </p:grpSpPr>
          <p:sp>
            <p:nvSpPr>
              <p:cNvPr id="5834" name="Arrow | candidate_repr → foreground_head">
                <a:extLst>
                  <a:ext uri="{FF2B5EF4-FFF2-40B4-BE49-F238E27FC236}">
                    <a16:creationId xmlns:a16="http://schemas.microsoft.com/office/drawing/2014/main" id="{BD7FB360-8E16-34F5-E26E-899FC237EE7A}"/>
                  </a:ext>
                </a:extLst>
              </p:cNvPr>
              <p:cNvSpPr/>
              <p:nvPr/>
            </p:nvSpPr>
            <p:spPr>
              <a:xfrm>
                <a:off x="2664000" y="4819320"/>
                <a:ext cx="67680" cy="262440"/>
              </a:xfrm>
              <a:custGeom>
                <a:avLst/>
                <a:gdLst/>
                <a:ahLst/>
                <a:cxnLst/>
                <a:rect l="0" t="0" r="r" b="b"/>
                <a:pathLst>
                  <a:path w="67680" h="262440" fill="none">
                    <a:moveTo>
                      <a:pt x="0" y="0"/>
                    </a:moveTo>
                    <a:lnTo>
                      <a:pt x="0" y="262440"/>
                    </a:lnTo>
                    <a:lnTo>
                      <a:pt x="67680" y="262440"/>
                    </a:lnTo>
                  </a:path>
                </a:pathLst>
              </a:custGeom>
              <a:ln w="504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35" name="Arrow | candidate_repr → foreground_head | arrowhead">
                <a:extLst>
                  <a:ext uri="{FF2B5EF4-FFF2-40B4-BE49-F238E27FC236}">
                    <a16:creationId xmlns:a16="http://schemas.microsoft.com/office/drawing/2014/main" id="{ACFC1ACB-0DEF-642C-305E-1E56BADA2A14}"/>
                  </a:ext>
                </a:extLst>
              </p:cNvPr>
              <p:cNvSpPr/>
              <p:nvPr/>
            </p:nvSpPr>
            <p:spPr>
              <a:xfrm>
                <a:off x="2731680" y="507168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</p:grpSp>
      <p:grpSp>
        <p:nvGrpSpPr>
          <p:cNvPr id="2965" name="d | Build: downstream pose reconstruction">
            <a:extLst>
              <a:ext uri="{FF2B5EF4-FFF2-40B4-BE49-F238E27FC236}">
                <a16:creationId xmlns:a16="http://schemas.microsoft.com/office/drawing/2014/main" id="{8C919CCC-8CA7-6DF0-85F8-F732D3FA48E8}"/>
              </a:ext>
            </a:extLst>
          </p:cNvPr>
          <p:cNvGrpSpPr/>
          <p:nvPr/>
        </p:nvGrpSpPr>
        <p:grpSpPr>
          <a:xfrm>
            <a:off x="65700" y="5420250"/>
            <a:ext cx="5124600" cy="759952"/>
            <a:chOff x="65700" y="5420250"/>
            <a:chExt cx="5124600" cy="759952"/>
          </a:xfrm>
        </p:grpSpPr>
        <p:sp>
          <p:nvSpPr>
            <p:cNvPr id="2966" name="d | panel background">
              <a:extLst>
                <a:ext uri="{FF2B5EF4-FFF2-40B4-BE49-F238E27FC236}">
                  <a16:creationId xmlns:a16="http://schemas.microsoft.com/office/drawing/2014/main" id="{7E2F775A-586A-2CDE-000D-4B7E9E3D549C}"/>
                </a:ext>
              </a:extLst>
            </p:cNvPr>
            <p:cNvSpPr/>
            <p:nvPr/>
          </p:nvSpPr>
          <p:spPr>
            <a:xfrm>
              <a:off x="65700" y="5420250"/>
              <a:ext cx="5124600" cy="748980"/>
            </a:xfrm>
            <a:prstGeom prst="roundRect">
              <a:avLst>
                <a:gd name="adj" fmla="val 5263"/>
              </a:avLst>
            </a:prstGeom>
            <a:solidFill>
              <a:srgbClr val="FCFAF5"/>
            </a:solidFill>
            <a:ln w="6480" cap="rnd" cmpd="sng" algn="ctr">
              <a:solidFill>
                <a:srgbClr val="D8CAB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67" name="Text | d">
              <a:extLst>
                <a:ext uri="{FF2B5EF4-FFF2-40B4-BE49-F238E27FC236}">
                  <a16:creationId xmlns:a16="http://schemas.microsoft.com/office/drawing/2014/main" id="{F3245056-2754-EF72-E198-E655305EF536}"/>
                </a:ext>
              </a:extLst>
            </p:cNvPr>
            <p:cNvSpPr txBox="1"/>
            <p:nvPr/>
          </p:nvSpPr>
          <p:spPr>
            <a:xfrm>
              <a:off x="137970" y="5426820"/>
              <a:ext cx="143553" cy="1912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1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d</a:t>
              </a:r>
              <a:endParaRPr lang="en-US" sz="1061"/>
            </a:p>
          </p:txBody>
        </p:sp>
        <p:sp>
          <p:nvSpPr>
            <p:cNvPr id="2968" name="Text | Build: downstream pose reconstruction">
              <a:extLst>
                <a:ext uri="{FF2B5EF4-FFF2-40B4-BE49-F238E27FC236}">
                  <a16:creationId xmlns:a16="http://schemas.microsoft.com/office/drawing/2014/main" id="{A89BFB20-E056-45ED-CEAB-7430C797B7D4}"/>
                </a:ext>
              </a:extLst>
            </p:cNvPr>
            <p:cNvSpPr txBox="1"/>
            <p:nvPr/>
          </p:nvSpPr>
          <p:spPr>
            <a:xfrm>
              <a:off x="279225" y="5446530"/>
              <a:ext cx="2524252" cy="1586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79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Build: downstream pose reconstruction</a:t>
              </a:r>
              <a:endParaRPr lang="en-US" sz="879"/>
            </a:p>
          </p:txBody>
        </p:sp>
        <p:grpSp>
          <p:nvGrpSpPr>
            <p:cNvPr id="2969" name="d | Site p: local receptor environment">
              <a:extLst>
                <a:ext uri="{FF2B5EF4-FFF2-40B4-BE49-F238E27FC236}">
                  <a16:creationId xmlns:a16="http://schemas.microsoft.com/office/drawing/2014/main" id="{2578D567-BC10-2BFC-3C6D-EA649BE4DC36}"/>
                </a:ext>
              </a:extLst>
            </p:cNvPr>
            <p:cNvGrpSpPr/>
            <p:nvPr/>
          </p:nvGrpSpPr>
          <p:grpSpPr>
            <a:xfrm>
              <a:off x="156538" y="5645738"/>
              <a:ext cx="422329" cy="355206"/>
              <a:chOff x="156538" y="5645738"/>
              <a:chExt cx="422329" cy="355206"/>
            </a:xfrm>
          </p:grpSpPr>
          <p:sp>
            <p:nvSpPr>
              <p:cNvPr id="2970" name="ellipse_2785">
                <a:extLst>
                  <a:ext uri="{FF2B5EF4-FFF2-40B4-BE49-F238E27FC236}">
                    <a16:creationId xmlns:a16="http://schemas.microsoft.com/office/drawing/2014/main" id="{3EA4CF39-D19A-4188-60E1-EC9A37314223}"/>
                  </a:ext>
                </a:extLst>
              </p:cNvPr>
              <p:cNvSpPr/>
              <p:nvPr/>
            </p:nvSpPr>
            <p:spPr>
              <a:xfrm>
                <a:off x="222058" y="5716873"/>
                <a:ext cx="33105" cy="3310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1" name="ellipse_2786">
                <a:extLst>
                  <a:ext uri="{FF2B5EF4-FFF2-40B4-BE49-F238E27FC236}">
                    <a16:creationId xmlns:a16="http://schemas.microsoft.com/office/drawing/2014/main" id="{CFCBD65D-451B-2D13-7B86-7FA6C3F84946}"/>
                  </a:ext>
                </a:extLst>
              </p:cNvPr>
              <p:cNvSpPr/>
              <p:nvPr/>
            </p:nvSpPr>
            <p:spPr>
              <a:xfrm>
                <a:off x="157899" y="5757423"/>
                <a:ext cx="31010" cy="3101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2" name="ellipse_2787">
                <a:extLst>
                  <a:ext uri="{FF2B5EF4-FFF2-40B4-BE49-F238E27FC236}">
                    <a16:creationId xmlns:a16="http://schemas.microsoft.com/office/drawing/2014/main" id="{0F3EABEB-A291-0192-C82F-39F3AD35AD23}"/>
                  </a:ext>
                </a:extLst>
              </p:cNvPr>
              <p:cNvSpPr/>
              <p:nvPr/>
            </p:nvSpPr>
            <p:spPr>
              <a:xfrm>
                <a:off x="352661" y="5961347"/>
                <a:ext cx="39598" cy="395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3" name="ellipse_2788">
                <a:extLst>
                  <a:ext uri="{FF2B5EF4-FFF2-40B4-BE49-F238E27FC236}">
                    <a16:creationId xmlns:a16="http://schemas.microsoft.com/office/drawing/2014/main" id="{EB1FCB61-3900-36DF-5CE2-0C9B2856F825}"/>
                  </a:ext>
                </a:extLst>
              </p:cNvPr>
              <p:cNvSpPr/>
              <p:nvPr/>
            </p:nvSpPr>
            <p:spPr>
              <a:xfrm>
                <a:off x="438877" y="5870428"/>
                <a:ext cx="41094" cy="41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4" name="ellipse_2789">
                <a:extLst>
                  <a:ext uri="{FF2B5EF4-FFF2-40B4-BE49-F238E27FC236}">
                    <a16:creationId xmlns:a16="http://schemas.microsoft.com/office/drawing/2014/main" id="{B5FD91EB-3079-A0CF-68DD-04EED829F74A}"/>
                  </a:ext>
                </a:extLst>
              </p:cNvPr>
              <p:cNvSpPr/>
              <p:nvPr/>
            </p:nvSpPr>
            <p:spPr>
              <a:xfrm>
                <a:off x="191193" y="5812140"/>
                <a:ext cx="37340" cy="3734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5" name="ellipse_2790">
                <a:extLst>
                  <a:ext uri="{FF2B5EF4-FFF2-40B4-BE49-F238E27FC236}">
                    <a16:creationId xmlns:a16="http://schemas.microsoft.com/office/drawing/2014/main" id="{2359120A-80D4-212C-9F2B-4A22C33A887E}"/>
                  </a:ext>
                </a:extLst>
              </p:cNvPr>
              <p:cNvSpPr/>
              <p:nvPr/>
            </p:nvSpPr>
            <p:spPr>
              <a:xfrm>
                <a:off x="156538" y="5808499"/>
                <a:ext cx="31250" cy="3125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6" name="ellipse_2791">
                <a:extLst>
                  <a:ext uri="{FF2B5EF4-FFF2-40B4-BE49-F238E27FC236}">
                    <a16:creationId xmlns:a16="http://schemas.microsoft.com/office/drawing/2014/main" id="{F1673825-50D1-0645-F553-83C43CADB0B6}"/>
                  </a:ext>
                </a:extLst>
              </p:cNvPr>
              <p:cNvSpPr/>
              <p:nvPr/>
            </p:nvSpPr>
            <p:spPr>
              <a:xfrm>
                <a:off x="214413" y="5773744"/>
                <a:ext cx="37480" cy="3748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7" name="ellipse_2792">
                <a:extLst>
                  <a:ext uri="{FF2B5EF4-FFF2-40B4-BE49-F238E27FC236}">
                    <a16:creationId xmlns:a16="http://schemas.microsoft.com/office/drawing/2014/main" id="{4D62CD1F-3333-5C0E-123C-6EBC3BA865E4}"/>
                  </a:ext>
                </a:extLst>
              </p:cNvPr>
              <p:cNvSpPr/>
              <p:nvPr/>
            </p:nvSpPr>
            <p:spPr>
              <a:xfrm>
                <a:off x="230297" y="5731041"/>
                <a:ext cx="41343" cy="4134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8" name="ellipse_2793">
                <a:extLst>
                  <a:ext uri="{FF2B5EF4-FFF2-40B4-BE49-F238E27FC236}">
                    <a16:creationId xmlns:a16="http://schemas.microsoft.com/office/drawing/2014/main" id="{CD0EF0CD-428B-1281-F1E9-43BC2A56CF6D}"/>
                  </a:ext>
                </a:extLst>
              </p:cNvPr>
              <p:cNvSpPr/>
              <p:nvPr/>
            </p:nvSpPr>
            <p:spPr>
              <a:xfrm>
                <a:off x="288920" y="5925724"/>
                <a:ext cx="30597" cy="305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9" name="ellipse_2794">
                <a:extLst>
                  <a:ext uri="{FF2B5EF4-FFF2-40B4-BE49-F238E27FC236}">
                    <a16:creationId xmlns:a16="http://schemas.microsoft.com/office/drawing/2014/main" id="{6B389CBA-CA93-6C36-8910-7D5C598402A8}"/>
                  </a:ext>
                </a:extLst>
              </p:cNvPr>
              <p:cNvSpPr/>
              <p:nvPr/>
            </p:nvSpPr>
            <p:spPr>
              <a:xfrm>
                <a:off x="211344" y="5754420"/>
                <a:ext cx="27111" cy="2711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0" name="ellipse_2795">
                <a:extLst>
                  <a:ext uri="{FF2B5EF4-FFF2-40B4-BE49-F238E27FC236}">
                    <a16:creationId xmlns:a16="http://schemas.microsoft.com/office/drawing/2014/main" id="{5F07D537-2EC1-A6F0-192F-BE0C79031B3F}"/>
                  </a:ext>
                </a:extLst>
              </p:cNvPr>
              <p:cNvSpPr/>
              <p:nvPr/>
            </p:nvSpPr>
            <p:spPr>
              <a:xfrm>
                <a:off x="328690" y="5965326"/>
                <a:ext cx="32486" cy="3248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1" name="ellipse_2796">
                <a:extLst>
                  <a:ext uri="{FF2B5EF4-FFF2-40B4-BE49-F238E27FC236}">
                    <a16:creationId xmlns:a16="http://schemas.microsoft.com/office/drawing/2014/main" id="{C35612D1-1055-706C-7F0F-13716A97DEB1}"/>
                  </a:ext>
                </a:extLst>
              </p:cNvPr>
              <p:cNvSpPr/>
              <p:nvPr/>
            </p:nvSpPr>
            <p:spPr>
              <a:xfrm>
                <a:off x="253216" y="5709285"/>
                <a:ext cx="35201" cy="3520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2" name="ellipse_2797">
                <a:extLst>
                  <a:ext uri="{FF2B5EF4-FFF2-40B4-BE49-F238E27FC236}">
                    <a16:creationId xmlns:a16="http://schemas.microsoft.com/office/drawing/2014/main" id="{310FAD56-24F2-3E17-8592-76EC9A32437A}"/>
                  </a:ext>
                </a:extLst>
              </p:cNvPr>
              <p:cNvSpPr/>
              <p:nvPr/>
            </p:nvSpPr>
            <p:spPr>
              <a:xfrm>
                <a:off x="200456" y="5781621"/>
                <a:ext cx="33128" cy="3312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3" name="ellipse_2798">
                <a:extLst>
                  <a:ext uri="{FF2B5EF4-FFF2-40B4-BE49-F238E27FC236}">
                    <a16:creationId xmlns:a16="http://schemas.microsoft.com/office/drawing/2014/main" id="{E85ACACC-770F-687D-7D6A-04A0C449F439}"/>
                  </a:ext>
                </a:extLst>
              </p:cNvPr>
              <p:cNvSpPr/>
              <p:nvPr/>
            </p:nvSpPr>
            <p:spPr>
              <a:xfrm>
                <a:off x="310661" y="5909736"/>
                <a:ext cx="36434" cy="3643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4" name="ellipse_2799">
                <a:extLst>
                  <a:ext uri="{FF2B5EF4-FFF2-40B4-BE49-F238E27FC236}">
                    <a16:creationId xmlns:a16="http://schemas.microsoft.com/office/drawing/2014/main" id="{11AD16D4-3BD8-ACA8-F783-AE7943566589}"/>
                  </a:ext>
                </a:extLst>
              </p:cNvPr>
              <p:cNvSpPr/>
              <p:nvPr/>
            </p:nvSpPr>
            <p:spPr>
              <a:xfrm>
                <a:off x="338250" y="5949390"/>
                <a:ext cx="39962" cy="399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5" name="ellipse_2800">
                <a:extLst>
                  <a:ext uri="{FF2B5EF4-FFF2-40B4-BE49-F238E27FC236}">
                    <a16:creationId xmlns:a16="http://schemas.microsoft.com/office/drawing/2014/main" id="{8D025A6E-6CFB-525E-BE53-766511E1B82D}"/>
                  </a:ext>
                </a:extLst>
              </p:cNvPr>
              <p:cNvSpPr/>
              <p:nvPr/>
            </p:nvSpPr>
            <p:spPr>
              <a:xfrm>
                <a:off x="502631" y="5852476"/>
                <a:ext cx="35284" cy="352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6" name="ellipse_2801">
                <a:extLst>
                  <a:ext uri="{FF2B5EF4-FFF2-40B4-BE49-F238E27FC236}">
                    <a16:creationId xmlns:a16="http://schemas.microsoft.com/office/drawing/2014/main" id="{7D28AE24-75D5-226E-2204-790EA7D83456}"/>
                  </a:ext>
                </a:extLst>
              </p:cNvPr>
              <p:cNvSpPr/>
              <p:nvPr/>
            </p:nvSpPr>
            <p:spPr>
              <a:xfrm>
                <a:off x="461331" y="5929487"/>
                <a:ext cx="33865" cy="3386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7" name="ellipse_2802">
                <a:extLst>
                  <a:ext uri="{FF2B5EF4-FFF2-40B4-BE49-F238E27FC236}">
                    <a16:creationId xmlns:a16="http://schemas.microsoft.com/office/drawing/2014/main" id="{9E1645DF-85DA-BCF5-0A86-7F410FC9D64F}"/>
                  </a:ext>
                </a:extLst>
              </p:cNvPr>
              <p:cNvSpPr/>
              <p:nvPr/>
            </p:nvSpPr>
            <p:spPr>
              <a:xfrm>
                <a:off x="486398" y="5815231"/>
                <a:ext cx="28943" cy="2894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8" name="ellipse_2803">
                <a:extLst>
                  <a:ext uri="{FF2B5EF4-FFF2-40B4-BE49-F238E27FC236}">
                    <a16:creationId xmlns:a16="http://schemas.microsoft.com/office/drawing/2014/main" id="{6F734CF2-FBD4-9A34-0D1E-3037D0A60DDD}"/>
                  </a:ext>
                </a:extLst>
              </p:cNvPr>
              <p:cNvSpPr/>
              <p:nvPr/>
            </p:nvSpPr>
            <p:spPr>
              <a:xfrm>
                <a:off x="222653" y="5892536"/>
                <a:ext cx="35084" cy="350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9" name="ellipse_2804">
                <a:extLst>
                  <a:ext uri="{FF2B5EF4-FFF2-40B4-BE49-F238E27FC236}">
                    <a16:creationId xmlns:a16="http://schemas.microsoft.com/office/drawing/2014/main" id="{B1EB479F-FE2A-9D20-8905-719FDA9A3AF2}"/>
                  </a:ext>
                </a:extLst>
              </p:cNvPr>
              <p:cNvSpPr/>
              <p:nvPr/>
            </p:nvSpPr>
            <p:spPr>
              <a:xfrm>
                <a:off x="417986" y="5893032"/>
                <a:ext cx="35733" cy="3573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0" name="ellipse_2805">
                <a:extLst>
                  <a:ext uri="{FF2B5EF4-FFF2-40B4-BE49-F238E27FC236}">
                    <a16:creationId xmlns:a16="http://schemas.microsoft.com/office/drawing/2014/main" id="{B2CA5CBE-42D9-0A57-6F85-86A523EAE9DE}"/>
                  </a:ext>
                </a:extLst>
              </p:cNvPr>
              <p:cNvSpPr/>
              <p:nvPr/>
            </p:nvSpPr>
            <p:spPr>
              <a:xfrm>
                <a:off x="489955" y="5762771"/>
                <a:ext cx="36877" cy="3687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1" name="ellipse_2806">
                <a:extLst>
                  <a:ext uri="{FF2B5EF4-FFF2-40B4-BE49-F238E27FC236}">
                    <a16:creationId xmlns:a16="http://schemas.microsoft.com/office/drawing/2014/main" id="{A3048A9D-7D9D-7720-404B-C1ACAD8BD975}"/>
                  </a:ext>
                </a:extLst>
              </p:cNvPr>
              <p:cNvSpPr/>
              <p:nvPr/>
            </p:nvSpPr>
            <p:spPr>
              <a:xfrm>
                <a:off x="301737" y="5960812"/>
                <a:ext cx="27261" cy="2726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2" name="ellipse_2807">
                <a:extLst>
                  <a:ext uri="{FF2B5EF4-FFF2-40B4-BE49-F238E27FC236}">
                    <a16:creationId xmlns:a16="http://schemas.microsoft.com/office/drawing/2014/main" id="{0B16DECE-E844-3325-44E7-3922095A3958}"/>
                  </a:ext>
                </a:extLst>
              </p:cNvPr>
              <p:cNvSpPr/>
              <p:nvPr/>
            </p:nvSpPr>
            <p:spPr>
              <a:xfrm>
                <a:off x="472780" y="5755231"/>
                <a:ext cx="34925" cy="349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3" name="ellipse_2808">
                <a:extLst>
                  <a:ext uri="{FF2B5EF4-FFF2-40B4-BE49-F238E27FC236}">
                    <a16:creationId xmlns:a16="http://schemas.microsoft.com/office/drawing/2014/main" id="{A86A82D2-632C-6E0F-87EF-173E2967E603}"/>
                  </a:ext>
                </a:extLst>
              </p:cNvPr>
              <p:cNvSpPr/>
              <p:nvPr/>
            </p:nvSpPr>
            <p:spPr>
              <a:xfrm>
                <a:off x="384561" y="5910298"/>
                <a:ext cx="39938" cy="3993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4" name="ellipse_2809">
                <a:extLst>
                  <a:ext uri="{FF2B5EF4-FFF2-40B4-BE49-F238E27FC236}">
                    <a16:creationId xmlns:a16="http://schemas.microsoft.com/office/drawing/2014/main" id="{00A248EF-2B46-0E3A-6992-CB12CE7F8625}"/>
                  </a:ext>
                </a:extLst>
              </p:cNvPr>
              <p:cNvSpPr/>
              <p:nvPr/>
            </p:nvSpPr>
            <p:spPr>
              <a:xfrm>
                <a:off x="214896" y="5800999"/>
                <a:ext cx="27799" cy="2779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5" name="ellipse_2810">
                <a:extLst>
                  <a:ext uri="{FF2B5EF4-FFF2-40B4-BE49-F238E27FC236}">
                    <a16:creationId xmlns:a16="http://schemas.microsoft.com/office/drawing/2014/main" id="{6B638166-2B58-B48E-906B-0E863FFC8601}"/>
                  </a:ext>
                </a:extLst>
              </p:cNvPr>
              <p:cNvSpPr/>
              <p:nvPr/>
            </p:nvSpPr>
            <p:spPr>
              <a:xfrm>
                <a:off x="350583" y="5908348"/>
                <a:ext cx="26436" cy="264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6" name="ellipse_2811">
                <a:extLst>
                  <a:ext uri="{FF2B5EF4-FFF2-40B4-BE49-F238E27FC236}">
                    <a16:creationId xmlns:a16="http://schemas.microsoft.com/office/drawing/2014/main" id="{192CD422-C891-04BC-12E1-C6047CCEECBB}"/>
                  </a:ext>
                </a:extLst>
              </p:cNvPr>
              <p:cNvSpPr/>
              <p:nvPr/>
            </p:nvSpPr>
            <p:spPr>
              <a:xfrm>
                <a:off x="282756" y="5712473"/>
                <a:ext cx="27768" cy="277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7" name="ellipse_2812">
                <a:extLst>
                  <a:ext uri="{FF2B5EF4-FFF2-40B4-BE49-F238E27FC236}">
                    <a16:creationId xmlns:a16="http://schemas.microsoft.com/office/drawing/2014/main" id="{BA38921B-3931-F4C0-4C5B-CC91E397EEB6}"/>
                  </a:ext>
                </a:extLst>
              </p:cNvPr>
              <p:cNvSpPr/>
              <p:nvPr/>
            </p:nvSpPr>
            <p:spPr>
              <a:xfrm>
                <a:off x="374172" y="5671047"/>
                <a:ext cx="30329" cy="3032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8" name="ellipse_2813">
                <a:extLst>
                  <a:ext uri="{FF2B5EF4-FFF2-40B4-BE49-F238E27FC236}">
                    <a16:creationId xmlns:a16="http://schemas.microsoft.com/office/drawing/2014/main" id="{D5150327-F231-8E8B-BD08-34654CD0E6DB}"/>
                  </a:ext>
                </a:extLst>
              </p:cNvPr>
              <p:cNvSpPr/>
              <p:nvPr/>
            </p:nvSpPr>
            <p:spPr>
              <a:xfrm>
                <a:off x="420125" y="5682990"/>
                <a:ext cx="26085" cy="2608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9" name="ellipse_2814">
                <a:extLst>
                  <a:ext uri="{FF2B5EF4-FFF2-40B4-BE49-F238E27FC236}">
                    <a16:creationId xmlns:a16="http://schemas.microsoft.com/office/drawing/2014/main" id="{9203CB88-729A-8FCF-19CD-4222DE20FA22}"/>
                  </a:ext>
                </a:extLst>
              </p:cNvPr>
              <p:cNvSpPr/>
              <p:nvPr/>
            </p:nvSpPr>
            <p:spPr>
              <a:xfrm>
                <a:off x="487182" y="5836376"/>
                <a:ext cx="35316" cy="3531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0" name="ellipse_2815">
                <a:extLst>
                  <a:ext uri="{FF2B5EF4-FFF2-40B4-BE49-F238E27FC236}">
                    <a16:creationId xmlns:a16="http://schemas.microsoft.com/office/drawing/2014/main" id="{EE0A398B-9BA0-4FA1-2293-B98334D9A5FC}"/>
                  </a:ext>
                </a:extLst>
              </p:cNvPr>
              <p:cNvSpPr/>
              <p:nvPr/>
            </p:nvSpPr>
            <p:spPr>
              <a:xfrm>
                <a:off x="494466" y="5772208"/>
                <a:ext cx="40811" cy="4081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1" name="ellipse_2816">
                <a:extLst>
                  <a:ext uri="{FF2B5EF4-FFF2-40B4-BE49-F238E27FC236}">
                    <a16:creationId xmlns:a16="http://schemas.microsoft.com/office/drawing/2014/main" id="{38B6A835-0252-AB82-98FC-37C6C2617E51}"/>
                  </a:ext>
                </a:extLst>
              </p:cNvPr>
              <p:cNvSpPr/>
              <p:nvPr/>
            </p:nvSpPr>
            <p:spPr>
              <a:xfrm>
                <a:off x="347990" y="5945745"/>
                <a:ext cx="27119" cy="2711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2" name="ellipse_2817">
                <a:extLst>
                  <a:ext uri="{FF2B5EF4-FFF2-40B4-BE49-F238E27FC236}">
                    <a16:creationId xmlns:a16="http://schemas.microsoft.com/office/drawing/2014/main" id="{ABA08B74-B542-938A-D6A7-894BE07BD0FA}"/>
                  </a:ext>
                </a:extLst>
              </p:cNvPr>
              <p:cNvSpPr/>
              <p:nvPr/>
            </p:nvSpPr>
            <p:spPr>
              <a:xfrm>
                <a:off x="496587" y="5882763"/>
                <a:ext cx="38312" cy="3831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3" name="ellipse_2818">
                <a:extLst>
                  <a:ext uri="{FF2B5EF4-FFF2-40B4-BE49-F238E27FC236}">
                    <a16:creationId xmlns:a16="http://schemas.microsoft.com/office/drawing/2014/main" id="{74F0325E-B301-1E1A-A29F-AFAE4CA79F30}"/>
                  </a:ext>
                </a:extLst>
              </p:cNvPr>
              <p:cNvSpPr/>
              <p:nvPr/>
            </p:nvSpPr>
            <p:spPr>
              <a:xfrm>
                <a:off x="478834" y="5854066"/>
                <a:ext cx="25188" cy="2518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4" name="ellipse_2819">
                <a:extLst>
                  <a:ext uri="{FF2B5EF4-FFF2-40B4-BE49-F238E27FC236}">
                    <a16:creationId xmlns:a16="http://schemas.microsoft.com/office/drawing/2014/main" id="{C72A45EF-4C48-6D35-6AED-C71CE8CECAC6}"/>
                  </a:ext>
                </a:extLst>
              </p:cNvPr>
              <p:cNvSpPr/>
              <p:nvPr/>
            </p:nvSpPr>
            <p:spPr>
              <a:xfrm>
                <a:off x="506296" y="5808800"/>
                <a:ext cx="30249" cy="30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5" name="ellipse_2820">
                <a:extLst>
                  <a:ext uri="{FF2B5EF4-FFF2-40B4-BE49-F238E27FC236}">
                    <a16:creationId xmlns:a16="http://schemas.microsoft.com/office/drawing/2014/main" id="{D3C8B82F-BC77-9514-339B-7FDA5B549CD8}"/>
                  </a:ext>
                </a:extLst>
              </p:cNvPr>
              <p:cNvSpPr/>
              <p:nvPr/>
            </p:nvSpPr>
            <p:spPr>
              <a:xfrm>
                <a:off x="293539" y="5658834"/>
                <a:ext cx="25763" cy="257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6" name="ellipse_2821">
                <a:extLst>
                  <a:ext uri="{FF2B5EF4-FFF2-40B4-BE49-F238E27FC236}">
                    <a16:creationId xmlns:a16="http://schemas.microsoft.com/office/drawing/2014/main" id="{027DC2BB-A99F-4C13-71C8-365F9946A529}"/>
                  </a:ext>
                </a:extLst>
              </p:cNvPr>
              <p:cNvSpPr/>
              <p:nvPr/>
            </p:nvSpPr>
            <p:spPr>
              <a:xfrm>
                <a:off x="181742" y="5723425"/>
                <a:ext cx="25033" cy="2503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7" name="ellipse_2822">
                <a:extLst>
                  <a:ext uri="{FF2B5EF4-FFF2-40B4-BE49-F238E27FC236}">
                    <a16:creationId xmlns:a16="http://schemas.microsoft.com/office/drawing/2014/main" id="{7729CF75-E103-2F63-26EE-9DE2DFB2CC8F}"/>
                  </a:ext>
                </a:extLst>
              </p:cNvPr>
              <p:cNvSpPr/>
              <p:nvPr/>
            </p:nvSpPr>
            <p:spPr>
              <a:xfrm>
                <a:off x="202176" y="5882924"/>
                <a:ext cx="37759" cy="377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8" name="ellipse_2823">
                <a:extLst>
                  <a:ext uri="{FF2B5EF4-FFF2-40B4-BE49-F238E27FC236}">
                    <a16:creationId xmlns:a16="http://schemas.microsoft.com/office/drawing/2014/main" id="{F3922F8B-99FA-52FC-76AC-92C00C783B99}"/>
                  </a:ext>
                </a:extLst>
              </p:cNvPr>
              <p:cNvSpPr/>
              <p:nvPr/>
            </p:nvSpPr>
            <p:spPr>
              <a:xfrm>
                <a:off x="172763" y="5801652"/>
                <a:ext cx="35653" cy="356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9" name="ellipse_2824">
                <a:extLst>
                  <a:ext uri="{FF2B5EF4-FFF2-40B4-BE49-F238E27FC236}">
                    <a16:creationId xmlns:a16="http://schemas.microsoft.com/office/drawing/2014/main" id="{1A99D0EE-A187-A40E-0DEF-18552CC108B9}"/>
                  </a:ext>
                </a:extLst>
              </p:cNvPr>
              <p:cNvSpPr/>
              <p:nvPr/>
            </p:nvSpPr>
            <p:spPr>
              <a:xfrm>
                <a:off x="554014" y="5811099"/>
                <a:ext cx="24854" cy="2485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0" name="ellipse_2825">
                <a:extLst>
                  <a:ext uri="{FF2B5EF4-FFF2-40B4-BE49-F238E27FC236}">
                    <a16:creationId xmlns:a16="http://schemas.microsoft.com/office/drawing/2014/main" id="{0D7C202B-67C0-269E-1010-C33A3CE5C3CF}"/>
                  </a:ext>
                </a:extLst>
              </p:cNvPr>
              <p:cNvSpPr/>
              <p:nvPr/>
            </p:nvSpPr>
            <p:spPr>
              <a:xfrm>
                <a:off x="373355" y="5698866"/>
                <a:ext cx="39779" cy="3977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1" name="ellipse_2826">
                <a:extLst>
                  <a:ext uri="{FF2B5EF4-FFF2-40B4-BE49-F238E27FC236}">
                    <a16:creationId xmlns:a16="http://schemas.microsoft.com/office/drawing/2014/main" id="{CD7B685F-F06D-53BE-0109-435DDEE88B40}"/>
                  </a:ext>
                </a:extLst>
              </p:cNvPr>
              <p:cNvSpPr/>
              <p:nvPr/>
            </p:nvSpPr>
            <p:spPr>
              <a:xfrm>
                <a:off x="457668" y="5878100"/>
                <a:ext cx="24710" cy="2471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2" name="ellipse_2827">
                <a:extLst>
                  <a:ext uri="{FF2B5EF4-FFF2-40B4-BE49-F238E27FC236}">
                    <a16:creationId xmlns:a16="http://schemas.microsoft.com/office/drawing/2014/main" id="{08F6EF53-50C3-9384-8435-6A45396A4EC2}"/>
                  </a:ext>
                </a:extLst>
              </p:cNvPr>
              <p:cNvSpPr/>
              <p:nvPr/>
            </p:nvSpPr>
            <p:spPr>
              <a:xfrm>
                <a:off x="441345" y="5906882"/>
                <a:ext cx="31193" cy="311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3" name="ellipse_2828">
                <a:extLst>
                  <a:ext uri="{FF2B5EF4-FFF2-40B4-BE49-F238E27FC236}">
                    <a16:creationId xmlns:a16="http://schemas.microsoft.com/office/drawing/2014/main" id="{BB898A27-9700-209F-9F32-F28DDB83EEC6}"/>
                  </a:ext>
                </a:extLst>
              </p:cNvPr>
              <p:cNvSpPr/>
              <p:nvPr/>
            </p:nvSpPr>
            <p:spPr>
              <a:xfrm>
                <a:off x="448501" y="5920842"/>
                <a:ext cx="24983" cy="2498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4" name="ellipse_2829">
                <a:extLst>
                  <a:ext uri="{FF2B5EF4-FFF2-40B4-BE49-F238E27FC236}">
                    <a16:creationId xmlns:a16="http://schemas.microsoft.com/office/drawing/2014/main" id="{098A0A83-4D1C-5B4F-A5FE-0DFCAF454148}"/>
                  </a:ext>
                </a:extLst>
              </p:cNvPr>
              <p:cNvSpPr/>
              <p:nvPr/>
            </p:nvSpPr>
            <p:spPr>
              <a:xfrm>
                <a:off x="345039" y="5666290"/>
                <a:ext cx="30845" cy="3084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5" name="ellipse_2830">
                <a:extLst>
                  <a:ext uri="{FF2B5EF4-FFF2-40B4-BE49-F238E27FC236}">
                    <a16:creationId xmlns:a16="http://schemas.microsoft.com/office/drawing/2014/main" id="{633FD4EC-4714-05E7-761B-46E558D18AEB}"/>
                  </a:ext>
                </a:extLst>
              </p:cNvPr>
              <p:cNvSpPr/>
              <p:nvPr/>
            </p:nvSpPr>
            <p:spPr>
              <a:xfrm>
                <a:off x="453220" y="5880263"/>
                <a:ext cx="29276" cy="2927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6" name="ellipse_2831">
                <a:extLst>
                  <a:ext uri="{FF2B5EF4-FFF2-40B4-BE49-F238E27FC236}">
                    <a16:creationId xmlns:a16="http://schemas.microsoft.com/office/drawing/2014/main" id="{1091D599-6588-04BA-BCB9-68E97D99FA5A}"/>
                  </a:ext>
                </a:extLst>
              </p:cNvPr>
              <p:cNvSpPr/>
              <p:nvPr/>
            </p:nvSpPr>
            <p:spPr>
              <a:xfrm>
                <a:off x="390415" y="5923995"/>
                <a:ext cx="33461" cy="3346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7" name="ellipse_2832">
                <a:extLst>
                  <a:ext uri="{FF2B5EF4-FFF2-40B4-BE49-F238E27FC236}">
                    <a16:creationId xmlns:a16="http://schemas.microsoft.com/office/drawing/2014/main" id="{A3333ECE-6363-B382-3664-7A62CFDA1F73}"/>
                  </a:ext>
                </a:extLst>
              </p:cNvPr>
              <p:cNvSpPr/>
              <p:nvPr/>
            </p:nvSpPr>
            <p:spPr>
              <a:xfrm>
                <a:off x="328664" y="5908942"/>
                <a:ext cx="33245" cy="3324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8" name="ellipse_2833">
                <a:extLst>
                  <a:ext uri="{FF2B5EF4-FFF2-40B4-BE49-F238E27FC236}">
                    <a16:creationId xmlns:a16="http://schemas.microsoft.com/office/drawing/2014/main" id="{7744DD91-1635-EEE9-3F5C-5B3D1492570C}"/>
                  </a:ext>
                </a:extLst>
              </p:cNvPr>
              <p:cNvSpPr/>
              <p:nvPr/>
            </p:nvSpPr>
            <p:spPr>
              <a:xfrm>
                <a:off x="185873" y="5835875"/>
                <a:ext cx="39829" cy="3982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9" name="ellipse_2834">
                <a:extLst>
                  <a:ext uri="{FF2B5EF4-FFF2-40B4-BE49-F238E27FC236}">
                    <a16:creationId xmlns:a16="http://schemas.microsoft.com/office/drawing/2014/main" id="{CDEFEEA8-05E0-A7B1-37D1-8C3BEC5CA67E}"/>
                  </a:ext>
                </a:extLst>
              </p:cNvPr>
              <p:cNvSpPr/>
              <p:nvPr/>
            </p:nvSpPr>
            <p:spPr>
              <a:xfrm>
                <a:off x="423383" y="5709650"/>
                <a:ext cx="37338" cy="3733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0" name="ellipse_2835">
                <a:extLst>
                  <a:ext uri="{FF2B5EF4-FFF2-40B4-BE49-F238E27FC236}">
                    <a16:creationId xmlns:a16="http://schemas.microsoft.com/office/drawing/2014/main" id="{0C5D19D0-BD3A-C8A6-CE17-D4CDEB9C64DE}"/>
                  </a:ext>
                </a:extLst>
              </p:cNvPr>
              <p:cNvSpPr/>
              <p:nvPr/>
            </p:nvSpPr>
            <p:spPr>
              <a:xfrm>
                <a:off x="187101" y="5747518"/>
                <a:ext cx="32092" cy="3209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1" name="ellipse_2836">
                <a:extLst>
                  <a:ext uri="{FF2B5EF4-FFF2-40B4-BE49-F238E27FC236}">
                    <a16:creationId xmlns:a16="http://schemas.microsoft.com/office/drawing/2014/main" id="{B7ADD195-2EF2-D0A4-7A7F-27B830415CBF}"/>
                  </a:ext>
                </a:extLst>
              </p:cNvPr>
              <p:cNvSpPr/>
              <p:nvPr/>
            </p:nvSpPr>
            <p:spPr>
              <a:xfrm>
                <a:off x="407256" y="5719549"/>
                <a:ext cx="34094" cy="34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2" name="ellipse_2837">
                <a:extLst>
                  <a:ext uri="{FF2B5EF4-FFF2-40B4-BE49-F238E27FC236}">
                    <a16:creationId xmlns:a16="http://schemas.microsoft.com/office/drawing/2014/main" id="{5CF834D9-2591-27BC-5AF6-4830C9232B64}"/>
                  </a:ext>
                </a:extLst>
              </p:cNvPr>
              <p:cNvSpPr/>
              <p:nvPr/>
            </p:nvSpPr>
            <p:spPr>
              <a:xfrm>
                <a:off x="186775" y="5850869"/>
                <a:ext cx="28916" cy="2891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3" name="ellipse_2838">
                <a:extLst>
                  <a:ext uri="{FF2B5EF4-FFF2-40B4-BE49-F238E27FC236}">
                    <a16:creationId xmlns:a16="http://schemas.microsoft.com/office/drawing/2014/main" id="{39FC93E9-1E0F-F81F-6721-C56679A2897A}"/>
                  </a:ext>
                </a:extLst>
              </p:cNvPr>
              <p:cNvSpPr/>
              <p:nvPr/>
            </p:nvSpPr>
            <p:spPr>
              <a:xfrm>
                <a:off x="352084" y="5943768"/>
                <a:ext cx="24906" cy="2490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4" name="ellipse_2839">
                <a:extLst>
                  <a:ext uri="{FF2B5EF4-FFF2-40B4-BE49-F238E27FC236}">
                    <a16:creationId xmlns:a16="http://schemas.microsoft.com/office/drawing/2014/main" id="{76190FDF-DD89-C51C-B971-60732E7C4D23}"/>
                  </a:ext>
                </a:extLst>
              </p:cNvPr>
              <p:cNvSpPr/>
              <p:nvPr/>
            </p:nvSpPr>
            <p:spPr>
              <a:xfrm>
                <a:off x="413160" y="5899661"/>
                <a:ext cx="26981" cy="2698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5" name="ellipse_2840">
                <a:extLst>
                  <a:ext uri="{FF2B5EF4-FFF2-40B4-BE49-F238E27FC236}">
                    <a16:creationId xmlns:a16="http://schemas.microsoft.com/office/drawing/2014/main" id="{8936CA9C-AFB3-5312-9088-E33840758C49}"/>
                  </a:ext>
                </a:extLst>
              </p:cNvPr>
              <p:cNvSpPr/>
              <p:nvPr/>
            </p:nvSpPr>
            <p:spPr>
              <a:xfrm>
                <a:off x="314920" y="5706244"/>
                <a:ext cx="34606" cy="3460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6" name="ellipse_2841">
                <a:extLst>
                  <a:ext uri="{FF2B5EF4-FFF2-40B4-BE49-F238E27FC236}">
                    <a16:creationId xmlns:a16="http://schemas.microsoft.com/office/drawing/2014/main" id="{49702834-2743-6375-2EC0-E8673B70497E}"/>
                  </a:ext>
                </a:extLst>
              </p:cNvPr>
              <p:cNvSpPr/>
              <p:nvPr/>
            </p:nvSpPr>
            <p:spPr>
              <a:xfrm>
                <a:off x="374860" y="5665801"/>
                <a:ext cx="31924" cy="3192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7" name="ellipse_2842">
                <a:extLst>
                  <a:ext uri="{FF2B5EF4-FFF2-40B4-BE49-F238E27FC236}">
                    <a16:creationId xmlns:a16="http://schemas.microsoft.com/office/drawing/2014/main" id="{01D5841F-D232-313B-67C6-A4259B235038}"/>
                  </a:ext>
                </a:extLst>
              </p:cNvPr>
              <p:cNvSpPr/>
              <p:nvPr/>
            </p:nvSpPr>
            <p:spPr>
              <a:xfrm>
                <a:off x="460196" y="5854774"/>
                <a:ext cx="34857" cy="3485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8" name="ellipse_2843">
                <a:extLst>
                  <a:ext uri="{FF2B5EF4-FFF2-40B4-BE49-F238E27FC236}">
                    <a16:creationId xmlns:a16="http://schemas.microsoft.com/office/drawing/2014/main" id="{F5A5B279-1DB6-9A43-FDEE-5B8B0D3631AA}"/>
                  </a:ext>
                </a:extLst>
              </p:cNvPr>
              <p:cNvSpPr/>
              <p:nvPr/>
            </p:nvSpPr>
            <p:spPr>
              <a:xfrm>
                <a:off x="313928" y="5924158"/>
                <a:ext cx="39031" cy="3903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9" name="ellipse_2844">
                <a:extLst>
                  <a:ext uri="{FF2B5EF4-FFF2-40B4-BE49-F238E27FC236}">
                    <a16:creationId xmlns:a16="http://schemas.microsoft.com/office/drawing/2014/main" id="{B3A445C3-F79B-4A5E-32F3-D60A1544A101}"/>
                  </a:ext>
                </a:extLst>
              </p:cNvPr>
              <p:cNvSpPr/>
              <p:nvPr/>
            </p:nvSpPr>
            <p:spPr>
              <a:xfrm>
                <a:off x="335779" y="5705469"/>
                <a:ext cx="28310" cy="2831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0" name="ellipse_2845">
                <a:extLst>
                  <a:ext uri="{FF2B5EF4-FFF2-40B4-BE49-F238E27FC236}">
                    <a16:creationId xmlns:a16="http://schemas.microsoft.com/office/drawing/2014/main" id="{01111A8F-996C-A13A-09E5-74851189890A}"/>
                  </a:ext>
                </a:extLst>
              </p:cNvPr>
              <p:cNvSpPr/>
              <p:nvPr/>
            </p:nvSpPr>
            <p:spPr>
              <a:xfrm>
                <a:off x="238164" y="5756720"/>
                <a:ext cx="34137" cy="3413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1" name="ellipse_2846">
                <a:extLst>
                  <a:ext uri="{FF2B5EF4-FFF2-40B4-BE49-F238E27FC236}">
                    <a16:creationId xmlns:a16="http://schemas.microsoft.com/office/drawing/2014/main" id="{BACCFEE6-2109-7930-6CF8-E8D346BC7557}"/>
                  </a:ext>
                </a:extLst>
              </p:cNvPr>
              <p:cNvSpPr/>
              <p:nvPr/>
            </p:nvSpPr>
            <p:spPr>
              <a:xfrm>
                <a:off x="446862" y="5912990"/>
                <a:ext cx="28039" cy="2803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2" name="ellipse_2847">
                <a:extLst>
                  <a:ext uri="{FF2B5EF4-FFF2-40B4-BE49-F238E27FC236}">
                    <a16:creationId xmlns:a16="http://schemas.microsoft.com/office/drawing/2014/main" id="{80BDE9DF-7FBD-95F8-EE94-6202BE8055F2}"/>
                  </a:ext>
                </a:extLst>
              </p:cNvPr>
              <p:cNvSpPr/>
              <p:nvPr/>
            </p:nvSpPr>
            <p:spPr>
              <a:xfrm>
                <a:off x="229673" y="5842292"/>
                <a:ext cx="36022" cy="3602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3" name="ellipse_2848">
                <a:extLst>
                  <a:ext uri="{FF2B5EF4-FFF2-40B4-BE49-F238E27FC236}">
                    <a16:creationId xmlns:a16="http://schemas.microsoft.com/office/drawing/2014/main" id="{A834A18D-BCBE-F4FD-6AFC-53F33D281FCF}"/>
                  </a:ext>
                </a:extLst>
              </p:cNvPr>
              <p:cNvSpPr/>
              <p:nvPr/>
            </p:nvSpPr>
            <p:spPr>
              <a:xfrm>
                <a:off x="543712" y="5768664"/>
                <a:ext cx="32641" cy="3264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4" name="ellipse_2849">
                <a:extLst>
                  <a:ext uri="{FF2B5EF4-FFF2-40B4-BE49-F238E27FC236}">
                    <a16:creationId xmlns:a16="http://schemas.microsoft.com/office/drawing/2014/main" id="{D4EB33B7-5410-3A4F-9062-F95C425A849C}"/>
                  </a:ext>
                </a:extLst>
              </p:cNvPr>
              <p:cNvSpPr/>
              <p:nvPr/>
            </p:nvSpPr>
            <p:spPr>
              <a:xfrm>
                <a:off x="450294" y="5693630"/>
                <a:ext cx="25462" cy="254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5" name="ellipse_2850">
                <a:extLst>
                  <a:ext uri="{FF2B5EF4-FFF2-40B4-BE49-F238E27FC236}">
                    <a16:creationId xmlns:a16="http://schemas.microsoft.com/office/drawing/2014/main" id="{431D2B35-888B-6A0D-8F62-490BF6935229}"/>
                  </a:ext>
                </a:extLst>
              </p:cNvPr>
              <p:cNvSpPr/>
              <p:nvPr/>
            </p:nvSpPr>
            <p:spPr>
              <a:xfrm>
                <a:off x="385359" y="5937604"/>
                <a:ext cx="36749" cy="3674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6" name="ellipse_2851">
                <a:extLst>
                  <a:ext uri="{FF2B5EF4-FFF2-40B4-BE49-F238E27FC236}">
                    <a16:creationId xmlns:a16="http://schemas.microsoft.com/office/drawing/2014/main" id="{6AE66136-D4C0-4EE7-2DE9-E1918A3746DF}"/>
                  </a:ext>
                </a:extLst>
              </p:cNvPr>
              <p:cNvSpPr/>
              <p:nvPr/>
            </p:nvSpPr>
            <p:spPr>
              <a:xfrm>
                <a:off x="353932" y="5648310"/>
                <a:ext cx="34391" cy="3439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7" name="ellipse_2852">
                <a:extLst>
                  <a:ext uri="{FF2B5EF4-FFF2-40B4-BE49-F238E27FC236}">
                    <a16:creationId xmlns:a16="http://schemas.microsoft.com/office/drawing/2014/main" id="{0091FCC7-89C8-C639-708B-0C4B4A6CE9E6}"/>
                  </a:ext>
                </a:extLst>
              </p:cNvPr>
              <p:cNvSpPr/>
              <p:nvPr/>
            </p:nvSpPr>
            <p:spPr>
              <a:xfrm>
                <a:off x="176305" y="5883401"/>
                <a:ext cx="33923" cy="3392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8" name="ellipse_2853">
                <a:extLst>
                  <a:ext uri="{FF2B5EF4-FFF2-40B4-BE49-F238E27FC236}">
                    <a16:creationId xmlns:a16="http://schemas.microsoft.com/office/drawing/2014/main" id="{B19B1DD1-DFB1-BD89-5D22-C2C12EAA0A02}"/>
                  </a:ext>
                </a:extLst>
              </p:cNvPr>
              <p:cNvSpPr/>
              <p:nvPr/>
            </p:nvSpPr>
            <p:spPr>
              <a:xfrm>
                <a:off x="510624" y="5801581"/>
                <a:ext cx="25208" cy="2520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9" name="ellipse_2854">
                <a:extLst>
                  <a:ext uri="{FF2B5EF4-FFF2-40B4-BE49-F238E27FC236}">
                    <a16:creationId xmlns:a16="http://schemas.microsoft.com/office/drawing/2014/main" id="{260D31FC-643C-49C2-6BF2-A9F62DBEC8FE}"/>
                  </a:ext>
                </a:extLst>
              </p:cNvPr>
              <p:cNvSpPr/>
              <p:nvPr/>
            </p:nvSpPr>
            <p:spPr>
              <a:xfrm>
                <a:off x="517368" y="5889149"/>
                <a:ext cx="35835" cy="3583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0" name="ellipse_2855">
                <a:extLst>
                  <a:ext uri="{FF2B5EF4-FFF2-40B4-BE49-F238E27FC236}">
                    <a16:creationId xmlns:a16="http://schemas.microsoft.com/office/drawing/2014/main" id="{69DBC96B-A0E8-5C0A-4E56-1E4E2DAD4412}"/>
                  </a:ext>
                </a:extLst>
              </p:cNvPr>
              <p:cNvSpPr/>
              <p:nvPr/>
            </p:nvSpPr>
            <p:spPr>
              <a:xfrm>
                <a:off x="377563" y="5645738"/>
                <a:ext cx="38133" cy="3813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1" name="ellipse_2856">
                <a:extLst>
                  <a:ext uri="{FF2B5EF4-FFF2-40B4-BE49-F238E27FC236}">
                    <a16:creationId xmlns:a16="http://schemas.microsoft.com/office/drawing/2014/main" id="{84A86B37-E544-2C7F-0C50-5F3EAE3DE2E7}"/>
                  </a:ext>
                </a:extLst>
              </p:cNvPr>
              <p:cNvSpPr/>
              <p:nvPr/>
            </p:nvSpPr>
            <p:spPr>
              <a:xfrm>
                <a:off x="250735" y="5716511"/>
                <a:ext cx="36913" cy="3691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2" name="ellipse_2857">
                <a:extLst>
                  <a:ext uri="{FF2B5EF4-FFF2-40B4-BE49-F238E27FC236}">
                    <a16:creationId xmlns:a16="http://schemas.microsoft.com/office/drawing/2014/main" id="{CD8FCF00-78A0-F48B-2AEA-72E223A77AB7}"/>
                  </a:ext>
                </a:extLst>
              </p:cNvPr>
              <p:cNvSpPr/>
              <p:nvPr/>
            </p:nvSpPr>
            <p:spPr>
              <a:xfrm>
                <a:off x="492262" y="5798324"/>
                <a:ext cx="30077" cy="3007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3" name="ellipse_2858">
                <a:extLst>
                  <a:ext uri="{FF2B5EF4-FFF2-40B4-BE49-F238E27FC236}">
                    <a16:creationId xmlns:a16="http://schemas.microsoft.com/office/drawing/2014/main" id="{5E993EE4-1173-810C-1605-AE7C2461D221}"/>
                  </a:ext>
                </a:extLst>
              </p:cNvPr>
              <p:cNvSpPr/>
              <p:nvPr/>
            </p:nvSpPr>
            <p:spPr>
              <a:xfrm>
                <a:off x="160558" y="5854711"/>
                <a:ext cx="30574" cy="3057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4" name="ellipse_2859">
                <a:extLst>
                  <a:ext uri="{FF2B5EF4-FFF2-40B4-BE49-F238E27FC236}">
                    <a16:creationId xmlns:a16="http://schemas.microsoft.com/office/drawing/2014/main" id="{2B2CB3EF-6727-E89F-3CD6-375DB58B20D1}"/>
                  </a:ext>
                </a:extLst>
              </p:cNvPr>
              <p:cNvSpPr/>
              <p:nvPr/>
            </p:nvSpPr>
            <p:spPr>
              <a:xfrm>
                <a:off x="188963" y="5905946"/>
                <a:ext cx="38308" cy="383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5" name="ellipse_2860">
                <a:extLst>
                  <a:ext uri="{FF2B5EF4-FFF2-40B4-BE49-F238E27FC236}">
                    <a16:creationId xmlns:a16="http://schemas.microsoft.com/office/drawing/2014/main" id="{644F6300-5804-252A-7AD4-8907422560CC}"/>
                  </a:ext>
                </a:extLst>
              </p:cNvPr>
              <p:cNvSpPr/>
              <p:nvPr/>
            </p:nvSpPr>
            <p:spPr>
              <a:xfrm>
                <a:off x="439210" y="5706433"/>
                <a:ext cx="36067" cy="3606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6" name="ellipse_2861">
                <a:extLst>
                  <a:ext uri="{FF2B5EF4-FFF2-40B4-BE49-F238E27FC236}">
                    <a16:creationId xmlns:a16="http://schemas.microsoft.com/office/drawing/2014/main" id="{B96F7A7A-568A-5E3D-4C7B-64C4B587496B}"/>
                  </a:ext>
                </a:extLst>
              </p:cNvPr>
              <p:cNvSpPr/>
              <p:nvPr/>
            </p:nvSpPr>
            <p:spPr>
              <a:xfrm>
                <a:off x="391867" y="5652198"/>
                <a:ext cx="24393" cy="2439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7" name="ellipse_2862">
                <a:extLst>
                  <a:ext uri="{FF2B5EF4-FFF2-40B4-BE49-F238E27FC236}">
                    <a16:creationId xmlns:a16="http://schemas.microsoft.com/office/drawing/2014/main" id="{E8F65276-FC45-56F4-D39E-444E5A898308}"/>
                  </a:ext>
                </a:extLst>
              </p:cNvPr>
              <p:cNvSpPr/>
              <p:nvPr/>
            </p:nvSpPr>
            <p:spPr>
              <a:xfrm>
                <a:off x="207923" y="5688224"/>
                <a:ext cx="34413" cy="3441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8" name="ellipse_2863">
                <a:extLst>
                  <a:ext uri="{FF2B5EF4-FFF2-40B4-BE49-F238E27FC236}">
                    <a16:creationId xmlns:a16="http://schemas.microsoft.com/office/drawing/2014/main" id="{C3F46FFB-24D1-4A84-709C-EE9E0C0FB77D}"/>
                  </a:ext>
                </a:extLst>
              </p:cNvPr>
              <p:cNvSpPr/>
              <p:nvPr/>
            </p:nvSpPr>
            <p:spPr>
              <a:xfrm>
                <a:off x="216568" y="5796563"/>
                <a:ext cx="38760" cy="3876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9" name="ellipse_2864">
                <a:extLst>
                  <a:ext uri="{FF2B5EF4-FFF2-40B4-BE49-F238E27FC236}">
                    <a16:creationId xmlns:a16="http://schemas.microsoft.com/office/drawing/2014/main" id="{085CCD51-D5D6-EBB1-7CD8-57D829ECE4A3}"/>
                  </a:ext>
                </a:extLst>
              </p:cNvPr>
              <p:cNvSpPr/>
              <p:nvPr/>
            </p:nvSpPr>
            <p:spPr>
              <a:xfrm>
                <a:off x="192699" y="5792585"/>
                <a:ext cx="31366" cy="3136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0" name="ellipse_2865">
                <a:extLst>
                  <a:ext uri="{FF2B5EF4-FFF2-40B4-BE49-F238E27FC236}">
                    <a16:creationId xmlns:a16="http://schemas.microsoft.com/office/drawing/2014/main" id="{17953C33-7FCB-CE09-2364-AD2B409DAF7E}"/>
                  </a:ext>
                </a:extLst>
              </p:cNvPr>
              <p:cNvSpPr/>
              <p:nvPr/>
            </p:nvSpPr>
            <p:spPr>
              <a:xfrm>
                <a:off x="358802" y="5931970"/>
                <a:ext cx="27163" cy="27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1" name="ellipse_2866">
                <a:extLst>
                  <a:ext uri="{FF2B5EF4-FFF2-40B4-BE49-F238E27FC236}">
                    <a16:creationId xmlns:a16="http://schemas.microsoft.com/office/drawing/2014/main" id="{A17B391A-22B2-7C83-7619-980169B61C94}"/>
                  </a:ext>
                </a:extLst>
              </p:cNvPr>
              <p:cNvSpPr/>
              <p:nvPr/>
            </p:nvSpPr>
            <p:spPr>
              <a:xfrm>
                <a:off x="244814" y="5920367"/>
                <a:ext cx="30834" cy="3083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2" name="ellipse_2867">
                <a:extLst>
                  <a:ext uri="{FF2B5EF4-FFF2-40B4-BE49-F238E27FC236}">
                    <a16:creationId xmlns:a16="http://schemas.microsoft.com/office/drawing/2014/main" id="{6DCE027C-54FE-7998-8D49-47286A9A416C}"/>
                  </a:ext>
                </a:extLst>
              </p:cNvPr>
              <p:cNvSpPr/>
              <p:nvPr/>
            </p:nvSpPr>
            <p:spPr>
              <a:xfrm>
                <a:off x="184490" y="5733812"/>
                <a:ext cx="31950" cy="3195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3" name="ellipse_2868">
                <a:extLst>
                  <a:ext uri="{FF2B5EF4-FFF2-40B4-BE49-F238E27FC236}">
                    <a16:creationId xmlns:a16="http://schemas.microsoft.com/office/drawing/2014/main" id="{110BE844-4F39-2086-9DBF-BB418DC66E2E}"/>
                  </a:ext>
                </a:extLst>
              </p:cNvPr>
              <p:cNvSpPr/>
              <p:nvPr/>
            </p:nvSpPr>
            <p:spPr>
              <a:xfrm>
                <a:off x="347980" y="5691315"/>
                <a:ext cx="27922" cy="2792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4" name="ellipse_2869">
                <a:extLst>
                  <a:ext uri="{FF2B5EF4-FFF2-40B4-BE49-F238E27FC236}">
                    <a16:creationId xmlns:a16="http://schemas.microsoft.com/office/drawing/2014/main" id="{8F2437D3-4F87-5198-E3D7-E8B45C7600F4}"/>
                  </a:ext>
                </a:extLst>
              </p:cNvPr>
              <p:cNvSpPr/>
              <p:nvPr/>
            </p:nvSpPr>
            <p:spPr>
              <a:xfrm>
                <a:off x="429796" y="5723751"/>
                <a:ext cx="38175" cy="3817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3055" name="Candidate blob | editable contour">
              <a:extLst>
                <a:ext uri="{FF2B5EF4-FFF2-40B4-BE49-F238E27FC236}">
                  <a16:creationId xmlns:a16="http://schemas.microsoft.com/office/drawing/2014/main" id="{781308D1-855D-4B8B-CD41-454C6FFF7814}"/>
                </a:ext>
              </a:extLst>
            </p:cNvPr>
            <p:cNvSpPr/>
            <p:nvPr/>
          </p:nvSpPr>
          <p:spPr>
            <a:xfrm>
              <a:off x="302286" y="5754734"/>
              <a:ext cx="109391" cy="82087"/>
            </a:xfrm>
            <a:custGeom>
              <a:avLst/>
              <a:gdLst/>
              <a:ahLst/>
              <a:cxnLst/>
              <a:rect l="0" t="0" r="w" b="h"/>
              <a:pathLst>
                <a:path w="109391" h="82087" extrusionOk="0">
                  <a:moveTo>
                    <a:pt x="2562" y="51602"/>
                  </a:moveTo>
                  <a:cubicBezTo>
                    <a:pt x="0" y="42552"/>
                    <a:pt x="9067" y="28738"/>
                    <a:pt x="14388" y="23022"/>
                  </a:cubicBezTo>
                  <a:cubicBezTo>
                    <a:pt x="19710" y="17306"/>
                    <a:pt x="28185" y="20800"/>
                    <a:pt x="34492" y="17306"/>
                  </a:cubicBezTo>
                  <a:cubicBezTo>
                    <a:pt x="40800" y="13813"/>
                    <a:pt x="44348" y="4128"/>
                    <a:pt x="52232" y="2064"/>
                  </a:cubicBezTo>
                  <a:cubicBezTo>
                    <a:pt x="60116" y="0"/>
                    <a:pt x="73913" y="1905"/>
                    <a:pt x="81797" y="4922"/>
                  </a:cubicBezTo>
                  <a:cubicBezTo>
                    <a:pt x="89680" y="7939"/>
                    <a:pt x="95199" y="13813"/>
                    <a:pt x="99535" y="20164"/>
                  </a:cubicBezTo>
                  <a:cubicBezTo>
                    <a:pt x="103872" y="26515"/>
                    <a:pt x="109391" y="35407"/>
                    <a:pt x="107814" y="43028"/>
                  </a:cubicBezTo>
                  <a:cubicBezTo>
                    <a:pt x="106237" y="50649"/>
                    <a:pt x="97565" y="59699"/>
                    <a:pt x="90075" y="65892"/>
                  </a:cubicBezTo>
                  <a:cubicBezTo>
                    <a:pt x="82585" y="72084"/>
                    <a:pt x="72927" y="78276"/>
                    <a:pt x="62875" y="80181"/>
                  </a:cubicBezTo>
                  <a:cubicBezTo>
                    <a:pt x="52823" y="82087"/>
                    <a:pt x="39814" y="82087"/>
                    <a:pt x="29762" y="77323"/>
                  </a:cubicBezTo>
                  <a:cubicBezTo>
                    <a:pt x="19710" y="72560"/>
                    <a:pt x="5125" y="60652"/>
                    <a:pt x="2562" y="5160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7F1F9"/>
                </a:gs>
                <a:gs pos="48000">
                  <a:srgbClr val="79B3DC"/>
                </a:gs>
                <a:gs pos="100000">
                  <a:srgbClr val="5E9ECD"/>
                </a:gs>
              </a:gsLst>
              <a:lin ang="2700000" scaled="1"/>
              <a:tileRect/>
            </a:gradFill>
            <a:ln w="3285" cap="rnd" cmpd="sng" algn="ctr">
              <a:solidFill>
                <a:srgbClr val="68A6D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56" name="ellipse_2871">
              <a:extLst>
                <a:ext uri="{FF2B5EF4-FFF2-40B4-BE49-F238E27FC236}">
                  <a16:creationId xmlns:a16="http://schemas.microsoft.com/office/drawing/2014/main" id="{827D1FA8-D034-EA48-FB15-A8AF30A3D740}"/>
                </a:ext>
              </a:extLst>
            </p:cNvPr>
            <p:cNvSpPr/>
            <p:nvPr/>
          </p:nvSpPr>
          <p:spPr>
            <a:xfrm>
              <a:off x="327317" y="5777757"/>
              <a:ext cx="27200" cy="10479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57" name="Text | Site p">
              <a:extLst>
                <a:ext uri="{FF2B5EF4-FFF2-40B4-BE49-F238E27FC236}">
                  <a16:creationId xmlns:a16="http://schemas.microsoft.com/office/drawing/2014/main" id="{2B9F51AD-25DB-9D1A-58D9-F8E3B0E1AB15}"/>
                </a:ext>
              </a:extLst>
            </p:cNvPr>
            <p:cNvSpPr txBox="1"/>
            <p:nvPr/>
          </p:nvSpPr>
          <p:spPr>
            <a:xfrm>
              <a:off x="203508" y="5975415"/>
              <a:ext cx="322253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Site p</a:t>
              </a:r>
              <a:endParaRPr lang="en-US" sz="698"/>
            </a:p>
          </p:txBody>
        </p:sp>
        <p:sp>
          <p:nvSpPr>
            <p:cNvPr id="3058" name="Text | from Find">
              <a:extLst>
                <a:ext uri="{FF2B5EF4-FFF2-40B4-BE49-F238E27FC236}">
                  <a16:creationId xmlns:a16="http://schemas.microsoft.com/office/drawing/2014/main" id="{7C9A05DF-853F-BE2C-4522-3B9764B57F51}"/>
                </a:ext>
              </a:extLst>
            </p:cNvPr>
            <p:cNvSpPr txBox="1"/>
            <p:nvPr/>
          </p:nvSpPr>
          <p:spPr>
            <a:xfrm>
              <a:off x="181872" y="6070680"/>
              <a:ext cx="365527" cy="1026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9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from Find</a:t>
              </a:r>
              <a:endParaRPr lang="en-US" sz="569"/>
            </a:p>
          </p:txBody>
        </p:sp>
        <p:sp>
          <p:nvSpPr>
            <p:cNvPr id="3059" name="Text | +">
              <a:extLst>
                <a:ext uri="{FF2B5EF4-FFF2-40B4-BE49-F238E27FC236}">
                  <a16:creationId xmlns:a16="http://schemas.microsoft.com/office/drawing/2014/main" id="{F570B270-C094-6E7B-6938-F1EF658D80BA}"/>
                </a:ext>
              </a:extLst>
            </p:cNvPr>
            <p:cNvSpPr txBox="1"/>
            <p:nvPr/>
          </p:nvSpPr>
          <p:spPr>
            <a:xfrm>
              <a:off x="601134" y="5745465"/>
              <a:ext cx="124871" cy="149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28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</a:t>
              </a:r>
              <a:endParaRPr lang="en-US" sz="828"/>
            </a:p>
          </p:txBody>
        </p:sp>
        <p:grpSp>
          <p:nvGrpSpPr>
            <p:cNvPr id="3060" name="d | Ligand identity: illustrative molecular graph">
              <a:extLst>
                <a:ext uri="{FF2B5EF4-FFF2-40B4-BE49-F238E27FC236}">
                  <a16:creationId xmlns:a16="http://schemas.microsoft.com/office/drawing/2014/main" id="{F396BA59-610A-B890-EC6A-2A4D8F89025C}"/>
                </a:ext>
              </a:extLst>
            </p:cNvPr>
            <p:cNvGrpSpPr/>
            <p:nvPr/>
          </p:nvGrpSpPr>
          <p:grpSpPr>
            <a:xfrm>
              <a:off x="863060" y="5744348"/>
              <a:ext cx="420988" cy="204721"/>
              <a:chOff x="863060" y="5744348"/>
              <a:chExt cx="420988" cy="204721"/>
            </a:xfrm>
          </p:grpSpPr>
          <p:cxnSp>
            <p:nvCxnSpPr>
              <p:cNvPr id="3061" name="path_2875">
                <a:extLst>
                  <a:ext uri="{FF2B5EF4-FFF2-40B4-BE49-F238E27FC236}">
                    <a16:creationId xmlns:a16="http://schemas.microsoft.com/office/drawing/2014/main" id="{8FB769A8-0FC8-3B85-3580-6AFDE40B7152}"/>
                  </a:ext>
                </a:extLst>
              </p:cNvPr>
              <p:cNvCxnSpPr/>
              <p:nvPr/>
            </p:nvCxnSpPr>
            <p:spPr>
              <a:xfrm flipH="1">
                <a:off x="956231" y="5897889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2" name="path_2876">
                <a:extLst>
                  <a:ext uri="{FF2B5EF4-FFF2-40B4-BE49-F238E27FC236}">
                    <a16:creationId xmlns:a16="http://schemas.microsoft.com/office/drawing/2014/main" id="{124B532F-27C7-6C20-7B46-AD4D75CAE0FB}"/>
                  </a:ext>
                </a:extLst>
              </p:cNvPr>
              <p:cNvCxnSpPr/>
              <p:nvPr/>
            </p:nvCxnSpPr>
            <p:spPr>
              <a:xfrm flipH="1" flipV="1">
                <a:off x="863060" y="5897889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3" name="path_2877">
                <a:extLst>
                  <a:ext uri="{FF2B5EF4-FFF2-40B4-BE49-F238E27FC236}">
                    <a16:creationId xmlns:a16="http://schemas.microsoft.com/office/drawing/2014/main" id="{6CE49C81-79DC-2DB3-C33B-A27DD0DCCDA9}"/>
                  </a:ext>
                </a:extLst>
              </p:cNvPr>
              <p:cNvCxnSpPr/>
              <p:nvPr/>
            </p:nvCxnSpPr>
            <p:spPr>
              <a:xfrm flipH="1" flipV="1">
                <a:off x="863060" y="5795528"/>
                <a:ext cx="0" cy="102361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4" name="path_2878">
                <a:extLst>
                  <a:ext uri="{FF2B5EF4-FFF2-40B4-BE49-F238E27FC236}">
                    <a16:creationId xmlns:a16="http://schemas.microsoft.com/office/drawing/2014/main" id="{08F4BD66-9E65-7B68-8616-613D38A4EEB9}"/>
                  </a:ext>
                </a:extLst>
              </p:cNvPr>
              <p:cNvCxnSpPr/>
              <p:nvPr/>
            </p:nvCxnSpPr>
            <p:spPr>
              <a:xfrm flipV="1">
                <a:off x="863060" y="5744348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5" name="path_2879">
                <a:extLst>
                  <a:ext uri="{FF2B5EF4-FFF2-40B4-BE49-F238E27FC236}">
                    <a16:creationId xmlns:a16="http://schemas.microsoft.com/office/drawing/2014/main" id="{7298AA08-98F9-90CA-923B-8C5E709AAE04}"/>
                  </a:ext>
                </a:extLst>
              </p:cNvPr>
              <p:cNvCxnSpPr/>
              <p:nvPr/>
            </p:nvCxnSpPr>
            <p:spPr>
              <a:xfrm>
                <a:off x="956231" y="5744348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6" name="path_2880">
                <a:extLst>
                  <a:ext uri="{FF2B5EF4-FFF2-40B4-BE49-F238E27FC236}">
                    <a16:creationId xmlns:a16="http://schemas.microsoft.com/office/drawing/2014/main" id="{D4D8FC45-3BDF-08FA-1E02-0A886D94D09C}"/>
                  </a:ext>
                </a:extLst>
              </p:cNvPr>
              <p:cNvCxnSpPr/>
              <p:nvPr/>
            </p:nvCxnSpPr>
            <p:spPr>
              <a:xfrm flipH="1">
                <a:off x="1049401" y="5795528"/>
                <a:ext cx="0" cy="102361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7" name="path_2881">
                <a:extLst>
                  <a:ext uri="{FF2B5EF4-FFF2-40B4-BE49-F238E27FC236}">
                    <a16:creationId xmlns:a16="http://schemas.microsoft.com/office/drawing/2014/main" id="{3C8EB2EF-5F0C-1A8F-76AC-EEE6E928CF0C}"/>
                  </a:ext>
                </a:extLst>
              </p:cNvPr>
              <p:cNvCxnSpPr/>
              <p:nvPr/>
            </p:nvCxnSpPr>
            <p:spPr>
              <a:xfrm flipV="1">
                <a:off x="1049401" y="5768591"/>
                <a:ext cx="83267" cy="12929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8" name="path_2882">
                <a:extLst>
                  <a:ext uri="{FF2B5EF4-FFF2-40B4-BE49-F238E27FC236}">
                    <a16:creationId xmlns:a16="http://schemas.microsoft.com/office/drawing/2014/main" id="{2C15E4B1-5860-8D18-0211-CC6879E86FFE}"/>
                  </a:ext>
                </a:extLst>
              </p:cNvPr>
              <p:cNvCxnSpPr/>
              <p:nvPr/>
            </p:nvCxnSpPr>
            <p:spPr>
              <a:xfrm>
                <a:off x="1132668" y="5768591"/>
                <a:ext cx="60247" cy="565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9" name="path_2883">
                <a:extLst>
                  <a:ext uri="{FF2B5EF4-FFF2-40B4-BE49-F238E27FC236}">
                    <a16:creationId xmlns:a16="http://schemas.microsoft.com/office/drawing/2014/main" id="{C778AB6C-A263-B387-EDAC-F32F8E7B6311}"/>
                  </a:ext>
                </a:extLst>
              </p:cNvPr>
              <p:cNvCxnSpPr/>
              <p:nvPr/>
            </p:nvCxnSpPr>
            <p:spPr>
              <a:xfrm flipH="1">
                <a:off x="956231" y="5888677"/>
                <a:ext cx="76400" cy="419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70" name="path_2884">
                <a:extLst>
                  <a:ext uri="{FF2B5EF4-FFF2-40B4-BE49-F238E27FC236}">
                    <a16:creationId xmlns:a16="http://schemas.microsoft.com/office/drawing/2014/main" id="{6958B143-CEF9-B344-6BD7-C9E2963AE0C5}"/>
                  </a:ext>
                </a:extLst>
              </p:cNvPr>
              <p:cNvCxnSpPr/>
              <p:nvPr/>
            </p:nvCxnSpPr>
            <p:spPr>
              <a:xfrm flipH="1" flipV="1">
                <a:off x="879831" y="5804741"/>
                <a:ext cx="0" cy="83936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71" name="path_2885">
                <a:extLst>
                  <a:ext uri="{FF2B5EF4-FFF2-40B4-BE49-F238E27FC236}">
                    <a16:creationId xmlns:a16="http://schemas.microsoft.com/office/drawing/2014/main" id="{B5A5E92C-54D3-8689-250D-FB48E9A77869}"/>
                  </a:ext>
                </a:extLst>
              </p:cNvPr>
              <p:cNvCxnSpPr/>
              <p:nvPr/>
            </p:nvCxnSpPr>
            <p:spPr>
              <a:xfrm>
                <a:off x="956231" y="5762773"/>
                <a:ext cx="76400" cy="419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072" name="Text | O">
                <a:extLst>
                  <a:ext uri="{FF2B5EF4-FFF2-40B4-BE49-F238E27FC236}">
                    <a16:creationId xmlns:a16="http://schemas.microsoft.com/office/drawing/2014/main" id="{12294C61-A9B9-603F-9B6E-EDBD1052368B}"/>
                  </a:ext>
                </a:extLst>
              </p:cNvPr>
              <p:cNvSpPr txBox="1"/>
              <p:nvPr/>
            </p:nvSpPr>
            <p:spPr>
              <a:xfrm>
                <a:off x="1206055" y="5782454"/>
                <a:ext cx="77993" cy="932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17" b="0" i="0" baseline="0" dirty="0">
                    <a:solidFill>
                      <a:srgbClr val="CE4148"/>
                    </a:solidFill>
                    <a:latin typeface="Arial"/>
                    <a:ea typeface="Arial"/>
                    <a:cs typeface="Arial"/>
                  </a:rPr>
                  <a:t>O</a:t>
                </a:r>
                <a:endParaRPr lang="en-US" sz="517"/>
              </a:p>
            </p:txBody>
          </p:sp>
        </p:grpSp>
        <p:sp>
          <p:nvSpPr>
            <p:cNvPr id="3073" name="Text | SMILES">
              <a:extLst>
                <a:ext uri="{FF2B5EF4-FFF2-40B4-BE49-F238E27FC236}">
                  <a16:creationId xmlns:a16="http://schemas.microsoft.com/office/drawing/2014/main" id="{C759FCC8-80F6-C585-384D-85B136800BC8}"/>
                </a:ext>
              </a:extLst>
            </p:cNvPr>
            <p:cNvSpPr txBox="1"/>
            <p:nvPr/>
          </p:nvSpPr>
          <p:spPr>
            <a:xfrm>
              <a:off x="786913" y="5975415"/>
              <a:ext cx="397173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SMILES</a:t>
              </a:r>
              <a:endParaRPr lang="en-US" sz="698"/>
            </a:p>
          </p:txBody>
        </p:sp>
        <p:sp>
          <p:nvSpPr>
            <p:cNvPr id="3074" name="Text | +">
              <a:extLst>
                <a:ext uri="{FF2B5EF4-FFF2-40B4-BE49-F238E27FC236}">
                  <a16:creationId xmlns:a16="http://schemas.microsoft.com/office/drawing/2014/main" id="{567DC6BB-242A-565E-EF38-F7C2E5F2273F}"/>
                </a:ext>
              </a:extLst>
            </p:cNvPr>
            <p:cNvSpPr txBox="1"/>
            <p:nvPr/>
          </p:nvSpPr>
          <p:spPr>
            <a:xfrm>
              <a:off x="1267989" y="5745465"/>
              <a:ext cx="124871" cy="149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28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</a:t>
              </a:r>
              <a:endParaRPr lang="en-US" sz="828"/>
            </a:p>
          </p:txBody>
        </p:sp>
        <p:grpSp>
          <p:nvGrpSpPr>
            <p:cNvPr id="3075" name="d | Pocket: local receptor environment">
              <a:extLst>
                <a:ext uri="{FF2B5EF4-FFF2-40B4-BE49-F238E27FC236}">
                  <a16:creationId xmlns:a16="http://schemas.microsoft.com/office/drawing/2014/main" id="{9254C1B9-5B05-C04B-297E-E0AD5C258CE7}"/>
                </a:ext>
              </a:extLst>
            </p:cNvPr>
            <p:cNvGrpSpPr/>
            <p:nvPr/>
          </p:nvGrpSpPr>
          <p:grpSpPr>
            <a:xfrm>
              <a:off x="1411968" y="5662376"/>
              <a:ext cx="418007" cy="338292"/>
              <a:chOff x="1411968" y="5662376"/>
              <a:chExt cx="418007" cy="338292"/>
            </a:xfrm>
          </p:grpSpPr>
          <p:sp>
            <p:nvSpPr>
              <p:cNvPr id="3076" name="ellipse_2889">
                <a:extLst>
                  <a:ext uri="{FF2B5EF4-FFF2-40B4-BE49-F238E27FC236}">
                    <a16:creationId xmlns:a16="http://schemas.microsoft.com/office/drawing/2014/main" id="{D4838A81-16A9-6BBE-C3AC-EA318331E155}"/>
                  </a:ext>
                </a:extLst>
              </p:cNvPr>
              <p:cNvSpPr/>
              <p:nvPr/>
            </p:nvSpPr>
            <p:spPr>
              <a:xfrm>
                <a:off x="1477028" y="5730123"/>
                <a:ext cx="31529" cy="3152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7" name="ellipse_2890">
                <a:extLst>
                  <a:ext uri="{FF2B5EF4-FFF2-40B4-BE49-F238E27FC236}">
                    <a16:creationId xmlns:a16="http://schemas.microsoft.com/office/drawing/2014/main" id="{F791B202-8298-87A0-5777-6C8EBB997C2D}"/>
                  </a:ext>
                </a:extLst>
              </p:cNvPr>
              <p:cNvSpPr/>
              <p:nvPr/>
            </p:nvSpPr>
            <p:spPr>
              <a:xfrm>
                <a:off x="1413313" y="5768742"/>
                <a:ext cx="29533" cy="2953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8" name="ellipse_2891">
                <a:extLst>
                  <a:ext uri="{FF2B5EF4-FFF2-40B4-BE49-F238E27FC236}">
                    <a16:creationId xmlns:a16="http://schemas.microsoft.com/office/drawing/2014/main" id="{0528F312-D4E0-67D1-FE9C-850FDA4B7E88}"/>
                  </a:ext>
                </a:extLst>
              </p:cNvPr>
              <p:cNvSpPr/>
              <p:nvPr/>
            </p:nvSpPr>
            <p:spPr>
              <a:xfrm>
                <a:off x="1606772" y="5962955"/>
                <a:ext cx="37712" cy="3771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9" name="ellipse_2892">
                <a:extLst>
                  <a:ext uri="{FF2B5EF4-FFF2-40B4-BE49-F238E27FC236}">
                    <a16:creationId xmlns:a16="http://schemas.microsoft.com/office/drawing/2014/main" id="{90E92B3F-4729-6E15-A853-5BAB41E802FA}"/>
                  </a:ext>
                </a:extLst>
              </p:cNvPr>
              <p:cNvSpPr/>
              <p:nvPr/>
            </p:nvSpPr>
            <p:spPr>
              <a:xfrm>
                <a:off x="1692365" y="5876366"/>
                <a:ext cx="39137" cy="3913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0" name="ellipse_2893">
                <a:extLst>
                  <a:ext uri="{FF2B5EF4-FFF2-40B4-BE49-F238E27FC236}">
                    <a16:creationId xmlns:a16="http://schemas.microsoft.com/office/drawing/2014/main" id="{DFDFA3A1-28B8-D670-BA0B-6F20B989DC55}"/>
                  </a:ext>
                </a:extLst>
              </p:cNvPr>
              <p:cNvSpPr/>
              <p:nvPr/>
            </p:nvSpPr>
            <p:spPr>
              <a:xfrm>
                <a:off x="1446482" y="5820853"/>
                <a:ext cx="35562" cy="3556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1" name="ellipse_2894">
                <a:extLst>
                  <a:ext uri="{FF2B5EF4-FFF2-40B4-BE49-F238E27FC236}">
                    <a16:creationId xmlns:a16="http://schemas.microsoft.com/office/drawing/2014/main" id="{D7DF6337-4146-39FF-6CA7-29303114E32E}"/>
                  </a:ext>
                </a:extLst>
              </p:cNvPr>
              <p:cNvSpPr/>
              <p:nvPr/>
            </p:nvSpPr>
            <p:spPr>
              <a:xfrm>
                <a:off x="1411968" y="5817386"/>
                <a:ext cx="29762" cy="2976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2" name="ellipse_2895">
                <a:extLst>
                  <a:ext uri="{FF2B5EF4-FFF2-40B4-BE49-F238E27FC236}">
                    <a16:creationId xmlns:a16="http://schemas.microsoft.com/office/drawing/2014/main" id="{868019B7-3E16-45E4-D713-6E1C84D47BE9}"/>
                  </a:ext>
                </a:extLst>
              </p:cNvPr>
              <p:cNvSpPr/>
              <p:nvPr/>
            </p:nvSpPr>
            <p:spPr>
              <a:xfrm>
                <a:off x="1469529" y="5784286"/>
                <a:ext cx="35695" cy="3569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3" name="ellipse_2896">
                <a:extLst>
                  <a:ext uri="{FF2B5EF4-FFF2-40B4-BE49-F238E27FC236}">
                    <a16:creationId xmlns:a16="http://schemas.microsoft.com/office/drawing/2014/main" id="{C7B27C96-68D7-86C4-81D2-B8171E0B47D7}"/>
                  </a:ext>
                </a:extLst>
              </p:cNvPr>
              <p:cNvSpPr/>
              <p:nvPr/>
            </p:nvSpPr>
            <p:spPr>
              <a:xfrm>
                <a:off x="1485370" y="5743617"/>
                <a:ext cx="39374" cy="3937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4" name="ellipse_2897">
                <a:extLst>
                  <a:ext uri="{FF2B5EF4-FFF2-40B4-BE49-F238E27FC236}">
                    <a16:creationId xmlns:a16="http://schemas.microsoft.com/office/drawing/2014/main" id="{022299EA-3168-5D46-A896-84962E31FA8F}"/>
                  </a:ext>
                </a:extLst>
              </p:cNvPr>
              <p:cNvSpPr/>
              <p:nvPr/>
            </p:nvSpPr>
            <p:spPr>
              <a:xfrm>
                <a:off x="1543334" y="5929029"/>
                <a:ext cx="29140" cy="2914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5" name="ellipse_2898">
                <a:extLst>
                  <a:ext uri="{FF2B5EF4-FFF2-40B4-BE49-F238E27FC236}">
                    <a16:creationId xmlns:a16="http://schemas.microsoft.com/office/drawing/2014/main" id="{58E04BE9-AD6C-446C-0536-B866D86280EB}"/>
                  </a:ext>
                </a:extLst>
              </p:cNvPr>
              <p:cNvSpPr/>
              <p:nvPr/>
            </p:nvSpPr>
            <p:spPr>
              <a:xfrm>
                <a:off x="1466275" y="5765882"/>
                <a:ext cx="25820" cy="2582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6" name="ellipse_2899">
                <a:extLst>
                  <a:ext uri="{FF2B5EF4-FFF2-40B4-BE49-F238E27FC236}">
                    <a16:creationId xmlns:a16="http://schemas.microsoft.com/office/drawing/2014/main" id="{7B67E16D-344A-D0EB-219B-B20B25B5A3F5}"/>
                  </a:ext>
                </a:extLst>
              </p:cNvPr>
              <p:cNvSpPr/>
              <p:nvPr/>
            </p:nvSpPr>
            <p:spPr>
              <a:xfrm>
                <a:off x="1582840" y="5966745"/>
                <a:ext cx="30939" cy="3093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7" name="ellipse_2900">
                <a:extLst>
                  <a:ext uri="{FF2B5EF4-FFF2-40B4-BE49-F238E27FC236}">
                    <a16:creationId xmlns:a16="http://schemas.microsoft.com/office/drawing/2014/main" id="{84CBCE50-2748-6D8C-D328-42C90C4C442F}"/>
                  </a:ext>
                </a:extLst>
              </p:cNvPr>
              <p:cNvSpPr/>
              <p:nvPr/>
            </p:nvSpPr>
            <p:spPr>
              <a:xfrm>
                <a:off x="1507992" y="5722896"/>
                <a:ext cx="33525" cy="3352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8" name="ellipse_2901">
                <a:extLst>
                  <a:ext uri="{FF2B5EF4-FFF2-40B4-BE49-F238E27FC236}">
                    <a16:creationId xmlns:a16="http://schemas.microsoft.com/office/drawing/2014/main" id="{2682EA47-F308-9FCF-8729-A99B7517EF97}"/>
                  </a:ext>
                </a:extLst>
              </p:cNvPr>
              <p:cNvSpPr/>
              <p:nvPr/>
            </p:nvSpPr>
            <p:spPr>
              <a:xfrm>
                <a:off x="1455591" y="5791788"/>
                <a:ext cx="31551" cy="3155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9" name="ellipse_2902">
                <a:extLst>
                  <a:ext uri="{FF2B5EF4-FFF2-40B4-BE49-F238E27FC236}">
                    <a16:creationId xmlns:a16="http://schemas.microsoft.com/office/drawing/2014/main" id="{A689202D-BEB0-FBFA-2E5C-A84FF22989A8}"/>
                  </a:ext>
                </a:extLst>
              </p:cNvPr>
              <p:cNvSpPr/>
              <p:nvPr/>
            </p:nvSpPr>
            <p:spPr>
              <a:xfrm>
                <a:off x="1565027" y="5913802"/>
                <a:ext cx="34699" cy="3469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0" name="ellipse_2903">
                <a:extLst>
                  <a:ext uri="{FF2B5EF4-FFF2-40B4-BE49-F238E27FC236}">
                    <a16:creationId xmlns:a16="http://schemas.microsoft.com/office/drawing/2014/main" id="{BC7420C6-F309-F7FB-6EA3-BE343A9734A4}"/>
                  </a:ext>
                </a:extLst>
              </p:cNvPr>
              <p:cNvSpPr/>
              <p:nvPr/>
            </p:nvSpPr>
            <p:spPr>
              <a:xfrm>
                <a:off x="1592477" y="5951568"/>
                <a:ext cx="38059" cy="3805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1" name="ellipse_2904">
                <a:extLst>
                  <a:ext uri="{FF2B5EF4-FFF2-40B4-BE49-F238E27FC236}">
                    <a16:creationId xmlns:a16="http://schemas.microsoft.com/office/drawing/2014/main" id="{46DA635D-80B5-5B97-FCA0-DD1F0BF1CCDB}"/>
                  </a:ext>
                </a:extLst>
              </p:cNvPr>
              <p:cNvSpPr/>
              <p:nvPr/>
            </p:nvSpPr>
            <p:spPr>
              <a:xfrm>
                <a:off x="1755519" y="5859269"/>
                <a:ext cx="33604" cy="336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2" name="ellipse_2905">
                <a:extLst>
                  <a:ext uri="{FF2B5EF4-FFF2-40B4-BE49-F238E27FC236}">
                    <a16:creationId xmlns:a16="http://schemas.microsoft.com/office/drawing/2014/main" id="{6B5D6F0A-E1A4-7890-335F-9AC021B01BDD}"/>
                  </a:ext>
                </a:extLst>
              </p:cNvPr>
              <p:cNvSpPr/>
              <p:nvPr/>
            </p:nvSpPr>
            <p:spPr>
              <a:xfrm>
                <a:off x="1714504" y="5932612"/>
                <a:ext cx="32252" cy="3225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3" name="ellipse_2906">
                <a:extLst>
                  <a:ext uri="{FF2B5EF4-FFF2-40B4-BE49-F238E27FC236}">
                    <a16:creationId xmlns:a16="http://schemas.microsoft.com/office/drawing/2014/main" id="{A1518182-C6A4-02A8-E69C-272A51D85EE5}"/>
                  </a:ext>
                </a:extLst>
              </p:cNvPr>
              <p:cNvSpPr/>
              <p:nvPr/>
            </p:nvSpPr>
            <p:spPr>
              <a:xfrm>
                <a:off x="1739282" y="5823798"/>
                <a:ext cx="27565" cy="2756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4" name="ellipse_2907">
                <a:extLst>
                  <a:ext uri="{FF2B5EF4-FFF2-40B4-BE49-F238E27FC236}">
                    <a16:creationId xmlns:a16="http://schemas.microsoft.com/office/drawing/2014/main" id="{0457024E-D52A-C864-1A64-607A5260FC23}"/>
                  </a:ext>
                </a:extLst>
              </p:cNvPr>
              <p:cNvSpPr/>
              <p:nvPr/>
            </p:nvSpPr>
            <p:spPr>
              <a:xfrm>
                <a:off x="1477659" y="5897421"/>
                <a:ext cx="33413" cy="3341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5" name="ellipse_2908">
                <a:extLst>
                  <a:ext uri="{FF2B5EF4-FFF2-40B4-BE49-F238E27FC236}">
                    <a16:creationId xmlns:a16="http://schemas.microsoft.com/office/drawing/2014/main" id="{E37F16C9-5907-9DE3-E316-AC9C33B875AD}"/>
                  </a:ext>
                </a:extLst>
              </p:cNvPr>
              <p:cNvSpPr/>
              <p:nvPr/>
            </p:nvSpPr>
            <p:spPr>
              <a:xfrm>
                <a:off x="1671524" y="5897894"/>
                <a:ext cx="34031" cy="3403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6" name="ellipse_2909">
                <a:extLst>
                  <a:ext uri="{FF2B5EF4-FFF2-40B4-BE49-F238E27FC236}">
                    <a16:creationId xmlns:a16="http://schemas.microsoft.com/office/drawing/2014/main" id="{48EB6337-B390-6DB4-441C-F27CC40D48F4}"/>
                  </a:ext>
                </a:extLst>
              </p:cNvPr>
              <p:cNvSpPr/>
              <p:nvPr/>
            </p:nvSpPr>
            <p:spPr>
              <a:xfrm>
                <a:off x="1742971" y="5773835"/>
                <a:ext cx="35121" cy="3512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7" name="ellipse_2910">
                <a:extLst>
                  <a:ext uri="{FF2B5EF4-FFF2-40B4-BE49-F238E27FC236}">
                    <a16:creationId xmlns:a16="http://schemas.microsoft.com/office/drawing/2014/main" id="{F3726313-87B1-F2F4-0CBD-3792B478CD37}"/>
                  </a:ext>
                </a:extLst>
              </p:cNvPr>
              <p:cNvSpPr/>
              <p:nvPr/>
            </p:nvSpPr>
            <p:spPr>
              <a:xfrm>
                <a:off x="1555987" y="5962446"/>
                <a:ext cx="25963" cy="2596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8" name="ellipse_2911">
                <a:extLst>
                  <a:ext uri="{FF2B5EF4-FFF2-40B4-BE49-F238E27FC236}">
                    <a16:creationId xmlns:a16="http://schemas.microsoft.com/office/drawing/2014/main" id="{0CF42A2F-714D-C743-D829-BC4DC98FD7E9}"/>
                  </a:ext>
                </a:extLst>
              </p:cNvPr>
              <p:cNvSpPr/>
              <p:nvPr/>
            </p:nvSpPr>
            <p:spPr>
              <a:xfrm>
                <a:off x="1725888" y="5766654"/>
                <a:ext cx="33262" cy="332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9" name="ellipse_2912">
                <a:extLst>
                  <a:ext uri="{FF2B5EF4-FFF2-40B4-BE49-F238E27FC236}">
                    <a16:creationId xmlns:a16="http://schemas.microsoft.com/office/drawing/2014/main" id="{5058E669-9ECA-D3C9-20B8-371A7473ADC1}"/>
                  </a:ext>
                </a:extLst>
              </p:cNvPr>
              <p:cNvSpPr/>
              <p:nvPr/>
            </p:nvSpPr>
            <p:spPr>
              <a:xfrm>
                <a:off x="1638437" y="5914338"/>
                <a:ext cx="38036" cy="380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0" name="ellipse_2913">
                <a:extLst>
                  <a:ext uri="{FF2B5EF4-FFF2-40B4-BE49-F238E27FC236}">
                    <a16:creationId xmlns:a16="http://schemas.microsoft.com/office/drawing/2014/main" id="{6F1F2BDC-6984-8897-32D2-ABB4C5B18ABA}"/>
                  </a:ext>
                </a:extLst>
              </p:cNvPr>
              <p:cNvSpPr/>
              <p:nvPr/>
            </p:nvSpPr>
            <p:spPr>
              <a:xfrm>
                <a:off x="1469814" y="5810243"/>
                <a:ext cx="26475" cy="2647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1" name="ellipse_2914">
                <a:extLst>
                  <a:ext uri="{FF2B5EF4-FFF2-40B4-BE49-F238E27FC236}">
                    <a16:creationId xmlns:a16="http://schemas.microsoft.com/office/drawing/2014/main" id="{7FAE51A0-E17C-1823-390E-E84EA8562D53}"/>
                  </a:ext>
                </a:extLst>
              </p:cNvPr>
              <p:cNvSpPr/>
              <p:nvPr/>
            </p:nvSpPr>
            <p:spPr>
              <a:xfrm>
                <a:off x="1604446" y="5912480"/>
                <a:ext cx="25177" cy="2517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2" name="ellipse_2915">
                <a:extLst>
                  <a:ext uri="{FF2B5EF4-FFF2-40B4-BE49-F238E27FC236}">
                    <a16:creationId xmlns:a16="http://schemas.microsoft.com/office/drawing/2014/main" id="{C805FCFD-880F-99BF-6DDA-7E8797325E10}"/>
                  </a:ext>
                </a:extLst>
              </p:cNvPr>
              <p:cNvSpPr/>
              <p:nvPr/>
            </p:nvSpPr>
            <p:spPr>
              <a:xfrm>
                <a:off x="1537160" y="5725932"/>
                <a:ext cx="26446" cy="2644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3" name="ellipse_2916">
                <a:extLst>
                  <a:ext uri="{FF2B5EF4-FFF2-40B4-BE49-F238E27FC236}">
                    <a16:creationId xmlns:a16="http://schemas.microsoft.com/office/drawing/2014/main" id="{778BC4E5-C155-4F28-CAAB-D8755B2ED25E}"/>
                  </a:ext>
                </a:extLst>
              </p:cNvPr>
              <p:cNvSpPr/>
              <p:nvPr/>
            </p:nvSpPr>
            <p:spPr>
              <a:xfrm>
                <a:off x="1627934" y="5686479"/>
                <a:ext cx="28884" cy="288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4" name="ellipse_2917">
                <a:extLst>
                  <a:ext uri="{FF2B5EF4-FFF2-40B4-BE49-F238E27FC236}">
                    <a16:creationId xmlns:a16="http://schemas.microsoft.com/office/drawing/2014/main" id="{8126A3A8-309B-9BD1-1CB2-857988027FA9}"/>
                  </a:ext>
                </a:extLst>
              </p:cNvPr>
              <p:cNvSpPr/>
              <p:nvPr/>
            </p:nvSpPr>
            <p:spPr>
              <a:xfrm>
                <a:off x="1673455" y="5697854"/>
                <a:ext cx="24843" cy="2484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5" name="ellipse_2918">
                <a:extLst>
                  <a:ext uri="{FF2B5EF4-FFF2-40B4-BE49-F238E27FC236}">
                    <a16:creationId xmlns:a16="http://schemas.microsoft.com/office/drawing/2014/main" id="{01088BAD-ABA2-6F01-1E14-305B844593E1}"/>
                  </a:ext>
                </a:extLst>
              </p:cNvPr>
              <p:cNvSpPr/>
              <p:nvPr/>
            </p:nvSpPr>
            <p:spPr>
              <a:xfrm>
                <a:off x="1740188" y="5843935"/>
                <a:ext cx="33634" cy="3363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6" name="ellipse_2919">
                <a:extLst>
                  <a:ext uri="{FF2B5EF4-FFF2-40B4-BE49-F238E27FC236}">
                    <a16:creationId xmlns:a16="http://schemas.microsoft.com/office/drawing/2014/main" id="{D3DE2DAB-5E38-C300-F45C-22E09892C3BE}"/>
                  </a:ext>
                </a:extLst>
              </p:cNvPr>
              <p:cNvSpPr/>
              <p:nvPr/>
            </p:nvSpPr>
            <p:spPr>
              <a:xfrm>
                <a:off x="1747527" y="5782823"/>
                <a:ext cx="38868" cy="388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7" name="ellipse_2920">
                <a:extLst>
                  <a:ext uri="{FF2B5EF4-FFF2-40B4-BE49-F238E27FC236}">
                    <a16:creationId xmlns:a16="http://schemas.microsoft.com/office/drawing/2014/main" id="{3D79883D-E9D2-1F2F-E64D-2EA089FCB7A6}"/>
                  </a:ext>
                </a:extLst>
              </p:cNvPr>
              <p:cNvSpPr/>
              <p:nvPr/>
            </p:nvSpPr>
            <p:spPr>
              <a:xfrm>
                <a:off x="1601887" y="5948096"/>
                <a:ext cx="25828" cy="2582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8" name="ellipse_2921">
                <a:extLst>
                  <a:ext uri="{FF2B5EF4-FFF2-40B4-BE49-F238E27FC236}">
                    <a16:creationId xmlns:a16="http://schemas.microsoft.com/office/drawing/2014/main" id="{A54556BA-10ED-805C-8490-89038D8796C6}"/>
                  </a:ext>
                </a:extLst>
              </p:cNvPr>
              <p:cNvSpPr/>
              <p:nvPr/>
            </p:nvSpPr>
            <p:spPr>
              <a:xfrm>
                <a:off x="1749582" y="5888113"/>
                <a:ext cx="36487" cy="3648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9" name="ellipse_2922">
                <a:extLst>
                  <a:ext uri="{FF2B5EF4-FFF2-40B4-BE49-F238E27FC236}">
                    <a16:creationId xmlns:a16="http://schemas.microsoft.com/office/drawing/2014/main" id="{22E8CC12-E3D9-9A2C-F1BF-7536685C0B19}"/>
                  </a:ext>
                </a:extLst>
              </p:cNvPr>
              <p:cNvSpPr/>
              <p:nvPr/>
            </p:nvSpPr>
            <p:spPr>
              <a:xfrm>
                <a:off x="1731701" y="5860783"/>
                <a:ext cx="23989" cy="2398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0" name="ellipse_2923">
                <a:extLst>
                  <a:ext uri="{FF2B5EF4-FFF2-40B4-BE49-F238E27FC236}">
                    <a16:creationId xmlns:a16="http://schemas.microsoft.com/office/drawing/2014/main" id="{CBC60577-4B07-5CF7-062E-0531B5D14950}"/>
                  </a:ext>
                </a:extLst>
              </p:cNvPr>
              <p:cNvSpPr/>
              <p:nvPr/>
            </p:nvSpPr>
            <p:spPr>
              <a:xfrm>
                <a:off x="1759056" y="5817672"/>
                <a:ext cx="28808" cy="288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1" name="ellipse_2924">
                <a:extLst>
                  <a:ext uri="{FF2B5EF4-FFF2-40B4-BE49-F238E27FC236}">
                    <a16:creationId xmlns:a16="http://schemas.microsoft.com/office/drawing/2014/main" id="{C243EDC6-4942-DE2A-89AB-69612CB0D254}"/>
                  </a:ext>
                </a:extLst>
              </p:cNvPr>
              <p:cNvSpPr/>
              <p:nvPr/>
            </p:nvSpPr>
            <p:spPr>
              <a:xfrm>
                <a:off x="1547821" y="5674848"/>
                <a:ext cx="24536" cy="245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2" name="ellipse_2925">
                <a:extLst>
                  <a:ext uri="{FF2B5EF4-FFF2-40B4-BE49-F238E27FC236}">
                    <a16:creationId xmlns:a16="http://schemas.microsoft.com/office/drawing/2014/main" id="{28FAD2E7-5613-4B1A-D5FD-941C8FC2FB59}"/>
                  </a:ext>
                </a:extLst>
              </p:cNvPr>
              <p:cNvSpPr/>
              <p:nvPr/>
            </p:nvSpPr>
            <p:spPr>
              <a:xfrm>
                <a:off x="1436856" y="5736363"/>
                <a:ext cx="23841" cy="2384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3" name="ellipse_2926">
                <a:extLst>
                  <a:ext uri="{FF2B5EF4-FFF2-40B4-BE49-F238E27FC236}">
                    <a16:creationId xmlns:a16="http://schemas.microsoft.com/office/drawing/2014/main" id="{2A799D4E-295A-C7C5-A10A-317D2ADD3635}"/>
                  </a:ext>
                </a:extLst>
              </p:cNvPr>
              <p:cNvSpPr/>
              <p:nvPr/>
            </p:nvSpPr>
            <p:spPr>
              <a:xfrm>
                <a:off x="1457390" y="5888267"/>
                <a:ext cx="35961" cy="3596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4" name="ellipse_2927">
                <a:extLst>
                  <a:ext uri="{FF2B5EF4-FFF2-40B4-BE49-F238E27FC236}">
                    <a16:creationId xmlns:a16="http://schemas.microsoft.com/office/drawing/2014/main" id="{883B5E9D-FA63-7E26-F7C3-2BB10866A819}"/>
                  </a:ext>
                </a:extLst>
              </p:cNvPr>
              <p:cNvSpPr/>
              <p:nvPr/>
            </p:nvSpPr>
            <p:spPr>
              <a:xfrm>
                <a:off x="1428158" y="5810865"/>
                <a:ext cx="33956" cy="3395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5" name="ellipse_2928">
                <a:extLst>
                  <a:ext uri="{FF2B5EF4-FFF2-40B4-BE49-F238E27FC236}">
                    <a16:creationId xmlns:a16="http://schemas.microsoft.com/office/drawing/2014/main" id="{66AE4C38-8FD5-8D01-8C67-58E780A0B15F}"/>
                  </a:ext>
                </a:extLst>
              </p:cNvPr>
              <p:cNvSpPr/>
              <p:nvPr/>
            </p:nvSpPr>
            <p:spPr>
              <a:xfrm>
                <a:off x="1806304" y="5819862"/>
                <a:ext cx="23670" cy="2367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6" name="ellipse_2929">
                <a:extLst>
                  <a:ext uri="{FF2B5EF4-FFF2-40B4-BE49-F238E27FC236}">
                    <a16:creationId xmlns:a16="http://schemas.microsoft.com/office/drawing/2014/main" id="{2B4B8C1A-1A96-9AC0-8CE5-629F4FBC1DAC}"/>
                  </a:ext>
                </a:extLst>
              </p:cNvPr>
              <p:cNvSpPr/>
              <p:nvPr/>
            </p:nvSpPr>
            <p:spPr>
              <a:xfrm>
                <a:off x="1627313" y="5712973"/>
                <a:ext cx="37885" cy="3788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7" name="ellipse_2930">
                <a:extLst>
                  <a:ext uri="{FF2B5EF4-FFF2-40B4-BE49-F238E27FC236}">
                    <a16:creationId xmlns:a16="http://schemas.microsoft.com/office/drawing/2014/main" id="{ED2014FD-60A8-ECB6-6D82-DE51D3BD0686}"/>
                  </a:ext>
                </a:extLst>
              </p:cNvPr>
              <p:cNvSpPr/>
              <p:nvPr/>
            </p:nvSpPr>
            <p:spPr>
              <a:xfrm>
                <a:off x="1710685" y="5883673"/>
                <a:ext cx="23533" cy="2353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8" name="ellipse_2931">
                <a:extLst>
                  <a:ext uri="{FF2B5EF4-FFF2-40B4-BE49-F238E27FC236}">
                    <a16:creationId xmlns:a16="http://schemas.microsoft.com/office/drawing/2014/main" id="{5B8BA442-7618-572E-F739-6A6547E5E7D6}"/>
                  </a:ext>
                </a:extLst>
              </p:cNvPr>
              <p:cNvSpPr/>
              <p:nvPr/>
            </p:nvSpPr>
            <p:spPr>
              <a:xfrm>
                <a:off x="1694615" y="5911084"/>
                <a:ext cx="29708" cy="297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9" name="ellipse_2932">
                <a:extLst>
                  <a:ext uri="{FF2B5EF4-FFF2-40B4-BE49-F238E27FC236}">
                    <a16:creationId xmlns:a16="http://schemas.microsoft.com/office/drawing/2014/main" id="{A1DD2DA4-43AE-C1A4-F24B-806E08D9E514}"/>
                  </a:ext>
                </a:extLst>
              </p:cNvPr>
              <p:cNvSpPr/>
              <p:nvPr/>
            </p:nvSpPr>
            <p:spPr>
              <a:xfrm>
                <a:off x="1701593" y="5924380"/>
                <a:ext cx="23793" cy="2379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0" name="ellipse_2933">
                <a:extLst>
                  <a:ext uri="{FF2B5EF4-FFF2-40B4-BE49-F238E27FC236}">
                    <a16:creationId xmlns:a16="http://schemas.microsoft.com/office/drawing/2014/main" id="{DB30E770-6EFD-89B3-981F-51BC5E905F18}"/>
                  </a:ext>
                </a:extLst>
              </p:cNvPr>
              <p:cNvSpPr/>
              <p:nvPr/>
            </p:nvSpPr>
            <p:spPr>
              <a:xfrm>
                <a:off x="1599033" y="5681949"/>
                <a:ext cx="29376" cy="29376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1" name="ellipse_2934">
                <a:extLst>
                  <a:ext uri="{FF2B5EF4-FFF2-40B4-BE49-F238E27FC236}">
                    <a16:creationId xmlns:a16="http://schemas.microsoft.com/office/drawing/2014/main" id="{845397B4-A74D-E849-DFA6-D9B7214E576E}"/>
                  </a:ext>
                </a:extLst>
              </p:cNvPr>
              <p:cNvSpPr/>
              <p:nvPr/>
            </p:nvSpPr>
            <p:spPr>
              <a:xfrm>
                <a:off x="1706363" y="5885733"/>
                <a:ext cx="27882" cy="2788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2" name="ellipse_2935">
                <a:extLst>
                  <a:ext uri="{FF2B5EF4-FFF2-40B4-BE49-F238E27FC236}">
                    <a16:creationId xmlns:a16="http://schemas.microsoft.com/office/drawing/2014/main" id="{D88826AC-4310-8256-1097-BCED663B65FA}"/>
                  </a:ext>
                </a:extLst>
              </p:cNvPr>
              <p:cNvSpPr/>
              <p:nvPr/>
            </p:nvSpPr>
            <p:spPr>
              <a:xfrm>
                <a:off x="1644117" y="5927383"/>
                <a:ext cx="31868" cy="318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3" name="ellipse_2936">
                <a:extLst>
                  <a:ext uri="{FF2B5EF4-FFF2-40B4-BE49-F238E27FC236}">
                    <a16:creationId xmlns:a16="http://schemas.microsoft.com/office/drawing/2014/main" id="{724C1693-E04E-2DCA-077A-8A36285EA32A}"/>
                  </a:ext>
                </a:extLst>
              </p:cNvPr>
              <p:cNvSpPr/>
              <p:nvPr/>
            </p:nvSpPr>
            <p:spPr>
              <a:xfrm>
                <a:off x="1582830" y="5913046"/>
                <a:ext cx="31662" cy="316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4" name="ellipse_2937">
                <a:extLst>
                  <a:ext uri="{FF2B5EF4-FFF2-40B4-BE49-F238E27FC236}">
                    <a16:creationId xmlns:a16="http://schemas.microsoft.com/office/drawing/2014/main" id="{36B07050-B0C2-D1AF-FB7F-81FE359C0000}"/>
                  </a:ext>
                </a:extLst>
              </p:cNvPr>
              <p:cNvSpPr/>
              <p:nvPr/>
            </p:nvSpPr>
            <p:spPr>
              <a:xfrm>
                <a:off x="1441252" y="5843458"/>
                <a:ext cx="37932" cy="3793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5" name="ellipse_2938">
                <a:extLst>
                  <a:ext uri="{FF2B5EF4-FFF2-40B4-BE49-F238E27FC236}">
                    <a16:creationId xmlns:a16="http://schemas.microsoft.com/office/drawing/2014/main" id="{4A5BAFCE-A7B6-8B3F-1DA3-24AE6BC99516}"/>
                  </a:ext>
                </a:extLst>
              </p:cNvPr>
              <p:cNvSpPr/>
              <p:nvPr/>
            </p:nvSpPr>
            <p:spPr>
              <a:xfrm>
                <a:off x="1676913" y="5723244"/>
                <a:ext cx="35560" cy="3556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6" name="ellipse_2939">
                <a:extLst>
                  <a:ext uri="{FF2B5EF4-FFF2-40B4-BE49-F238E27FC236}">
                    <a16:creationId xmlns:a16="http://schemas.microsoft.com/office/drawing/2014/main" id="{96F411B2-111E-D75A-D495-551DF6F6C8E8}"/>
                  </a:ext>
                </a:extLst>
              </p:cNvPr>
              <p:cNvSpPr/>
              <p:nvPr/>
            </p:nvSpPr>
            <p:spPr>
              <a:xfrm>
                <a:off x="1442316" y="5759309"/>
                <a:ext cx="30564" cy="3056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7" name="ellipse_2940">
                <a:extLst>
                  <a:ext uri="{FF2B5EF4-FFF2-40B4-BE49-F238E27FC236}">
                    <a16:creationId xmlns:a16="http://schemas.microsoft.com/office/drawing/2014/main" id="{6F9C5606-6998-C3A2-7257-ABAE9DE54A3B}"/>
                  </a:ext>
                </a:extLst>
              </p:cNvPr>
              <p:cNvSpPr/>
              <p:nvPr/>
            </p:nvSpPr>
            <p:spPr>
              <a:xfrm>
                <a:off x="1660843" y="5732672"/>
                <a:ext cx="32471" cy="3247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8" name="ellipse_2941">
                <a:extLst>
                  <a:ext uri="{FF2B5EF4-FFF2-40B4-BE49-F238E27FC236}">
                    <a16:creationId xmlns:a16="http://schemas.microsoft.com/office/drawing/2014/main" id="{5F05259E-7E04-78E0-E77B-E67C7EA36E1F}"/>
                  </a:ext>
                </a:extLst>
              </p:cNvPr>
              <p:cNvSpPr/>
              <p:nvPr/>
            </p:nvSpPr>
            <p:spPr>
              <a:xfrm>
                <a:off x="1441929" y="5857738"/>
                <a:ext cx="27539" cy="2753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9" name="ellipse_2942">
                <a:extLst>
                  <a:ext uri="{FF2B5EF4-FFF2-40B4-BE49-F238E27FC236}">
                    <a16:creationId xmlns:a16="http://schemas.microsoft.com/office/drawing/2014/main" id="{19906831-565C-53AA-83CA-96655062C005}"/>
                  </a:ext>
                </a:extLst>
              </p:cNvPr>
              <p:cNvSpPr/>
              <p:nvPr/>
            </p:nvSpPr>
            <p:spPr>
              <a:xfrm>
                <a:off x="1605905" y="5946213"/>
                <a:ext cx="23720" cy="2372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0" name="ellipse_2943">
                <a:extLst>
                  <a:ext uri="{FF2B5EF4-FFF2-40B4-BE49-F238E27FC236}">
                    <a16:creationId xmlns:a16="http://schemas.microsoft.com/office/drawing/2014/main" id="{02508A63-BB90-23F0-67A2-A3F6D2204F2D}"/>
                  </a:ext>
                </a:extLst>
              </p:cNvPr>
              <p:cNvSpPr/>
              <p:nvPr/>
            </p:nvSpPr>
            <p:spPr>
              <a:xfrm>
                <a:off x="1666560" y="5904207"/>
                <a:ext cx="25696" cy="2569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1" name="ellipse_2944">
                <a:extLst>
                  <a:ext uri="{FF2B5EF4-FFF2-40B4-BE49-F238E27FC236}">
                    <a16:creationId xmlns:a16="http://schemas.microsoft.com/office/drawing/2014/main" id="{CD523AC2-31B5-089E-797B-AED88EADB2E0}"/>
                  </a:ext>
                </a:extLst>
              </p:cNvPr>
              <p:cNvSpPr/>
              <p:nvPr/>
            </p:nvSpPr>
            <p:spPr>
              <a:xfrm>
                <a:off x="1569217" y="5720001"/>
                <a:ext cx="32959" cy="329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2" name="ellipse_2945">
                <a:extLst>
                  <a:ext uri="{FF2B5EF4-FFF2-40B4-BE49-F238E27FC236}">
                    <a16:creationId xmlns:a16="http://schemas.microsoft.com/office/drawing/2014/main" id="{D1A95F93-0185-8662-9AC4-309AC9F13486}"/>
                  </a:ext>
                </a:extLst>
              </p:cNvPr>
              <p:cNvSpPr/>
              <p:nvPr/>
            </p:nvSpPr>
            <p:spPr>
              <a:xfrm>
                <a:off x="1628649" y="5681483"/>
                <a:ext cx="30404" cy="304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3" name="ellipse_2946">
                <a:extLst>
                  <a:ext uri="{FF2B5EF4-FFF2-40B4-BE49-F238E27FC236}">
                    <a16:creationId xmlns:a16="http://schemas.microsoft.com/office/drawing/2014/main" id="{252BB39A-15AD-362E-DB70-4FDCEFBFEF3F}"/>
                  </a:ext>
                </a:extLst>
              </p:cNvPr>
              <p:cNvSpPr/>
              <p:nvPr/>
            </p:nvSpPr>
            <p:spPr>
              <a:xfrm>
                <a:off x="1713397" y="5861457"/>
                <a:ext cx="33198" cy="331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4" name="ellipse_2947">
                <a:extLst>
                  <a:ext uri="{FF2B5EF4-FFF2-40B4-BE49-F238E27FC236}">
                    <a16:creationId xmlns:a16="http://schemas.microsoft.com/office/drawing/2014/main" id="{90ECDF66-C6D1-B27D-3A86-0CDE02EA4426}"/>
                  </a:ext>
                </a:extLst>
              </p:cNvPr>
              <p:cNvSpPr/>
              <p:nvPr/>
            </p:nvSpPr>
            <p:spPr>
              <a:xfrm>
                <a:off x="1568321" y="5927538"/>
                <a:ext cx="37172" cy="3717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5" name="ellipse_2948">
                <a:extLst>
                  <a:ext uri="{FF2B5EF4-FFF2-40B4-BE49-F238E27FC236}">
                    <a16:creationId xmlns:a16="http://schemas.microsoft.com/office/drawing/2014/main" id="{21019265-AD41-817D-6DE8-39342B700035}"/>
                  </a:ext>
                </a:extLst>
              </p:cNvPr>
              <p:cNvSpPr/>
              <p:nvPr/>
            </p:nvSpPr>
            <p:spPr>
              <a:xfrm>
                <a:off x="1589792" y="5719262"/>
                <a:ext cx="26962" cy="2696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6" name="ellipse_2949">
                <a:extLst>
                  <a:ext uri="{FF2B5EF4-FFF2-40B4-BE49-F238E27FC236}">
                    <a16:creationId xmlns:a16="http://schemas.microsoft.com/office/drawing/2014/main" id="{DB49043E-24C3-A92D-8F98-4E59B674EB2B}"/>
                  </a:ext>
                </a:extLst>
              </p:cNvPr>
              <p:cNvSpPr/>
              <p:nvPr/>
            </p:nvSpPr>
            <p:spPr>
              <a:xfrm>
                <a:off x="1493034" y="5768073"/>
                <a:ext cx="32512" cy="3251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7" name="ellipse_2950">
                <a:extLst>
                  <a:ext uri="{FF2B5EF4-FFF2-40B4-BE49-F238E27FC236}">
                    <a16:creationId xmlns:a16="http://schemas.microsoft.com/office/drawing/2014/main" id="{7BC6FC19-C948-5BE4-F33D-30F268E9A1EB}"/>
                  </a:ext>
                </a:extLst>
              </p:cNvPr>
              <p:cNvSpPr/>
              <p:nvPr/>
            </p:nvSpPr>
            <p:spPr>
              <a:xfrm>
                <a:off x="1700028" y="5916902"/>
                <a:ext cx="26704" cy="2670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8" name="ellipse_2951">
                <a:extLst>
                  <a:ext uri="{FF2B5EF4-FFF2-40B4-BE49-F238E27FC236}">
                    <a16:creationId xmlns:a16="http://schemas.microsoft.com/office/drawing/2014/main" id="{5D84D969-6164-9F13-CE9B-9E7B14905AF0}"/>
                  </a:ext>
                </a:extLst>
              </p:cNvPr>
              <p:cNvSpPr/>
              <p:nvPr/>
            </p:nvSpPr>
            <p:spPr>
              <a:xfrm>
                <a:off x="1484645" y="5849570"/>
                <a:ext cx="34307" cy="3430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9" name="ellipse_2952">
                <a:extLst>
                  <a:ext uri="{FF2B5EF4-FFF2-40B4-BE49-F238E27FC236}">
                    <a16:creationId xmlns:a16="http://schemas.microsoft.com/office/drawing/2014/main" id="{243D0DDE-ACFA-BCC2-88F5-DBFF1D4B0CCC}"/>
                  </a:ext>
                </a:extLst>
              </p:cNvPr>
              <p:cNvSpPr/>
              <p:nvPr/>
            </p:nvSpPr>
            <p:spPr>
              <a:xfrm>
                <a:off x="1796236" y="5779448"/>
                <a:ext cx="31087" cy="3108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0" name="ellipse_2953">
                <a:extLst>
                  <a:ext uri="{FF2B5EF4-FFF2-40B4-BE49-F238E27FC236}">
                    <a16:creationId xmlns:a16="http://schemas.microsoft.com/office/drawing/2014/main" id="{8C7FAC04-477D-C388-D9FC-30D661D6E732}"/>
                  </a:ext>
                </a:extLst>
              </p:cNvPr>
              <p:cNvSpPr/>
              <p:nvPr/>
            </p:nvSpPr>
            <p:spPr>
              <a:xfrm>
                <a:off x="1703383" y="5707987"/>
                <a:ext cx="24249" cy="24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1" name="ellipse_2954">
                <a:extLst>
                  <a:ext uri="{FF2B5EF4-FFF2-40B4-BE49-F238E27FC236}">
                    <a16:creationId xmlns:a16="http://schemas.microsoft.com/office/drawing/2014/main" id="{5406F7DB-858A-A3F6-F953-173A8B1CA4F7}"/>
                  </a:ext>
                </a:extLst>
              </p:cNvPr>
              <p:cNvSpPr/>
              <p:nvPr/>
            </p:nvSpPr>
            <p:spPr>
              <a:xfrm>
                <a:off x="1639165" y="5940343"/>
                <a:ext cx="34999" cy="3499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2" name="ellipse_2955">
                <a:extLst>
                  <a:ext uri="{FF2B5EF4-FFF2-40B4-BE49-F238E27FC236}">
                    <a16:creationId xmlns:a16="http://schemas.microsoft.com/office/drawing/2014/main" id="{ED46A711-570E-DB2C-5EEA-723ACAEA7A45}"/>
                  </a:ext>
                </a:extLst>
              </p:cNvPr>
              <p:cNvSpPr/>
              <p:nvPr/>
            </p:nvSpPr>
            <p:spPr>
              <a:xfrm>
                <a:off x="1607929" y="5664825"/>
                <a:ext cx="32753" cy="327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3" name="ellipse_2956">
                <a:extLst>
                  <a:ext uri="{FF2B5EF4-FFF2-40B4-BE49-F238E27FC236}">
                    <a16:creationId xmlns:a16="http://schemas.microsoft.com/office/drawing/2014/main" id="{A6E876FE-632B-4349-2974-B8065EDCE7F5}"/>
                  </a:ext>
                </a:extLst>
              </p:cNvPr>
              <p:cNvSpPr/>
              <p:nvPr/>
            </p:nvSpPr>
            <p:spPr>
              <a:xfrm>
                <a:off x="1431638" y="5888721"/>
                <a:ext cx="32307" cy="3230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4" name="ellipse_2957">
                <a:extLst>
                  <a:ext uri="{FF2B5EF4-FFF2-40B4-BE49-F238E27FC236}">
                    <a16:creationId xmlns:a16="http://schemas.microsoft.com/office/drawing/2014/main" id="{CDBCBF0B-6D44-70E7-4B34-5512A844352A}"/>
                  </a:ext>
                </a:extLst>
              </p:cNvPr>
              <p:cNvSpPr/>
              <p:nvPr/>
            </p:nvSpPr>
            <p:spPr>
              <a:xfrm>
                <a:off x="1763250" y="5810798"/>
                <a:ext cx="24008" cy="2400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5" name="ellipse_2958">
                <a:extLst>
                  <a:ext uri="{FF2B5EF4-FFF2-40B4-BE49-F238E27FC236}">
                    <a16:creationId xmlns:a16="http://schemas.microsoft.com/office/drawing/2014/main" id="{54F7E105-527E-02D2-16F5-4D7C9912DF0C}"/>
                  </a:ext>
                </a:extLst>
              </p:cNvPr>
              <p:cNvSpPr/>
              <p:nvPr/>
            </p:nvSpPr>
            <p:spPr>
              <a:xfrm>
                <a:off x="1770156" y="5894195"/>
                <a:ext cx="34129" cy="3412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6" name="ellipse_2959">
                <a:extLst>
                  <a:ext uri="{FF2B5EF4-FFF2-40B4-BE49-F238E27FC236}">
                    <a16:creationId xmlns:a16="http://schemas.microsoft.com/office/drawing/2014/main" id="{A38B221B-70E9-C8E1-EE48-B16E9DE7558C}"/>
                  </a:ext>
                </a:extLst>
              </p:cNvPr>
              <p:cNvSpPr/>
              <p:nvPr/>
            </p:nvSpPr>
            <p:spPr>
              <a:xfrm>
                <a:off x="1631456" y="5662376"/>
                <a:ext cx="36317" cy="3631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7" name="ellipse_2960">
                <a:extLst>
                  <a:ext uri="{FF2B5EF4-FFF2-40B4-BE49-F238E27FC236}">
                    <a16:creationId xmlns:a16="http://schemas.microsoft.com/office/drawing/2014/main" id="{6513CE65-6A50-57E7-4CF8-CBB073DBBED6}"/>
                  </a:ext>
                </a:extLst>
              </p:cNvPr>
              <p:cNvSpPr/>
              <p:nvPr/>
            </p:nvSpPr>
            <p:spPr>
              <a:xfrm>
                <a:off x="1505565" y="5729779"/>
                <a:ext cx="35155" cy="3515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8" name="ellipse_2961">
                <a:extLst>
                  <a:ext uri="{FF2B5EF4-FFF2-40B4-BE49-F238E27FC236}">
                    <a16:creationId xmlns:a16="http://schemas.microsoft.com/office/drawing/2014/main" id="{BDC75F14-8F76-6E86-4A9C-71913B26499B}"/>
                  </a:ext>
                </a:extLst>
              </p:cNvPr>
              <p:cNvSpPr/>
              <p:nvPr/>
            </p:nvSpPr>
            <p:spPr>
              <a:xfrm>
                <a:off x="1745125" y="5807695"/>
                <a:ext cx="28645" cy="2864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9" name="ellipse_2962">
                <a:extLst>
                  <a:ext uri="{FF2B5EF4-FFF2-40B4-BE49-F238E27FC236}">
                    <a16:creationId xmlns:a16="http://schemas.microsoft.com/office/drawing/2014/main" id="{EB353AA3-BF69-7622-F789-B41ED9F4D729}"/>
                  </a:ext>
                </a:extLst>
              </p:cNvPr>
              <p:cNvSpPr/>
              <p:nvPr/>
            </p:nvSpPr>
            <p:spPr>
              <a:xfrm>
                <a:off x="1415944" y="5861397"/>
                <a:ext cx="29118" cy="2911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0" name="ellipse_2963">
                <a:extLst>
                  <a:ext uri="{FF2B5EF4-FFF2-40B4-BE49-F238E27FC236}">
                    <a16:creationId xmlns:a16="http://schemas.microsoft.com/office/drawing/2014/main" id="{998CF1DC-4AF8-ADAB-ACD5-FD816CA426D5}"/>
                  </a:ext>
                </a:extLst>
              </p:cNvPr>
              <p:cNvSpPr/>
              <p:nvPr/>
            </p:nvSpPr>
            <p:spPr>
              <a:xfrm>
                <a:off x="1444289" y="5910192"/>
                <a:ext cx="36484" cy="364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1" name="ellipse_2964">
                <a:extLst>
                  <a:ext uri="{FF2B5EF4-FFF2-40B4-BE49-F238E27FC236}">
                    <a16:creationId xmlns:a16="http://schemas.microsoft.com/office/drawing/2014/main" id="{A987F567-3CD5-412D-B7AF-EE39941C80CE}"/>
                  </a:ext>
                </a:extLst>
              </p:cNvPr>
              <p:cNvSpPr/>
              <p:nvPr/>
            </p:nvSpPr>
            <p:spPr>
              <a:xfrm>
                <a:off x="1692595" y="5720180"/>
                <a:ext cx="34350" cy="3435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2" name="ellipse_2965">
                <a:extLst>
                  <a:ext uri="{FF2B5EF4-FFF2-40B4-BE49-F238E27FC236}">
                    <a16:creationId xmlns:a16="http://schemas.microsoft.com/office/drawing/2014/main" id="{4445B7C1-67D4-04EB-BC0A-0846CCD8021F}"/>
                  </a:ext>
                </a:extLst>
              </p:cNvPr>
              <p:cNvSpPr/>
              <p:nvPr/>
            </p:nvSpPr>
            <p:spPr>
              <a:xfrm>
                <a:off x="1645377" y="5668528"/>
                <a:ext cx="23232" cy="2323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3" name="ellipse_2966">
                <a:extLst>
                  <a:ext uri="{FF2B5EF4-FFF2-40B4-BE49-F238E27FC236}">
                    <a16:creationId xmlns:a16="http://schemas.microsoft.com/office/drawing/2014/main" id="{AC625112-44CA-5C2D-E98C-8977592ABCAA}"/>
                  </a:ext>
                </a:extLst>
              </p:cNvPr>
              <p:cNvSpPr/>
              <p:nvPr/>
            </p:nvSpPr>
            <p:spPr>
              <a:xfrm>
                <a:off x="1463027" y="5702838"/>
                <a:ext cx="32775" cy="3277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4" name="ellipse_2967">
                <a:extLst>
                  <a:ext uri="{FF2B5EF4-FFF2-40B4-BE49-F238E27FC236}">
                    <a16:creationId xmlns:a16="http://schemas.microsoft.com/office/drawing/2014/main" id="{09369513-22D6-3A41-29E0-BF03AA2DB965}"/>
                  </a:ext>
                </a:extLst>
              </p:cNvPr>
              <p:cNvSpPr/>
              <p:nvPr/>
            </p:nvSpPr>
            <p:spPr>
              <a:xfrm>
                <a:off x="1471693" y="5806019"/>
                <a:ext cx="36914" cy="3691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5" name="ellipse_2968">
                <a:extLst>
                  <a:ext uri="{FF2B5EF4-FFF2-40B4-BE49-F238E27FC236}">
                    <a16:creationId xmlns:a16="http://schemas.microsoft.com/office/drawing/2014/main" id="{688C5C57-A6A3-7217-8529-C02E4C0A5D30}"/>
                  </a:ext>
                </a:extLst>
              </p:cNvPr>
              <p:cNvSpPr/>
              <p:nvPr/>
            </p:nvSpPr>
            <p:spPr>
              <a:xfrm>
                <a:off x="1447857" y="5802230"/>
                <a:ext cx="29872" cy="29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6" name="ellipse_2969">
                <a:extLst>
                  <a:ext uri="{FF2B5EF4-FFF2-40B4-BE49-F238E27FC236}">
                    <a16:creationId xmlns:a16="http://schemas.microsoft.com/office/drawing/2014/main" id="{413C8DD0-BEEC-DA09-B286-227A925D3100}"/>
                  </a:ext>
                </a:extLst>
              </p:cNvPr>
              <p:cNvSpPr/>
              <p:nvPr/>
            </p:nvSpPr>
            <p:spPr>
              <a:xfrm>
                <a:off x="1612617" y="5934978"/>
                <a:ext cx="25869" cy="2586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7" name="ellipse_2970">
                <a:extLst>
                  <a:ext uri="{FF2B5EF4-FFF2-40B4-BE49-F238E27FC236}">
                    <a16:creationId xmlns:a16="http://schemas.microsoft.com/office/drawing/2014/main" id="{D0AFA0D3-6D69-B4D0-3BF8-EB92022765C2}"/>
                  </a:ext>
                </a:extLst>
              </p:cNvPr>
              <p:cNvSpPr/>
              <p:nvPr/>
            </p:nvSpPr>
            <p:spPr>
              <a:xfrm>
                <a:off x="1499567" y="5923927"/>
                <a:ext cx="29366" cy="2936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8" name="ellipse_2971">
                <a:extLst>
                  <a:ext uri="{FF2B5EF4-FFF2-40B4-BE49-F238E27FC236}">
                    <a16:creationId xmlns:a16="http://schemas.microsoft.com/office/drawing/2014/main" id="{A38DB069-3EEF-5A81-F938-00BB40216BA6}"/>
                  </a:ext>
                </a:extLst>
              </p:cNvPr>
              <p:cNvSpPr/>
              <p:nvPr/>
            </p:nvSpPr>
            <p:spPr>
              <a:xfrm>
                <a:off x="1439722" y="5746255"/>
                <a:ext cx="30428" cy="3042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9" name="ellipse_2972">
                <a:extLst>
                  <a:ext uri="{FF2B5EF4-FFF2-40B4-BE49-F238E27FC236}">
                    <a16:creationId xmlns:a16="http://schemas.microsoft.com/office/drawing/2014/main" id="{3C2B0C91-F9B8-F6DE-32B5-087FA4172C50}"/>
                  </a:ext>
                </a:extLst>
              </p:cNvPr>
              <p:cNvSpPr/>
              <p:nvPr/>
            </p:nvSpPr>
            <p:spPr>
              <a:xfrm>
                <a:off x="1601892" y="5705782"/>
                <a:ext cx="26593" cy="265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60" name="ellipse_2973">
                <a:extLst>
                  <a:ext uri="{FF2B5EF4-FFF2-40B4-BE49-F238E27FC236}">
                    <a16:creationId xmlns:a16="http://schemas.microsoft.com/office/drawing/2014/main" id="{C2A7329D-EDB4-CBA3-D72A-D9339A5509C3}"/>
                  </a:ext>
                </a:extLst>
              </p:cNvPr>
              <p:cNvSpPr/>
              <p:nvPr/>
            </p:nvSpPr>
            <p:spPr>
              <a:xfrm>
                <a:off x="1683294" y="5736674"/>
                <a:ext cx="36357" cy="3635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3161" name="Text | Pocket">
              <a:extLst>
                <a:ext uri="{FF2B5EF4-FFF2-40B4-BE49-F238E27FC236}">
                  <a16:creationId xmlns:a16="http://schemas.microsoft.com/office/drawing/2014/main" id="{D83BC010-360D-91BC-6D56-3E28C4E5AF9A}"/>
                </a:ext>
              </a:extLst>
            </p:cNvPr>
            <p:cNvSpPr txBox="1"/>
            <p:nvPr/>
          </p:nvSpPr>
          <p:spPr>
            <a:xfrm>
              <a:off x="1435143" y="5975415"/>
              <a:ext cx="368725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Pocket</a:t>
              </a:r>
              <a:endParaRPr lang="en-US" sz="698"/>
            </a:p>
          </p:txBody>
        </p:sp>
        <p:sp>
          <p:nvSpPr>
            <p:cNvPr id="3168" name="d | Route card: Default PocketXMol">
              <a:extLst>
                <a:ext uri="{FF2B5EF4-FFF2-40B4-BE49-F238E27FC236}">
                  <a16:creationId xmlns:a16="http://schemas.microsoft.com/office/drawing/2014/main" id="{1834E90D-C42C-3FA4-8527-FC79EA7B0F9E}"/>
                </a:ext>
              </a:extLst>
            </p:cNvPr>
            <p:cNvSpPr/>
            <p:nvPr/>
          </p:nvSpPr>
          <p:spPr>
            <a:xfrm>
              <a:off x="2141820" y="5591070"/>
              <a:ext cx="1514385" cy="243090"/>
            </a:xfrm>
            <a:prstGeom prst="roundRect">
              <a:avLst>
                <a:gd name="adj" fmla="val 9459"/>
              </a:avLst>
            </a:prstGeom>
            <a:solidFill>
              <a:srgbClr val="FFF8EC"/>
            </a:solidFill>
            <a:ln w="10160" cap="rnd" cmpd="sng" algn="ctr">
              <a:solidFill>
                <a:srgbClr val="D9B77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pic>
          <p:nvPicPr>
            <p:cNvPr id="16001" name="Density voxel illustration | exp" descr="Synthetic voxel-grid density schematic">
              <a:extLst>
                <a:ext uri="{FF2B5EF4-FFF2-40B4-BE49-F238E27FC236}">
                  <a16:creationId xmlns:a16="http://schemas.microsoft.com/office/drawing/2014/main" id="{72B8E24A-73BB-9A80-1EF4-1BED7AE8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2197099" y="5635440"/>
              <a:ext cx="135682" cy="131400"/>
            </a:xfrm>
            <a:prstGeom prst="rect">
              <a:avLst/>
            </a:prstGeom>
          </p:spPr>
        </p:pic>
        <p:sp>
          <p:nvSpPr>
            <p:cNvPr id="3296" name="Text | Default · PocketXMol">
              <a:extLst>
                <a:ext uri="{FF2B5EF4-FFF2-40B4-BE49-F238E27FC236}">
                  <a16:creationId xmlns:a16="http://schemas.microsoft.com/office/drawing/2014/main" id="{74EE5DF2-A3D2-FCED-BBE6-5F7D110238FC}"/>
                </a:ext>
              </a:extLst>
            </p:cNvPr>
            <p:cNvSpPr txBox="1"/>
            <p:nvPr/>
          </p:nvSpPr>
          <p:spPr>
            <a:xfrm>
              <a:off x="2401335" y="5600925"/>
              <a:ext cx="1120324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4" b="1" i="0" baseline="0" dirty="0">
                  <a:solidFill>
                    <a:srgbClr val="946019"/>
                  </a:solidFill>
                  <a:latin typeface="Arial"/>
                  <a:ea typeface="Arial"/>
                  <a:cs typeface="Arial"/>
                </a:rPr>
                <a:t>Default · PocketXMol</a:t>
              </a:r>
              <a:endParaRPr lang="en-US" sz="724"/>
            </a:p>
          </p:txBody>
        </p:sp>
        <p:sp>
          <p:nvSpPr>
            <p:cNvPr id="3297" name="Text | Density-conditioned fine-tuning">
              <a:extLst>
                <a:ext uri="{FF2B5EF4-FFF2-40B4-BE49-F238E27FC236}">
                  <a16:creationId xmlns:a16="http://schemas.microsoft.com/office/drawing/2014/main" id="{B2DE6EF7-D358-EF6B-352D-9E198670B1D6}"/>
                </a:ext>
              </a:extLst>
            </p:cNvPr>
            <p:cNvSpPr txBox="1"/>
            <p:nvPr/>
          </p:nvSpPr>
          <p:spPr>
            <a:xfrm>
              <a:off x="2401335" y="5709330"/>
              <a:ext cx="127186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Density-conditioned fine-tuning</a:t>
              </a:r>
              <a:endParaRPr lang="en-US" sz="621"/>
            </a:p>
          </p:txBody>
        </p:sp>
        <p:sp>
          <p:nvSpPr>
            <p:cNvPr id="3298" name="d | Route card: Docking tools">
              <a:extLst>
                <a:ext uri="{FF2B5EF4-FFF2-40B4-BE49-F238E27FC236}">
                  <a16:creationId xmlns:a16="http://schemas.microsoft.com/office/drawing/2014/main" id="{25A63A4D-0C36-9788-692F-F1550C1316B7}"/>
                </a:ext>
              </a:extLst>
            </p:cNvPr>
            <p:cNvSpPr/>
            <p:nvPr/>
          </p:nvSpPr>
          <p:spPr>
            <a:xfrm>
              <a:off x="2141820" y="5876865"/>
              <a:ext cx="1514385" cy="233235"/>
            </a:xfrm>
            <a:prstGeom prst="roundRect">
              <a:avLst>
                <a:gd name="adj" fmla="val 9859"/>
              </a:avLst>
            </a:prstGeom>
            <a:solidFill>
              <a:srgbClr val="F7F9FB"/>
            </a:solidFill>
            <a:ln w="10160" cap="rnd" cmpd="sng" algn="ctr">
              <a:solidFill>
                <a:srgbClr val="C5D5E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299" name="Text | Docking tools">
              <a:extLst>
                <a:ext uri="{FF2B5EF4-FFF2-40B4-BE49-F238E27FC236}">
                  <a16:creationId xmlns:a16="http://schemas.microsoft.com/office/drawing/2014/main" id="{69A0B7F7-D136-88C4-A844-324AED0DF1BF}"/>
                </a:ext>
              </a:extLst>
            </p:cNvPr>
            <p:cNvSpPr txBox="1"/>
            <p:nvPr/>
          </p:nvSpPr>
          <p:spPr>
            <a:xfrm>
              <a:off x="2214090" y="5883435"/>
              <a:ext cx="738930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4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Docking tools</a:t>
              </a:r>
              <a:endParaRPr lang="en-US" sz="724"/>
            </a:p>
          </p:txBody>
        </p:sp>
        <p:sp>
          <p:nvSpPr>
            <p:cNvPr id="3300" name="Text | Vina · DiffDock · EMERALD">
              <a:extLst>
                <a:ext uri="{FF2B5EF4-FFF2-40B4-BE49-F238E27FC236}">
                  <a16:creationId xmlns:a16="http://schemas.microsoft.com/office/drawing/2014/main" id="{E8319490-3A44-5C4C-557C-B9DFA2D84D2E}"/>
                </a:ext>
              </a:extLst>
            </p:cNvPr>
            <p:cNvSpPr txBox="1"/>
            <p:nvPr/>
          </p:nvSpPr>
          <p:spPr>
            <a:xfrm>
              <a:off x="2214090" y="5988555"/>
              <a:ext cx="1107334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Vina · DiffDock · EMERALD</a:t>
              </a:r>
              <a:endParaRPr lang="en-US" sz="647"/>
            </a:p>
          </p:txBody>
        </p:sp>
        <p:grpSp>
          <p:nvGrpSpPr>
            <p:cNvPr id="3307" name="d | All-atom ligand pose: local receptor environment">
              <a:extLst>
                <a:ext uri="{FF2B5EF4-FFF2-40B4-BE49-F238E27FC236}">
                  <a16:creationId xmlns:a16="http://schemas.microsoft.com/office/drawing/2014/main" id="{3C4A2D87-92B9-C0C4-27D2-9F33028C23F4}"/>
                </a:ext>
              </a:extLst>
            </p:cNvPr>
            <p:cNvGrpSpPr/>
            <p:nvPr/>
          </p:nvGrpSpPr>
          <p:grpSpPr>
            <a:xfrm>
              <a:off x="4251809" y="5604959"/>
              <a:ext cx="702691" cy="463459"/>
              <a:chOff x="4251809" y="5604959"/>
              <a:chExt cx="702691" cy="463459"/>
            </a:xfrm>
          </p:grpSpPr>
          <p:sp>
            <p:nvSpPr>
              <p:cNvPr id="3308" name="ellipse_3111">
                <a:extLst>
                  <a:ext uri="{FF2B5EF4-FFF2-40B4-BE49-F238E27FC236}">
                    <a16:creationId xmlns:a16="http://schemas.microsoft.com/office/drawing/2014/main" id="{752D0923-68F3-2172-D00C-C4D59EDE7F21}"/>
                  </a:ext>
                </a:extLst>
              </p:cNvPr>
              <p:cNvSpPr/>
              <p:nvPr/>
            </p:nvSpPr>
            <p:spPr>
              <a:xfrm>
                <a:off x="4362855" y="5697772"/>
                <a:ext cx="43194" cy="431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09" name="ellipse_3112">
                <a:extLst>
                  <a:ext uri="{FF2B5EF4-FFF2-40B4-BE49-F238E27FC236}">
                    <a16:creationId xmlns:a16="http://schemas.microsoft.com/office/drawing/2014/main" id="{25F93901-A940-CDEE-5458-F97943228AD5}"/>
                  </a:ext>
                </a:extLst>
              </p:cNvPr>
              <p:cNvSpPr/>
              <p:nvPr/>
            </p:nvSpPr>
            <p:spPr>
              <a:xfrm>
                <a:off x="4254062" y="5750681"/>
                <a:ext cx="40460" cy="4046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0" name="ellipse_3113">
                <a:extLst>
                  <a:ext uri="{FF2B5EF4-FFF2-40B4-BE49-F238E27FC236}">
                    <a16:creationId xmlns:a16="http://schemas.microsoft.com/office/drawing/2014/main" id="{56B4EAAF-0BA3-A350-A3D2-FE5FE72A7669}"/>
                  </a:ext>
                </a:extLst>
              </p:cNvPr>
              <p:cNvSpPr/>
              <p:nvPr/>
            </p:nvSpPr>
            <p:spPr>
              <a:xfrm>
                <a:off x="4584744" y="6016753"/>
                <a:ext cx="51665" cy="5166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1" name="ellipse_3114">
                <a:extLst>
                  <a:ext uri="{FF2B5EF4-FFF2-40B4-BE49-F238E27FC236}">
                    <a16:creationId xmlns:a16="http://schemas.microsoft.com/office/drawing/2014/main" id="{48992F50-4A5E-224E-62C9-E84A9925B375}"/>
                  </a:ext>
                </a:extLst>
              </p:cNvPr>
              <p:cNvSpPr/>
              <p:nvPr/>
            </p:nvSpPr>
            <p:spPr>
              <a:xfrm>
                <a:off x="4730684" y="5898125"/>
                <a:ext cx="53618" cy="5361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2" name="ellipse_3115">
                <a:extLst>
                  <a:ext uri="{FF2B5EF4-FFF2-40B4-BE49-F238E27FC236}">
                    <a16:creationId xmlns:a16="http://schemas.microsoft.com/office/drawing/2014/main" id="{561DC821-46C8-EF46-ECA3-028343CC144C}"/>
                  </a:ext>
                </a:extLst>
              </p:cNvPr>
              <p:cNvSpPr/>
              <p:nvPr/>
            </p:nvSpPr>
            <p:spPr>
              <a:xfrm>
                <a:off x="4311526" y="5822073"/>
                <a:ext cx="48720" cy="4872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3" name="ellipse_3116">
                <a:extLst>
                  <a:ext uri="{FF2B5EF4-FFF2-40B4-BE49-F238E27FC236}">
                    <a16:creationId xmlns:a16="http://schemas.microsoft.com/office/drawing/2014/main" id="{63617918-C499-D6AF-388F-583291E9BFB5}"/>
                  </a:ext>
                </a:extLst>
              </p:cNvPr>
              <p:cNvSpPr/>
              <p:nvPr/>
            </p:nvSpPr>
            <p:spPr>
              <a:xfrm>
                <a:off x="4251809" y="5817323"/>
                <a:ext cx="40774" cy="407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4" name="ellipse_3117">
                <a:extLst>
                  <a:ext uri="{FF2B5EF4-FFF2-40B4-BE49-F238E27FC236}">
                    <a16:creationId xmlns:a16="http://schemas.microsoft.com/office/drawing/2014/main" id="{02074398-0A07-A1CA-3090-B3B27FFF2FE3}"/>
                  </a:ext>
                </a:extLst>
              </p:cNvPr>
              <p:cNvSpPr/>
              <p:nvPr/>
            </p:nvSpPr>
            <p:spPr>
              <a:xfrm>
                <a:off x="4350782" y="5771975"/>
                <a:ext cx="48903" cy="4890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5" name="ellipse_3118">
                <a:extLst>
                  <a:ext uri="{FF2B5EF4-FFF2-40B4-BE49-F238E27FC236}">
                    <a16:creationId xmlns:a16="http://schemas.microsoft.com/office/drawing/2014/main" id="{E5851380-6BD9-1258-8A0B-9B60F1087DA9}"/>
                  </a:ext>
                </a:extLst>
              </p:cNvPr>
              <p:cNvSpPr/>
              <p:nvPr/>
            </p:nvSpPr>
            <p:spPr>
              <a:xfrm>
                <a:off x="4378359" y="5716259"/>
                <a:ext cx="53942" cy="5394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6" name="ellipse_3119">
                <a:extLst>
                  <a:ext uri="{FF2B5EF4-FFF2-40B4-BE49-F238E27FC236}">
                    <a16:creationId xmlns:a16="http://schemas.microsoft.com/office/drawing/2014/main" id="{F58D2BB5-6136-1AA1-CF9C-B0F3871A4607}"/>
                  </a:ext>
                </a:extLst>
              </p:cNvPr>
              <p:cNvSpPr/>
              <p:nvPr/>
            </p:nvSpPr>
            <p:spPr>
              <a:xfrm>
                <a:off x="4475330" y="5970274"/>
                <a:ext cx="39922" cy="3992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7" name="ellipse_3120">
                <a:extLst>
                  <a:ext uri="{FF2B5EF4-FFF2-40B4-BE49-F238E27FC236}">
                    <a16:creationId xmlns:a16="http://schemas.microsoft.com/office/drawing/2014/main" id="{D6BE57B0-4FBB-CEEC-8470-5D0C0390CC50}"/>
                  </a:ext>
                </a:extLst>
              </p:cNvPr>
              <p:cNvSpPr/>
              <p:nvPr/>
            </p:nvSpPr>
            <p:spPr>
              <a:xfrm>
                <a:off x="4343602" y="5746762"/>
                <a:ext cx="35373" cy="3537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8" name="ellipse_3121">
                <a:extLst>
                  <a:ext uri="{FF2B5EF4-FFF2-40B4-BE49-F238E27FC236}">
                    <a16:creationId xmlns:a16="http://schemas.microsoft.com/office/drawing/2014/main" id="{46960471-905F-E879-7D5C-3ED23646194B}"/>
                  </a:ext>
                </a:extLst>
              </p:cNvPr>
              <p:cNvSpPr/>
              <p:nvPr/>
            </p:nvSpPr>
            <p:spPr>
              <a:xfrm>
                <a:off x="4542880" y="6021945"/>
                <a:ext cx="42386" cy="4238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9" name="ellipse_3122">
                <a:extLst>
                  <a:ext uri="{FF2B5EF4-FFF2-40B4-BE49-F238E27FC236}">
                    <a16:creationId xmlns:a16="http://schemas.microsoft.com/office/drawing/2014/main" id="{7D58C37B-36F7-5A4A-2924-BD9AC1B2E445}"/>
                  </a:ext>
                </a:extLst>
              </p:cNvPr>
              <p:cNvSpPr/>
              <p:nvPr/>
            </p:nvSpPr>
            <p:spPr>
              <a:xfrm>
                <a:off x="4415896" y="5687872"/>
                <a:ext cx="45929" cy="4592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0" name="ellipse_3123">
                <a:extLst>
                  <a:ext uri="{FF2B5EF4-FFF2-40B4-BE49-F238E27FC236}">
                    <a16:creationId xmlns:a16="http://schemas.microsoft.com/office/drawing/2014/main" id="{EED522E7-641F-5597-BA6E-33F438FCF1A3}"/>
                  </a:ext>
                </a:extLst>
              </p:cNvPr>
              <p:cNvSpPr/>
              <p:nvPr/>
            </p:nvSpPr>
            <p:spPr>
              <a:xfrm>
                <a:off x="4326366" y="5782253"/>
                <a:ext cx="43224" cy="4322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1" name="ellipse_3124">
                <a:extLst>
                  <a:ext uri="{FF2B5EF4-FFF2-40B4-BE49-F238E27FC236}">
                    <a16:creationId xmlns:a16="http://schemas.microsoft.com/office/drawing/2014/main" id="{86A0D664-D38E-E7CA-AAFA-214817714BB9}"/>
                  </a:ext>
                </a:extLst>
              </p:cNvPr>
              <p:cNvSpPr/>
              <p:nvPr/>
            </p:nvSpPr>
            <p:spPr>
              <a:xfrm>
                <a:off x="4513181" y="5949412"/>
                <a:ext cx="47537" cy="4753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2" name="ellipse_3125">
                <a:extLst>
                  <a:ext uri="{FF2B5EF4-FFF2-40B4-BE49-F238E27FC236}">
                    <a16:creationId xmlns:a16="http://schemas.microsoft.com/office/drawing/2014/main" id="{7B71D3D6-0F3E-043F-43EF-4A44A46A2FF5}"/>
                  </a:ext>
                </a:extLst>
              </p:cNvPr>
              <p:cNvSpPr/>
              <p:nvPr/>
            </p:nvSpPr>
            <p:spPr>
              <a:xfrm>
                <a:off x="4560468" y="6001152"/>
                <a:ext cx="52141" cy="5214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3" name="ellipse_3126">
                <a:extLst>
                  <a:ext uri="{FF2B5EF4-FFF2-40B4-BE49-F238E27FC236}">
                    <a16:creationId xmlns:a16="http://schemas.microsoft.com/office/drawing/2014/main" id="{A8DD658C-6134-0676-120A-0337F174DDAD}"/>
                  </a:ext>
                </a:extLst>
              </p:cNvPr>
              <p:cNvSpPr/>
              <p:nvPr/>
            </p:nvSpPr>
            <p:spPr>
              <a:xfrm>
                <a:off x="4837273" y="5874703"/>
                <a:ext cx="46037" cy="4603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4" name="ellipse_3127">
                <a:extLst>
                  <a:ext uri="{FF2B5EF4-FFF2-40B4-BE49-F238E27FC236}">
                    <a16:creationId xmlns:a16="http://schemas.microsoft.com/office/drawing/2014/main" id="{2EE65399-8BF9-1FE5-5B45-E985244E212F}"/>
                  </a:ext>
                </a:extLst>
              </p:cNvPr>
              <p:cNvSpPr/>
              <p:nvPr/>
            </p:nvSpPr>
            <p:spPr>
              <a:xfrm>
                <a:off x="4767228" y="5975183"/>
                <a:ext cx="44185" cy="4418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5" name="ellipse_3128">
                <a:extLst>
                  <a:ext uri="{FF2B5EF4-FFF2-40B4-BE49-F238E27FC236}">
                    <a16:creationId xmlns:a16="http://schemas.microsoft.com/office/drawing/2014/main" id="{7EFCAD67-A332-444A-730C-B86A1B5E19A3}"/>
                  </a:ext>
                </a:extLst>
              </p:cNvPr>
              <p:cNvSpPr/>
              <p:nvPr/>
            </p:nvSpPr>
            <p:spPr>
              <a:xfrm>
                <a:off x="4808629" y="5826107"/>
                <a:ext cx="37764" cy="3776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6" name="ellipse_3129">
                <a:extLst>
                  <a:ext uri="{FF2B5EF4-FFF2-40B4-BE49-F238E27FC236}">
                    <a16:creationId xmlns:a16="http://schemas.microsoft.com/office/drawing/2014/main" id="{D200F73B-F949-ABC6-3D53-454F2B6039D6}"/>
                  </a:ext>
                </a:extLst>
              </p:cNvPr>
              <p:cNvSpPr/>
              <p:nvPr/>
            </p:nvSpPr>
            <p:spPr>
              <a:xfrm>
                <a:off x="4364241" y="5926971"/>
                <a:ext cx="45776" cy="4577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7" name="ellipse_3130">
                <a:extLst>
                  <a:ext uri="{FF2B5EF4-FFF2-40B4-BE49-F238E27FC236}">
                    <a16:creationId xmlns:a16="http://schemas.microsoft.com/office/drawing/2014/main" id="{A1587785-2AE0-9786-684D-ABBC1488D6BF}"/>
                  </a:ext>
                </a:extLst>
              </p:cNvPr>
              <p:cNvSpPr/>
              <p:nvPr/>
            </p:nvSpPr>
            <p:spPr>
              <a:xfrm>
                <a:off x="4694360" y="5927618"/>
                <a:ext cx="46623" cy="4662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8" name="ellipse_3131">
                <a:extLst>
                  <a:ext uri="{FF2B5EF4-FFF2-40B4-BE49-F238E27FC236}">
                    <a16:creationId xmlns:a16="http://schemas.microsoft.com/office/drawing/2014/main" id="{BFFD0BCD-AB4D-685B-3CF6-4DB2EF3044BF}"/>
                  </a:ext>
                </a:extLst>
              </p:cNvPr>
              <p:cNvSpPr/>
              <p:nvPr/>
            </p:nvSpPr>
            <p:spPr>
              <a:xfrm>
                <a:off x="4816164" y="5757658"/>
                <a:ext cx="48115" cy="4811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9" name="ellipse_3132">
                <a:extLst>
                  <a:ext uri="{FF2B5EF4-FFF2-40B4-BE49-F238E27FC236}">
                    <a16:creationId xmlns:a16="http://schemas.microsoft.com/office/drawing/2014/main" id="{AD9B3DE6-89F3-E8DE-1CD2-ACEECD9CBDDD}"/>
                  </a:ext>
                </a:extLst>
              </p:cNvPr>
              <p:cNvSpPr/>
              <p:nvPr/>
            </p:nvSpPr>
            <p:spPr>
              <a:xfrm>
                <a:off x="4496341" y="6016055"/>
                <a:ext cx="35569" cy="3556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0" name="ellipse_3133">
                <a:extLst>
                  <a:ext uri="{FF2B5EF4-FFF2-40B4-BE49-F238E27FC236}">
                    <a16:creationId xmlns:a16="http://schemas.microsoft.com/office/drawing/2014/main" id="{474E7F1A-9BB2-0B86-F18D-36FD6B197F8E}"/>
                  </a:ext>
                </a:extLst>
              </p:cNvPr>
              <p:cNvSpPr/>
              <p:nvPr/>
            </p:nvSpPr>
            <p:spPr>
              <a:xfrm>
                <a:off x="4786774" y="5747820"/>
                <a:ext cx="45568" cy="4556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1" name="ellipse_3134">
                <a:extLst>
                  <a:ext uri="{FF2B5EF4-FFF2-40B4-BE49-F238E27FC236}">
                    <a16:creationId xmlns:a16="http://schemas.microsoft.com/office/drawing/2014/main" id="{69558884-2D74-BC1B-FA54-7C1D2832535F}"/>
                  </a:ext>
                </a:extLst>
              </p:cNvPr>
              <p:cNvSpPr/>
              <p:nvPr/>
            </p:nvSpPr>
            <p:spPr>
              <a:xfrm>
                <a:off x="4638700" y="5950146"/>
                <a:ext cx="52109" cy="5210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2" name="ellipse_3135">
                <a:extLst>
                  <a:ext uri="{FF2B5EF4-FFF2-40B4-BE49-F238E27FC236}">
                    <a16:creationId xmlns:a16="http://schemas.microsoft.com/office/drawing/2014/main" id="{A13B13F3-1576-49A0-D5C4-46127DECF9CD}"/>
                  </a:ext>
                </a:extLst>
              </p:cNvPr>
              <p:cNvSpPr/>
              <p:nvPr/>
            </p:nvSpPr>
            <p:spPr>
              <a:xfrm>
                <a:off x="4349735" y="5807537"/>
                <a:ext cx="36271" cy="36271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3" name="ellipse_3136">
                <a:extLst>
                  <a:ext uri="{FF2B5EF4-FFF2-40B4-BE49-F238E27FC236}">
                    <a16:creationId xmlns:a16="http://schemas.microsoft.com/office/drawing/2014/main" id="{54397F76-8F3D-2913-F171-E7C3AD5FC5ED}"/>
                  </a:ext>
                </a:extLst>
              </p:cNvPr>
              <p:cNvSpPr/>
              <p:nvPr/>
            </p:nvSpPr>
            <p:spPr>
              <a:xfrm>
                <a:off x="4578702" y="5947602"/>
                <a:ext cx="34493" cy="344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4" name="ellipse_3137">
                <a:extLst>
                  <a:ext uri="{FF2B5EF4-FFF2-40B4-BE49-F238E27FC236}">
                    <a16:creationId xmlns:a16="http://schemas.microsoft.com/office/drawing/2014/main" id="{B79230A1-8C0A-BC7D-BFB3-8029D64311C5}"/>
                  </a:ext>
                </a:extLst>
              </p:cNvPr>
              <p:cNvSpPr/>
              <p:nvPr/>
            </p:nvSpPr>
            <p:spPr>
              <a:xfrm>
                <a:off x="4464372" y="5692031"/>
                <a:ext cx="36230" cy="3623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5" name="ellipse_3138">
                <a:extLst>
                  <a:ext uri="{FF2B5EF4-FFF2-40B4-BE49-F238E27FC236}">
                    <a16:creationId xmlns:a16="http://schemas.microsoft.com/office/drawing/2014/main" id="{CE9FD5CB-A8CD-8DAF-19B7-3B054F327DB9}"/>
                  </a:ext>
                </a:extLst>
              </p:cNvPr>
              <p:cNvSpPr/>
              <p:nvPr/>
            </p:nvSpPr>
            <p:spPr>
              <a:xfrm>
                <a:off x="4619301" y="5637981"/>
                <a:ext cx="39572" cy="39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6" name="ellipse_3139">
                <a:extLst>
                  <a:ext uri="{FF2B5EF4-FFF2-40B4-BE49-F238E27FC236}">
                    <a16:creationId xmlns:a16="http://schemas.microsoft.com/office/drawing/2014/main" id="{D4095B55-099B-D75D-ADB9-AF88B5B822D1}"/>
                  </a:ext>
                </a:extLst>
              </p:cNvPr>
              <p:cNvSpPr/>
              <p:nvPr/>
            </p:nvSpPr>
            <p:spPr>
              <a:xfrm>
                <a:off x="4696119" y="5653563"/>
                <a:ext cx="34035" cy="3403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7" name="ellipse_3140">
                <a:extLst>
                  <a:ext uri="{FF2B5EF4-FFF2-40B4-BE49-F238E27FC236}">
                    <a16:creationId xmlns:a16="http://schemas.microsoft.com/office/drawing/2014/main" id="{DB53B413-46CB-F0B7-65B7-37CD729FF87C}"/>
                  </a:ext>
                </a:extLst>
              </p:cNvPr>
              <p:cNvSpPr/>
              <p:nvPr/>
            </p:nvSpPr>
            <p:spPr>
              <a:xfrm>
                <a:off x="4811179" y="5853695"/>
                <a:ext cx="46078" cy="4607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8" name="ellipse_3141">
                <a:extLst>
                  <a:ext uri="{FF2B5EF4-FFF2-40B4-BE49-F238E27FC236}">
                    <a16:creationId xmlns:a16="http://schemas.microsoft.com/office/drawing/2014/main" id="{C34F6B56-6FCD-CE29-FF15-34FF55AA19B6}"/>
                  </a:ext>
                </a:extLst>
              </p:cNvPr>
              <p:cNvSpPr/>
              <p:nvPr/>
            </p:nvSpPr>
            <p:spPr>
              <a:xfrm>
                <a:off x="4824542" y="5769972"/>
                <a:ext cx="53249" cy="53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9" name="ellipse_3142">
                <a:extLst>
                  <a:ext uri="{FF2B5EF4-FFF2-40B4-BE49-F238E27FC236}">
                    <a16:creationId xmlns:a16="http://schemas.microsoft.com/office/drawing/2014/main" id="{F137FF08-720B-F466-E6DA-BA6C2F279CA4}"/>
                  </a:ext>
                </a:extLst>
              </p:cNvPr>
              <p:cNvSpPr/>
              <p:nvPr/>
            </p:nvSpPr>
            <p:spPr>
              <a:xfrm>
                <a:off x="4574454" y="5996396"/>
                <a:ext cx="35384" cy="3538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0" name="ellipse_3143">
                <a:extLst>
                  <a:ext uri="{FF2B5EF4-FFF2-40B4-BE49-F238E27FC236}">
                    <a16:creationId xmlns:a16="http://schemas.microsoft.com/office/drawing/2014/main" id="{AEE9F359-8F57-4E37-BAFC-D5C603D135EC}"/>
                  </a:ext>
                </a:extLst>
              </p:cNvPr>
              <p:cNvSpPr/>
              <p:nvPr/>
            </p:nvSpPr>
            <p:spPr>
              <a:xfrm>
                <a:off x="4827644" y="5914219"/>
                <a:ext cx="49988" cy="4998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1" name="ellipse_3144">
                <a:extLst>
                  <a:ext uri="{FF2B5EF4-FFF2-40B4-BE49-F238E27FC236}">
                    <a16:creationId xmlns:a16="http://schemas.microsoft.com/office/drawing/2014/main" id="{6E9A7F71-D2D0-2D38-22F1-676C2E9DD2B9}"/>
                  </a:ext>
                </a:extLst>
              </p:cNvPr>
              <p:cNvSpPr/>
              <p:nvPr/>
            </p:nvSpPr>
            <p:spPr>
              <a:xfrm>
                <a:off x="4795129" y="5876776"/>
                <a:ext cx="32865" cy="3286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2" name="ellipse_3145">
                <a:extLst>
                  <a:ext uri="{FF2B5EF4-FFF2-40B4-BE49-F238E27FC236}">
                    <a16:creationId xmlns:a16="http://schemas.microsoft.com/office/drawing/2014/main" id="{A9D4D9E5-A8B0-5691-A9B8-91AD2D652836}"/>
                  </a:ext>
                </a:extLst>
              </p:cNvPr>
              <p:cNvSpPr/>
              <p:nvPr/>
            </p:nvSpPr>
            <p:spPr>
              <a:xfrm>
                <a:off x="4842496" y="5817715"/>
                <a:ext cx="39467" cy="3946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3" name="ellipse_3146">
                <a:extLst>
                  <a:ext uri="{FF2B5EF4-FFF2-40B4-BE49-F238E27FC236}">
                    <a16:creationId xmlns:a16="http://schemas.microsoft.com/office/drawing/2014/main" id="{A3FD6272-F9D1-A3A6-6DF5-EFE44D5FF290}"/>
                  </a:ext>
                </a:extLst>
              </p:cNvPr>
              <p:cNvSpPr/>
              <p:nvPr/>
            </p:nvSpPr>
            <p:spPr>
              <a:xfrm>
                <a:off x="4482203" y="5622045"/>
                <a:ext cx="33614" cy="3361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4" name="ellipse_3147">
                <a:extLst>
                  <a:ext uri="{FF2B5EF4-FFF2-40B4-BE49-F238E27FC236}">
                    <a16:creationId xmlns:a16="http://schemas.microsoft.com/office/drawing/2014/main" id="{427A0EE8-9415-6BC7-A988-CD1DD20D0BFB}"/>
                  </a:ext>
                </a:extLst>
              </p:cNvPr>
              <p:cNvSpPr/>
              <p:nvPr/>
            </p:nvSpPr>
            <p:spPr>
              <a:xfrm>
                <a:off x="4293194" y="5706321"/>
                <a:ext cx="32662" cy="326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5" name="ellipse_3148">
                <a:extLst>
                  <a:ext uri="{FF2B5EF4-FFF2-40B4-BE49-F238E27FC236}">
                    <a16:creationId xmlns:a16="http://schemas.microsoft.com/office/drawing/2014/main" id="{2DDDAD02-315E-3576-D947-86D798799ED1}"/>
                  </a:ext>
                </a:extLst>
              </p:cNvPr>
              <p:cNvSpPr/>
              <p:nvPr/>
            </p:nvSpPr>
            <p:spPr>
              <a:xfrm>
                <a:off x="4330162" y="5914429"/>
                <a:ext cx="49267" cy="4926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6" name="ellipse_3149">
                <a:extLst>
                  <a:ext uri="{FF2B5EF4-FFF2-40B4-BE49-F238E27FC236}">
                    <a16:creationId xmlns:a16="http://schemas.microsoft.com/office/drawing/2014/main" id="{9212C17A-A1F7-A9CE-1DA3-3B7A6141E8F4}"/>
                  </a:ext>
                </a:extLst>
              </p:cNvPr>
              <p:cNvSpPr/>
              <p:nvPr/>
            </p:nvSpPr>
            <p:spPr>
              <a:xfrm>
                <a:off x="4280067" y="5808389"/>
                <a:ext cx="46519" cy="4651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7" name="ellipse_3150">
                <a:extLst>
                  <a:ext uri="{FF2B5EF4-FFF2-40B4-BE49-F238E27FC236}">
                    <a16:creationId xmlns:a16="http://schemas.microsoft.com/office/drawing/2014/main" id="{9BE9428E-7AB2-A637-A95B-A61CCF6B5D16}"/>
                  </a:ext>
                </a:extLst>
              </p:cNvPr>
              <p:cNvSpPr/>
              <p:nvPr/>
            </p:nvSpPr>
            <p:spPr>
              <a:xfrm>
                <a:off x="4922072" y="5820714"/>
                <a:ext cx="32428" cy="3242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8" name="ellipse_3151">
                <a:extLst>
                  <a:ext uri="{FF2B5EF4-FFF2-40B4-BE49-F238E27FC236}">
                    <a16:creationId xmlns:a16="http://schemas.microsoft.com/office/drawing/2014/main" id="{C84817F2-2EF7-65B9-0404-2263E88EE145}"/>
                  </a:ext>
                </a:extLst>
              </p:cNvPr>
              <p:cNvSpPr/>
              <p:nvPr/>
            </p:nvSpPr>
            <p:spPr>
              <a:xfrm>
                <a:off x="4619740" y="5674277"/>
                <a:ext cx="51902" cy="5190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9" name="ellipse_3152">
                <a:extLst>
                  <a:ext uri="{FF2B5EF4-FFF2-40B4-BE49-F238E27FC236}">
                    <a16:creationId xmlns:a16="http://schemas.microsoft.com/office/drawing/2014/main" id="{1E01156C-F1ED-0AC4-9386-BDC8AD737389}"/>
                  </a:ext>
                </a:extLst>
              </p:cNvPr>
              <p:cNvSpPr/>
              <p:nvPr/>
            </p:nvSpPr>
            <p:spPr>
              <a:xfrm>
                <a:off x="4759279" y="5908135"/>
                <a:ext cx="32240" cy="3224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0" name="ellipse_3153">
                <a:extLst>
                  <a:ext uri="{FF2B5EF4-FFF2-40B4-BE49-F238E27FC236}">
                    <a16:creationId xmlns:a16="http://schemas.microsoft.com/office/drawing/2014/main" id="{F1A38779-59A5-F4C9-9AC1-53BC69875EBC}"/>
                  </a:ext>
                </a:extLst>
              </p:cNvPr>
              <p:cNvSpPr/>
              <p:nvPr/>
            </p:nvSpPr>
            <p:spPr>
              <a:xfrm>
                <a:off x="4732949" y="5945689"/>
                <a:ext cx="40700" cy="4070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1" name="ellipse_3154">
                <a:extLst>
                  <a:ext uri="{FF2B5EF4-FFF2-40B4-BE49-F238E27FC236}">
                    <a16:creationId xmlns:a16="http://schemas.microsoft.com/office/drawing/2014/main" id="{C9EB9A22-8DB7-E146-1973-9129FB692079}"/>
                  </a:ext>
                </a:extLst>
              </p:cNvPr>
              <p:cNvSpPr/>
              <p:nvPr/>
            </p:nvSpPr>
            <p:spPr>
              <a:xfrm>
                <a:off x="4743845" y="5963904"/>
                <a:ext cx="32597" cy="325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2" name="ellipse_3155">
                <a:extLst>
                  <a:ext uri="{FF2B5EF4-FFF2-40B4-BE49-F238E27FC236}">
                    <a16:creationId xmlns:a16="http://schemas.microsoft.com/office/drawing/2014/main" id="{C1543682-281E-BECD-FF77-D43CB9898123}"/>
                  </a:ext>
                </a:extLst>
              </p:cNvPr>
              <p:cNvSpPr/>
              <p:nvPr/>
            </p:nvSpPr>
            <p:spPr>
              <a:xfrm>
                <a:off x="4570184" y="5631774"/>
                <a:ext cx="40245" cy="4024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3" name="ellipse_3156">
                <a:extLst>
                  <a:ext uri="{FF2B5EF4-FFF2-40B4-BE49-F238E27FC236}">
                    <a16:creationId xmlns:a16="http://schemas.microsoft.com/office/drawing/2014/main" id="{49176559-D6B8-3E1E-248C-BF26C19DA5C3}"/>
                  </a:ext>
                </a:extLst>
              </p:cNvPr>
              <p:cNvSpPr/>
              <p:nvPr/>
            </p:nvSpPr>
            <p:spPr>
              <a:xfrm>
                <a:off x="4752643" y="5910958"/>
                <a:ext cx="38199" cy="3819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4" name="ellipse_3157">
                <a:extLst>
                  <a:ext uri="{FF2B5EF4-FFF2-40B4-BE49-F238E27FC236}">
                    <a16:creationId xmlns:a16="http://schemas.microsoft.com/office/drawing/2014/main" id="{2E26C14E-F2A3-4A03-7370-568DC92F50D6}"/>
                  </a:ext>
                </a:extLst>
              </p:cNvPr>
              <p:cNvSpPr/>
              <p:nvPr/>
            </p:nvSpPr>
            <p:spPr>
              <a:xfrm>
                <a:off x="4647344" y="5968018"/>
                <a:ext cx="43659" cy="436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5" name="ellipse_3158">
                <a:extLst>
                  <a:ext uri="{FF2B5EF4-FFF2-40B4-BE49-F238E27FC236}">
                    <a16:creationId xmlns:a16="http://schemas.microsoft.com/office/drawing/2014/main" id="{9499F67B-A774-CDBB-32D6-B5D0828FB7B7}"/>
                  </a:ext>
                </a:extLst>
              </p:cNvPr>
              <p:cNvSpPr/>
              <p:nvPr/>
            </p:nvSpPr>
            <p:spPr>
              <a:xfrm>
                <a:off x="4542983" y="5948377"/>
                <a:ext cx="43376" cy="4337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6" name="ellipse_3159">
                <a:extLst>
                  <a:ext uri="{FF2B5EF4-FFF2-40B4-BE49-F238E27FC236}">
                    <a16:creationId xmlns:a16="http://schemas.microsoft.com/office/drawing/2014/main" id="{A555D75A-0B38-3218-D60E-DD249CEF53CE}"/>
                  </a:ext>
                </a:extLst>
              </p:cNvPr>
              <p:cNvSpPr/>
              <p:nvPr/>
            </p:nvSpPr>
            <p:spPr>
              <a:xfrm>
                <a:off x="4303018" y="5853041"/>
                <a:ext cx="51967" cy="5196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7" name="ellipse_3160">
                <a:extLst>
                  <a:ext uri="{FF2B5EF4-FFF2-40B4-BE49-F238E27FC236}">
                    <a16:creationId xmlns:a16="http://schemas.microsoft.com/office/drawing/2014/main" id="{B5893740-CFC4-66AE-2B96-45655B16ACAA}"/>
                  </a:ext>
                </a:extLst>
              </p:cNvPr>
              <p:cNvSpPr/>
              <p:nvPr/>
            </p:nvSpPr>
            <p:spPr>
              <a:xfrm>
                <a:off x="4703787" y="5688348"/>
                <a:ext cx="48718" cy="4871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8" name="ellipse_3161">
                <a:extLst>
                  <a:ext uri="{FF2B5EF4-FFF2-40B4-BE49-F238E27FC236}">
                    <a16:creationId xmlns:a16="http://schemas.microsoft.com/office/drawing/2014/main" id="{E88CBC87-CCD4-D7C2-615B-8ACB49EF785D}"/>
                  </a:ext>
                </a:extLst>
              </p:cNvPr>
              <p:cNvSpPr/>
              <p:nvPr/>
            </p:nvSpPr>
            <p:spPr>
              <a:xfrm>
                <a:off x="4303604" y="5737757"/>
                <a:ext cx="41872" cy="41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9" name="ellipse_3162">
                <a:extLst>
                  <a:ext uri="{FF2B5EF4-FFF2-40B4-BE49-F238E27FC236}">
                    <a16:creationId xmlns:a16="http://schemas.microsoft.com/office/drawing/2014/main" id="{1A553CC0-F123-F0CC-3B9E-B6C03702CDF5}"/>
                  </a:ext>
                </a:extLst>
              </p:cNvPr>
              <p:cNvSpPr/>
              <p:nvPr/>
            </p:nvSpPr>
            <p:spPr>
              <a:xfrm>
                <a:off x="4675918" y="5701264"/>
                <a:ext cx="44485" cy="4448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0" name="ellipse_3163">
                <a:extLst>
                  <a:ext uri="{FF2B5EF4-FFF2-40B4-BE49-F238E27FC236}">
                    <a16:creationId xmlns:a16="http://schemas.microsoft.com/office/drawing/2014/main" id="{AC1B2F63-36A4-96B7-BA20-28D69FF34350}"/>
                  </a:ext>
                </a:extLst>
              </p:cNvPr>
              <p:cNvSpPr/>
              <p:nvPr/>
            </p:nvSpPr>
            <p:spPr>
              <a:xfrm>
                <a:off x="4302443" y="5872605"/>
                <a:ext cx="37728" cy="3772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1" name="ellipse_3164">
                <a:extLst>
                  <a:ext uri="{FF2B5EF4-FFF2-40B4-BE49-F238E27FC236}">
                    <a16:creationId xmlns:a16="http://schemas.microsoft.com/office/drawing/2014/main" id="{95A70EA9-9EED-9127-33B4-826AB1273B0B}"/>
                  </a:ext>
                </a:extLst>
              </p:cNvPr>
              <p:cNvSpPr/>
              <p:nvPr/>
            </p:nvSpPr>
            <p:spPr>
              <a:xfrm>
                <a:off x="4580943" y="5993816"/>
                <a:ext cx="32497" cy="324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2" name="ellipse_3165">
                <a:extLst>
                  <a:ext uri="{FF2B5EF4-FFF2-40B4-BE49-F238E27FC236}">
                    <a16:creationId xmlns:a16="http://schemas.microsoft.com/office/drawing/2014/main" id="{831B8420-D0DC-45AC-B1D7-B6D9102CA36C}"/>
                  </a:ext>
                </a:extLst>
              </p:cNvPr>
              <p:cNvSpPr/>
              <p:nvPr/>
            </p:nvSpPr>
            <p:spPr>
              <a:xfrm>
                <a:off x="4684525" y="5936268"/>
                <a:ext cx="35204" cy="352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3" name="ellipse_3166">
                <a:extLst>
                  <a:ext uri="{FF2B5EF4-FFF2-40B4-BE49-F238E27FC236}">
                    <a16:creationId xmlns:a16="http://schemas.microsoft.com/office/drawing/2014/main" id="{17638089-E393-6529-131C-6BFC0599CDDB}"/>
                  </a:ext>
                </a:extLst>
              </p:cNvPr>
              <p:cNvSpPr/>
              <p:nvPr/>
            </p:nvSpPr>
            <p:spPr>
              <a:xfrm>
                <a:off x="4520025" y="5683904"/>
                <a:ext cx="45153" cy="451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4" name="ellipse_3167">
                <a:extLst>
                  <a:ext uri="{FF2B5EF4-FFF2-40B4-BE49-F238E27FC236}">
                    <a16:creationId xmlns:a16="http://schemas.microsoft.com/office/drawing/2014/main" id="{732D7E66-72BF-3428-BB86-592287957997}"/>
                  </a:ext>
                </a:extLst>
              </p:cNvPr>
              <p:cNvSpPr/>
              <p:nvPr/>
            </p:nvSpPr>
            <p:spPr>
              <a:xfrm>
                <a:off x="4620771" y="5631136"/>
                <a:ext cx="41654" cy="4165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5" name="ellipse_3168">
                <a:extLst>
                  <a:ext uri="{FF2B5EF4-FFF2-40B4-BE49-F238E27FC236}">
                    <a16:creationId xmlns:a16="http://schemas.microsoft.com/office/drawing/2014/main" id="{A62ECBA1-862A-59D2-F19E-6B881FC2BDA8}"/>
                  </a:ext>
                </a:extLst>
              </p:cNvPr>
              <p:cNvSpPr/>
              <p:nvPr/>
            </p:nvSpPr>
            <p:spPr>
              <a:xfrm>
                <a:off x="4765501" y="5877700"/>
                <a:ext cx="45481" cy="4548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6" name="ellipse_3169">
                <a:extLst>
                  <a:ext uri="{FF2B5EF4-FFF2-40B4-BE49-F238E27FC236}">
                    <a16:creationId xmlns:a16="http://schemas.microsoft.com/office/drawing/2014/main" id="{8291CC75-631B-DDF5-9E7B-7010E988E57E}"/>
                  </a:ext>
                </a:extLst>
              </p:cNvPr>
              <p:cNvSpPr/>
              <p:nvPr/>
            </p:nvSpPr>
            <p:spPr>
              <a:xfrm>
                <a:off x="4519199" y="5968230"/>
                <a:ext cx="50926" cy="5092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7" name="ellipse_3170">
                <a:extLst>
                  <a:ext uri="{FF2B5EF4-FFF2-40B4-BE49-F238E27FC236}">
                    <a16:creationId xmlns:a16="http://schemas.microsoft.com/office/drawing/2014/main" id="{41287429-F746-DBF5-C425-17E337C584EB}"/>
                  </a:ext>
                </a:extLst>
              </p:cNvPr>
              <p:cNvSpPr/>
              <p:nvPr/>
            </p:nvSpPr>
            <p:spPr>
              <a:xfrm>
                <a:off x="4554053" y="5682892"/>
                <a:ext cx="36938" cy="3693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8" name="ellipse_3171">
                <a:extLst>
                  <a:ext uri="{FF2B5EF4-FFF2-40B4-BE49-F238E27FC236}">
                    <a16:creationId xmlns:a16="http://schemas.microsoft.com/office/drawing/2014/main" id="{11FE95CB-8353-D43E-477C-04AD299EF86B}"/>
                  </a:ext>
                </a:extLst>
              </p:cNvPr>
              <p:cNvSpPr/>
              <p:nvPr/>
            </p:nvSpPr>
            <p:spPr>
              <a:xfrm>
                <a:off x="4390264" y="5749764"/>
                <a:ext cx="44541" cy="4454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9" name="ellipse_3172">
                <a:extLst>
                  <a:ext uri="{FF2B5EF4-FFF2-40B4-BE49-F238E27FC236}">
                    <a16:creationId xmlns:a16="http://schemas.microsoft.com/office/drawing/2014/main" id="{E75D3E66-9482-8C0D-964C-E4E6E702CD36}"/>
                  </a:ext>
                </a:extLst>
              </p:cNvPr>
              <p:cNvSpPr/>
              <p:nvPr/>
            </p:nvSpPr>
            <p:spPr>
              <a:xfrm>
                <a:off x="4741663" y="5953659"/>
                <a:ext cx="36584" cy="365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0" name="ellipse_3173">
                <a:extLst>
                  <a:ext uri="{FF2B5EF4-FFF2-40B4-BE49-F238E27FC236}">
                    <a16:creationId xmlns:a16="http://schemas.microsoft.com/office/drawing/2014/main" id="{3C382EEC-AE89-DF0A-50C7-6DF8C8106A83}"/>
                  </a:ext>
                </a:extLst>
              </p:cNvPr>
              <p:cNvSpPr/>
              <p:nvPr/>
            </p:nvSpPr>
            <p:spPr>
              <a:xfrm>
                <a:off x="4376282" y="5861415"/>
                <a:ext cx="47001" cy="4700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1" name="ellipse_3174">
                <a:extLst>
                  <a:ext uri="{FF2B5EF4-FFF2-40B4-BE49-F238E27FC236}">
                    <a16:creationId xmlns:a16="http://schemas.microsoft.com/office/drawing/2014/main" id="{1856929C-34DF-D8E0-A455-926BCEF77BE6}"/>
                  </a:ext>
                </a:extLst>
              </p:cNvPr>
              <p:cNvSpPr/>
              <p:nvPr/>
            </p:nvSpPr>
            <p:spPr>
              <a:xfrm>
                <a:off x="4906166" y="5765347"/>
                <a:ext cx="42589" cy="4258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2" name="ellipse_3175">
                <a:extLst>
                  <a:ext uri="{FF2B5EF4-FFF2-40B4-BE49-F238E27FC236}">
                    <a16:creationId xmlns:a16="http://schemas.microsoft.com/office/drawing/2014/main" id="{013C4609-C683-E0EE-C87C-7BFE5D7E096F}"/>
                  </a:ext>
                </a:extLst>
              </p:cNvPr>
              <p:cNvSpPr/>
              <p:nvPr/>
            </p:nvSpPr>
            <p:spPr>
              <a:xfrm>
                <a:off x="4746967" y="5667445"/>
                <a:ext cx="33221" cy="3322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3" name="ellipse_3176">
                <a:extLst>
                  <a:ext uri="{FF2B5EF4-FFF2-40B4-BE49-F238E27FC236}">
                    <a16:creationId xmlns:a16="http://schemas.microsoft.com/office/drawing/2014/main" id="{7F8A23C5-97E6-5A2D-5B5B-686B7E86B27F}"/>
                  </a:ext>
                </a:extLst>
              </p:cNvPr>
              <p:cNvSpPr/>
              <p:nvPr/>
            </p:nvSpPr>
            <p:spPr>
              <a:xfrm>
                <a:off x="4639435" y="5985774"/>
                <a:ext cx="47949" cy="4794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4" name="ellipse_3177">
                <a:extLst>
                  <a:ext uri="{FF2B5EF4-FFF2-40B4-BE49-F238E27FC236}">
                    <a16:creationId xmlns:a16="http://schemas.microsoft.com/office/drawing/2014/main" id="{B2145F25-A247-AC54-C399-5CF052D09B19}"/>
                  </a:ext>
                </a:extLst>
              </p:cNvPr>
              <p:cNvSpPr/>
              <p:nvPr/>
            </p:nvSpPr>
            <p:spPr>
              <a:xfrm>
                <a:off x="4585890" y="5608315"/>
                <a:ext cx="44872" cy="44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5" name="ellipse_3178">
                <a:extLst>
                  <a:ext uri="{FF2B5EF4-FFF2-40B4-BE49-F238E27FC236}">
                    <a16:creationId xmlns:a16="http://schemas.microsoft.com/office/drawing/2014/main" id="{85A54B38-1738-9689-337B-107E9931F7A8}"/>
                  </a:ext>
                </a:extLst>
              </p:cNvPr>
              <p:cNvSpPr/>
              <p:nvPr/>
            </p:nvSpPr>
            <p:spPr>
              <a:xfrm>
                <a:off x="4285718" y="5915052"/>
                <a:ext cx="44261" cy="4426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6" name="ellipse_3179">
                <a:extLst>
                  <a:ext uri="{FF2B5EF4-FFF2-40B4-BE49-F238E27FC236}">
                    <a16:creationId xmlns:a16="http://schemas.microsoft.com/office/drawing/2014/main" id="{3BC1BF90-7C82-A2E2-6173-E71B67DBAE38}"/>
                  </a:ext>
                </a:extLst>
              </p:cNvPr>
              <p:cNvSpPr/>
              <p:nvPr/>
            </p:nvSpPr>
            <p:spPr>
              <a:xfrm>
                <a:off x="4848838" y="5808297"/>
                <a:ext cx="32891" cy="3289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7" name="ellipse_3180">
                <a:extLst>
                  <a:ext uri="{FF2B5EF4-FFF2-40B4-BE49-F238E27FC236}">
                    <a16:creationId xmlns:a16="http://schemas.microsoft.com/office/drawing/2014/main" id="{9EF60451-4F00-A848-EDC3-809AF696705A}"/>
                  </a:ext>
                </a:extLst>
              </p:cNvPr>
              <p:cNvSpPr/>
              <p:nvPr/>
            </p:nvSpPr>
            <p:spPr>
              <a:xfrm>
                <a:off x="4862276" y="5922551"/>
                <a:ext cx="46756" cy="4675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8" name="ellipse_3181">
                <a:extLst>
                  <a:ext uri="{FF2B5EF4-FFF2-40B4-BE49-F238E27FC236}">
                    <a16:creationId xmlns:a16="http://schemas.microsoft.com/office/drawing/2014/main" id="{862E1199-FEA5-7C1B-E9F2-DD631A7C39A2}"/>
                  </a:ext>
                </a:extLst>
              </p:cNvPr>
              <p:cNvSpPr/>
              <p:nvPr/>
            </p:nvSpPr>
            <p:spPr>
              <a:xfrm>
                <a:off x="4626532" y="5604959"/>
                <a:ext cx="49755" cy="4975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9" name="ellipse_3182">
                <a:extLst>
                  <a:ext uri="{FF2B5EF4-FFF2-40B4-BE49-F238E27FC236}">
                    <a16:creationId xmlns:a16="http://schemas.microsoft.com/office/drawing/2014/main" id="{D5088C02-C3C1-0196-D695-32AD5E66FAFF}"/>
                  </a:ext>
                </a:extLst>
              </p:cNvPr>
              <p:cNvSpPr/>
              <p:nvPr/>
            </p:nvSpPr>
            <p:spPr>
              <a:xfrm>
                <a:off x="4412035" y="5697300"/>
                <a:ext cx="48163" cy="4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0" name="ellipse_3183">
                <a:extLst>
                  <a:ext uri="{FF2B5EF4-FFF2-40B4-BE49-F238E27FC236}">
                    <a16:creationId xmlns:a16="http://schemas.microsoft.com/office/drawing/2014/main" id="{C9F1FF5A-CF92-4975-1712-2C4D58646463}"/>
                  </a:ext>
                </a:extLst>
              </p:cNvPr>
              <p:cNvSpPr/>
              <p:nvPr/>
            </p:nvSpPr>
            <p:spPr>
              <a:xfrm>
                <a:off x="4818754" y="5804046"/>
                <a:ext cx="39243" cy="3924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1" name="ellipse_3184">
                <a:extLst>
                  <a:ext uri="{FF2B5EF4-FFF2-40B4-BE49-F238E27FC236}">
                    <a16:creationId xmlns:a16="http://schemas.microsoft.com/office/drawing/2014/main" id="{DFCC8A3F-A4FA-F584-C8D0-A2F8DD0EB8F6}"/>
                  </a:ext>
                </a:extLst>
              </p:cNvPr>
              <p:cNvSpPr/>
              <p:nvPr/>
            </p:nvSpPr>
            <p:spPr>
              <a:xfrm>
                <a:off x="4258472" y="5877618"/>
                <a:ext cx="39892" cy="3989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2" name="ellipse_3185">
                <a:extLst>
                  <a:ext uri="{FF2B5EF4-FFF2-40B4-BE49-F238E27FC236}">
                    <a16:creationId xmlns:a16="http://schemas.microsoft.com/office/drawing/2014/main" id="{57EAEBA3-CD4D-413C-E051-29F42E274A79}"/>
                  </a:ext>
                </a:extLst>
              </p:cNvPr>
              <p:cNvSpPr/>
              <p:nvPr/>
            </p:nvSpPr>
            <p:spPr>
              <a:xfrm>
                <a:off x="4307946" y="5944467"/>
                <a:ext cx="49983" cy="4998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3" name="ellipse_3186">
                <a:extLst>
                  <a:ext uri="{FF2B5EF4-FFF2-40B4-BE49-F238E27FC236}">
                    <a16:creationId xmlns:a16="http://schemas.microsoft.com/office/drawing/2014/main" id="{B08869A2-B8FC-E0B9-B351-ED3D5DD02973}"/>
                  </a:ext>
                </a:extLst>
              </p:cNvPr>
              <p:cNvSpPr/>
              <p:nvPr/>
            </p:nvSpPr>
            <p:spPr>
              <a:xfrm>
                <a:off x="4730281" y="5684151"/>
                <a:ext cx="47059" cy="4705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4" name="ellipse_3187">
                <a:extLst>
                  <a:ext uri="{FF2B5EF4-FFF2-40B4-BE49-F238E27FC236}">
                    <a16:creationId xmlns:a16="http://schemas.microsoft.com/office/drawing/2014/main" id="{00B7277C-6506-066D-E3B9-C3778302B0B1}"/>
                  </a:ext>
                </a:extLst>
              </p:cNvPr>
              <p:cNvSpPr/>
              <p:nvPr/>
            </p:nvSpPr>
            <p:spPr>
              <a:xfrm>
                <a:off x="4648054" y="5613386"/>
                <a:ext cx="31827" cy="3182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5" name="ellipse_3188">
                <a:extLst>
                  <a:ext uri="{FF2B5EF4-FFF2-40B4-BE49-F238E27FC236}">
                    <a16:creationId xmlns:a16="http://schemas.microsoft.com/office/drawing/2014/main" id="{BE343F42-A739-794A-A8DD-57F4ABB4A8E6}"/>
                  </a:ext>
                </a:extLst>
              </p:cNvPr>
              <p:cNvSpPr/>
              <p:nvPr/>
            </p:nvSpPr>
            <p:spPr>
              <a:xfrm>
                <a:off x="4339228" y="5660392"/>
                <a:ext cx="44901" cy="4490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6" name="ellipse_3189">
                <a:extLst>
                  <a:ext uri="{FF2B5EF4-FFF2-40B4-BE49-F238E27FC236}">
                    <a16:creationId xmlns:a16="http://schemas.microsoft.com/office/drawing/2014/main" id="{6596B740-84CF-AEF7-686F-11A6EAC64D2F}"/>
                  </a:ext>
                </a:extLst>
              </p:cNvPr>
              <p:cNvSpPr/>
              <p:nvPr/>
            </p:nvSpPr>
            <p:spPr>
              <a:xfrm>
                <a:off x="4354668" y="5801749"/>
                <a:ext cx="50572" cy="50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7" name="ellipse_3190">
                <a:extLst>
                  <a:ext uri="{FF2B5EF4-FFF2-40B4-BE49-F238E27FC236}">
                    <a16:creationId xmlns:a16="http://schemas.microsoft.com/office/drawing/2014/main" id="{E34A059A-82E0-5308-9BD8-97E5C663759B}"/>
                  </a:ext>
                </a:extLst>
              </p:cNvPr>
              <p:cNvSpPr/>
              <p:nvPr/>
            </p:nvSpPr>
            <p:spPr>
              <a:xfrm>
                <a:off x="4312921" y="5796559"/>
                <a:ext cx="40925" cy="409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8" name="ellipse_3191">
                <a:extLst>
                  <a:ext uri="{FF2B5EF4-FFF2-40B4-BE49-F238E27FC236}">
                    <a16:creationId xmlns:a16="http://schemas.microsoft.com/office/drawing/2014/main" id="{DFDC9E74-DE74-BF24-3214-3ADB49C7615A}"/>
                  </a:ext>
                </a:extLst>
              </p:cNvPr>
              <p:cNvSpPr/>
              <p:nvPr/>
            </p:nvSpPr>
            <p:spPr>
              <a:xfrm>
                <a:off x="4592726" y="5978423"/>
                <a:ext cx="35441" cy="3544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9" name="ellipse_3192">
                <a:extLst>
                  <a:ext uri="{FF2B5EF4-FFF2-40B4-BE49-F238E27FC236}">
                    <a16:creationId xmlns:a16="http://schemas.microsoft.com/office/drawing/2014/main" id="{2984892D-B7B1-BF51-1AC5-AFFA7829A861}"/>
                  </a:ext>
                </a:extLst>
              </p:cNvPr>
              <p:cNvSpPr/>
              <p:nvPr/>
            </p:nvSpPr>
            <p:spPr>
              <a:xfrm>
                <a:off x="4400863" y="5963283"/>
                <a:ext cx="40231" cy="4023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0" name="ellipse_3193">
                <a:extLst>
                  <a:ext uri="{FF2B5EF4-FFF2-40B4-BE49-F238E27FC236}">
                    <a16:creationId xmlns:a16="http://schemas.microsoft.com/office/drawing/2014/main" id="{8A9C75FA-C2A2-AB7D-8EB1-78A2AC56F403}"/>
                  </a:ext>
                </a:extLst>
              </p:cNvPr>
              <p:cNvSpPr/>
              <p:nvPr/>
            </p:nvSpPr>
            <p:spPr>
              <a:xfrm>
                <a:off x="4299166" y="5719874"/>
                <a:ext cx="41687" cy="4168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1" name="ellipse_3194">
                <a:extLst>
                  <a:ext uri="{FF2B5EF4-FFF2-40B4-BE49-F238E27FC236}">
                    <a16:creationId xmlns:a16="http://schemas.microsoft.com/office/drawing/2014/main" id="{A9A5FC65-1484-5BAC-9E0C-38E6FF30B101}"/>
                  </a:ext>
                </a:extLst>
              </p:cNvPr>
              <p:cNvSpPr/>
              <p:nvPr/>
            </p:nvSpPr>
            <p:spPr>
              <a:xfrm>
                <a:off x="4574590" y="5664426"/>
                <a:ext cx="36432" cy="3643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2" name="ellipse_3195">
                <a:extLst>
                  <a:ext uri="{FF2B5EF4-FFF2-40B4-BE49-F238E27FC236}">
                    <a16:creationId xmlns:a16="http://schemas.microsoft.com/office/drawing/2014/main" id="{6C07856F-D621-8922-D918-33119CA1D53D}"/>
                  </a:ext>
                </a:extLst>
              </p:cNvPr>
              <p:cNvSpPr/>
              <p:nvPr/>
            </p:nvSpPr>
            <p:spPr>
              <a:xfrm>
                <a:off x="4714781" y="5706746"/>
                <a:ext cx="49809" cy="4980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grpSp>
            <p:nvGrpSpPr>
              <p:cNvPr id="3393" name="Ligand identity | illustrative molecular graph">
                <a:extLst>
                  <a:ext uri="{FF2B5EF4-FFF2-40B4-BE49-F238E27FC236}">
                    <a16:creationId xmlns:a16="http://schemas.microsoft.com/office/drawing/2014/main" id="{6D418697-4CCB-6334-D9F9-91A7186D9FA6}"/>
                  </a:ext>
                </a:extLst>
              </p:cNvPr>
              <p:cNvGrpSpPr/>
              <p:nvPr/>
            </p:nvGrpSpPr>
            <p:grpSpPr>
              <a:xfrm>
                <a:off x="4471951" y="5748405"/>
                <a:ext cx="309662" cy="197297"/>
                <a:chOff x="4471951" y="5748405"/>
                <a:chExt cx="309662" cy="197297"/>
              </a:xfrm>
            </p:grpSpPr>
            <p:cxnSp>
              <p:nvCxnSpPr>
                <p:cNvPr id="3394" name="path_3196">
                  <a:extLst>
                    <a:ext uri="{FF2B5EF4-FFF2-40B4-BE49-F238E27FC236}">
                      <a16:creationId xmlns:a16="http://schemas.microsoft.com/office/drawing/2014/main" id="{7D27CE25-3549-7C18-49C6-BD5A5E61A806}"/>
                    </a:ext>
                  </a:extLst>
                </p:cNvPr>
                <p:cNvCxnSpPr/>
                <p:nvPr/>
              </p:nvCxnSpPr>
              <p:spPr>
                <a:xfrm flipH="1">
                  <a:off x="4564393" y="5889808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5" name="path_3197">
                  <a:extLst>
                    <a:ext uri="{FF2B5EF4-FFF2-40B4-BE49-F238E27FC236}">
                      <a16:creationId xmlns:a16="http://schemas.microsoft.com/office/drawing/2014/main" id="{16DC532C-003B-0D26-7F57-9CE25FFDAD8F}"/>
                    </a:ext>
                  </a:extLst>
                </p:cNvPr>
                <p:cNvCxnSpPr/>
                <p:nvPr/>
              </p:nvCxnSpPr>
              <p:spPr>
                <a:xfrm flipH="1" flipV="1">
                  <a:off x="4485091" y="5889808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6" name="path_3198">
                  <a:extLst>
                    <a:ext uri="{FF2B5EF4-FFF2-40B4-BE49-F238E27FC236}">
                      <a16:creationId xmlns:a16="http://schemas.microsoft.com/office/drawing/2014/main" id="{0363E742-1A5A-57CD-B1D4-BEAAFDFFBFCD}"/>
                    </a:ext>
                  </a:extLst>
                </p:cNvPr>
                <p:cNvCxnSpPr/>
                <p:nvPr/>
              </p:nvCxnSpPr>
              <p:spPr>
                <a:xfrm flipV="1">
                  <a:off x="4485091" y="5804299"/>
                  <a:ext cx="0" cy="85509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7" name="path_3199">
                  <a:extLst>
                    <a:ext uri="{FF2B5EF4-FFF2-40B4-BE49-F238E27FC236}">
                      <a16:creationId xmlns:a16="http://schemas.microsoft.com/office/drawing/2014/main" id="{0EBF2A21-989C-FCC6-D628-18722E36F816}"/>
                    </a:ext>
                  </a:extLst>
                </p:cNvPr>
                <p:cNvCxnSpPr/>
                <p:nvPr/>
              </p:nvCxnSpPr>
              <p:spPr>
                <a:xfrm flipV="1">
                  <a:off x="4485091" y="5761545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8" name="path_3200">
                  <a:extLst>
                    <a:ext uri="{FF2B5EF4-FFF2-40B4-BE49-F238E27FC236}">
                      <a16:creationId xmlns:a16="http://schemas.microsoft.com/office/drawing/2014/main" id="{EC369ED0-A5BE-9B8F-9F94-7CB0EB063C53}"/>
                    </a:ext>
                  </a:extLst>
                </p:cNvPr>
                <p:cNvCxnSpPr/>
                <p:nvPr/>
              </p:nvCxnSpPr>
              <p:spPr>
                <a:xfrm>
                  <a:off x="4564393" y="5761545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9" name="path_3201">
                  <a:extLst>
                    <a:ext uri="{FF2B5EF4-FFF2-40B4-BE49-F238E27FC236}">
                      <a16:creationId xmlns:a16="http://schemas.microsoft.com/office/drawing/2014/main" id="{9D5C29AB-605C-C50F-8930-C768CE61B7FC}"/>
                    </a:ext>
                  </a:extLst>
                </p:cNvPr>
                <p:cNvCxnSpPr/>
                <p:nvPr/>
              </p:nvCxnSpPr>
              <p:spPr>
                <a:xfrm>
                  <a:off x="4643694" y="5804299"/>
                  <a:ext cx="0" cy="85509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400" name="path_3202">
                  <a:extLst>
                    <a:ext uri="{FF2B5EF4-FFF2-40B4-BE49-F238E27FC236}">
                      <a16:creationId xmlns:a16="http://schemas.microsoft.com/office/drawing/2014/main" id="{2C9D91A9-A8A9-008B-6771-8E1D4524B09A}"/>
                    </a:ext>
                  </a:extLst>
                </p:cNvPr>
                <p:cNvCxnSpPr/>
                <p:nvPr/>
              </p:nvCxnSpPr>
              <p:spPr>
                <a:xfrm flipV="1">
                  <a:off x="4643694" y="5781797"/>
                  <a:ext cx="70872" cy="108011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401" name="path_3203">
                  <a:extLst>
                    <a:ext uri="{FF2B5EF4-FFF2-40B4-BE49-F238E27FC236}">
                      <a16:creationId xmlns:a16="http://schemas.microsoft.com/office/drawing/2014/main" id="{30952B91-39A7-D80B-F519-B08D56CF0A59}"/>
                    </a:ext>
                  </a:extLst>
                </p:cNvPr>
                <p:cNvCxnSpPr/>
                <p:nvPr/>
              </p:nvCxnSpPr>
              <p:spPr>
                <a:xfrm>
                  <a:off x="4714566" y="5781797"/>
                  <a:ext cx="51279" cy="47255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402" name="ellipse_3204">
                  <a:extLst>
                    <a:ext uri="{FF2B5EF4-FFF2-40B4-BE49-F238E27FC236}">
                      <a16:creationId xmlns:a16="http://schemas.microsoft.com/office/drawing/2014/main" id="{6E1B1F63-A836-1538-4A2D-EF512A3ED55B}"/>
                    </a:ext>
                  </a:extLst>
                </p:cNvPr>
                <p:cNvSpPr/>
                <p:nvPr/>
              </p:nvSpPr>
              <p:spPr>
                <a:xfrm>
                  <a:off x="4630554" y="5876668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3" name="ellipse_3205">
                  <a:extLst>
                    <a:ext uri="{FF2B5EF4-FFF2-40B4-BE49-F238E27FC236}">
                      <a16:creationId xmlns:a16="http://schemas.microsoft.com/office/drawing/2014/main" id="{80134957-1CDA-2814-6727-4CFABE171C6D}"/>
                    </a:ext>
                  </a:extLst>
                </p:cNvPr>
                <p:cNvSpPr/>
                <p:nvPr/>
              </p:nvSpPr>
              <p:spPr>
                <a:xfrm>
                  <a:off x="4551253" y="5919422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4" name="ellipse_3206">
                  <a:extLst>
                    <a:ext uri="{FF2B5EF4-FFF2-40B4-BE49-F238E27FC236}">
                      <a16:creationId xmlns:a16="http://schemas.microsoft.com/office/drawing/2014/main" id="{23289F0C-BD7E-F2B0-6076-F0DDA3A4D656}"/>
                    </a:ext>
                  </a:extLst>
                </p:cNvPr>
                <p:cNvSpPr/>
                <p:nvPr/>
              </p:nvSpPr>
              <p:spPr>
                <a:xfrm>
                  <a:off x="4471951" y="5876668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5" name="ellipse_3207">
                  <a:extLst>
                    <a:ext uri="{FF2B5EF4-FFF2-40B4-BE49-F238E27FC236}">
                      <a16:creationId xmlns:a16="http://schemas.microsoft.com/office/drawing/2014/main" id="{3FCC9A61-FE43-317B-77FE-EF21A91FEF18}"/>
                    </a:ext>
                  </a:extLst>
                </p:cNvPr>
                <p:cNvSpPr/>
                <p:nvPr/>
              </p:nvSpPr>
              <p:spPr>
                <a:xfrm>
                  <a:off x="4471951" y="5791159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6" name="ellipse_3208">
                  <a:extLst>
                    <a:ext uri="{FF2B5EF4-FFF2-40B4-BE49-F238E27FC236}">
                      <a16:creationId xmlns:a16="http://schemas.microsoft.com/office/drawing/2014/main" id="{3FA352D7-93C5-477F-E4D8-A2B09FF218FD}"/>
                    </a:ext>
                  </a:extLst>
                </p:cNvPr>
                <p:cNvSpPr/>
                <p:nvPr/>
              </p:nvSpPr>
              <p:spPr>
                <a:xfrm>
                  <a:off x="4551253" y="5748405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7" name="ellipse_3209">
                  <a:extLst>
                    <a:ext uri="{FF2B5EF4-FFF2-40B4-BE49-F238E27FC236}">
                      <a16:creationId xmlns:a16="http://schemas.microsoft.com/office/drawing/2014/main" id="{6E643509-A109-4D63-E377-DD673F0C95CB}"/>
                    </a:ext>
                  </a:extLst>
                </p:cNvPr>
                <p:cNvSpPr/>
                <p:nvPr/>
              </p:nvSpPr>
              <p:spPr>
                <a:xfrm>
                  <a:off x="4630554" y="5791159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8" name="ellipse_3210">
                  <a:extLst>
                    <a:ext uri="{FF2B5EF4-FFF2-40B4-BE49-F238E27FC236}">
                      <a16:creationId xmlns:a16="http://schemas.microsoft.com/office/drawing/2014/main" id="{73339109-A907-926F-8E8D-18F630913A86}"/>
                    </a:ext>
                  </a:extLst>
                </p:cNvPr>
                <p:cNvSpPr/>
                <p:nvPr/>
              </p:nvSpPr>
              <p:spPr>
                <a:xfrm>
                  <a:off x="4698798" y="5766029"/>
                  <a:ext cx="31536" cy="315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9" name="ellipse_3211">
                  <a:extLst>
                    <a:ext uri="{FF2B5EF4-FFF2-40B4-BE49-F238E27FC236}">
                      <a16:creationId xmlns:a16="http://schemas.microsoft.com/office/drawing/2014/main" id="{A274BF44-6169-5F32-EE6D-2E7CA48CF4FD}"/>
                    </a:ext>
                  </a:extLst>
                </p:cNvPr>
                <p:cNvSpPr/>
                <p:nvPr/>
              </p:nvSpPr>
              <p:spPr>
                <a:xfrm>
                  <a:off x="4750077" y="5813284"/>
                  <a:ext cx="31536" cy="315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8E2E4"/>
                    </a:gs>
                    <a:gs pos="43000">
                      <a:srgbClr val="DC767B"/>
                    </a:gs>
                    <a:gs pos="100000">
                      <a:srgbClr val="B4434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</p:grpSp>
        <p:sp>
          <p:nvSpPr>
            <p:cNvPr id="3410" name="Text | All-atom ligand pose">
              <a:extLst>
                <a:ext uri="{FF2B5EF4-FFF2-40B4-BE49-F238E27FC236}">
                  <a16:creationId xmlns:a16="http://schemas.microsoft.com/office/drawing/2014/main" id="{D0FC31D9-2BF7-DF37-6A5D-A9FB2369E4A0}"/>
                </a:ext>
              </a:extLst>
            </p:cNvPr>
            <p:cNvSpPr txBox="1"/>
            <p:nvPr/>
          </p:nvSpPr>
          <p:spPr>
            <a:xfrm>
              <a:off x="4090568" y="6054255"/>
              <a:ext cx="1062854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All-atom ligand pose</a:t>
              </a:r>
              <a:endParaRPr lang="en-US" sz="698"/>
            </a:p>
          </p:txBody>
        </p:sp>
        <p:sp>
          <p:nvSpPr>
            <p:cNvPr id="5846" name="Build inputs | shared junction">
              <a:extLst>
                <a:ext uri="{FF2B5EF4-FFF2-40B4-BE49-F238E27FC236}">
                  <a16:creationId xmlns:a16="http://schemas.microsoft.com/office/drawing/2014/main" id="{873D5F39-A6C5-1B1E-8119-92B356BF5AE7}"/>
                </a:ext>
              </a:extLst>
            </p:cNvPr>
            <p:cNvSpPr/>
            <p:nvPr/>
          </p:nvSpPr>
          <p:spPr>
            <a:xfrm>
              <a:off x="1836000" y="5844600"/>
              <a:ext cx="151200" cy="36"/>
            </a:xfrm>
            <a:custGeom>
              <a:avLst/>
              <a:gdLst/>
              <a:ahLst/>
              <a:cxnLst/>
              <a:rect l="0" t="0" r="r" b="b"/>
              <a:pathLst>
                <a:path w="151200" h="36" fill="none">
                  <a:moveTo>
                    <a:pt x="0" y="0"/>
                  </a:moveTo>
                  <a:lnTo>
                    <a:pt x="151200" y="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grpSp>
          <p:nvGrpSpPr>
            <p:cNvPr id="5849" name="Build inputs → default PocketXMol | editable route">
              <a:extLst>
                <a:ext uri="{FF2B5EF4-FFF2-40B4-BE49-F238E27FC236}">
                  <a16:creationId xmlns:a16="http://schemas.microsoft.com/office/drawing/2014/main" id="{219E9500-0F63-5EDF-1051-AC68609E8E01}"/>
                </a:ext>
              </a:extLst>
            </p:cNvPr>
            <p:cNvGrpSpPr/>
            <p:nvPr/>
          </p:nvGrpSpPr>
          <p:grpSpPr>
            <a:xfrm>
              <a:off x="1987200" y="5702400"/>
              <a:ext cx="154440" cy="142200"/>
              <a:chOff x="1987200" y="5702400"/>
              <a:chExt cx="154440" cy="142200"/>
            </a:xfrm>
          </p:grpSpPr>
          <p:sp>
            <p:nvSpPr>
              <p:cNvPr id="5847" name="Build inputs → default PocketXMol">
                <a:extLst>
                  <a:ext uri="{FF2B5EF4-FFF2-40B4-BE49-F238E27FC236}">
                    <a16:creationId xmlns:a16="http://schemas.microsoft.com/office/drawing/2014/main" id="{74F41F40-25D1-74FC-F530-A49ECA82DB71}"/>
                  </a:ext>
                </a:extLst>
              </p:cNvPr>
              <p:cNvSpPr/>
              <p:nvPr/>
            </p:nvSpPr>
            <p:spPr>
              <a:xfrm>
                <a:off x="1987200" y="5712480"/>
                <a:ext cx="128520" cy="132120"/>
              </a:xfrm>
              <a:custGeom>
                <a:avLst/>
                <a:gdLst/>
                <a:ahLst/>
                <a:cxnLst/>
                <a:rect l="0" t="0" r="r" b="b"/>
                <a:pathLst>
                  <a:path w="128520" h="132120" fill="none">
                    <a:moveTo>
                      <a:pt x="0" y="132120"/>
                    </a:moveTo>
                    <a:lnTo>
                      <a:pt x="0" y="0"/>
                    </a:lnTo>
                    <a:lnTo>
                      <a:pt x="128520" y="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48" name="Build inputs → default PocketXMol | arrowhead">
                <a:extLst>
                  <a:ext uri="{FF2B5EF4-FFF2-40B4-BE49-F238E27FC236}">
                    <a16:creationId xmlns:a16="http://schemas.microsoft.com/office/drawing/2014/main" id="{40AC18DE-2B33-924B-9DB3-8C0D6079816A}"/>
                  </a:ext>
                </a:extLst>
              </p:cNvPr>
              <p:cNvSpPr/>
              <p:nvPr/>
            </p:nvSpPr>
            <p:spPr>
              <a:xfrm>
                <a:off x="2115720" y="570240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  <p:grpSp>
          <p:nvGrpSpPr>
            <p:cNvPr id="5852" name="Build inputs → docking tools | editable route">
              <a:extLst>
                <a:ext uri="{FF2B5EF4-FFF2-40B4-BE49-F238E27FC236}">
                  <a16:creationId xmlns:a16="http://schemas.microsoft.com/office/drawing/2014/main" id="{D6DE0393-BD8B-00E2-A7F6-CD917B8916F6}"/>
                </a:ext>
              </a:extLst>
            </p:cNvPr>
            <p:cNvGrpSpPr/>
            <p:nvPr/>
          </p:nvGrpSpPr>
          <p:grpSpPr>
            <a:xfrm>
              <a:off x="1987200" y="5844600"/>
              <a:ext cx="154440" cy="159120"/>
              <a:chOff x="1987200" y="5844600"/>
              <a:chExt cx="154440" cy="159120"/>
            </a:xfrm>
          </p:grpSpPr>
          <p:sp>
            <p:nvSpPr>
              <p:cNvPr id="5850" name="Build inputs → docking tools">
                <a:extLst>
                  <a:ext uri="{FF2B5EF4-FFF2-40B4-BE49-F238E27FC236}">
                    <a16:creationId xmlns:a16="http://schemas.microsoft.com/office/drawing/2014/main" id="{5CE0FFDF-3CED-3B09-E9A3-1A623721EA39}"/>
                  </a:ext>
                </a:extLst>
              </p:cNvPr>
              <p:cNvSpPr/>
              <p:nvPr/>
            </p:nvSpPr>
            <p:spPr>
              <a:xfrm>
                <a:off x="1987200" y="5844600"/>
                <a:ext cx="128520" cy="149040"/>
              </a:xfrm>
              <a:custGeom>
                <a:avLst/>
                <a:gdLst/>
                <a:ahLst/>
                <a:cxnLst/>
                <a:rect l="0" t="0" r="r" b="b"/>
                <a:pathLst>
                  <a:path w="128520" h="149040" fill="none">
                    <a:moveTo>
                      <a:pt x="0" y="0"/>
                    </a:moveTo>
                    <a:lnTo>
                      <a:pt x="0" y="149040"/>
                    </a:lnTo>
                    <a:lnTo>
                      <a:pt x="128520" y="14904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51" name="Build inputs → docking tools | arrowhead">
                <a:extLst>
                  <a:ext uri="{FF2B5EF4-FFF2-40B4-BE49-F238E27FC236}">
                    <a16:creationId xmlns:a16="http://schemas.microsoft.com/office/drawing/2014/main" id="{D20E550F-7823-080E-3D35-C7A26938174A}"/>
                  </a:ext>
                </a:extLst>
              </p:cNvPr>
              <p:cNvSpPr/>
              <p:nvPr/>
            </p:nvSpPr>
            <p:spPr>
              <a:xfrm>
                <a:off x="2115720" y="598356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  <p:sp>
          <p:nvSpPr>
            <p:cNvPr id="5853" name="Default PocketXMol → pose merge">
              <a:extLst>
                <a:ext uri="{FF2B5EF4-FFF2-40B4-BE49-F238E27FC236}">
                  <a16:creationId xmlns:a16="http://schemas.microsoft.com/office/drawing/2014/main" id="{33D179B3-422F-CFF3-AB80-8B4152FC2FDE}"/>
                </a:ext>
              </a:extLst>
            </p:cNvPr>
            <p:cNvSpPr/>
            <p:nvPr/>
          </p:nvSpPr>
          <p:spPr>
            <a:xfrm>
              <a:off x="3656160" y="5712480"/>
              <a:ext cx="145440" cy="137520"/>
            </a:xfrm>
            <a:custGeom>
              <a:avLst/>
              <a:gdLst/>
              <a:ahLst/>
              <a:cxnLst/>
              <a:rect l="0" t="0" r="r" b="b"/>
              <a:pathLst>
                <a:path w="145440" h="137520" fill="none">
                  <a:moveTo>
                    <a:pt x="0" y="0"/>
                  </a:moveTo>
                  <a:lnTo>
                    <a:pt x="145440" y="0"/>
                  </a:lnTo>
                  <a:lnTo>
                    <a:pt x="145440" y="13752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sp>
          <p:nvSpPr>
            <p:cNvPr id="5854" name="Docking tools → pose merge">
              <a:extLst>
                <a:ext uri="{FF2B5EF4-FFF2-40B4-BE49-F238E27FC236}">
                  <a16:creationId xmlns:a16="http://schemas.microsoft.com/office/drawing/2014/main" id="{E6F7EC33-A979-6644-5574-B03AB66AE4C8}"/>
                </a:ext>
              </a:extLst>
            </p:cNvPr>
            <p:cNvSpPr/>
            <p:nvPr/>
          </p:nvSpPr>
          <p:spPr>
            <a:xfrm>
              <a:off x="3656160" y="5850000"/>
              <a:ext cx="145440" cy="143640"/>
            </a:xfrm>
            <a:custGeom>
              <a:avLst/>
              <a:gdLst/>
              <a:ahLst/>
              <a:cxnLst/>
              <a:rect l="0" t="0" r="r" b="b"/>
              <a:pathLst>
                <a:path w="145440" h="143640" fill="none">
                  <a:moveTo>
                    <a:pt x="0" y="143640"/>
                  </a:moveTo>
                  <a:lnTo>
                    <a:pt x="145440" y="143640"/>
                  </a:lnTo>
                  <a:lnTo>
                    <a:pt x="145440" y="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grpSp>
          <p:nvGrpSpPr>
            <p:cNvPr id="5857" name="Pose merge → all-atom pose | editable route">
              <a:extLst>
                <a:ext uri="{FF2B5EF4-FFF2-40B4-BE49-F238E27FC236}">
                  <a16:creationId xmlns:a16="http://schemas.microsoft.com/office/drawing/2014/main" id="{E08AE3C2-061A-04F1-D230-EC328BB73515}"/>
                </a:ext>
              </a:extLst>
            </p:cNvPr>
            <p:cNvGrpSpPr/>
            <p:nvPr/>
          </p:nvGrpSpPr>
          <p:grpSpPr>
            <a:xfrm>
              <a:off x="3801600" y="5839920"/>
              <a:ext cx="410400" cy="20160"/>
              <a:chOff x="3801600" y="5839920"/>
              <a:chExt cx="410400" cy="20160"/>
            </a:xfrm>
          </p:grpSpPr>
          <p:sp>
            <p:nvSpPr>
              <p:cNvPr id="5855" name="Pose merge → all-atom pose">
                <a:extLst>
                  <a:ext uri="{FF2B5EF4-FFF2-40B4-BE49-F238E27FC236}">
                    <a16:creationId xmlns:a16="http://schemas.microsoft.com/office/drawing/2014/main" id="{208098DE-3E98-E03A-7DAF-BB0FDE9A4865}"/>
                  </a:ext>
                </a:extLst>
              </p:cNvPr>
              <p:cNvSpPr/>
              <p:nvPr/>
            </p:nvSpPr>
            <p:spPr>
              <a:xfrm>
                <a:off x="3801600" y="5850000"/>
                <a:ext cx="384480" cy="36"/>
              </a:xfrm>
              <a:custGeom>
                <a:avLst/>
                <a:gdLst/>
                <a:ahLst/>
                <a:cxnLst/>
                <a:rect l="0" t="0" r="r" b="b"/>
                <a:pathLst>
                  <a:path w="384480" h="36" fill="none">
                    <a:moveTo>
                      <a:pt x="0" y="0"/>
                    </a:moveTo>
                    <a:lnTo>
                      <a:pt x="384480" y="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56" name="Pose merge → all-atom pose | arrowhead">
                <a:extLst>
                  <a:ext uri="{FF2B5EF4-FFF2-40B4-BE49-F238E27FC236}">
                    <a16:creationId xmlns:a16="http://schemas.microsoft.com/office/drawing/2014/main" id="{56715E69-2B57-BB4D-BD0F-CEB08A92998F}"/>
                  </a:ext>
                </a:extLst>
              </p:cNvPr>
              <p:cNvSpPr/>
              <p:nvPr/>
            </p:nvSpPr>
            <p:spPr>
              <a:xfrm>
                <a:off x="4186080" y="583992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</p:grpSp>
      <p:pic>
        <p:nvPicPr>
          <p:cNvPr id="16002" name="a | density cube M_exp" descr="Synthetic voxel-grid density schematic">
            <a:extLst>
              <a:ext uri="{FF2B5EF4-FFF2-40B4-BE49-F238E27FC236}">
                <a16:creationId xmlns:a16="http://schemas.microsoft.com/office/drawing/2014/main" id="{020E7BBF-6664-EF78-3C75-DCD89089A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3382" y="684000"/>
            <a:ext cx="288836" cy="279720"/>
          </a:xfrm>
          <a:prstGeom prst="rect">
            <a:avLst/>
          </a:prstGeom>
        </p:spPr>
      </p:pic>
      <p:pic>
        <p:nvPicPr>
          <p:cNvPr id="16003" name="a | density cube M_sim" descr="Synthetic voxel-grid density schematic">
            <a:extLst>
              <a:ext uri="{FF2B5EF4-FFF2-40B4-BE49-F238E27FC236}">
                <a16:creationId xmlns:a16="http://schemas.microsoft.com/office/drawing/2014/main" id="{01A4CEC3-FFFC-5C6D-DB7D-600F7D338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2702" y="684000"/>
            <a:ext cx="288836" cy="279720"/>
          </a:xfrm>
          <a:prstGeom prst="rect">
            <a:avLst/>
          </a:prstGeom>
        </p:spPr>
      </p:pic>
      <p:pic>
        <p:nvPicPr>
          <p:cNvPr id="16004" name="a | density cube M_diff" descr="Synthetic voxel-grid density schematic">
            <a:extLst>
              <a:ext uri="{FF2B5EF4-FFF2-40B4-BE49-F238E27FC236}">
                <a16:creationId xmlns:a16="http://schemas.microsoft.com/office/drawing/2014/main" id="{5A562471-587A-2339-098B-6825F8454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3382" y="1152000"/>
            <a:ext cx="288836" cy="279720"/>
          </a:xfrm>
          <a:prstGeom prst="rect">
            <a:avLst/>
          </a:prstGeom>
        </p:spPr>
      </p:pic>
      <p:pic>
        <p:nvPicPr>
          <p:cNvPr id="16005" name="a | density cube M_diff+" descr="Synthetic voxel-grid density schematic">
            <a:extLst>
              <a:ext uri="{FF2B5EF4-FFF2-40B4-BE49-F238E27FC236}">
                <a16:creationId xmlns:a16="http://schemas.microsoft.com/office/drawing/2014/main" id="{7ABCD61F-105B-D1D8-4792-FE8AC5929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72702" y="1152000"/>
            <a:ext cx="288836" cy="279720"/>
          </a:xfrm>
          <a:prstGeom prst="rect">
            <a:avLst/>
          </a:prstGeom>
        </p:spPr>
      </p:pic>
      <p:grpSp>
        <p:nvGrpSpPr>
          <p:cNvPr id="2" name="a | Raw distribution">
            <a:extLst>
              <a:ext uri="{FF2B5EF4-FFF2-40B4-BE49-F238E27FC236}">
                <a16:creationId xmlns:a16="http://schemas.microsoft.com/office/drawing/2014/main" id="{DC8CA74A-F50D-4AB9-528E-31DAF49DFFC2}"/>
              </a:ext>
            </a:extLst>
          </p:cNvPr>
          <p:cNvGrpSpPr/>
          <p:nvPr/>
        </p:nvGrpSpPr>
        <p:grpSpPr>
          <a:xfrm>
            <a:off x="165240" y="2224800"/>
            <a:ext cx="280800" cy="162036"/>
            <a:chOff x="165240" y="2224800"/>
            <a:chExt cx="280800" cy="162036"/>
          </a:xfrm>
        </p:grpSpPr>
        <p:sp>
          <p:nvSpPr>
            <p:cNvPr id="8" name="part_3415_0">
              <a:extLst>
                <a:ext uri="{FF2B5EF4-FFF2-40B4-BE49-F238E27FC236}">
                  <a16:creationId xmlns:a16="http://schemas.microsoft.com/office/drawing/2014/main" id="{FB2D13CF-BBBD-44A6-97EC-C1E65746A6F5}"/>
                </a:ext>
              </a:extLst>
            </p:cNvPr>
            <p:cNvSpPr>
              <a:spLocks/>
            </p:cNvSpPr>
            <p:nvPr/>
          </p:nvSpPr>
          <p:spPr>
            <a:xfrm>
              <a:off x="174240" y="2224800"/>
              <a:ext cx="262800" cy="162000"/>
            </a:xfrm>
            <a:custGeom>
              <a:avLst/>
              <a:gdLst/>
              <a:ahLst/>
              <a:cxnLst/>
              <a:rect l="0" t="0" r="0" b="0"/>
              <a:pathLst>
                <a:path w="262800" h="162000">
                  <a:moveTo>
                    <a:pt x="0" y="162000"/>
                  </a:moveTo>
                  <a:lnTo>
                    <a:pt x="0" y="161032"/>
                  </a:lnTo>
                  <a:lnTo>
                    <a:pt x="4106" y="160673"/>
                  </a:lnTo>
                  <a:lnTo>
                    <a:pt x="8213" y="160200"/>
                  </a:lnTo>
                  <a:lnTo>
                    <a:pt x="12319" y="159583"/>
                  </a:lnTo>
                  <a:lnTo>
                    <a:pt x="16425" y="158786"/>
                  </a:lnTo>
                  <a:lnTo>
                    <a:pt x="20531" y="157768"/>
                  </a:lnTo>
                  <a:lnTo>
                    <a:pt x="24638" y="156484"/>
                  </a:lnTo>
                  <a:lnTo>
                    <a:pt x="28744" y="154882"/>
                  </a:lnTo>
                  <a:lnTo>
                    <a:pt x="32850" y="152906"/>
                  </a:lnTo>
                  <a:lnTo>
                    <a:pt x="36956" y="150497"/>
                  </a:lnTo>
                  <a:lnTo>
                    <a:pt x="41063" y="147595"/>
                  </a:lnTo>
                  <a:lnTo>
                    <a:pt x="45169" y="144139"/>
                  </a:lnTo>
                  <a:lnTo>
                    <a:pt x="49275" y="140076"/>
                  </a:lnTo>
                  <a:lnTo>
                    <a:pt x="53381" y="135355"/>
                  </a:lnTo>
                  <a:lnTo>
                    <a:pt x="57488" y="129940"/>
                  </a:lnTo>
                  <a:lnTo>
                    <a:pt x="61594" y="123809"/>
                  </a:lnTo>
                  <a:lnTo>
                    <a:pt x="65700" y="116958"/>
                  </a:lnTo>
                  <a:lnTo>
                    <a:pt x="69806" y="109406"/>
                  </a:lnTo>
                  <a:lnTo>
                    <a:pt x="73913" y="101200"/>
                  </a:lnTo>
                  <a:lnTo>
                    <a:pt x="78019" y="92412"/>
                  </a:lnTo>
                  <a:lnTo>
                    <a:pt x="82125" y="83146"/>
                  </a:lnTo>
                  <a:lnTo>
                    <a:pt x="86231" y="73536"/>
                  </a:lnTo>
                  <a:lnTo>
                    <a:pt x="90338" y="63742"/>
                  </a:lnTo>
                  <a:lnTo>
                    <a:pt x="94444" y="53950"/>
                  </a:lnTo>
                  <a:lnTo>
                    <a:pt x="98550" y="44364"/>
                  </a:lnTo>
                  <a:lnTo>
                    <a:pt x="102656" y="35202"/>
                  </a:lnTo>
                  <a:lnTo>
                    <a:pt x="106763" y="26686"/>
                  </a:lnTo>
                  <a:lnTo>
                    <a:pt x="110869" y="19036"/>
                  </a:lnTo>
                  <a:lnTo>
                    <a:pt x="114975" y="12455"/>
                  </a:lnTo>
                  <a:lnTo>
                    <a:pt x="119081" y="7128"/>
                  </a:lnTo>
                  <a:lnTo>
                    <a:pt x="123188" y="3208"/>
                  </a:lnTo>
                  <a:lnTo>
                    <a:pt x="127294" y="808"/>
                  </a:lnTo>
                  <a:lnTo>
                    <a:pt x="131400" y="0"/>
                  </a:lnTo>
                  <a:lnTo>
                    <a:pt x="135506" y="808"/>
                  </a:lnTo>
                  <a:lnTo>
                    <a:pt x="139613" y="3208"/>
                  </a:lnTo>
                  <a:lnTo>
                    <a:pt x="143719" y="7128"/>
                  </a:lnTo>
                  <a:lnTo>
                    <a:pt x="147825" y="12455"/>
                  </a:lnTo>
                  <a:lnTo>
                    <a:pt x="151931" y="19036"/>
                  </a:lnTo>
                  <a:lnTo>
                    <a:pt x="156038" y="26686"/>
                  </a:lnTo>
                  <a:lnTo>
                    <a:pt x="160144" y="35202"/>
                  </a:lnTo>
                  <a:lnTo>
                    <a:pt x="164250" y="44364"/>
                  </a:lnTo>
                  <a:lnTo>
                    <a:pt x="168356" y="53950"/>
                  </a:lnTo>
                  <a:lnTo>
                    <a:pt x="172463" y="63742"/>
                  </a:lnTo>
                  <a:lnTo>
                    <a:pt x="176569" y="73536"/>
                  </a:lnTo>
                  <a:lnTo>
                    <a:pt x="180675" y="83146"/>
                  </a:lnTo>
                  <a:lnTo>
                    <a:pt x="184781" y="92412"/>
                  </a:lnTo>
                  <a:lnTo>
                    <a:pt x="188888" y="101200"/>
                  </a:lnTo>
                  <a:lnTo>
                    <a:pt x="192994" y="109406"/>
                  </a:lnTo>
                  <a:lnTo>
                    <a:pt x="197100" y="116958"/>
                  </a:lnTo>
                  <a:lnTo>
                    <a:pt x="201206" y="123809"/>
                  </a:lnTo>
                  <a:lnTo>
                    <a:pt x="205313" y="129940"/>
                  </a:lnTo>
                  <a:lnTo>
                    <a:pt x="209419" y="135355"/>
                  </a:lnTo>
                  <a:lnTo>
                    <a:pt x="213525" y="140076"/>
                  </a:lnTo>
                  <a:lnTo>
                    <a:pt x="217631" y="144139"/>
                  </a:lnTo>
                  <a:lnTo>
                    <a:pt x="221738" y="147595"/>
                  </a:lnTo>
                  <a:lnTo>
                    <a:pt x="225844" y="150497"/>
                  </a:lnTo>
                  <a:lnTo>
                    <a:pt x="229950" y="152906"/>
                  </a:lnTo>
                  <a:lnTo>
                    <a:pt x="234056" y="154882"/>
                  </a:lnTo>
                  <a:lnTo>
                    <a:pt x="238163" y="156484"/>
                  </a:lnTo>
                  <a:lnTo>
                    <a:pt x="242269" y="157768"/>
                  </a:lnTo>
                  <a:lnTo>
                    <a:pt x="246375" y="158786"/>
                  </a:lnTo>
                  <a:lnTo>
                    <a:pt x="250481" y="159583"/>
                  </a:lnTo>
                  <a:lnTo>
                    <a:pt x="254588" y="160200"/>
                  </a:lnTo>
                  <a:lnTo>
                    <a:pt x="258694" y="160673"/>
                  </a:lnTo>
                  <a:lnTo>
                    <a:pt x="262800" y="161032"/>
                  </a:lnTo>
                  <a:lnTo>
                    <a:pt x="262800" y="162000"/>
                  </a:lnTo>
                  <a:close/>
                </a:path>
              </a:pathLst>
            </a:custGeom>
            <a:solidFill>
              <a:srgbClr val="DCE8FA">
                <a:alpha val="80000"/>
              </a:srgbClr>
            </a:solidFill>
            <a:ln w="0">
              <a:noFill/>
            </a:ln>
          </p:spPr>
        </p:sp>
        <p:sp>
          <p:nvSpPr>
            <p:cNvPr id="10" name="part_3415_1">
              <a:extLst>
                <a:ext uri="{FF2B5EF4-FFF2-40B4-BE49-F238E27FC236}">
                  <a16:creationId xmlns:a16="http://schemas.microsoft.com/office/drawing/2014/main" id="{46C22CD1-9B0A-96C8-89DF-D88819BA7614}"/>
                </a:ext>
              </a:extLst>
            </p:cNvPr>
            <p:cNvSpPr>
              <a:spLocks/>
            </p:cNvSpPr>
            <p:nvPr/>
          </p:nvSpPr>
          <p:spPr>
            <a:xfrm>
              <a:off x="174240" y="2224800"/>
              <a:ext cx="262800" cy="161032"/>
            </a:xfrm>
            <a:custGeom>
              <a:avLst/>
              <a:gdLst/>
              <a:ahLst/>
              <a:cxnLst/>
              <a:rect l="0" t="0" r="0" b="0"/>
              <a:pathLst>
                <a:path w="262800" h="161032">
                  <a:moveTo>
                    <a:pt x="0" y="161032"/>
                  </a:moveTo>
                  <a:lnTo>
                    <a:pt x="4106" y="160673"/>
                  </a:lnTo>
                  <a:lnTo>
                    <a:pt x="8213" y="160200"/>
                  </a:lnTo>
                  <a:lnTo>
                    <a:pt x="12319" y="159583"/>
                  </a:lnTo>
                  <a:lnTo>
                    <a:pt x="16425" y="158786"/>
                  </a:lnTo>
                  <a:lnTo>
                    <a:pt x="20531" y="157768"/>
                  </a:lnTo>
                  <a:lnTo>
                    <a:pt x="24638" y="156484"/>
                  </a:lnTo>
                  <a:lnTo>
                    <a:pt x="28744" y="154882"/>
                  </a:lnTo>
                  <a:lnTo>
                    <a:pt x="32850" y="152906"/>
                  </a:lnTo>
                  <a:lnTo>
                    <a:pt x="36956" y="150497"/>
                  </a:lnTo>
                  <a:lnTo>
                    <a:pt x="41063" y="147595"/>
                  </a:lnTo>
                  <a:lnTo>
                    <a:pt x="45169" y="144139"/>
                  </a:lnTo>
                  <a:lnTo>
                    <a:pt x="49275" y="140076"/>
                  </a:lnTo>
                  <a:lnTo>
                    <a:pt x="53381" y="135355"/>
                  </a:lnTo>
                  <a:lnTo>
                    <a:pt x="57488" y="129940"/>
                  </a:lnTo>
                  <a:lnTo>
                    <a:pt x="61594" y="123809"/>
                  </a:lnTo>
                  <a:lnTo>
                    <a:pt x="65700" y="116958"/>
                  </a:lnTo>
                  <a:lnTo>
                    <a:pt x="69806" y="109406"/>
                  </a:lnTo>
                  <a:lnTo>
                    <a:pt x="73913" y="101200"/>
                  </a:lnTo>
                  <a:lnTo>
                    <a:pt x="78019" y="92412"/>
                  </a:lnTo>
                  <a:lnTo>
                    <a:pt x="82125" y="83146"/>
                  </a:lnTo>
                  <a:lnTo>
                    <a:pt x="86231" y="73536"/>
                  </a:lnTo>
                  <a:lnTo>
                    <a:pt x="90338" y="63742"/>
                  </a:lnTo>
                  <a:lnTo>
                    <a:pt x="94444" y="53950"/>
                  </a:lnTo>
                  <a:lnTo>
                    <a:pt x="98550" y="44364"/>
                  </a:lnTo>
                  <a:lnTo>
                    <a:pt x="102656" y="35202"/>
                  </a:lnTo>
                  <a:lnTo>
                    <a:pt x="106763" y="26686"/>
                  </a:lnTo>
                  <a:lnTo>
                    <a:pt x="110869" y="19036"/>
                  </a:lnTo>
                  <a:lnTo>
                    <a:pt x="114975" y="12455"/>
                  </a:lnTo>
                  <a:lnTo>
                    <a:pt x="119081" y="7128"/>
                  </a:lnTo>
                  <a:lnTo>
                    <a:pt x="123188" y="3208"/>
                  </a:lnTo>
                  <a:lnTo>
                    <a:pt x="127294" y="808"/>
                  </a:lnTo>
                  <a:lnTo>
                    <a:pt x="131400" y="0"/>
                  </a:lnTo>
                  <a:lnTo>
                    <a:pt x="135506" y="808"/>
                  </a:lnTo>
                  <a:lnTo>
                    <a:pt x="139613" y="3208"/>
                  </a:lnTo>
                  <a:lnTo>
                    <a:pt x="143719" y="7128"/>
                  </a:lnTo>
                  <a:lnTo>
                    <a:pt x="147825" y="12455"/>
                  </a:lnTo>
                  <a:lnTo>
                    <a:pt x="151931" y="19036"/>
                  </a:lnTo>
                  <a:lnTo>
                    <a:pt x="156038" y="26686"/>
                  </a:lnTo>
                  <a:lnTo>
                    <a:pt x="160144" y="35202"/>
                  </a:lnTo>
                  <a:lnTo>
                    <a:pt x="164250" y="44364"/>
                  </a:lnTo>
                  <a:lnTo>
                    <a:pt x="168356" y="53950"/>
                  </a:lnTo>
                  <a:lnTo>
                    <a:pt x="172463" y="63742"/>
                  </a:lnTo>
                  <a:lnTo>
                    <a:pt x="176569" y="73536"/>
                  </a:lnTo>
                  <a:lnTo>
                    <a:pt x="180675" y="83146"/>
                  </a:lnTo>
                  <a:lnTo>
                    <a:pt x="184781" y="92412"/>
                  </a:lnTo>
                  <a:lnTo>
                    <a:pt x="188888" y="101200"/>
                  </a:lnTo>
                  <a:lnTo>
                    <a:pt x="192994" y="109406"/>
                  </a:lnTo>
                  <a:lnTo>
                    <a:pt x="197100" y="116958"/>
                  </a:lnTo>
                  <a:lnTo>
                    <a:pt x="201206" y="123809"/>
                  </a:lnTo>
                  <a:lnTo>
                    <a:pt x="205313" y="129940"/>
                  </a:lnTo>
                  <a:lnTo>
                    <a:pt x="209419" y="135355"/>
                  </a:lnTo>
                  <a:lnTo>
                    <a:pt x="213525" y="140076"/>
                  </a:lnTo>
                  <a:lnTo>
                    <a:pt x="217631" y="144139"/>
                  </a:lnTo>
                  <a:lnTo>
                    <a:pt x="221738" y="147595"/>
                  </a:lnTo>
                  <a:lnTo>
                    <a:pt x="225844" y="150497"/>
                  </a:lnTo>
                  <a:lnTo>
                    <a:pt x="229950" y="152906"/>
                  </a:lnTo>
                  <a:lnTo>
                    <a:pt x="234056" y="154882"/>
                  </a:lnTo>
                  <a:lnTo>
                    <a:pt x="238163" y="156484"/>
                  </a:lnTo>
                  <a:lnTo>
                    <a:pt x="242269" y="157768"/>
                  </a:lnTo>
                  <a:lnTo>
                    <a:pt x="246375" y="158786"/>
                  </a:lnTo>
                  <a:lnTo>
                    <a:pt x="250481" y="159583"/>
                  </a:lnTo>
                  <a:lnTo>
                    <a:pt x="254588" y="160200"/>
                  </a:lnTo>
                  <a:lnTo>
                    <a:pt x="258694" y="160673"/>
                  </a:lnTo>
                  <a:lnTo>
                    <a:pt x="262800" y="161032"/>
                  </a:lnTo>
                </a:path>
              </a:pathLst>
            </a:custGeom>
            <a:noFill/>
            <a:ln w="4320">
              <a:solidFill>
                <a:srgbClr val="9AB9E3"/>
              </a:solidFill>
            </a:ln>
          </p:spPr>
        </p:sp>
        <p:sp>
          <p:nvSpPr>
            <p:cNvPr id="12" name="part_3415_2">
              <a:extLst>
                <a:ext uri="{FF2B5EF4-FFF2-40B4-BE49-F238E27FC236}">
                  <a16:creationId xmlns:a16="http://schemas.microsoft.com/office/drawing/2014/main" id="{22A875C5-C0EB-9CC0-0512-0E26266D2EE3}"/>
                </a:ext>
              </a:extLst>
            </p:cNvPr>
            <p:cNvSpPr>
              <a:spLocks/>
            </p:cNvSpPr>
            <p:nvPr/>
          </p:nvSpPr>
          <p:spPr>
            <a:xfrm>
              <a:off x="165240" y="2386800"/>
              <a:ext cx="280800" cy="36"/>
            </a:xfrm>
            <a:custGeom>
              <a:avLst/>
              <a:gdLst/>
              <a:ahLst/>
              <a:cxnLst/>
              <a:rect l="0" t="0" r="0" b="0"/>
              <a:pathLst>
                <a:path w="280800" h="36">
                  <a:moveTo>
                    <a:pt x="0" y="0"/>
                  </a:moveTo>
                  <a:lnTo>
                    <a:pt x="280800" y="0"/>
                  </a:lnTo>
                </a:path>
              </a:pathLst>
            </a:custGeom>
            <a:noFill/>
            <a:ln w="3600">
              <a:solidFill>
                <a:srgbClr val="C4D2DF"/>
              </a:solidFill>
            </a:ln>
          </p:spPr>
        </p:sp>
      </p:grpSp>
      <p:grpSp>
        <p:nvGrpSpPr>
          <p:cNvPr id="3416" name="a | Z-score histogram">
            <a:extLst>
              <a:ext uri="{FF2B5EF4-FFF2-40B4-BE49-F238E27FC236}">
                <a16:creationId xmlns:a16="http://schemas.microsoft.com/office/drawing/2014/main" id="{033DC6B1-E265-6302-2195-491E8FF643E1}"/>
              </a:ext>
            </a:extLst>
          </p:cNvPr>
          <p:cNvGrpSpPr/>
          <p:nvPr/>
        </p:nvGrpSpPr>
        <p:grpSpPr>
          <a:xfrm>
            <a:off x="564120" y="2192067"/>
            <a:ext cx="306000" cy="187713"/>
            <a:chOff x="564120" y="2192067"/>
            <a:chExt cx="306000" cy="187713"/>
          </a:xfrm>
        </p:grpSpPr>
        <p:sp>
          <p:nvSpPr>
            <p:cNvPr id="15270" name="hist_3416_0">
              <a:extLst>
                <a:ext uri="{FF2B5EF4-FFF2-40B4-BE49-F238E27FC236}">
                  <a16:creationId xmlns:a16="http://schemas.microsoft.com/office/drawing/2014/main" id="{6C3C8B43-3895-7956-79E6-E9D4B5B8E2E6}"/>
                </a:ext>
              </a:extLst>
            </p:cNvPr>
            <p:cNvSpPr>
              <a:spLocks/>
            </p:cNvSpPr>
            <p:nvPr/>
          </p:nvSpPr>
          <p:spPr>
            <a:xfrm>
              <a:off x="571320" y="2375668"/>
              <a:ext cx="8460" cy="213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1" name="hist_3416_1">
              <a:extLst>
                <a:ext uri="{FF2B5EF4-FFF2-40B4-BE49-F238E27FC236}">
                  <a16:creationId xmlns:a16="http://schemas.microsoft.com/office/drawing/2014/main" id="{01CB8AF3-8954-2375-8C36-5EF61CD7EC13}"/>
                </a:ext>
              </a:extLst>
            </p:cNvPr>
            <p:cNvSpPr>
              <a:spLocks/>
            </p:cNvSpPr>
            <p:nvPr/>
          </p:nvSpPr>
          <p:spPr>
            <a:xfrm>
              <a:off x="582120" y="2373576"/>
              <a:ext cx="8460" cy="422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2" name="hist_3416_2">
              <a:extLst>
                <a:ext uri="{FF2B5EF4-FFF2-40B4-BE49-F238E27FC236}">
                  <a16:creationId xmlns:a16="http://schemas.microsoft.com/office/drawing/2014/main" id="{CE99F9C3-4B6F-4B0A-8B6A-8F3E2941B181}"/>
                </a:ext>
              </a:extLst>
            </p:cNvPr>
            <p:cNvSpPr>
              <a:spLocks/>
            </p:cNvSpPr>
            <p:nvPr/>
          </p:nvSpPr>
          <p:spPr>
            <a:xfrm>
              <a:off x="592920" y="2370486"/>
              <a:ext cx="8460" cy="731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3" name="hist_3416_3">
              <a:extLst>
                <a:ext uri="{FF2B5EF4-FFF2-40B4-BE49-F238E27FC236}">
                  <a16:creationId xmlns:a16="http://schemas.microsoft.com/office/drawing/2014/main" id="{ADA867AE-49BC-79BE-FD77-4A932C9B09F3}"/>
                </a:ext>
              </a:extLst>
            </p:cNvPr>
            <p:cNvSpPr>
              <a:spLocks/>
            </p:cNvSpPr>
            <p:nvPr/>
          </p:nvSpPr>
          <p:spPr>
            <a:xfrm>
              <a:off x="603720" y="2364234"/>
              <a:ext cx="8460" cy="13566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4" name="hist_3416_4">
              <a:extLst>
                <a:ext uri="{FF2B5EF4-FFF2-40B4-BE49-F238E27FC236}">
                  <a16:creationId xmlns:a16="http://schemas.microsoft.com/office/drawing/2014/main" id="{0CD1287D-A0D9-6660-F548-493591C22A32}"/>
                </a:ext>
              </a:extLst>
            </p:cNvPr>
            <p:cNvSpPr>
              <a:spLocks/>
            </p:cNvSpPr>
            <p:nvPr/>
          </p:nvSpPr>
          <p:spPr>
            <a:xfrm>
              <a:off x="614520" y="2356127"/>
              <a:ext cx="8460" cy="21673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5" name="hist_3416_5">
              <a:extLst>
                <a:ext uri="{FF2B5EF4-FFF2-40B4-BE49-F238E27FC236}">
                  <a16:creationId xmlns:a16="http://schemas.microsoft.com/office/drawing/2014/main" id="{1661357A-721A-7E08-655C-724844AA7262}"/>
                </a:ext>
              </a:extLst>
            </p:cNvPr>
            <p:cNvSpPr>
              <a:spLocks/>
            </p:cNvSpPr>
            <p:nvPr/>
          </p:nvSpPr>
          <p:spPr>
            <a:xfrm>
              <a:off x="625320" y="2344270"/>
              <a:ext cx="8460" cy="3353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6" name="hist_3416_6">
              <a:extLst>
                <a:ext uri="{FF2B5EF4-FFF2-40B4-BE49-F238E27FC236}">
                  <a16:creationId xmlns:a16="http://schemas.microsoft.com/office/drawing/2014/main" id="{9C5AB1D3-B936-5D4F-7C8A-8E065A64F716}"/>
                </a:ext>
              </a:extLst>
            </p:cNvPr>
            <p:cNvSpPr>
              <a:spLocks/>
            </p:cNvSpPr>
            <p:nvPr/>
          </p:nvSpPr>
          <p:spPr>
            <a:xfrm>
              <a:off x="636120" y="2325290"/>
              <a:ext cx="8460" cy="5251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7" name="hist_3416_7">
              <a:extLst>
                <a:ext uri="{FF2B5EF4-FFF2-40B4-BE49-F238E27FC236}">
                  <a16:creationId xmlns:a16="http://schemas.microsoft.com/office/drawing/2014/main" id="{5CAB5826-F5CA-CBFF-588E-F3DAE87C664A}"/>
                </a:ext>
              </a:extLst>
            </p:cNvPr>
            <p:cNvSpPr>
              <a:spLocks/>
            </p:cNvSpPr>
            <p:nvPr/>
          </p:nvSpPr>
          <p:spPr>
            <a:xfrm>
              <a:off x="646920" y="2308412"/>
              <a:ext cx="8460" cy="69388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8" name="hist_3416_8">
              <a:extLst>
                <a:ext uri="{FF2B5EF4-FFF2-40B4-BE49-F238E27FC236}">
                  <a16:creationId xmlns:a16="http://schemas.microsoft.com/office/drawing/2014/main" id="{BDE2BE39-4696-3185-84BE-DA8A2B34F59F}"/>
                </a:ext>
              </a:extLst>
            </p:cNvPr>
            <p:cNvSpPr>
              <a:spLocks/>
            </p:cNvSpPr>
            <p:nvPr/>
          </p:nvSpPr>
          <p:spPr>
            <a:xfrm>
              <a:off x="657720" y="2280881"/>
              <a:ext cx="8460" cy="96919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79" name="hist_3416_9">
              <a:extLst>
                <a:ext uri="{FF2B5EF4-FFF2-40B4-BE49-F238E27FC236}">
                  <a16:creationId xmlns:a16="http://schemas.microsoft.com/office/drawing/2014/main" id="{4B8B9B30-A8C6-4F9B-F000-DAEB1B48D032}"/>
                </a:ext>
              </a:extLst>
            </p:cNvPr>
            <p:cNvSpPr>
              <a:spLocks/>
            </p:cNvSpPr>
            <p:nvPr/>
          </p:nvSpPr>
          <p:spPr>
            <a:xfrm>
              <a:off x="668520" y="2254700"/>
              <a:ext cx="8460" cy="12310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0" name="hist_3416_10">
              <a:extLst>
                <a:ext uri="{FF2B5EF4-FFF2-40B4-BE49-F238E27FC236}">
                  <a16:creationId xmlns:a16="http://schemas.microsoft.com/office/drawing/2014/main" id="{C5FE9F52-52F5-CE15-DE61-27599224F9AA}"/>
                </a:ext>
              </a:extLst>
            </p:cNvPr>
            <p:cNvSpPr>
              <a:spLocks/>
            </p:cNvSpPr>
            <p:nvPr/>
          </p:nvSpPr>
          <p:spPr>
            <a:xfrm>
              <a:off x="679320" y="2236272"/>
              <a:ext cx="8460" cy="141528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1" name="hist_3416_11">
              <a:extLst>
                <a:ext uri="{FF2B5EF4-FFF2-40B4-BE49-F238E27FC236}">
                  <a16:creationId xmlns:a16="http://schemas.microsoft.com/office/drawing/2014/main" id="{86B67009-7713-5E54-7A2F-10C987D0A916}"/>
                </a:ext>
              </a:extLst>
            </p:cNvPr>
            <p:cNvSpPr>
              <a:spLocks/>
            </p:cNvSpPr>
            <p:nvPr/>
          </p:nvSpPr>
          <p:spPr>
            <a:xfrm>
              <a:off x="690120" y="2205424"/>
              <a:ext cx="8460" cy="172376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2" name="hist_3416_12">
              <a:extLst>
                <a:ext uri="{FF2B5EF4-FFF2-40B4-BE49-F238E27FC236}">
                  <a16:creationId xmlns:a16="http://schemas.microsoft.com/office/drawing/2014/main" id="{4F064AEA-EAB1-5DD4-CA8D-FE898865887E}"/>
                </a:ext>
              </a:extLst>
            </p:cNvPr>
            <p:cNvSpPr>
              <a:spLocks/>
            </p:cNvSpPr>
            <p:nvPr/>
          </p:nvSpPr>
          <p:spPr>
            <a:xfrm>
              <a:off x="700920" y="2200406"/>
              <a:ext cx="8460" cy="17739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3" name="hist_3416_13">
              <a:extLst>
                <a:ext uri="{FF2B5EF4-FFF2-40B4-BE49-F238E27FC236}">
                  <a16:creationId xmlns:a16="http://schemas.microsoft.com/office/drawing/2014/main" id="{5A559737-CC44-AA40-5267-CF87FA6E029B}"/>
                </a:ext>
              </a:extLst>
            </p:cNvPr>
            <p:cNvSpPr>
              <a:spLocks/>
            </p:cNvSpPr>
            <p:nvPr/>
          </p:nvSpPr>
          <p:spPr>
            <a:xfrm>
              <a:off x="711720" y="2193790"/>
              <a:ext cx="8460" cy="18401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4" name="hist_3416_14">
              <a:extLst>
                <a:ext uri="{FF2B5EF4-FFF2-40B4-BE49-F238E27FC236}">
                  <a16:creationId xmlns:a16="http://schemas.microsoft.com/office/drawing/2014/main" id="{C6EA387E-5B99-E5B9-FD62-E2CEA34D1247}"/>
                </a:ext>
              </a:extLst>
            </p:cNvPr>
            <p:cNvSpPr>
              <a:spLocks/>
            </p:cNvSpPr>
            <p:nvPr/>
          </p:nvSpPr>
          <p:spPr>
            <a:xfrm>
              <a:off x="722520" y="2192067"/>
              <a:ext cx="8460" cy="185733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5" name="hist_3416_15">
              <a:extLst>
                <a:ext uri="{FF2B5EF4-FFF2-40B4-BE49-F238E27FC236}">
                  <a16:creationId xmlns:a16="http://schemas.microsoft.com/office/drawing/2014/main" id="{5B75484A-F705-7727-DFFC-B62CB2965713}"/>
                </a:ext>
              </a:extLst>
            </p:cNvPr>
            <p:cNvSpPr>
              <a:spLocks/>
            </p:cNvSpPr>
            <p:nvPr/>
          </p:nvSpPr>
          <p:spPr>
            <a:xfrm>
              <a:off x="733320" y="2216786"/>
              <a:ext cx="8460" cy="16101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6" name="hist_3416_16">
              <a:extLst>
                <a:ext uri="{FF2B5EF4-FFF2-40B4-BE49-F238E27FC236}">
                  <a16:creationId xmlns:a16="http://schemas.microsoft.com/office/drawing/2014/main" id="{43563079-465C-1B26-7C3A-1ADFD27475C4}"/>
                </a:ext>
              </a:extLst>
            </p:cNvPr>
            <p:cNvSpPr>
              <a:spLocks/>
            </p:cNvSpPr>
            <p:nvPr/>
          </p:nvSpPr>
          <p:spPr>
            <a:xfrm>
              <a:off x="744120" y="2228341"/>
              <a:ext cx="8460" cy="149459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7" name="hist_3416_17">
              <a:extLst>
                <a:ext uri="{FF2B5EF4-FFF2-40B4-BE49-F238E27FC236}">
                  <a16:creationId xmlns:a16="http://schemas.microsoft.com/office/drawing/2014/main" id="{63125091-D7D4-02AA-7193-8C48EB994301}"/>
                </a:ext>
              </a:extLst>
            </p:cNvPr>
            <p:cNvSpPr>
              <a:spLocks/>
            </p:cNvSpPr>
            <p:nvPr/>
          </p:nvSpPr>
          <p:spPr>
            <a:xfrm>
              <a:off x="754920" y="2256148"/>
              <a:ext cx="8460" cy="12165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8" name="hist_3416_18">
              <a:extLst>
                <a:ext uri="{FF2B5EF4-FFF2-40B4-BE49-F238E27FC236}">
                  <a16:creationId xmlns:a16="http://schemas.microsoft.com/office/drawing/2014/main" id="{83300424-4ADA-F2D5-A205-57927CF5DAEB}"/>
                </a:ext>
              </a:extLst>
            </p:cNvPr>
            <p:cNvSpPr>
              <a:spLocks/>
            </p:cNvSpPr>
            <p:nvPr/>
          </p:nvSpPr>
          <p:spPr>
            <a:xfrm>
              <a:off x="765720" y="2284395"/>
              <a:ext cx="8460" cy="93405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89" name="hist_3416_19">
              <a:extLst>
                <a:ext uri="{FF2B5EF4-FFF2-40B4-BE49-F238E27FC236}">
                  <a16:creationId xmlns:a16="http://schemas.microsoft.com/office/drawing/2014/main" id="{FDFDAEC1-9A78-69AE-6346-A10AF929187C}"/>
                </a:ext>
              </a:extLst>
            </p:cNvPr>
            <p:cNvSpPr>
              <a:spLocks/>
            </p:cNvSpPr>
            <p:nvPr/>
          </p:nvSpPr>
          <p:spPr>
            <a:xfrm>
              <a:off x="776520" y="2303684"/>
              <a:ext cx="8460" cy="74116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0" name="hist_3416_20">
              <a:extLst>
                <a:ext uri="{FF2B5EF4-FFF2-40B4-BE49-F238E27FC236}">
                  <a16:creationId xmlns:a16="http://schemas.microsoft.com/office/drawing/2014/main" id="{AC93982D-ABF3-6DAF-0163-78939E1C0830}"/>
                </a:ext>
              </a:extLst>
            </p:cNvPr>
            <p:cNvSpPr>
              <a:spLocks/>
            </p:cNvSpPr>
            <p:nvPr/>
          </p:nvSpPr>
          <p:spPr>
            <a:xfrm>
              <a:off x="787320" y="2328373"/>
              <a:ext cx="8460" cy="49427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1" name="hist_3416_21">
              <a:extLst>
                <a:ext uri="{FF2B5EF4-FFF2-40B4-BE49-F238E27FC236}">
                  <a16:creationId xmlns:a16="http://schemas.microsoft.com/office/drawing/2014/main" id="{74CA76C0-8C1B-E6BA-3E17-DA5E75B1AEB1}"/>
                </a:ext>
              </a:extLst>
            </p:cNvPr>
            <p:cNvSpPr>
              <a:spLocks/>
            </p:cNvSpPr>
            <p:nvPr/>
          </p:nvSpPr>
          <p:spPr>
            <a:xfrm>
              <a:off x="798120" y="2343468"/>
              <a:ext cx="8460" cy="3433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2" name="hist_3416_22">
              <a:extLst>
                <a:ext uri="{FF2B5EF4-FFF2-40B4-BE49-F238E27FC236}">
                  <a16:creationId xmlns:a16="http://schemas.microsoft.com/office/drawing/2014/main" id="{4179AA14-3944-30E0-EC37-75E0A0CB3E13}"/>
                </a:ext>
              </a:extLst>
            </p:cNvPr>
            <p:cNvSpPr>
              <a:spLocks/>
            </p:cNvSpPr>
            <p:nvPr/>
          </p:nvSpPr>
          <p:spPr>
            <a:xfrm>
              <a:off x="808920" y="2355558"/>
              <a:ext cx="8460" cy="2224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3" name="hist_3416_23">
              <a:extLst>
                <a:ext uri="{FF2B5EF4-FFF2-40B4-BE49-F238E27FC236}">
                  <a16:creationId xmlns:a16="http://schemas.microsoft.com/office/drawing/2014/main" id="{C73BD87B-C235-4DF8-750B-59AF1640F87D}"/>
                </a:ext>
              </a:extLst>
            </p:cNvPr>
            <p:cNvSpPr>
              <a:spLocks/>
            </p:cNvSpPr>
            <p:nvPr/>
          </p:nvSpPr>
          <p:spPr>
            <a:xfrm>
              <a:off x="819720" y="2365051"/>
              <a:ext cx="8460" cy="12749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4" name="hist_3416_24">
              <a:extLst>
                <a:ext uri="{FF2B5EF4-FFF2-40B4-BE49-F238E27FC236}">
                  <a16:creationId xmlns:a16="http://schemas.microsoft.com/office/drawing/2014/main" id="{BF515C85-AD14-B10A-1335-6E070E8F74ED}"/>
                </a:ext>
              </a:extLst>
            </p:cNvPr>
            <p:cNvSpPr>
              <a:spLocks/>
            </p:cNvSpPr>
            <p:nvPr/>
          </p:nvSpPr>
          <p:spPr>
            <a:xfrm>
              <a:off x="830520" y="2369992"/>
              <a:ext cx="8460" cy="7808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5" name="hist_3416_25">
              <a:extLst>
                <a:ext uri="{FF2B5EF4-FFF2-40B4-BE49-F238E27FC236}">
                  <a16:creationId xmlns:a16="http://schemas.microsoft.com/office/drawing/2014/main" id="{9A45E3E7-8CED-239B-D54C-83D799A9F212}"/>
                </a:ext>
              </a:extLst>
            </p:cNvPr>
            <p:cNvSpPr>
              <a:spLocks/>
            </p:cNvSpPr>
            <p:nvPr/>
          </p:nvSpPr>
          <p:spPr>
            <a:xfrm>
              <a:off x="841320" y="2373717"/>
              <a:ext cx="8460" cy="4083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6" name="hist_3416_26">
              <a:extLst>
                <a:ext uri="{FF2B5EF4-FFF2-40B4-BE49-F238E27FC236}">
                  <a16:creationId xmlns:a16="http://schemas.microsoft.com/office/drawing/2014/main" id="{751BE101-2334-EB4B-82E9-869316BFD529}"/>
                </a:ext>
              </a:extLst>
            </p:cNvPr>
            <p:cNvSpPr>
              <a:spLocks/>
            </p:cNvSpPr>
            <p:nvPr/>
          </p:nvSpPr>
          <p:spPr>
            <a:xfrm>
              <a:off x="852120" y="2375700"/>
              <a:ext cx="8460" cy="210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97" name="hist_3416_baseline">
              <a:extLst>
                <a:ext uri="{FF2B5EF4-FFF2-40B4-BE49-F238E27FC236}">
                  <a16:creationId xmlns:a16="http://schemas.microsoft.com/office/drawing/2014/main" id="{0A2ABA4F-2BDA-8743-3F4B-5779FA5FA4F5}"/>
                </a:ext>
              </a:extLst>
            </p:cNvPr>
            <p:cNvSpPr>
              <a:spLocks/>
            </p:cNvSpPr>
            <p:nvPr/>
          </p:nvSpPr>
          <p:spPr>
            <a:xfrm>
              <a:off x="564120" y="2377800"/>
              <a:ext cx="306000" cy="1980"/>
            </a:xfrm>
            <a:prstGeom prst="rect">
              <a:avLst/>
            </a:prstGeom>
            <a:solidFill>
              <a:srgbClr val="D7E1EF"/>
            </a:solidFill>
            <a:ln w="0">
              <a:noFill/>
            </a:ln>
          </p:spPr>
        </p:sp>
      </p:grpSp>
      <p:pic>
        <p:nvPicPr>
          <p:cNvPr id="16006" name="a | spatial view identity" descr="Synthetic voxel-grid density schematic">
            <a:extLst>
              <a:ext uri="{FF2B5EF4-FFF2-40B4-BE49-F238E27FC236}">
                <a16:creationId xmlns:a16="http://schemas.microsoft.com/office/drawing/2014/main" id="{D365FB9E-9B61-0BC8-A58A-B25ABC086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9254" y="2840400"/>
            <a:ext cx="217092" cy="210240"/>
          </a:xfrm>
          <a:prstGeom prst="rect">
            <a:avLst/>
          </a:prstGeom>
        </p:spPr>
      </p:pic>
      <p:pic>
        <p:nvPicPr>
          <p:cNvPr id="16007" name="a | spatial view gaussian x2" descr="Synthetic voxel-grid density schematic">
            <a:extLst>
              <a:ext uri="{FF2B5EF4-FFF2-40B4-BE49-F238E27FC236}">
                <a16:creationId xmlns:a16="http://schemas.microsoft.com/office/drawing/2014/main" id="{E832ECF9-DBDF-6E81-3165-F2A4DACA7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8574" y="2840400"/>
            <a:ext cx="217092" cy="210240"/>
          </a:xfrm>
          <a:prstGeom prst="rect">
            <a:avLst/>
          </a:prstGeom>
        </p:spPr>
      </p:pic>
      <p:pic>
        <p:nvPicPr>
          <p:cNvPr id="16008" name="a | spatial view dog x2" descr="Synthetic voxel-grid density schematic">
            <a:extLst>
              <a:ext uri="{FF2B5EF4-FFF2-40B4-BE49-F238E27FC236}">
                <a16:creationId xmlns:a16="http://schemas.microsoft.com/office/drawing/2014/main" id="{B4405F77-3AFD-870A-3ED6-0846EDAB3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9254" y="3240000"/>
            <a:ext cx="217092" cy="210240"/>
          </a:xfrm>
          <a:prstGeom prst="rect">
            <a:avLst/>
          </a:prstGeom>
        </p:spPr>
      </p:pic>
      <p:pic>
        <p:nvPicPr>
          <p:cNvPr id="16009" name="a | spatial view receptor suppression x2" descr="Synthetic voxel-grid density schematic">
            <a:extLst>
              <a:ext uri="{FF2B5EF4-FFF2-40B4-BE49-F238E27FC236}">
                <a16:creationId xmlns:a16="http://schemas.microsoft.com/office/drawing/2014/main" id="{D8533A9E-0593-9ADE-CC05-3A3FD06E2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8574" y="3240000"/>
            <a:ext cx="217092" cy="210240"/>
          </a:xfrm>
          <a:prstGeom prst="rect">
            <a:avLst/>
          </a:prstGeom>
        </p:spPr>
      </p:pic>
      <p:pic>
        <p:nvPicPr>
          <p:cNvPr id="16010" name="a | 56-channel tensor stack" descr="Synthetic voxel-grid density schematic">
            <a:extLst>
              <a:ext uri="{FF2B5EF4-FFF2-40B4-BE49-F238E27FC236}">
                <a16:creationId xmlns:a16="http://schemas.microsoft.com/office/drawing/2014/main" id="{CDAB4A47-B33C-F230-7124-33828C0231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62269" y="3858120"/>
            <a:ext cx="480222" cy="332280"/>
          </a:xfrm>
          <a:prstGeom prst="rect">
            <a:avLst/>
          </a:prstGeom>
        </p:spPr>
      </p:pic>
      <p:grpSp>
        <p:nvGrpSpPr>
          <p:cNvPr id="3422" name="a | receptor atom cloud">
            <a:extLst>
              <a:ext uri="{FF2B5EF4-FFF2-40B4-BE49-F238E27FC236}">
                <a16:creationId xmlns:a16="http://schemas.microsoft.com/office/drawing/2014/main" id="{A3C124F6-D149-94E4-4E83-D2398DDD1389}"/>
              </a:ext>
            </a:extLst>
          </p:cNvPr>
          <p:cNvGrpSpPr/>
          <p:nvPr/>
        </p:nvGrpSpPr>
        <p:grpSpPr>
          <a:xfrm>
            <a:off x="169875" y="4807960"/>
            <a:ext cx="229109" cy="243694"/>
            <a:chOff x="169875" y="4807960"/>
            <a:chExt cx="229109" cy="243694"/>
          </a:xfrm>
        </p:grpSpPr>
        <p:sp>
          <p:nvSpPr>
            <p:cNvPr id="5650" name="asset_3422_0">
              <a:extLst>
                <a:ext uri="{FF2B5EF4-FFF2-40B4-BE49-F238E27FC236}">
                  <a16:creationId xmlns:a16="http://schemas.microsoft.com/office/drawing/2014/main" id="{633939E1-A513-DB6F-6F03-DC388A531CA3}"/>
                </a:ext>
              </a:extLst>
            </p:cNvPr>
            <p:cNvSpPr>
              <a:spLocks noGrp="1"/>
            </p:cNvSpPr>
            <p:nvPr/>
          </p:nvSpPr>
          <p:spPr>
            <a:xfrm>
              <a:off x="231052" y="4952240"/>
              <a:ext cx="50740" cy="5074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1" name="asset_3422_1">
              <a:extLst>
                <a:ext uri="{FF2B5EF4-FFF2-40B4-BE49-F238E27FC236}">
                  <a16:creationId xmlns:a16="http://schemas.microsoft.com/office/drawing/2014/main" id="{832EA5EA-1D4B-5996-73B0-FB0FB2FDCDFC}"/>
                </a:ext>
              </a:extLst>
            </p:cNvPr>
            <p:cNvSpPr>
              <a:spLocks noGrp="1"/>
            </p:cNvSpPr>
            <p:nvPr/>
          </p:nvSpPr>
          <p:spPr>
            <a:xfrm>
              <a:off x="241961" y="4961881"/>
              <a:ext cx="16490" cy="96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2" name="asset_3422_2">
              <a:extLst>
                <a:ext uri="{FF2B5EF4-FFF2-40B4-BE49-F238E27FC236}">
                  <a16:creationId xmlns:a16="http://schemas.microsoft.com/office/drawing/2014/main" id="{8619EEE3-FCC1-E07D-E142-44CCB5BF8ED6}"/>
                </a:ext>
              </a:extLst>
            </p:cNvPr>
            <p:cNvSpPr>
              <a:spLocks noGrp="1"/>
            </p:cNvSpPr>
            <p:nvPr/>
          </p:nvSpPr>
          <p:spPr>
            <a:xfrm>
              <a:off x="257492" y="4890552"/>
              <a:ext cx="45016" cy="4501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3" name="asset_3422_3">
              <a:extLst>
                <a:ext uri="{FF2B5EF4-FFF2-40B4-BE49-F238E27FC236}">
                  <a16:creationId xmlns:a16="http://schemas.microsoft.com/office/drawing/2014/main" id="{FA3CDDDF-04D3-1395-2D0E-C7BFB2EC5525}"/>
                </a:ext>
              </a:extLst>
            </p:cNvPr>
            <p:cNvSpPr>
              <a:spLocks noGrp="1"/>
            </p:cNvSpPr>
            <p:nvPr/>
          </p:nvSpPr>
          <p:spPr>
            <a:xfrm>
              <a:off x="267171" y="4899105"/>
              <a:ext cx="14630" cy="855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4" name="asset_3422_4">
              <a:extLst>
                <a:ext uri="{FF2B5EF4-FFF2-40B4-BE49-F238E27FC236}">
                  <a16:creationId xmlns:a16="http://schemas.microsoft.com/office/drawing/2014/main" id="{87E1D058-F81D-F993-6FA1-F8FEB0531A86}"/>
                </a:ext>
              </a:extLst>
            </p:cNvPr>
            <p:cNvSpPr>
              <a:spLocks noGrp="1"/>
            </p:cNvSpPr>
            <p:nvPr/>
          </p:nvSpPr>
          <p:spPr>
            <a:xfrm>
              <a:off x="341683" y="4917382"/>
              <a:ext cx="49251" cy="4925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5" name="asset_3422_5">
              <a:extLst>
                <a:ext uri="{FF2B5EF4-FFF2-40B4-BE49-F238E27FC236}">
                  <a16:creationId xmlns:a16="http://schemas.microsoft.com/office/drawing/2014/main" id="{606707F5-159E-0922-3A9E-45DFF02724BD}"/>
                </a:ext>
              </a:extLst>
            </p:cNvPr>
            <p:cNvSpPr>
              <a:spLocks noGrp="1"/>
            </p:cNvSpPr>
            <p:nvPr/>
          </p:nvSpPr>
          <p:spPr>
            <a:xfrm>
              <a:off x="352272" y="4926740"/>
              <a:ext cx="16007" cy="935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6" name="asset_3422_6">
              <a:extLst>
                <a:ext uri="{FF2B5EF4-FFF2-40B4-BE49-F238E27FC236}">
                  <a16:creationId xmlns:a16="http://schemas.microsoft.com/office/drawing/2014/main" id="{06EBADF1-42E6-60A6-A84F-1DBF2A987AA5}"/>
                </a:ext>
              </a:extLst>
            </p:cNvPr>
            <p:cNvSpPr>
              <a:spLocks noGrp="1"/>
            </p:cNvSpPr>
            <p:nvPr/>
          </p:nvSpPr>
          <p:spPr>
            <a:xfrm>
              <a:off x="271855" y="4975772"/>
              <a:ext cx="36195" cy="36195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7" name="asset_3422_7">
              <a:extLst>
                <a:ext uri="{FF2B5EF4-FFF2-40B4-BE49-F238E27FC236}">
                  <a16:creationId xmlns:a16="http://schemas.microsoft.com/office/drawing/2014/main" id="{B19940A5-A568-C29E-A91B-C3532A180ACE}"/>
                </a:ext>
              </a:extLst>
            </p:cNvPr>
            <p:cNvSpPr>
              <a:spLocks noGrp="1"/>
            </p:cNvSpPr>
            <p:nvPr/>
          </p:nvSpPr>
          <p:spPr>
            <a:xfrm>
              <a:off x="279637" y="4982649"/>
              <a:ext cx="11764" cy="68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8" name="asset_3422_8">
              <a:extLst>
                <a:ext uri="{FF2B5EF4-FFF2-40B4-BE49-F238E27FC236}">
                  <a16:creationId xmlns:a16="http://schemas.microsoft.com/office/drawing/2014/main" id="{DA1F75B4-90C8-1135-8BCA-2C2BAD9AB182}"/>
                </a:ext>
              </a:extLst>
            </p:cNvPr>
            <p:cNvSpPr>
              <a:spLocks noGrp="1"/>
            </p:cNvSpPr>
            <p:nvPr/>
          </p:nvSpPr>
          <p:spPr>
            <a:xfrm>
              <a:off x="189829" y="4978084"/>
              <a:ext cx="46368" cy="4636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9" name="asset_3422_9">
              <a:extLst>
                <a:ext uri="{FF2B5EF4-FFF2-40B4-BE49-F238E27FC236}">
                  <a16:creationId xmlns:a16="http://schemas.microsoft.com/office/drawing/2014/main" id="{8F109DAA-F3AB-3B05-8DCC-15795231C481}"/>
                </a:ext>
              </a:extLst>
            </p:cNvPr>
            <p:cNvSpPr>
              <a:spLocks noGrp="1"/>
            </p:cNvSpPr>
            <p:nvPr/>
          </p:nvSpPr>
          <p:spPr>
            <a:xfrm>
              <a:off x="199798" y="4986894"/>
              <a:ext cx="15070" cy="881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0" name="asset_3422_10">
              <a:extLst>
                <a:ext uri="{FF2B5EF4-FFF2-40B4-BE49-F238E27FC236}">
                  <a16:creationId xmlns:a16="http://schemas.microsoft.com/office/drawing/2014/main" id="{0457BA6E-31E4-1DDB-AE2A-0A837EF5A947}"/>
                </a:ext>
              </a:extLst>
            </p:cNvPr>
            <p:cNvSpPr>
              <a:spLocks noGrp="1"/>
            </p:cNvSpPr>
            <p:nvPr/>
          </p:nvSpPr>
          <p:spPr>
            <a:xfrm>
              <a:off x="225545" y="5013901"/>
              <a:ext cx="33003" cy="3300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1" name="asset_3422_11">
              <a:extLst>
                <a:ext uri="{FF2B5EF4-FFF2-40B4-BE49-F238E27FC236}">
                  <a16:creationId xmlns:a16="http://schemas.microsoft.com/office/drawing/2014/main" id="{193F67FD-1DAE-AC75-41A4-E795453FB93B}"/>
                </a:ext>
              </a:extLst>
            </p:cNvPr>
            <p:cNvSpPr>
              <a:spLocks noGrp="1"/>
            </p:cNvSpPr>
            <p:nvPr/>
          </p:nvSpPr>
          <p:spPr>
            <a:xfrm>
              <a:off x="232640" y="5020172"/>
              <a:ext cx="10726" cy="627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2" name="asset_3422_12">
              <a:extLst>
                <a:ext uri="{FF2B5EF4-FFF2-40B4-BE49-F238E27FC236}">
                  <a16:creationId xmlns:a16="http://schemas.microsoft.com/office/drawing/2014/main" id="{E1F05B43-3A9F-2778-4331-CA905A3F702C}"/>
                </a:ext>
              </a:extLst>
            </p:cNvPr>
            <p:cNvSpPr>
              <a:spLocks noGrp="1"/>
            </p:cNvSpPr>
            <p:nvPr/>
          </p:nvSpPr>
          <p:spPr>
            <a:xfrm>
              <a:off x="202899" y="4919795"/>
              <a:ext cx="44462" cy="444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3" name="asset_3422_13">
              <a:extLst>
                <a:ext uri="{FF2B5EF4-FFF2-40B4-BE49-F238E27FC236}">
                  <a16:creationId xmlns:a16="http://schemas.microsoft.com/office/drawing/2014/main" id="{889E0872-1277-16AC-4BE0-FCC60D9CEC2F}"/>
                </a:ext>
              </a:extLst>
            </p:cNvPr>
            <p:cNvSpPr>
              <a:spLocks noGrp="1"/>
            </p:cNvSpPr>
            <p:nvPr/>
          </p:nvSpPr>
          <p:spPr>
            <a:xfrm>
              <a:off x="212458" y="4928243"/>
              <a:ext cx="14450" cy="844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4" name="asset_3422_14">
              <a:extLst>
                <a:ext uri="{FF2B5EF4-FFF2-40B4-BE49-F238E27FC236}">
                  <a16:creationId xmlns:a16="http://schemas.microsoft.com/office/drawing/2014/main" id="{A828ACF2-8F22-7A2E-D649-777B0BDE8B9D}"/>
                </a:ext>
              </a:extLst>
            </p:cNvPr>
            <p:cNvSpPr>
              <a:spLocks noGrp="1"/>
            </p:cNvSpPr>
            <p:nvPr/>
          </p:nvSpPr>
          <p:spPr>
            <a:xfrm>
              <a:off x="248117" y="4866798"/>
              <a:ext cx="41123" cy="4112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5" name="asset_3422_15">
              <a:extLst>
                <a:ext uri="{FF2B5EF4-FFF2-40B4-BE49-F238E27FC236}">
                  <a16:creationId xmlns:a16="http://schemas.microsoft.com/office/drawing/2014/main" id="{C7AFD103-936B-1E44-7799-8E5FC67BE32E}"/>
                </a:ext>
              </a:extLst>
            </p:cNvPr>
            <p:cNvSpPr>
              <a:spLocks noGrp="1"/>
            </p:cNvSpPr>
            <p:nvPr/>
          </p:nvSpPr>
          <p:spPr>
            <a:xfrm>
              <a:off x="256958" y="4874611"/>
              <a:ext cx="13365" cy="781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6" name="asset_3422_16">
              <a:extLst>
                <a:ext uri="{FF2B5EF4-FFF2-40B4-BE49-F238E27FC236}">
                  <a16:creationId xmlns:a16="http://schemas.microsoft.com/office/drawing/2014/main" id="{378B1B13-954E-2C77-0C62-64AE05EEEA1F}"/>
                </a:ext>
              </a:extLst>
            </p:cNvPr>
            <p:cNvSpPr>
              <a:spLocks noGrp="1"/>
            </p:cNvSpPr>
            <p:nvPr/>
          </p:nvSpPr>
          <p:spPr>
            <a:xfrm>
              <a:off x="297907" y="4941502"/>
              <a:ext cx="42220" cy="4222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7" name="asset_3422_17">
              <a:extLst>
                <a:ext uri="{FF2B5EF4-FFF2-40B4-BE49-F238E27FC236}">
                  <a16:creationId xmlns:a16="http://schemas.microsoft.com/office/drawing/2014/main" id="{31FCDB3F-8A5E-BCD5-C3FC-86BC8F52F67C}"/>
                </a:ext>
              </a:extLst>
            </p:cNvPr>
            <p:cNvSpPr>
              <a:spLocks noGrp="1"/>
            </p:cNvSpPr>
            <p:nvPr/>
          </p:nvSpPr>
          <p:spPr>
            <a:xfrm>
              <a:off x="306984" y="4949524"/>
              <a:ext cx="13721" cy="802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8" name="asset_3422_18">
              <a:extLst>
                <a:ext uri="{FF2B5EF4-FFF2-40B4-BE49-F238E27FC236}">
                  <a16:creationId xmlns:a16="http://schemas.microsoft.com/office/drawing/2014/main" id="{C344CBF5-ADBF-7778-4EDE-9FCEA1569EC1}"/>
                </a:ext>
              </a:extLst>
            </p:cNvPr>
            <p:cNvSpPr>
              <a:spLocks noGrp="1"/>
            </p:cNvSpPr>
            <p:nvPr/>
          </p:nvSpPr>
          <p:spPr>
            <a:xfrm>
              <a:off x="197886" y="4901933"/>
              <a:ext cx="33418" cy="334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9" name="asset_3422_19">
              <a:extLst>
                <a:ext uri="{FF2B5EF4-FFF2-40B4-BE49-F238E27FC236}">
                  <a16:creationId xmlns:a16="http://schemas.microsoft.com/office/drawing/2014/main" id="{5D7B0D51-AFA6-BCFF-496D-5C65979E21EA}"/>
                </a:ext>
              </a:extLst>
            </p:cNvPr>
            <p:cNvSpPr>
              <a:spLocks noGrp="1"/>
            </p:cNvSpPr>
            <p:nvPr/>
          </p:nvSpPr>
          <p:spPr>
            <a:xfrm>
              <a:off x="205071" y="4908282"/>
              <a:ext cx="10861" cy="635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0" name="asset_3422_20">
              <a:extLst>
                <a:ext uri="{FF2B5EF4-FFF2-40B4-BE49-F238E27FC236}">
                  <a16:creationId xmlns:a16="http://schemas.microsoft.com/office/drawing/2014/main" id="{B0432750-4E3D-40AC-D4DF-A283FF6506C0}"/>
                </a:ext>
              </a:extLst>
            </p:cNvPr>
            <p:cNvSpPr>
              <a:spLocks noGrp="1"/>
            </p:cNvSpPr>
            <p:nvPr/>
          </p:nvSpPr>
          <p:spPr>
            <a:xfrm>
              <a:off x="245477" y="4933298"/>
              <a:ext cx="48764" cy="4876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1" name="asset_3422_21">
              <a:extLst>
                <a:ext uri="{FF2B5EF4-FFF2-40B4-BE49-F238E27FC236}">
                  <a16:creationId xmlns:a16="http://schemas.microsoft.com/office/drawing/2014/main" id="{B7D62607-68A3-EF8A-613F-91EC11BF510A}"/>
                </a:ext>
              </a:extLst>
            </p:cNvPr>
            <p:cNvSpPr>
              <a:spLocks noGrp="1"/>
            </p:cNvSpPr>
            <p:nvPr/>
          </p:nvSpPr>
          <p:spPr>
            <a:xfrm>
              <a:off x="255962" y="4942563"/>
              <a:ext cx="15848" cy="926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2" name="asset_3422_22">
              <a:extLst>
                <a:ext uri="{FF2B5EF4-FFF2-40B4-BE49-F238E27FC236}">
                  <a16:creationId xmlns:a16="http://schemas.microsoft.com/office/drawing/2014/main" id="{7B87F229-A284-14D5-6C7E-BB8F3F7A8ADD}"/>
                </a:ext>
              </a:extLst>
            </p:cNvPr>
            <p:cNvSpPr>
              <a:spLocks noGrp="1"/>
            </p:cNvSpPr>
            <p:nvPr/>
          </p:nvSpPr>
          <p:spPr>
            <a:xfrm>
              <a:off x="264633" y="4948569"/>
              <a:ext cx="40342" cy="4034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3" name="asset_3422_23">
              <a:extLst>
                <a:ext uri="{FF2B5EF4-FFF2-40B4-BE49-F238E27FC236}">
                  <a16:creationId xmlns:a16="http://schemas.microsoft.com/office/drawing/2014/main" id="{66502A11-0E40-4851-4B1B-0C783631F390}"/>
                </a:ext>
              </a:extLst>
            </p:cNvPr>
            <p:cNvSpPr>
              <a:spLocks noGrp="1"/>
            </p:cNvSpPr>
            <p:nvPr/>
          </p:nvSpPr>
          <p:spPr>
            <a:xfrm>
              <a:off x="273306" y="4956234"/>
              <a:ext cx="13111" cy="766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4" name="asset_3422_24">
              <a:extLst>
                <a:ext uri="{FF2B5EF4-FFF2-40B4-BE49-F238E27FC236}">
                  <a16:creationId xmlns:a16="http://schemas.microsoft.com/office/drawing/2014/main" id="{1C7A3FAF-C885-73CF-A6F9-1E5517AFC075}"/>
                </a:ext>
              </a:extLst>
            </p:cNvPr>
            <p:cNvSpPr>
              <a:spLocks noGrp="1"/>
            </p:cNvSpPr>
            <p:nvPr/>
          </p:nvSpPr>
          <p:spPr>
            <a:xfrm>
              <a:off x="230598" y="4889071"/>
              <a:ext cx="32512" cy="3251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5" name="asset_3422_25">
              <a:extLst>
                <a:ext uri="{FF2B5EF4-FFF2-40B4-BE49-F238E27FC236}">
                  <a16:creationId xmlns:a16="http://schemas.microsoft.com/office/drawing/2014/main" id="{8C973731-DC8E-A255-BFAB-277341513ADD}"/>
                </a:ext>
              </a:extLst>
            </p:cNvPr>
            <p:cNvSpPr>
              <a:spLocks noGrp="1"/>
            </p:cNvSpPr>
            <p:nvPr/>
          </p:nvSpPr>
          <p:spPr>
            <a:xfrm>
              <a:off x="237588" y="4895249"/>
              <a:ext cx="10566" cy="61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6" name="asset_3422_26">
              <a:extLst>
                <a:ext uri="{FF2B5EF4-FFF2-40B4-BE49-F238E27FC236}">
                  <a16:creationId xmlns:a16="http://schemas.microsoft.com/office/drawing/2014/main" id="{0B3CB3AA-BFD3-50F9-B0D9-A801D5C8DB76}"/>
                </a:ext>
              </a:extLst>
            </p:cNvPr>
            <p:cNvSpPr>
              <a:spLocks noGrp="1"/>
            </p:cNvSpPr>
            <p:nvPr/>
          </p:nvSpPr>
          <p:spPr>
            <a:xfrm>
              <a:off x="301686" y="4928199"/>
              <a:ext cx="31620" cy="3162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7" name="asset_3422_27">
              <a:extLst>
                <a:ext uri="{FF2B5EF4-FFF2-40B4-BE49-F238E27FC236}">
                  <a16:creationId xmlns:a16="http://schemas.microsoft.com/office/drawing/2014/main" id="{B964DDBF-8875-E4AA-93B3-7151DB75C42C}"/>
                </a:ext>
              </a:extLst>
            </p:cNvPr>
            <p:cNvSpPr>
              <a:spLocks noGrp="1"/>
            </p:cNvSpPr>
            <p:nvPr/>
          </p:nvSpPr>
          <p:spPr>
            <a:xfrm>
              <a:off x="308484" y="4934207"/>
              <a:ext cx="10277" cy="600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8" name="asset_3422_28">
              <a:extLst>
                <a:ext uri="{FF2B5EF4-FFF2-40B4-BE49-F238E27FC236}">
                  <a16:creationId xmlns:a16="http://schemas.microsoft.com/office/drawing/2014/main" id="{A77A3AC6-6C78-BAC2-41CA-293BDCACB9C9}"/>
                </a:ext>
              </a:extLst>
            </p:cNvPr>
            <p:cNvSpPr>
              <a:spLocks noGrp="1"/>
            </p:cNvSpPr>
            <p:nvPr/>
          </p:nvSpPr>
          <p:spPr>
            <a:xfrm>
              <a:off x="188764" y="4922985"/>
              <a:ext cx="37593" cy="3759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9" name="asset_3422_29">
              <a:extLst>
                <a:ext uri="{FF2B5EF4-FFF2-40B4-BE49-F238E27FC236}">
                  <a16:creationId xmlns:a16="http://schemas.microsoft.com/office/drawing/2014/main" id="{5E817405-52A0-B294-4A5B-5E3F54E164EE}"/>
                </a:ext>
              </a:extLst>
            </p:cNvPr>
            <p:cNvSpPr>
              <a:spLocks noGrp="1"/>
            </p:cNvSpPr>
            <p:nvPr/>
          </p:nvSpPr>
          <p:spPr>
            <a:xfrm>
              <a:off x="196847" y="4930127"/>
              <a:ext cx="12218" cy="714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0" name="asset_3422_30">
              <a:extLst>
                <a:ext uri="{FF2B5EF4-FFF2-40B4-BE49-F238E27FC236}">
                  <a16:creationId xmlns:a16="http://schemas.microsoft.com/office/drawing/2014/main" id="{D63AA326-8662-78C6-E67B-33F38F84E8F3}"/>
                </a:ext>
              </a:extLst>
            </p:cNvPr>
            <p:cNvSpPr>
              <a:spLocks noGrp="1"/>
            </p:cNvSpPr>
            <p:nvPr/>
          </p:nvSpPr>
          <p:spPr>
            <a:xfrm>
              <a:off x="218174" y="4997359"/>
              <a:ext cx="31164" cy="3116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1" name="asset_3422_31">
              <a:extLst>
                <a:ext uri="{FF2B5EF4-FFF2-40B4-BE49-F238E27FC236}">
                  <a16:creationId xmlns:a16="http://schemas.microsoft.com/office/drawing/2014/main" id="{DBA71057-9B47-0EAF-A079-280890482F76}"/>
                </a:ext>
              </a:extLst>
            </p:cNvPr>
            <p:cNvSpPr>
              <a:spLocks noGrp="1"/>
            </p:cNvSpPr>
            <p:nvPr/>
          </p:nvSpPr>
          <p:spPr>
            <a:xfrm>
              <a:off x="224874" y="5003280"/>
              <a:ext cx="10128" cy="592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2" name="asset_3422_32">
              <a:extLst>
                <a:ext uri="{FF2B5EF4-FFF2-40B4-BE49-F238E27FC236}">
                  <a16:creationId xmlns:a16="http://schemas.microsoft.com/office/drawing/2014/main" id="{2442A3F0-22C5-3E88-BBA5-3A0325A4A587}"/>
                </a:ext>
              </a:extLst>
            </p:cNvPr>
            <p:cNvSpPr>
              <a:spLocks noGrp="1"/>
            </p:cNvSpPr>
            <p:nvPr/>
          </p:nvSpPr>
          <p:spPr>
            <a:xfrm>
              <a:off x="291333" y="4860690"/>
              <a:ext cx="35713" cy="357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3" name="asset_3422_33">
              <a:extLst>
                <a:ext uri="{FF2B5EF4-FFF2-40B4-BE49-F238E27FC236}">
                  <a16:creationId xmlns:a16="http://schemas.microsoft.com/office/drawing/2014/main" id="{758C1D8A-2628-A259-8B63-D2754F969C9E}"/>
                </a:ext>
              </a:extLst>
            </p:cNvPr>
            <p:cNvSpPr>
              <a:spLocks noGrp="1"/>
            </p:cNvSpPr>
            <p:nvPr/>
          </p:nvSpPr>
          <p:spPr>
            <a:xfrm>
              <a:off x="299012" y="4867475"/>
              <a:ext cx="11607" cy="678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4" name="asset_3422_34">
              <a:extLst>
                <a:ext uri="{FF2B5EF4-FFF2-40B4-BE49-F238E27FC236}">
                  <a16:creationId xmlns:a16="http://schemas.microsoft.com/office/drawing/2014/main" id="{BA9BBBDF-BCD6-BCF3-C3CC-BC748C561F4F}"/>
                </a:ext>
              </a:extLst>
            </p:cNvPr>
            <p:cNvSpPr>
              <a:spLocks noGrp="1"/>
            </p:cNvSpPr>
            <p:nvPr/>
          </p:nvSpPr>
          <p:spPr>
            <a:xfrm>
              <a:off x="190779" y="4973792"/>
              <a:ext cx="35794" cy="3579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5" name="asset_3422_35">
              <a:extLst>
                <a:ext uri="{FF2B5EF4-FFF2-40B4-BE49-F238E27FC236}">
                  <a16:creationId xmlns:a16="http://schemas.microsoft.com/office/drawing/2014/main" id="{11383316-BF8A-C424-247D-CF2684015648}"/>
                </a:ext>
              </a:extLst>
            </p:cNvPr>
            <p:cNvSpPr>
              <a:spLocks noGrp="1"/>
            </p:cNvSpPr>
            <p:nvPr/>
          </p:nvSpPr>
          <p:spPr>
            <a:xfrm>
              <a:off x="198475" y="4980593"/>
              <a:ext cx="11633" cy="680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6" name="asset_3422_36">
              <a:extLst>
                <a:ext uri="{FF2B5EF4-FFF2-40B4-BE49-F238E27FC236}">
                  <a16:creationId xmlns:a16="http://schemas.microsoft.com/office/drawing/2014/main" id="{3E17EB72-5326-4207-FF66-0BBB70F4EA8B}"/>
                </a:ext>
              </a:extLst>
            </p:cNvPr>
            <p:cNvSpPr>
              <a:spLocks noGrp="1"/>
            </p:cNvSpPr>
            <p:nvPr/>
          </p:nvSpPr>
          <p:spPr>
            <a:xfrm>
              <a:off x="225392" y="4818090"/>
              <a:ext cx="40954" cy="4095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7" name="asset_3422_37">
              <a:extLst>
                <a:ext uri="{FF2B5EF4-FFF2-40B4-BE49-F238E27FC236}">
                  <a16:creationId xmlns:a16="http://schemas.microsoft.com/office/drawing/2014/main" id="{D2DA3803-C373-6A2D-7D5A-F418A4C39B2D}"/>
                </a:ext>
              </a:extLst>
            </p:cNvPr>
            <p:cNvSpPr>
              <a:spLocks noGrp="1"/>
            </p:cNvSpPr>
            <p:nvPr/>
          </p:nvSpPr>
          <p:spPr>
            <a:xfrm>
              <a:off x="234197" y="4825872"/>
              <a:ext cx="13310" cy="778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8" name="asset_3422_38">
              <a:extLst>
                <a:ext uri="{FF2B5EF4-FFF2-40B4-BE49-F238E27FC236}">
                  <a16:creationId xmlns:a16="http://schemas.microsoft.com/office/drawing/2014/main" id="{848358C3-9627-D00D-0485-27D45493F957}"/>
                </a:ext>
              </a:extLst>
            </p:cNvPr>
            <p:cNvSpPr>
              <a:spLocks noGrp="1"/>
            </p:cNvSpPr>
            <p:nvPr/>
          </p:nvSpPr>
          <p:spPr>
            <a:xfrm>
              <a:off x="202785" y="4934968"/>
              <a:ext cx="44618" cy="446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9" name="asset_3422_39">
              <a:extLst>
                <a:ext uri="{FF2B5EF4-FFF2-40B4-BE49-F238E27FC236}">
                  <a16:creationId xmlns:a16="http://schemas.microsoft.com/office/drawing/2014/main" id="{7DF0F43A-EC1C-F980-91C3-61DF1C3F2A0D}"/>
                </a:ext>
              </a:extLst>
            </p:cNvPr>
            <p:cNvSpPr>
              <a:spLocks noGrp="1"/>
            </p:cNvSpPr>
            <p:nvPr/>
          </p:nvSpPr>
          <p:spPr>
            <a:xfrm>
              <a:off x="212377" y="4943445"/>
              <a:ext cx="14501" cy="84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0" name="asset_3422_40">
              <a:extLst>
                <a:ext uri="{FF2B5EF4-FFF2-40B4-BE49-F238E27FC236}">
                  <a16:creationId xmlns:a16="http://schemas.microsoft.com/office/drawing/2014/main" id="{17DA2102-346C-B758-AE5E-0549BD40C2BE}"/>
                </a:ext>
              </a:extLst>
            </p:cNvPr>
            <p:cNvSpPr>
              <a:spLocks noGrp="1"/>
            </p:cNvSpPr>
            <p:nvPr/>
          </p:nvSpPr>
          <p:spPr>
            <a:xfrm>
              <a:off x="338599" y="4889037"/>
              <a:ext cx="31138" cy="3113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1" name="asset_3422_41">
              <a:extLst>
                <a:ext uri="{FF2B5EF4-FFF2-40B4-BE49-F238E27FC236}">
                  <a16:creationId xmlns:a16="http://schemas.microsoft.com/office/drawing/2014/main" id="{5E802881-7A0F-BE2F-327C-7789698AEBC3}"/>
                </a:ext>
              </a:extLst>
            </p:cNvPr>
            <p:cNvSpPr>
              <a:spLocks noGrp="1"/>
            </p:cNvSpPr>
            <p:nvPr/>
          </p:nvSpPr>
          <p:spPr>
            <a:xfrm>
              <a:off x="345294" y="4894953"/>
              <a:ext cx="10120" cy="591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2" name="asset_3422_42">
              <a:extLst>
                <a:ext uri="{FF2B5EF4-FFF2-40B4-BE49-F238E27FC236}">
                  <a16:creationId xmlns:a16="http://schemas.microsoft.com/office/drawing/2014/main" id="{9F39D77C-708A-091C-4CBA-608FBA4461A7}"/>
                </a:ext>
              </a:extLst>
            </p:cNvPr>
            <p:cNvSpPr>
              <a:spLocks noGrp="1"/>
            </p:cNvSpPr>
            <p:nvPr/>
          </p:nvSpPr>
          <p:spPr>
            <a:xfrm>
              <a:off x="320967" y="4999928"/>
              <a:ext cx="43221" cy="4322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3" name="asset_3422_43">
              <a:extLst>
                <a:ext uri="{FF2B5EF4-FFF2-40B4-BE49-F238E27FC236}">
                  <a16:creationId xmlns:a16="http://schemas.microsoft.com/office/drawing/2014/main" id="{A6407A48-BDAE-2F07-F992-8AC17FCF8446}"/>
                </a:ext>
              </a:extLst>
            </p:cNvPr>
            <p:cNvSpPr>
              <a:spLocks noGrp="1"/>
            </p:cNvSpPr>
            <p:nvPr/>
          </p:nvSpPr>
          <p:spPr>
            <a:xfrm>
              <a:off x="330259" y="5008140"/>
              <a:ext cx="14047" cy="821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4" name="asset_3422_44">
              <a:extLst>
                <a:ext uri="{FF2B5EF4-FFF2-40B4-BE49-F238E27FC236}">
                  <a16:creationId xmlns:a16="http://schemas.microsoft.com/office/drawing/2014/main" id="{0B7DDE55-15FD-DD89-5218-F41011A42F71}"/>
                </a:ext>
              </a:extLst>
            </p:cNvPr>
            <p:cNvSpPr>
              <a:spLocks noGrp="1"/>
            </p:cNvSpPr>
            <p:nvPr/>
          </p:nvSpPr>
          <p:spPr>
            <a:xfrm>
              <a:off x="350970" y="4966161"/>
              <a:ext cx="35562" cy="355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5" name="asset_3422_45">
              <a:extLst>
                <a:ext uri="{FF2B5EF4-FFF2-40B4-BE49-F238E27FC236}">
                  <a16:creationId xmlns:a16="http://schemas.microsoft.com/office/drawing/2014/main" id="{553C2B22-CC95-F611-F9D6-F2A024C84991}"/>
                </a:ext>
              </a:extLst>
            </p:cNvPr>
            <p:cNvSpPr>
              <a:spLocks noGrp="1"/>
            </p:cNvSpPr>
            <p:nvPr/>
          </p:nvSpPr>
          <p:spPr>
            <a:xfrm>
              <a:off x="358616" y="4972917"/>
              <a:ext cx="11558" cy="675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6" name="asset_3422_46">
              <a:extLst>
                <a:ext uri="{FF2B5EF4-FFF2-40B4-BE49-F238E27FC236}">
                  <a16:creationId xmlns:a16="http://schemas.microsoft.com/office/drawing/2014/main" id="{AF293E75-C348-533C-5B68-99EA8B348E70}"/>
                </a:ext>
              </a:extLst>
            </p:cNvPr>
            <p:cNvSpPr>
              <a:spLocks noGrp="1"/>
            </p:cNvSpPr>
            <p:nvPr/>
          </p:nvSpPr>
          <p:spPr>
            <a:xfrm>
              <a:off x="218758" y="4839345"/>
              <a:ext cx="38113" cy="381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7" name="asset_3422_47">
              <a:extLst>
                <a:ext uri="{FF2B5EF4-FFF2-40B4-BE49-F238E27FC236}">
                  <a16:creationId xmlns:a16="http://schemas.microsoft.com/office/drawing/2014/main" id="{9CCB4ABB-BF0E-F741-CA41-FE23B8E5D948}"/>
                </a:ext>
              </a:extLst>
            </p:cNvPr>
            <p:cNvSpPr>
              <a:spLocks noGrp="1"/>
            </p:cNvSpPr>
            <p:nvPr/>
          </p:nvSpPr>
          <p:spPr>
            <a:xfrm>
              <a:off x="226952" y="4846587"/>
              <a:ext cx="12387" cy="72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8" name="asset_3422_48">
              <a:extLst>
                <a:ext uri="{FF2B5EF4-FFF2-40B4-BE49-F238E27FC236}">
                  <a16:creationId xmlns:a16="http://schemas.microsoft.com/office/drawing/2014/main" id="{58959C04-D696-8B2F-D3C4-8971871A1D42}"/>
                </a:ext>
              </a:extLst>
            </p:cNvPr>
            <p:cNvSpPr>
              <a:spLocks noGrp="1"/>
            </p:cNvSpPr>
            <p:nvPr/>
          </p:nvSpPr>
          <p:spPr>
            <a:xfrm>
              <a:off x="341389" y="4932820"/>
              <a:ext cx="34691" cy="3469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9" name="asset_3422_49">
              <a:extLst>
                <a:ext uri="{FF2B5EF4-FFF2-40B4-BE49-F238E27FC236}">
                  <a16:creationId xmlns:a16="http://schemas.microsoft.com/office/drawing/2014/main" id="{69B815B6-44F5-D077-2090-8542CCA87DE4}"/>
                </a:ext>
              </a:extLst>
            </p:cNvPr>
            <p:cNvSpPr>
              <a:spLocks noGrp="1"/>
            </p:cNvSpPr>
            <p:nvPr/>
          </p:nvSpPr>
          <p:spPr>
            <a:xfrm>
              <a:off x="348848" y="4939412"/>
              <a:ext cx="11275" cy="659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0" name="asset_3422_50">
              <a:extLst>
                <a:ext uri="{FF2B5EF4-FFF2-40B4-BE49-F238E27FC236}">
                  <a16:creationId xmlns:a16="http://schemas.microsoft.com/office/drawing/2014/main" id="{F92FACC3-D6CC-42C3-438A-5D5DB5CF8B50}"/>
                </a:ext>
              </a:extLst>
            </p:cNvPr>
            <p:cNvSpPr>
              <a:spLocks noGrp="1"/>
            </p:cNvSpPr>
            <p:nvPr/>
          </p:nvSpPr>
          <p:spPr>
            <a:xfrm>
              <a:off x="216428" y="4994121"/>
              <a:ext cx="37106" cy="3710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1" name="asset_3422_51">
              <a:extLst>
                <a:ext uri="{FF2B5EF4-FFF2-40B4-BE49-F238E27FC236}">
                  <a16:creationId xmlns:a16="http://schemas.microsoft.com/office/drawing/2014/main" id="{095BCA0C-E29E-CC1C-25AB-0B1B2C159907}"/>
                </a:ext>
              </a:extLst>
            </p:cNvPr>
            <p:cNvSpPr>
              <a:spLocks noGrp="1"/>
            </p:cNvSpPr>
            <p:nvPr/>
          </p:nvSpPr>
          <p:spPr>
            <a:xfrm>
              <a:off x="224406" y="5001171"/>
              <a:ext cx="12060" cy="705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2" name="asset_3422_52">
              <a:extLst>
                <a:ext uri="{FF2B5EF4-FFF2-40B4-BE49-F238E27FC236}">
                  <a16:creationId xmlns:a16="http://schemas.microsoft.com/office/drawing/2014/main" id="{A64B6049-421F-82A2-528E-9B61E0342AD5}"/>
                </a:ext>
              </a:extLst>
            </p:cNvPr>
            <p:cNvSpPr>
              <a:spLocks noGrp="1"/>
            </p:cNvSpPr>
            <p:nvPr/>
          </p:nvSpPr>
          <p:spPr>
            <a:xfrm>
              <a:off x="264136" y="4989684"/>
              <a:ext cx="38739" cy="38739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3" name="asset_3422_53">
              <a:extLst>
                <a:ext uri="{FF2B5EF4-FFF2-40B4-BE49-F238E27FC236}">
                  <a16:creationId xmlns:a16="http://schemas.microsoft.com/office/drawing/2014/main" id="{225480D3-46D0-3CED-3D0F-954D9E09900E}"/>
                </a:ext>
              </a:extLst>
            </p:cNvPr>
            <p:cNvSpPr>
              <a:spLocks noGrp="1"/>
            </p:cNvSpPr>
            <p:nvPr/>
          </p:nvSpPr>
          <p:spPr>
            <a:xfrm>
              <a:off x="272465" y="4997045"/>
              <a:ext cx="12590" cy="736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4" name="asset_3422_54">
              <a:extLst>
                <a:ext uri="{FF2B5EF4-FFF2-40B4-BE49-F238E27FC236}">
                  <a16:creationId xmlns:a16="http://schemas.microsoft.com/office/drawing/2014/main" id="{E234C01C-6C8A-016A-B483-5D73148F1328}"/>
                </a:ext>
              </a:extLst>
            </p:cNvPr>
            <p:cNvSpPr>
              <a:spLocks noGrp="1"/>
            </p:cNvSpPr>
            <p:nvPr/>
          </p:nvSpPr>
          <p:spPr>
            <a:xfrm>
              <a:off x="259170" y="4848057"/>
              <a:ext cx="31787" cy="3178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5" name="asset_3422_55">
              <a:extLst>
                <a:ext uri="{FF2B5EF4-FFF2-40B4-BE49-F238E27FC236}">
                  <a16:creationId xmlns:a16="http://schemas.microsoft.com/office/drawing/2014/main" id="{9435F737-B6FA-9CBE-0096-4AEE7CEE5586}"/>
                </a:ext>
              </a:extLst>
            </p:cNvPr>
            <p:cNvSpPr>
              <a:spLocks noGrp="1"/>
            </p:cNvSpPr>
            <p:nvPr/>
          </p:nvSpPr>
          <p:spPr>
            <a:xfrm>
              <a:off x="266004" y="4854097"/>
              <a:ext cx="10331" cy="603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6" name="asset_3422_56">
              <a:extLst>
                <a:ext uri="{FF2B5EF4-FFF2-40B4-BE49-F238E27FC236}">
                  <a16:creationId xmlns:a16="http://schemas.microsoft.com/office/drawing/2014/main" id="{3C59ECC7-D1EB-50EF-46CD-D72685E08E93}"/>
                </a:ext>
              </a:extLst>
            </p:cNvPr>
            <p:cNvSpPr>
              <a:spLocks noGrp="1"/>
            </p:cNvSpPr>
            <p:nvPr/>
          </p:nvSpPr>
          <p:spPr>
            <a:xfrm>
              <a:off x="339932" y="4846499"/>
              <a:ext cx="35333" cy="3533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7" name="asset_3422_57">
              <a:extLst>
                <a:ext uri="{FF2B5EF4-FFF2-40B4-BE49-F238E27FC236}">
                  <a16:creationId xmlns:a16="http://schemas.microsoft.com/office/drawing/2014/main" id="{DB518046-3148-96FF-885E-D2219E142812}"/>
                </a:ext>
              </a:extLst>
            </p:cNvPr>
            <p:cNvSpPr>
              <a:spLocks noGrp="1"/>
            </p:cNvSpPr>
            <p:nvPr/>
          </p:nvSpPr>
          <p:spPr>
            <a:xfrm>
              <a:off x="347528" y="4853212"/>
              <a:ext cx="11483" cy="671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8" name="asset_3422_58">
              <a:extLst>
                <a:ext uri="{FF2B5EF4-FFF2-40B4-BE49-F238E27FC236}">
                  <a16:creationId xmlns:a16="http://schemas.microsoft.com/office/drawing/2014/main" id="{BD65097B-B340-A828-B2FB-AA6AFABD204C}"/>
                </a:ext>
              </a:extLst>
            </p:cNvPr>
            <p:cNvSpPr>
              <a:spLocks noGrp="1"/>
            </p:cNvSpPr>
            <p:nvPr/>
          </p:nvSpPr>
          <p:spPr>
            <a:xfrm>
              <a:off x="247737" y="4821086"/>
              <a:ext cx="41986" cy="4198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9" name="asset_3422_59">
              <a:extLst>
                <a:ext uri="{FF2B5EF4-FFF2-40B4-BE49-F238E27FC236}">
                  <a16:creationId xmlns:a16="http://schemas.microsoft.com/office/drawing/2014/main" id="{FBB2B6BE-7290-2BCA-5A16-E71142C3033D}"/>
                </a:ext>
              </a:extLst>
            </p:cNvPr>
            <p:cNvSpPr>
              <a:spLocks noGrp="1"/>
            </p:cNvSpPr>
            <p:nvPr/>
          </p:nvSpPr>
          <p:spPr>
            <a:xfrm>
              <a:off x="256763" y="4829063"/>
              <a:ext cx="13645" cy="79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0" name="asset_3422_60">
              <a:extLst>
                <a:ext uri="{FF2B5EF4-FFF2-40B4-BE49-F238E27FC236}">
                  <a16:creationId xmlns:a16="http://schemas.microsoft.com/office/drawing/2014/main" id="{50232B09-4B45-6736-714A-98C3FA1C6C17}"/>
                </a:ext>
              </a:extLst>
            </p:cNvPr>
            <p:cNvSpPr>
              <a:spLocks noGrp="1"/>
            </p:cNvSpPr>
            <p:nvPr/>
          </p:nvSpPr>
          <p:spPr>
            <a:xfrm>
              <a:off x="352013" y="4951727"/>
              <a:ext cx="41933" cy="4193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1" name="asset_3422_61">
              <a:extLst>
                <a:ext uri="{FF2B5EF4-FFF2-40B4-BE49-F238E27FC236}">
                  <a16:creationId xmlns:a16="http://schemas.microsoft.com/office/drawing/2014/main" id="{1B0BE6BB-0F4F-BE73-4AF9-886C74750EB4}"/>
                </a:ext>
              </a:extLst>
            </p:cNvPr>
            <p:cNvSpPr>
              <a:spLocks noGrp="1"/>
            </p:cNvSpPr>
            <p:nvPr/>
          </p:nvSpPr>
          <p:spPr>
            <a:xfrm>
              <a:off x="361028" y="4959695"/>
              <a:ext cx="13628" cy="796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2" name="asset_3422_62">
              <a:extLst>
                <a:ext uri="{FF2B5EF4-FFF2-40B4-BE49-F238E27FC236}">
                  <a16:creationId xmlns:a16="http://schemas.microsoft.com/office/drawing/2014/main" id="{9634D0F5-E34B-C4B0-A736-51490CBD8FE6}"/>
                </a:ext>
              </a:extLst>
            </p:cNvPr>
            <p:cNvSpPr>
              <a:spLocks noGrp="1"/>
            </p:cNvSpPr>
            <p:nvPr/>
          </p:nvSpPr>
          <p:spPr>
            <a:xfrm>
              <a:off x="280588" y="4991959"/>
              <a:ext cx="33271" cy="3327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3" name="asset_3422_63">
              <a:extLst>
                <a:ext uri="{FF2B5EF4-FFF2-40B4-BE49-F238E27FC236}">
                  <a16:creationId xmlns:a16="http://schemas.microsoft.com/office/drawing/2014/main" id="{1440AC82-D32F-8266-D655-A65D4BB7094A}"/>
                </a:ext>
              </a:extLst>
            </p:cNvPr>
            <p:cNvSpPr>
              <a:spLocks noGrp="1"/>
            </p:cNvSpPr>
            <p:nvPr/>
          </p:nvSpPr>
          <p:spPr>
            <a:xfrm>
              <a:off x="287741" y="4998280"/>
              <a:ext cx="10813" cy="632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4" name="asset_3422_64">
              <a:extLst>
                <a:ext uri="{FF2B5EF4-FFF2-40B4-BE49-F238E27FC236}">
                  <a16:creationId xmlns:a16="http://schemas.microsoft.com/office/drawing/2014/main" id="{276A66FD-7813-489B-2AC3-6FB125F1EDF1}"/>
                </a:ext>
              </a:extLst>
            </p:cNvPr>
            <p:cNvSpPr>
              <a:spLocks noGrp="1"/>
            </p:cNvSpPr>
            <p:nvPr/>
          </p:nvSpPr>
          <p:spPr>
            <a:xfrm>
              <a:off x="335774" y="4884877"/>
              <a:ext cx="37623" cy="3762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5" name="asset_3422_65">
              <a:extLst>
                <a:ext uri="{FF2B5EF4-FFF2-40B4-BE49-F238E27FC236}">
                  <a16:creationId xmlns:a16="http://schemas.microsoft.com/office/drawing/2014/main" id="{8739B32A-AACE-D429-71EC-798AC770B41E}"/>
                </a:ext>
              </a:extLst>
            </p:cNvPr>
            <p:cNvSpPr>
              <a:spLocks noGrp="1"/>
            </p:cNvSpPr>
            <p:nvPr/>
          </p:nvSpPr>
          <p:spPr>
            <a:xfrm>
              <a:off x="343862" y="4892025"/>
              <a:ext cx="12227" cy="714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6" name="asset_3422_66">
              <a:extLst>
                <a:ext uri="{FF2B5EF4-FFF2-40B4-BE49-F238E27FC236}">
                  <a16:creationId xmlns:a16="http://schemas.microsoft.com/office/drawing/2014/main" id="{CD9E0C12-AE81-426F-C41A-9EEA5077072B}"/>
                </a:ext>
              </a:extLst>
            </p:cNvPr>
            <p:cNvSpPr>
              <a:spLocks noGrp="1"/>
            </p:cNvSpPr>
            <p:nvPr/>
          </p:nvSpPr>
          <p:spPr>
            <a:xfrm>
              <a:off x="328939" y="4981497"/>
              <a:ext cx="33522" cy="3352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7" name="asset_3422_67">
              <a:extLst>
                <a:ext uri="{FF2B5EF4-FFF2-40B4-BE49-F238E27FC236}">
                  <a16:creationId xmlns:a16="http://schemas.microsoft.com/office/drawing/2014/main" id="{809B7729-A241-5667-7B34-5A101FF1D995}"/>
                </a:ext>
              </a:extLst>
            </p:cNvPr>
            <p:cNvSpPr>
              <a:spLocks noGrp="1"/>
            </p:cNvSpPr>
            <p:nvPr/>
          </p:nvSpPr>
          <p:spPr>
            <a:xfrm>
              <a:off x="336146" y="4987866"/>
              <a:ext cx="10895" cy="636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8" name="asset_3422_68">
              <a:extLst>
                <a:ext uri="{FF2B5EF4-FFF2-40B4-BE49-F238E27FC236}">
                  <a16:creationId xmlns:a16="http://schemas.microsoft.com/office/drawing/2014/main" id="{6C49829D-4A45-9492-5164-4B8EA7E7DAB0}"/>
                </a:ext>
              </a:extLst>
            </p:cNvPr>
            <p:cNvSpPr>
              <a:spLocks noGrp="1"/>
            </p:cNvSpPr>
            <p:nvPr/>
          </p:nvSpPr>
          <p:spPr>
            <a:xfrm>
              <a:off x="252204" y="4955574"/>
              <a:ext cx="31928" cy="3192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9" name="asset_3422_69">
              <a:extLst>
                <a:ext uri="{FF2B5EF4-FFF2-40B4-BE49-F238E27FC236}">
                  <a16:creationId xmlns:a16="http://schemas.microsoft.com/office/drawing/2014/main" id="{35F5446F-1BEA-6141-D7CD-7D8FDCB164DB}"/>
                </a:ext>
              </a:extLst>
            </p:cNvPr>
            <p:cNvSpPr>
              <a:spLocks noGrp="1"/>
            </p:cNvSpPr>
            <p:nvPr/>
          </p:nvSpPr>
          <p:spPr>
            <a:xfrm>
              <a:off x="259069" y="4961640"/>
              <a:ext cx="10376" cy="606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0" name="asset_3422_70">
              <a:extLst>
                <a:ext uri="{FF2B5EF4-FFF2-40B4-BE49-F238E27FC236}">
                  <a16:creationId xmlns:a16="http://schemas.microsoft.com/office/drawing/2014/main" id="{417D7B75-FD00-636D-E327-BFD676AE2971}"/>
                </a:ext>
              </a:extLst>
            </p:cNvPr>
            <p:cNvSpPr>
              <a:spLocks noGrp="1"/>
            </p:cNvSpPr>
            <p:nvPr/>
          </p:nvSpPr>
          <p:spPr>
            <a:xfrm>
              <a:off x="351225" y="4959284"/>
              <a:ext cx="35375" cy="35375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1" name="asset_3422_71">
              <a:extLst>
                <a:ext uri="{FF2B5EF4-FFF2-40B4-BE49-F238E27FC236}">
                  <a16:creationId xmlns:a16="http://schemas.microsoft.com/office/drawing/2014/main" id="{2404E46E-6615-3A1C-1B68-9C219D4E212F}"/>
                </a:ext>
              </a:extLst>
            </p:cNvPr>
            <p:cNvSpPr>
              <a:spLocks noGrp="1"/>
            </p:cNvSpPr>
            <p:nvPr/>
          </p:nvSpPr>
          <p:spPr>
            <a:xfrm>
              <a:off x="358831" y="4966005"/>
              <a:ext cx="11497" cy="672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2" name="asset_3422_72">
              <a:extLst>
                <a:ext uri="{FF2B5EF4-FFF2-40B4-BE49-F238E27FC236}">
                  <a16:creationId xmlns:a16="http://schemas.microsoft.com/office/drawing/2014/main" id="{4EC0B9F5-82F1-4318-D3C6-7A565EA38F91}"/>
                </a:ext>
              </a:extLst>
            </p:cNvPr>
            <p:cNvSpPr>
              <a:spLocks noGrp="1"/>
            </p:cNvSpPr>
            <p:nvPr/>
          </p:nvSpPr>
          <p:spPr>
            <a:xfrm>
              <a:off x="283858" y="4807960"/>
              <a:ext cx="50708" cy="5070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3" name="asset_3422_73">
              <a:extLst>
                <a:ext uri="{FF2B5EF4-FFF2-40B4-BE49-F238E27FC236}">
                  <a16:creationId xmlns:a16="http://schemas.microsoft.com/office/drawing/2014/main" id="{E0E45887-8830-0AEE-AB8E-AC0DC951F037}"/>
                </a:ext>
              </a:extLst>
            </p:cNvPr>
            <p:cNvSpPr>
              <a:spLocks noGrp="1"/>
            </p:cNvSpPr>
            <p:nvPr/>
          </p:nvSpPr>
          <p:spPr>
            <a:xfrm>
              <a:off x="294760" y="4817594"/>
              <a:ext cx="16480" cy="963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4" name="asset_3422_74">
              <a:extLst>
                <a:ext uri="{FF2B5EF4-FFF2-40B4-BE49-F238E27FC236}">
                  <a16:creationId xmlns:a16="http://schemas.microsoft.com/office/drawing/2014/main" id="{5E979E7D-C6B3-48FD-B223-47951232C001}"/>
                </a:ext>
              </a:extLst>
            </p:cNvPr>
            <p:cNvSpPr>
              <a:spLocks noGrp="1"/>
            </p:cNvSpPr>
            <p:nvPr/>
          </p:nvSpPr>
          <p:spPr>
            <a:xfrm>
              <a:off x="227957" y="4916303"/>
              <a:ext cx="43904" cy="4390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5" name="asset_3422_75">
              <a:extLst>
                <a:ext uri="{FF2B5EF4-FFF2-40B4-BE49-F238E27FC236}">
                  <a16:creationId xmlns:a16="http://schemas.microsoft.com/office/drawing/2014/main" id="{10036994-3019-0FF5-D61B-4B46FE0C1A97}"/>
                </a:ext>
              </a:extLst>
            </p:cNvPr>
            <p:cNvSpPr>
              <a:spLocks noGrp="1"/>
            </p:cNvSpPr>
            <p:nvPr/>
          </p:nvSpPr>
          <p:spPr>
            <a:xfrm>
              <a:off x="237396" y="4924644"/>
              <a:ext cx="14269" cy="834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6" name="asset_3422_76">
              <a:extLst>
                <a:ext uri="{FF2B5EF4-FFF2-40B4-BE49-F238E27FC236}">
                  <a16:creationId xmlns:a16="http://schemas.microsoft.com/office/drawing/2014/main" id="{B2FCA568-C124-DBB8-308D-29D01E6333CA}"/>
                </a:ext>
              </a:extLst>
            </p:cNvPr>
            <p:cNvSpPr>
              <a:spLocks noGrp="1"/>
            </p:cNvSpPr>
            <p:nvPr/>
          </p:nvSpPr>
          <p:spPr>
            <a:xfrm>
              <a:off x="308000" y="4902881"/>
              <a:ext cx="50802" cy="5080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7" name="asset_3422_77">
              <a:extLst>
                <a:ext uri="{FF2B5EF4-FFF2-40B4-BE49-F238E27FC236}">
                  <a16:creationId xmlns:a16="http://schemas.microsoft.com/office/drawing/2014/main" id="{8C088F62-BC50-A20C-8707-BFFD02444811}"/>
                </a:ext>
              </a:extLst>
            </p:cNvPr>
            <p:cNvSpPr>
              <a:spLocks noGrp="1"/>
            </p:cNvSpPr>
            <p:nvPr/>
          </p:nvSpPr>
          <p:spPr>
            <a:xfrm>
              <a:off x="318923" y="4912533"/>
              <a:ext cx="16511" cy="965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8" name="asset_3422_78">
              <a:extLst>
                <a:ext uri="{FF2B5EF4-FFF2-40B4-BE49-F238E27FC236}">
                  <a16:creationId xmlns:a16="http://schemas.microsoft.com/office/drawing/2014/main" id="{A45EBAE1-DC59-744B-EBA3-87CD0E7C0B01}"/>
                </a:ext>
              </a:extLst>
            </p:cNvPr>
            <p:cNvSpPr>
              <a:spLocks noGrp="1"/>
            </p:cNvSpPr>
            <p:nvPr/>
          </p:nvSpPr>
          <p:spPr>
            <a:xfrm>
              <a:off x="221278" y="4892246"/>
              <a:ext cx="31003" cy="3100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9" name="asset_3422_79">
              <a:extLst>
                <a:ext uri="{FF2B5EF4-FFF2-40B4-BE49-F238E27FC236}">
                  <a16:creationId xmlns:a16="http://schemas.microsoft.com/office/drawing/2014/main" id="{672A773C-580D-652A-0E99-576194C08D13}"/>
                </a:ext>
              </a:extLst>
            </p:cNvPr>
            <p:cNvSpPr>
              <a:spLocks noGrp="1"/>
            </p:cNvSpPr>
            <p:nvPr/>
          </p:nvSpPr>
          <p:spPr>
            <a:xfrm>
              <a:off x="227943" y="4898137"/>
              <a:ext cx="10076" cy="589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0" name="asset_3422_80">
              <a:extLst>
                <a:ext uri="{FF2B5EF4-FFF2-40B4-BE49-F238E27FC236}">
                  <a16:creationId xmlns:a16="http://schemas.microsoft.com/office/drawing/2014/main" id="{9F8A4901-6296-7686-9243-01770CAC6D88}"/>
                </a:ext>
              </a:extLst>
            </p:cNvPr>
            <p:cNvSpPr>
              <a:spLocks noGrp="1"/>
            </p:cNvSpPr>
            <p:nvPr/>
          </p:nvSpPr>
          <p:spPr>
            <a:xfrm>
              <a:off x="245288" y="4946120"/>
              <a:ext cx="42319" cy="42319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1" name="asset_3422_81">
              <a:extLst>
                <a:ext uri="{FF2B5EF4-FFF2-40B4-BE49-F238E27FC236}">
                  <a16:creationId xmlns:a16="http://schemas.microsoft.com/office/drawing/2014/main" id="{D7996B0B-7872-A414-702F-A317745BBC4F}"/>
                </a:ext>
              </a:extLst>
            </p:cNvPr>
            <p:cNvSpPr>
              <a:spLocks noGrp="1"/>
            </p:cNvSpPr>
            <p:nvPr/>
          </p:nvSpPr>
          <p:spPr>
            <a:xfrm>
              <a:off x="254387" y="4954160"/>
              <a:ext cx="13754" cy="80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2" name="asset_3422_82">
              <a:extLst>
                <a:ext uri="{FF2B5EF4-FFF2-40B4-BE49-F238E27FC236}">
                  <a16:creationId xmlns:a16="http://schemas.microsoft.com/office/drawing/2014/main" id="{AA7F87BB-A980-2D10-7848-323AC53B1B18}"/>
                </a:ext>
              </a:extLst>
            </p:cNvPr>
            <p:cNvSpPr>
              <a:spLocks noGrp="1"/>
            </p:cNvSpPr>
            <p:nvPr/>
          </p:nvSpPr>
          <p:spPr>
            <a:xfrm>
              <a:off x="295710" y="4881024"/>
              <a:ext cx="31860" cy="3186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3" name="asset_3422_83">
              <a:extLst>
                <a:ext uri="{FF2B5EF4-FFF2-40B4-BE49-F238E27FC236}">
                  <a16:creationId xmlns:a16="http://schemas.microsoft.com/office/drawing/2014/main" id="{AD8BF845-E414-C30B-533C-1B177E941D2A}"/>
                </a:ext>
              </a:extLst>
            </p:cNvPr>
            <p:cNvSpPr>
              <a:spLocks noGrp="1"/>
            </p:cNvSpPr>
            <p:nvPr/>
          </p:nvSpPr>
          <p:spPr>
            <a:xfrm>
              <a:off x="302560" y="4887077"/>
              <a:ext cx="10354" cy="605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4" name="asset_3422_84">
              <a:extLst>
                <a:ext uri="{FF2B5EF4-FFF2-40B4-BE49-F238E27FC236}">
                  <a16:creationId xmlns:a16="http://schemas.microsoft.com/office/drawing/2014/main" id="{A73C978C-B9AE-24F7-CD5C-417C58E1AE1E}"/>
                </a:ext>
              </a:extLst>
            </p:cNvPr>
            <p:cNvSpPr>
              <a:spLocks noGrp="1"/>
            </p:cNvSpPr>
            <p:nvPr/>
          </p:nvSpPr>
          <p:spPr>
            <a:xfrm>
              <a:off x="220856" y="4873218"/>
              <a:ext cx="35097" cy="3509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5" name="asset_3422_85">
              <a:extLst>
                <a:ext uri="{FF2B5EF4-FFF2-40B4-BE49-F238E27FC236}">
                  <a16:creationId xmlns:a16="http://schemas.microsoft.com/office/drawing/2014/main" id="{327740B7-57E2-FD9D-D4C0-64429416ADF2}"/>
                </a:ext>
              </a:extLst>
            </p:cNvPr>
            <p:cNvSpPr>
              <a:spLocks noGrp="1"/>
            </p:cNvSpPr>
            <p:nvPr/>
          </p:nvSpPr>
          <p:spPr>
            <a:xfrm>
              <a:off x="228402" y="4879887"/>
              <a:ext cx="11407" cy="666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6" name="asset_3422_86">
              <a:extLst>
                <a:ext uri="{FF2B5EF4-FFF2-40B4-BE49-F238E27FC236}">
                  <a16:creationId xmlns:a16="http://schemas.microsoft.com/office/drawing/2014/main" id="{A28C4386-D5A2-F95A-AA3F-41ABE6BFD249}"/>
                </a:ext>
              </a:extLst>
            </p:cNvPr>
            <p:cNvSpPr>
              <a:spLocks noGrp="1"/>
            </p:cNvSpPr>
            <p:nvPr/>
          </p:nvSpPr>
          <p:spPr>
            <a:xfrm>
              <a:off x="196153" y="4954990"/>
              <a:ext cx="38214" cy="3821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7" name="asset_3422_87">
              <a:extLst>
                <a:ext uri="{FF2B5EF4-FFF2-40B4-BE49-F238E27FC236}">
                  <a16:creationId xmlns:a16="http://schemas.microsoft.com/office/drawing/2014/main" id="{1CA2CD28-8256-E661-80C9-C2C4F230F022}"/>
                </a:ext>
              </a:extLst>
            </p:cNvPr>
            <p:cNvSpPr>
              <a:spLocks noGrp="1"/>
            </p:cNvSpPr>
            <p:nvPr/>
          </p:nvSpPr>
          <p:spPr>
            <a:xfrm>
              <a:off x="204369" y="4962251"/>
              <a:ext cx="12420" cy="726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8" name="asset_3422_88">
              <a:extLst>
                <a:ext uri="{FF2B5EF4-FFF2-40B4-BE49-F238E27FC236}">
                  <a16:creationId xmlns:a16="http://schemas.microsoft.com/office/drawing/2014/main" id="{FEF68C62-16AC-3899-E2AD-5B19C2C79678}"/>
                </a:ext>
              </a:extLst>
            </p:cNvPr>
            <p:cNvSpPr>
              <a:spLocks noGrp="1"/>
            </p:cNvSpPr>
            <p:nvPr/>
          </p:nvSpPr>
          <p:spPr>
            <a:xfrm>
              <a:off x="311634" y="4857039"/>
              <a:ext cx="32924" cy="3292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9" name="asset_3422_89">
              <a:extLst>
                <a:ext uri="{FF2B5EF4-FFF2-40B4-BE49-F238E27FC236}">
                  <a16:creationId xmlns:a16="http://schemas.microsoft.com/office/drawing/2014/main" id="{14269231-FDBE-C6C1-9FD2-60C6931B57EC}"/>
                </a:ext>
              </a:extLst>
            </p:cNvPr>
            <p:cNvSpPr>
              <a:spLocks noGrp="1"/>
            </p:cNvSpPr>
            <p:nvPr/>
          </p:nvSpPr>
          <p:spPr>
            <a:xfrm>
              <a:off x="318713" y="4863294"/>
              <a:ext cx="10700" cy="625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0" name="asset_3422_90">
              <a:extLst>
                <a:ext uri="{FF2B5EF4-FFF2-40B4-BE49-F238E27FC236}">
                  <a16:creationId xmlns:a16="http://schemas.microsoft.com/office/drawing/2014/main" id="{DA750C6C-C95A-8B9F-86A1-8BF6A529DCD3}"/>
                </a:ext>
              </a:extLst>
            </p:cNvPr>
            <p:cNvSpPr>
              <a:spLocks noGrp="1"/>
            </p:cNvSpPr>
            <p:nvPr/>
          </p:nvSpPr>
          <p:spPr>
            <a:xfrm>
              <a:off x="222322" y="4929964"/>
              <a:ext cx="42100" cy="4210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1" name="asset_3422_91">
              <a:extLst>
                <a:ext uri="{FF2B5EF4-FFF2-40B4-BE49-F238E27FC236}">
                  <a16:creationId xmlns:a16="http://schemas.microsoft.com/office/drawing/2014/main" id="{78ECF9E3-949E-8ED1-7C14-37EB8456151E}"/>
                </a:ext>
              </a:extLst>
            </p:cNvPr>
            <p:cNvSpPr>
              <a:spLocks noGrp="1"/>
            </p:cNvSpPr>
            <p:nvPr/>
          </p:nvSpPr>
          <p:spPr>
            <a:xfrm>
              <a:off x="231373" y="4937963"/>
              <a:ext cx="13683" cy="799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2" name="asset_3422_92">
              <a:extLst>
                <a:ext uri="{FF2B5EF4-FFF2-40B4-BE49-F238E27FC236}">
                  <a16:creationId xmlns:a16="http://schemas.microsoft.com/office/drawing/2014/main" id="{E9E89CE9-DBA9-B46E-C83D-9AA180842FBD}"/>
                </a:ext>
              </a:extLst>
            </p:cNvPr>
            <p:cNvSpPr>
              <a:spLocks noGrp="1"/>
            </p:cNvSpPr>
            <p:nvPr/>
          </p:nvSpPr>
          <p:spPr>
            <a:xfrm>
              <a:off x="290257" y="4968623"/>
              <a:ext cx="44062" cy="440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3" name="asset_3422_93">
              <a:extLst>
                <a:ext uri="{FF2B5EF4-FFF2-40B4-BE49-F238E27FC236}">
                  <a16:creationId xmlns:a16="http://schemas.microsoft.com/office/drawing/2014/main" id="{D3715FE6-5708-4A2C-D0CD-565004E623F9}"/>
                </a:ext>
              </a:extLst>
            </p:cNvPr>
            <p:cNvSpPr>
              <a:spLocks noGrp="1"/>
            </p:cNvSpPr>
            <p:nvPr/>
          </p:nvSpPr>
          <p:spPr>
            <a:xfrm>
              <a:off x="299730" y="4976995"/>
              <a:ext cx="14320" cy="837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4" name="asset_3422_94">
              <a:extLst>
                <a:ext uri="{FF2B5EF4-FFF2-40B4-BE49-F238E27FC236}">
                  <a16:creationId xmlns:a16="http://schemas.microsoft.com/office/drawing/2014/main" id="{7046FC34-1696-EC06-E986-0F3BB7E6C404}"/>
                </a:ext>
              </a:extLst>
            </p:cNvPr>
            <p:cNvSpPr>
              <a:spLocks noGrp="1"/>
            </p:cNvSpPr>
            <p:nvPr/>
          </p:nvSpPr>
          <p:spPr>
            <a:xfrm>
              <a:off x="278874" y="4994845"/>
              <a:ext cx="47350" cy="4735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5" name="asset_3422_95">
              <a:extLst>
                <a:ext uri="{FF2B5EF4-FFF2-40B4-BE49-F238E27FC236}">
                  <a16:creationId xmlns:a16="http://schemas.microsoft.com/office/drawing/2014/main" id="{029C1C71-EFC8-3489-8ECC-E068DE240D8A}"/>
                </a:ext>
              </a:extLst>
            </p:cNvPr>
            <p:cNvSpPr>
              <a:spLocks noGrp="1"/>
            </p:cNvSpPr>
            <p:nvPr/>
          </p:nvSpPr>
          <p:spPr>
            <a:xfrm>
              <a:off x="289054" y="5003841"/>
              <a:ext cx="15389" cy="899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6" name="asset_3422_96">
              <a:extLst>
                <a:ext uri="{FF2B5EF4-FFF2-40B4-BE49-F238E27FC236}">
                  <a16:creationId xmlns:a16="http://schemas.microsoft.com/office/drawing/2014/main" id="{C940B2BE-1467-A3A5-BBFF-994549149CC7}"/>
                </a:ext>
              </a:extLst>
            </p:cNvPr>
            <p:cNvSpPr>
              <a:spLocks noGrp="1"/>
            </p:cNvSpPr>
            <p:nvPr/>
          </p:nvSpPr>
          <p:spPr>
            <a:xfrm>
              <a:off x="339177" y="4942783"/>
              <a:ext cx="35427" cy="3542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7" name="asset_3422_97">
              <a:extLst>
                <a:ext uri="{FF2B5EF4-FFF2-40B4-BE49-F238E27FC236}">
                  <a16:creationId xmlns:a16="http://schemas.microsoft.com/office/drawing/2014/main" id="{DC95B49C-08DA-AAAF-8389-2F70C54A0A65}"/>
                </a:ext>
              </a:extLst>
            </p:cNvPr>
            <p:cNvSpPr>
              <a:spLocks noGrp="1"/>
            </p:cNvSpPr>
            <p:nvPr/>
          </p:nvSpPr>
          <p:spPr>
            <a:xfrm>
              <a:off x="346794" y="4949514"/>
              <a:ext cx="11514" cy="673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8" name="asset_3422_98">
              <a:extLst>
                <a:ext uri="{FF2B5EF4-FFF2-40B4-BE49-F238E27FC236}">
                  <a16:creationId xmlns:a16="http://schemas.microsoft.com/office/drawing/2014/main" id="{63FB2BCE-94CD-3D5C-9110-8B91A4B55EF4}"/>
                </a:ext>
              </a:extLst>
            </p:cNvPr>
            <p:cNvSpPr>
              <a:spLocks noGrp="1"/>
            </p:cNvSpPr>
            <p:nvPr/>
          </p:nvSpPr>
          <p:spPr>
            <a:xfrm>
              <a:off x="181300" y="4897328"/>
              <a:ext cx="39596" cy="3959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9" name="asset_3422_99">
              <a:extLst>
                <a:ext uri="{FF2B5EF4-FFF2-40B4-BE49-F238E27FC236}">
                  <a16:creationId xmlns:a16="http://schemas.microsoft.com/office/drawing/2014/main" id="{9AEAFC6C-019A-B5B4-7D43-034070819F46}"/>
                </a:ext>
              </a:extLst>
            </p:cNvPr>
            <p:cNvSpPr>
              <a:spLocks noGrp="1"/>
            </p:cNvSpPr>
            <p:nvPr/>
          </p:nvSpPr>
          <p:spPr>
            <a:xfrm>
              <a:off x="189813" y="4904851"/>
              <a:ext cx="12869" cy="752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0" name="asset_3422_100">
              <a:extLst>
                <a:ext uri="{FF2B5EF4-FFF2-40B4-BE49-F238E27FC236}">
                  <a16:creationId xmlns:a16="http://schemas.microsoft.com/office/drawing/2014/main" id="{FC525E81-7E79-21AB-60C6-AAAD7916EBFE}"/>
                </a:ext>
              </a:extLst>
            </p:cNvPr>
            <p:cNvSpPr>
              <a:spLocks noGrp="1"/>
            </p:cNvSpPr>
            <p:nvPr/>
          </p:nvSpPr>
          <p:spPr>
            <a:xfrm>
              <a:off x="270474" y="4941710"/>
              <a:ext cx="45030" cy="4503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1" name="asset_3422_101">
              <a:extLst>
                <a:ext uri="{FF2B5EF4-FFF2-40B4-BE49-F238E27FC236}">
                  <a16:creationId xmlns:a16="http://schemas.microsoft.com/office/drawing/2014/main" id="{473A8328-75AD-985D-2C3E-076069CD681E}"/>
                </a:ext>
              </a:extLst>
            </p:cNvPr>
            <p:cNvSpPr>
              <a:spLocks noGrp="1"/>
            </p:cNvSpPr>
            <p:nvPr/>
          </p:nvSpPr>
          <p:spPr>
            <a:xfrm>
              <a:off x="280155" y="4950266"/>
              <a:ext cx="14635" cy="855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2" name="asset_3422_102">
              <a:extLst>
                <a:ext uri="{FF2B5EF4-FFF2-40B4-BE49-F238E27FC236}">
                  <a16:creationId xmlns:a16="http://schemas.microsoft.com/office/drawing/2014/main" id="{EBFAAC66-4F42-7012-E555-954768BB0A9A}"/>
                </a:ext>
              </a:extLst>
            </p:cNvPr>
            <p:cNvSpPr>
              <a:spLocks noGrp="1"/>
            </p:cNvSpPr>
            <p:nvPr/>
          </p:nvSpPr>
          <p:spPr>
            <a:xfrm>
              <a:off x="353860" y="4863561"/>
              <a:ext cx="45124" cy="4512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3" name="asset_3422_103">
              <a:extLst>
                <a:ext uri="{FF2B5EF4-FFF2-40B4-BE49-F238E27FC236}">
                  <a16:creationId xmlns:a16="http://schemas.microsoft.com/office/drawing/2014/main" id="{51742E97-E970-5BC7-9749-728883D6E626}"/>
                </a:ext>
              </a:extLst>
            </p:cNvPr>
            <p:cNvSpPr>
              <a:spLocks noGrp="1"/>
            </p:cNvSpPr>
            <p:nvPr/>
          </p:nvSpPr>
          <p:spPr>
            <a:xfrm>
              <a:off x="363561" y="4872135"/>
              <a:ext cx="14665" cy="8574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4" name="asset_3422_104">
              <a:extLst>
                <a:ext uri="{FF2B5EF4-FFF2-40B4-BE49-F238E27FC236}">
                  <a16:creationId xmlns:a16="http://schemas.microsoft.com/office/drawing/2014/main" id="{81F221BE-99EB-134D-F923-D938EAEFFCEC}"/>
                </a:ext>
              </a:extLst>
            </p:cNvPr>
            <p:cNvSpPr>
              <a:spLocks noGrp="1"/>
            </p:cNvSpPr>
            <p:nvPr/>
          </p:nvSpPr>
          <p:spPr>
            <a:xfrm>
              <a:off x="292608" y="4856843"/>
              <a:ext cx="47953" cy="4795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5" name="asset_3422_105">
              <a:extLst>
                <a:ext uri="{FF2B5EF4-FFF2-40B4-BE49-F238E27FC236}">
                  <a16:creationId xmlns:a16="http://schemas.microsoft.com/office/drawing/2014/main" id="{4ABF93CB-A988-D5D8-AD75-2DE7C3A64BE6}"/>
                </a:ext>
              </a:extLst>
            </p:cNvPr>
            <p:cNvSpPr>
              <a:spLocks noGrp="1"/>
            </p:cNvSpPr>
            <p:nvPr/>
          </p:nvSpPr>
          <p:spPr>
            <a:xfrm>
              <a:off x="302918" y="4865954"/>
              <a:ext cx="15585" cy="911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6" name="asset_3422_106">
              <a:extLst>
                <a:ext uri="{FF2B5EF4-FFF2-40B4-BE49-F238E27FC236}">
                  <a16:creationId xmlns:a16="http://schemas.microsoft.com/office/drawing/2014/main" id="{5C15415B-3C4A-CA32-D22A-E435992190A1}"/>
                </a:ext>
              </a:extLst>
            </p:cNvPr>
            <p:cNvSpPr>
              <a:spLocks noGrp="1"/>
            </p:cNvSpPr>
            <p:nvPr/>
          </p:nvSpPr>
          <p:spPr>
            <a:xfrm>
              <a:off x="325107" y="5005898"/>
              <a:ext cx="40713" cy="407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7" name="asset_3422_107">
              <a:extLst>
                <a:ext uri="{FF2B5EF4-FFF2-40B4-BE49-F238E27FC236}">
                  <a16:creationId xmlns:a16="http://schemas.microsoft.com/office/drawing/2014/main" id="{CF19F0C9-769C-01AA-B4E3-E726891BF36B}"/>
                </a:ext>
              </a:extLst>
            </p:cNvPr>
            <p:cNvSpPr>
              <a:spLocks noGrp="1"/>
            </p:cNvSpPr>
            <p:nvPr/>
          </p:nvSpPr>
          <p:spPr>
            <a:xfrm>
              <a:off x="333860" y="5013633"/>
              <a:ext cx="13232" cy="773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8" name="asset_3422_108">
              <a:extLst>
                <a:ext uri="{FF2B5EF4-FFF2-40B4-BE49-F238E27FC236}">
                  <a16:creationId xmlns:a16="http://schemas.microsoft.com/office/drawing/2014/main" id="{F22391E2-EB4E-7B23-700E-5D561A93D17E}"/>
                </a:ext>
              </a:extLst>
            </p:cNvPr>
            <p:cNvSpPr>
              <a:spLocks noGrp="1"/>
            </p:cNvSpPr>
            <p:nvPr/>
          </p:nvSpPr>
          <p:spPr>
            <a:xfrm>
              <a:off x="229166" y="5002250"/>
              <a:ext cx="49404" cy="4940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9" name="asset_3422_109">
              <a:extLst>
                <a:ext uri="{FF2B5EF4-FFF2-40B4-BE49-F238E27FC236}">
                  <a16:creationId xmlns:a16="http://schemas.microsoft.com/office/drawing/2014/main" id="{1A979C8C-274A-E82A-5BCC-8FEFB571720B}"/>
                </a:ext>
              </a:extLst>
            </p:cNvPr>
            <p:cNvSpPr>
              <a:spLocks noGrp="1"/>
            </p:cNvSpPr>
            <p:nvPr/>
          </p:nvSpPr>
          <p:spPr>
            <a:xfrm>
              <a:off x="239788" y="5011637"/>
              <a:ext cx="16056" cy="938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0" name="asset_3422_110">
              <a:extLst>
                <a:ext uri="{FF2B5EF4-FFF2-40B4-BE49-F238E27FC236}">
                  <a16:creationId xmlns:a16="http://schemas.microsoft.com/office/drawing/2014/main" id="{EA822965-54A1-01AA-8F45-EDE90B4A669B}"/>
                </a:ext>
              </a:extLst>
            </p:cNvPr>
            <p:cNvSpPr>
              <a:spLocks noGrp="1"/>
            </p:cNvSpPr>
            <p:nvPr/>
          </p:nvSpPr>
          <p:spPr>
            <a:xfrm>
              <a:off x="310153" y="4825306"/>
              <a:ext cx="38398" cy="3839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1" name="asset_3422_111">
              <a:extLst>
                <a:ext uri="{FF2B5EF4-FFF2-40B4-BE49-F238E27FC236}">
                  <a16:creationId xmlns:a16="http://schemas.microsoft.com/office/drawing/2014/main" id="{153070B3-A389-DEB1-E2C9-A25ECC3B3A72}"/>
                </a:ext>
              </a:extLst>
            </p:cNvPr>
            <p:cNvSpPr>
              <a:spLocks noGrp="1"/>
            </p:cNvSpPr>
            <p:nvPr/>
          </p:nvSpPr>
          <p:spPr>
            <a:xfrm>
              <a:off x="318409" y="4832601"/>
              <a:ext cx="12479" cy="729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2" name="asset_3422_112">
              <a:extLst>
                <a:ext uri="{FF2B5EF4-FFF2-40B4-BE49-F238E27FC236}">
                  <a16:creationId xmlns:a16="http://schemas.microsoft.com/office/drawing/2014/main" id="{0FC98A97-F454-7D20-0DBB-DEFB3A2FCF09}"/>
                </a:ext>
              </a:extLst>
            </p:cNvPr>
            <p:cNvSpPr>
              <a:spLocks noGrp="1"/>
            </p:cNvSpPr>
            <p:nvPr/>
          </p:nvSpPr>
          <p:spPr>
            <a:xfrm>
              <a:off x="169875" y="4921315"/>
              <a:ext cx="31880" cy="3188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3" name="asset_3422_113">
              <a:extLst>
                <a:ext uri="{FF2B5EF4-FFF2-40B4-BE49-F238E27FC236}">
                  <a16:creationId xmlns:a16="http://schemas.microsoft.com/office/drawing/2014/main" id="{CBC7647C-E6D0-BB3F-2C4A-3BC9257988A5}"/>
                </a:ext>
              </a:extLst>
            </p:cNvPr>
            <p:cNvSpPr>
              <a:spLocks noGrp="1"/>
            </p:cNvSpPr>
            <p:nvPr/>
          </p:nvSpPr>
          <p:spPr>
            <a:xfrm>
              <a:off x="176729" y="4927373"/>
              <a:ext cx="10361" cy="605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4" name="asset_3422_114">
              <a:extLst>
                <a:ext uri="{FF2B5EF4-FFF2-40B4-BE49-F238E27FC236}">
                  <a16:creationId xmlns:a16="http://schemas.microsoft.com/office/drawing/2014/main" id="{1F412901-ECA5-E9B2-3A4C-0EED4DBD10EA}"/>
                </a:ext>
              </a:extLst>
            </p:cNvPr>
            <p:cNvSpPr>
              <a:spLocks noGrp="1"/>
            </p:cNvSpPr>
            <p:nvPr/>
          </p:nvSpPr>
          <p:spPr>
            <a:xfrm>
              <a:off x="337382" y="4943216"/>
              <a:ext cx="45411" cy="4541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5" name="asset_3422_115">
              <a:extLst>
                <a:ext uri="{FF2B5EF4-FFF2-40B4-BE49-F238E27FC236}">
                  <a16:creationId xmlns:a16="http://schemas.microsoft.com/office/drawing/2014/main" id="{3DF79E67-FEBA-343C-5425-DF156904FA51}"/>
                </a:ext>
              </a:extLst>
            </p:cNvPr>
            <p:cNvSpPr>
              <a:spLocks noGrp="1"/>
            </p:cNvSpPr>
            <p:nvPr/>
          </p:nvSpPr>
          <p:spPr>
            <a:xfrm>
              <a:off x="347146" y="4951844"/>
              <a:ext cx="14759" cy="862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6" name="asset_3422_116">
              <a:extLst>
                <a:ext uri="{FF2B5EF4-FFF2-40B4-BE49-F238E27FC236}">
                  <a16:creationId xmlns:a16="http://schemas.microsoft.com/office/drawing/2014/main" id="{9A80C44C-A921-8AB4-5F72-B8E5F2AA0F43}"/>
                </a:ext>
              </a:extLst>
            </p:cNvPr>
            <p:cNvSpPr>
              <a:spLocks noGrp="1"/>
            </p:cNvSpPr>
            <p:nvPr/>
          </p:nvSpPr>
          <p:spPr>
            <a:xfrm>
              <a:off x="286766" y="4989439"/>
              <a:ext cx="37293" cy="3729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7" name="asset_3422_117">
              <a:extLst>
                <a:ext uri="{FF2B5EF4-FFF2-40B4-BE49-F238E27FC236}">
                  <a16:creationId xmlns:a16="http://schemas.microsoft.com/office/drawing/2014/main" id="{24DAEFAE-8988-36E7-CF3C-3A21F6F90BC3}"/>
                </a:ext>
              </a:extLst>
            </p:cNvPr>
            <p:cNvSpPr>
              <a:spLocks noGrp="1"/>
            </p:cNvSpPr>
            <p:nvPr/>
          </p:nvSpPr>
          <p:spPr>
            <a:xfrm>
              <a:off x="294784" y="4996525"/>
              <a:ext cx="12120" cy="708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8" name="asset_3422_118">
              <a:extLst>
                <a:ext uri="{FF2B5EF4-FFF2-40B4-BE49-F238E27FC236}">
                  <a16:creationId xmlns:a16="http://schemas.microsoft.com/office/drawing/2014/main" id="{0AE97F98-B3B8-3DB4-EC0D-3C00AB842928}"/>
                </a:ext>
              </a:extLst>
            </p:cNvPr>
            <p:cNvSpPr>
              <a:spLocks noGrp="1"/>
            </p:cNvSpPr>
            <p:nvPr/>
          </p:nvSpPr>
          <p:spPr>
            <a:xfrm>
              <a:off x="348022" y="4844260"/>
              <a:ext cx="48957" cy="4895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9" name="asset_3422_119">
              <a:extLst>
                <a:ext uri="{FF2B5EF4-FFF2-40B4-BE49-F238E27FC236}">
                  <a16:creationId xmlns:a16="http://schemas.microsoft.com/office/drawing/2014/main" id="{75DB87D8-4B30-CA02-4E9D-5C5B8ADD4182}"/>
                </a:ext>
              </a:extLst>
            </p:cNvPr>
            <p:cNvSpPr>
              <a:spLocks noGrp="1"/>
            </p:cNvSpPr>
            <p:nvPr/>
          </p:nvSpPr>
          <p:spPr>
            <a:xfrm>
              <a:off x="358547" y="4853562"/>
              <a:ext cx="15911" cy="930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70" name="asset_3422_120">
              <a:extLst>
                <a:ext uri="{FF2B5EF4-FFF2-40B4-BE49-F238E27FC236}">
                  <a16:creationId xmlns:a16="http://schemas.microsoft.com/office/drawing/2014/main" id="{8FC344EA-E1B4-6C4A-438B-9BC00C4608EA}"/>
                </a:ext>
              </a:extLst>
            </p:cNvPr>
            <p:cNvSpPr>
              <a:spLocks noGrp="1"/>
            </p:cNvSpPr>
            <p:nvPr/>
          </p:nvSpPr>
          <p:spPr>
            <a:xfrm>
              <a:off x="214854" y="4846950"/>
              <a:ext cx="50307" cy="5030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71" name="asset_3422_121">
              <a:extLst>
                <a:ext uri="{FF2B5EF4-FFF2-40B4-BE49-F238E27FC236}">
                  <a16:creationId xmlns:a16="http://schemas.microsoft.com/office/drawing/2014/main" id="{7835A60A-89A6-49A3-C7CC-883E80FB2FBD}"/>
                </a:ext>
              </a:extLst>
            </p:cNvPr>
            <p:cNvSpPr>
              <a:spLocks noGrp="1"/>
            </p:cNvSpPr>
            <p:nvPr/>
          </p:nvSpPr>
          <p:spPr>
            <a:xfrm>
              <a:off x="225670" y="4856508"/>
              <a:ext cx="16350" cy="955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72" name="asset_3422_122">
              <a:extLst>
                <a:ext uri="{FF2B5EF4-FFF2-40B4-BE49-F238E27FC236}">
                  <a16:creationId xmlns:a16="http://schemas.microsoft.com/office/drawing/2014/main" id="{EC58E5A2-1B75-CA96-F914-7395DEE6E481}"/>
                </a:ext>
              </a:extLst>
            </p:cNvPr>
            <p:cNvSpPr>
              <a:spLocks noGrp="1"/>
            </p:cNvSpPr>
            <p:nvPr/>
          </p:nvSpPr>
          <p:spPr>
            <a:xfrm>
              <a:off x="238599" y="5005575"/>
              <a:ext cx="36118" cy="361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73" name="asset_3422_123">
              <a:extLst>
                <a:ext uri="{FF2B5EF4-FFF2-40B4-BE49-F238E27FC236}">
                  <a16:creationId xmlns:a16="http://schemas.microsoft.com/office/drawing/2014/main" id="{FF442BC8-E0EA-FAB6-E593-528D1B8A3DEE}"/>
                </a:ext>
              </a:extLst>
            </p:cNvPr>
            <p:cNvSpPr>
              <a:spLocks noGrp="1"/>
            </p:cNvSpPr>
            <p:nvPr/>
          </p:nvSpPr>
          <p:spPr>
            <a:xfrm>
              <a:off x="246364" y="5012438"/>
              <a:ext cx="11738" cy="686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</p:grpSp>
      <p:pic>
        <p:nvPicPr>
          <p:cNvPr id="3423" name="a | 50D atom feature bar" descr="bar.png">
            <a:extLst>
              <a:ext uri="{FF2B5EF4-FFF2-40B4-BE49-F238E27FC236}">
                <a16:creationId xmlns:a16="http://schemas.microsoft.com/office/drawing/2014/main" id="{69DC4F01-8251-EB52-AC8D-104E53C49F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585" y="4891365"/>
            <a:ext cx="285795" cy="75555"/>
          </a:xfrm>
          <a:prstGeom prst="rect">
            <a:avLst/>
          </a:prstGeom>
        </p:spPr>
      </p:pic>
      <p:sp>
        <p:nvSpPr>
          <p:cNvPr id="11" name="b | panel background">
            <a:extLst>
              <a:ext uri="{FF2B5EF4-FFF2-40B4-BE49-F238E27FC236}">
                <a16:creationId xmlns:a16="http://schemas.microsoft.com/office/drawing/2014/main" id="{2A56A174-6746-BDDA-6E05-50B25C29095E}"/>
              </a:ext>
            </a:extLst>
          </p:cNvPr>
          <p:cNvSpPr>
            <a:spLocks noGrp="1"/>
          </p:cNvSpPr>
          <p:nvPr/>
        </p:nvSpPr>
        <p:spPr>
          <a:xfrm>
            <a:off x="1051200" y="61198"/>
            <a:ext cx="4139100" cy="2233800"/>
          </a:xfrm>
          <a:prstGeom prst="roundRect">
            <a:avLst>
              <a:gd name="adj" fmla="val 1737"/>
            </a:avLst>
          </a:prstGeom>
          <a:solidFill>
            <a:srgbClr val="F4F8FC"/>
          </a:solidFill>
          <a:ln w="5174">
            <a:solidFill>
              <a:srgbClr val="BCD3E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AF55BDC-C035-6E56-4D9B-566CDCFF8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2185721" y="735625"/>
            <a:ext cx="1953138" cy="382801"/>
          </a:xfrm>
          <a:prstGeom prst="rect">
            <a:avLst/>
          </a:prstGeom>
        </p:spPr>
      </p:pic>
      <p:sp>
        <p:nvSpPr>
          <p:cNvPr id="14" name="b | panel label">
            <a:extLst>
              <a:ext uri="{FF2B5EF4-FFF2-40B4-BE49-F238E27FC236}">
                <a16:creationId xmlns:a16="http://schemas.microsoft.com/office/drawing/2014/main" id="{E312ABC6-D02A-34CC-B3CF-8FF76E228355}"/>
              </a:ext>
            </a:extLst>
          </p:cNvPr>
          <p:cNvSpPr>
            <a:spLocks noGrp="1"/>
          </p:cNvSpPr>
          <p:nvPr/>
        </p:nvSpPr>
        <p:spPr>
          <a:xfrm>
            <a:off x="1107615" y="93426"/>
            <a:ext cx="124173" cy="1552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78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978" b="1" dirty="0">
                <a:solidFill>
                  <a:srgbClr val="1930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b | title">
            <a:extLst>
              <a:ext uri="{FF2B5EF4-FFF2-40B4-BE49-F238E27FC236}">
                <a16:creationId xmlns:a16="http://schemas.microsoft.com/office/drawing/2014/main" id="{7641884F-8310-77A8-9064-DCC5E3CB4330}"/>
              </a:ext>
            </a:extLst>
          </p:cNvPr>
          <p:cNvSpPr>
            <a:spLocks noGrp="1"/>
          </p:cNvSpPr>
          <p:nvPr/>
        </p:nvSpPr>
        <p:spPr>
          <a:xfrm>
            <a:off x="1255070" y="96247"/>
            <a:ext cx="3000848" cy="1422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76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876" b="1" dirty="0">
                <a:solidFill>
                  <a:srgbClr val="193044"/>
                </a:solidFill>
                <a:latin typeface="Arial"/>
                <a:ea typeface="Arial"/>
                <a:cs typeface="Arial"/>
              </a:rPr>
              <a:t>Find: locate ligand area</a:t>
            </a:r>
          </a:p>
        </p:txBody>
      </p:sp>
      <p:sp>
        <p:nvSpPr>
          <p:cNvPr id="16" name="b | density input frame">
            <a:extLst>
              <a:ext uri="{FF2B5EF4-FFF2-40B4-BE49-F238E27FC236}">
                <a16:creationId xmlns:a16="http://schemas.microsoft.com/office/drawing/2014/main" id="{CB6E0714-270F-2889-2948-0922945D5B1B}"/>
              </a:ext>
            </a:extLst>
          </p:cNvPr>
          <p:cNvSpPr>
            <a:spLocks noGrp="1"/>
          </p:cNvSpPr>
          <p:nvPr/>
        </p:nvSpPr>
        <p:spPr>
          <a:xfrm>
            <a:off x="1112788" y="427598"/>
            <a:ext cx="582061" cy="633778"/>
          </a:xfrm>
          <a:prstGeom prst="roundRect">
            <a:avLst>
              <a:gd name="adj" fmla="val 3556"/>
            </a:avLst>
          </a:prstGeom>
          <a:noFill/>
          <a:ln w="4010">
            <a:solidFill>
              <a:srgbClr val="B9D1E7"/>
            </a:solidFill>
            <a:prstDash val="solid"/>
          </a:ln>
        </p:spPr>
      </p:sp>
      <p:sp>
        <p:nvSpPr>
          <p:cNvPr id="17" name="b | receptor input frame">
            <a:extLst>
              <a:ext uri="{FF2B5EF4-FFF2-40B4-BE49-F238E27FC236}">
                <a16:creationId xmlns:a16="http://schemas.microsoft.com/office/drawing/2014/main" id="{6D569747-AC44-FD2B-7FE1-909C8E6DB848}"/>
              </a:ext>
            </a:extLst>
          </p:cNvPr>
          <p:cNvSpPr>
            <a:spLocks noGrp="1"/>
          </p:cNvSpPr>
          <p:nvPr/>
        </p:nvSpPr>
        <p:spPr>
          <a:xfrm>
            <a:off x="1112788" y="1182600"/>
            <a:ext cx="582061" cy="460459"/>
          </a:xfrm>
          <a:prstGeom prst="roundRect">
            <a:avLst>
              <a:gd name="adj" fmla="val 4494"/>
            </a:avLst>
          </a:prstGeom>
          <a:noFill/>
          <a:ln w="4010">
            <a:solidFill>
              <a:srgbClr val="C8BEDB"/>
            </a:solidFill>
            <a:prstDash val="solid"/>
          </a:ln>
        </p:spPr>
      </p:sp>
      <p:sp>
        <p:nvSpPr>
          <p:cNvPr id="18" name="b | pseudo input frame">
            <a:extLst>
              <a:ext uri="{FF2B5EF4-FFF2-40B4-BE49-F238E27FC236}">
                <a16:creationId xmlns:a16="http://schemas.microsoft.com/office/drawing/2014/main" id="{9BB9F144-BA72-1BF7-B337-55CC8C4A3EBD}"/>
              </a:ext>
            </a:extLst>
          </p:cNvPr>
          <p:cNvSpPr>
            <a:spLocks noGrp="1"/>
          </p:cNvSpPr>
          <p:nvPr/>
        </p:nvSpPr>
        <p:spPr>
          <a:xfrm>
            <a:off x="1112788" y="1845192"/>
            <a:ext cx="582061" cy="333704"/>
          </a:xfrm>
          <a:prstGeom prst="roundRect">
            <a:avLst>
              <a:gd name="adj" fmla="val 6202"/>
            </a:avLst>
          </a:prstGeom>
          <a:noFill/>
          <a:ln w="4010">
            <a:solidFill>
              <a:srgbClr val="DEC6A0"/>
            </a:solidFill>
            <a:prstDash val="solid"/>
          </a:ln>
        </p:spPr>
      </p:sp>
      <p:sp>
        <p:nvSpPr>
          <p:cNvPr id="19" name="b | ligand probability frame">
            <a:extLst>
              <a:ext uri="{FF2B5EF4-FFF2-40B4-BE49-F238E27FC236}">
                <a16:creationId xmlns:a16="http://schemas.microsoft.com/office/drawing/2014/main" id="{7874D3CC-0C37-AC3D-F548-47AAAE9880E5}"/>
              </a:ext>
            </a:extLst>
          </p:cNvPr>
          <p:cNvSpPr>
            <a:spLocks noGrp="1"/>
          </p:cNvSpPr>
          <p:nvPr/>
        </p:nvSpPr>
        <p:spPr>
          <a:xfrm>
            <a:off x="4281787" y="422424"/>
            <a:ext cx="840755" cy="641539"/>
          </a:xfrm>
          <a:prstGeom prst="roundRect">
            <a:avLst>
              <a:gd name="adj" fmla="val 3226"/>
            </a:avLst>
          </a:prstGeom>
          <a:noFill/>
          <a:ln w="4398">
            <a:solidFill>
              <a:srgbClr val="AFC9DF"/>
            </a:solidFill>
            <a:prstDash val="solid"/>
          </a:ln>
        </p:spPr>
      </p:sp>
      <p:sp>
        <p:nvSpPr>
          <p:cNvPr id="20" name="b | cues frame">
            <a:extLst>
              <a:ext uri="{FF2B5EF4-FFF2-40B4-BE49-F238E27FC236}">
                <a16:creationId xmlns:a16="http://schemas.microsoft.com/office/drawing/2014/main" id="{72575978-9070-BE80-D221-9DE4D31389D9}"/>
              </a:ext>
            </a:extLst>
          </p:cNvPr>
          <p:cNvSpPr>
            <a:spLocks noGrp="1"/>
          </p:cNvSpPr>
          <p:nvPr/>
        </p:nvSpPr>
        <p:spPr>
          <a:xfrm>
            <a:off x="4281787" y="1120874"/>
            <a:ext cx="840755" cy="424244"/>
          </a:xfrm>
          <a:prstGeom prst="roundRect">
            <a:avLst>
              <a:gd name="adj" fmla="val 4878"/>
            </a:avLst>
          </a:prstGeom>
          <a:noFill/>
          <a:ln w="4139">
            <a:solidFill>
              <a:srgbClr val="AFC9DF"/>
            </a:solidFill>
            <a:prstDash val="dash"/>
          </a:ln>
        </p:spPr>
      </p:sp>
      <p:sp>
        <p:nvSpPr>
          <p:cNvPr id="21" name="b | atom probability frame">
            <a:extLst>
              <a:ext uri="{FF2B5EF4-FFF2-40B4-BE49-F238E27FC236}">
                <a16:creationId xmlns:a16="http://schemas.microsoft.com/office/drawing/2014/main" id="{FEF15025-54BD-E122-A315-526D4456C434}"/>
              </a:ext>
            </a:extLst>
          </p:cNvPr>
          <p:cNvSpPr>
            <a:spLocks noGrp="1"/>
          </p:cNvSpPr>
          <p:nvPr/>
        </p:nvSpPr>
        <p:spPr>
          <a:xfrm>
            <a:off x="4281787" y="1602028"/>
            <a:ext cx="840755" cy="576868"/>
          </a:xfrm>
          <a:prstGeom prst="roundRect">
            <a:avLst>
              <a:gd name="adj" fmla="val 3587"/>
            </a:avLst>
          </a:prstGeom>
          <a:noFill/>
          <a:ln w="4398">
            <a:solidFill>
              <a:srgbClr val="C2B8D4"/>
            </a:solidFill>
            <a:prstDash val="solid"/>
          </a:ln>
        </p:spPr>
      </p:sp>
      <p:sp>
        <p:nvSpPr>
          <p:cNvPr id="22" name="b | point pathway frame">
            <a:extLst>
              <a:ext uri="{FF2B5EF4-FFF2-40B4-BE49-F238E27FC236}">
                <a16:creationId xmlns:a16="http://schemas.microsoft.com/office/drawing/2014/main" id="{3D5E7764-5D2C-88B3-2A28-BE6501130C4A}"/>
              </a:ext>
            </a:extLst>
          </p:cNvPr>
          <p:cNvSpPr>
            <a:spLocks noGrp="1"/>
          </p:cNvSpPr>
          <p:nvPr/>
        </p:nvSpPr>
        <p:spPr>
          <a:xfrm>
            <a:off x="2147563" y="1554177"/>
            <a:ext cx="2059202" cy="650587"/>
          </a:xfrm>
          <a:prstGeom prst="roundRect">
            <a:avLst>
              <a:gd name="adj" fmla="val 4202"/>
            </a:avLst>
          </a:prstGeom>
          <a:solidFill>
            <a:srgbClr val="F7F6FC"/>
          </a:solidFill>
          <a:ln w="4398">
            <a:solidFill>
              <a:srgbClr val="C6BCDA"/>
            </a:solidFill>
            <a:prstDash val="solid"/>
          </a:ln>
        </p:spPr>
      </p:sp>
      <p:sp>
        <p:nvSpPr>
          <p:cNvPr id="23" name="Density bank">
            <a:extLst>
              <a:ext uri="{FF2B5EF4-FFF2-40B4-BE49-F238E27FC236}">
                <a16:creationId xmlns:a16="http://schemas.microsoft.com/office/drawing/2014/main" id="{E820E286-75B8-F8F2-B488-E2E8F4FB0CEA}"/>
              </a:ext>
            </a:extLst>
          </p:cNvPr>
          <p:cNvSpPr>
            <a:spLocks noGrp="1"/>
          </p:cNvSpPr>
          <p:nvPr/>
        </p:nvSpPr>
        <p:spPr>
          <a:xfrm>
            <a:off x="1149006" y="448293"/>
            <a:ext cx="514801" cy="1034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11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611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Density bank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0AAEFAD6-4F27-6074-1EEE-E773C9016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2636" y="580736"/>
            <a:ext cx="442366" cy="428390"/>
          </a:xfrm>
          <a:prstGeom prst="rect">
            <a:avLst/>
          </a:prstGeom>
        </p:spPr>
      </p:pic>
      <p:sp>
        <p:nvSpPr>
          <p:cNvPr id="25" name="Receptor atoms">
            <a:extLst>
              <a:ext uri="{FF2B5EF4-FFF2-40B4-BE49-F238E27FC236}">
                <a16:creationId xmlns:a16="http://schemas.microsoft.com/office/drawing/2014/main" id="{E8B54497-3594-323F-E801-F2A9A6AC3F0E}"/>
              </a:ext>
            </a:extLst>
          </p:cNvPr>
          <p:cNvSpPr>
            <a:spLocks noGrp="1"/>
          </p:cNvSpPr>
          <p:nvPr/>
        </p:nvSpPr>
        <p:spPr>
          <a:xfrm>
            <a:off x="1143832" y="1205881"/>
            <a:ext cx="519974" cy="931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91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Receptor atoms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D831C7B2-305C-A5B9-EED6-FC6B13AC12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189534" y="1311942"/>
            <a:ext cx="431156" cy="258685"/>
          </a:xfrm>
          <a:prstGeom prst="rect">
            <a:avLst/>
          </a:prstGeom>
        </p:spPr>
      </p:pic>
      <p:sp>
        <p:nvSpPr>
          <p:cNvPr id="27" name="Atom encoding">
            <a:extLst>
              <a:ext uri="{FF2B5EF4-FFF2-40B4-BE49-F238E27FC236}">
                <a16:creationId xmlns:a16="http://schemas.microsoft.com/office/drawing/2014/main" id="{054CBE6E-8394-826C-A128-C1B02FD020EE}"/>
              </a:ext>
            </a:extLst>
          </p:cNvPr>
          <p:cNvSpPr>
            <a:spLocks noGrp="1"/>
          </p:cNvSpPr>
          <p:nvPr/>
        </p:nvSpPr>
        <p:spPr>
          <a:xfrm>
            <a:off x="1720892" y="1303247"/>
            <a:ext cx="349237" cy="1733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50" b="0">
                <a:solidFill>
                  <a:srgbClr val="776399"/>
                </a:solidFill>
                <a:latin typeface="Arial"/>
                <a:ea typeface="Arial"/>
                <a:cs typeface="Arial"/>
              </a:defRPr>
            </a:pPr>
            <a:r>
              <a:rPr sz="550" b="0" dirty="0">
                <a:solidFill>
                  <a:srgbClr val="776399"/>
                </a:solidFill>
                <a:latin typeface="Arial"/>
                <a:ea typeface="Arial"/>
                <a:cs typeface="Arial"/>
              </a:rPr>
              <a:t>Atom</a:t>
            </a:r>
          </a:p>
          <a:p>
            <a:pPr algn="ctr">
              <a:defRPr sz="550" b="0">
                <a:solidFill>
                  <a:srgbClr val="776399"/>
                </a:solidFill>
                <a:latin typeface="Arial"/>
                <a:ea typeface="Arial"/>
                <a:cs typeface="Arial"/>
              </a:defRPr>
            </a:pPr>
            <a:r>
              <a:rPr sz="550" b="0" dirty="0">
                <a:solidFill>
                  <a:srgbClr val="776399"/>
                </a:solidFill>
                <a:latin typeface="Arial"/>
                <a:ea typeface="Arial"/>
                <a:cs typeface="Arial"/>
              </a:rPr>
              <a:t>encoding</a:t>
            </a:r>
          </a:p>
        </p:txBody>
      </p:sp>
      <p:sp>
        <p:nvSpPr>
          <p:cNvPr id="28" name="Pseudo atoms">
            <a:extLst>
              <a:ext uri="{FF2B5EF4-FFF2-40B4-BE49-F238E27FC236}">
                <a16:creationId xmlns:a16="http://schemas.microsoft.com/office/drawing/2014/main" id="{2A01CBF6-1FEB-15D4-8241-0535BA4E4DA1}"/>
              </a:ext>
            </a:extLst>
          </p:cNvPr>
          <p:cNvSpPr>
            <a:spLocks noGrp="1"/>
          </p:cNvSpPr>
          <p:nvPr/>
        </p:nvSpPr>
        <p:spPr>
          <a:xfrm>
            <a:off x="1138658" y="1871061"/>
            <a:ext cx="530322" cy="98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91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Pseudo atoms</a:t>
            </a:r>
          </a:p>
        </p:txBody>
      </p:sp>
      <p:sp>
        <p:nvSpPr>
          <p:cNvPr id="29" name="3D voxel U-Net">
            <a:extLst>
              <a:ext uri="{FF2B5EF4-FFF2-40B4-BE49-F238E27FC236}">
                <a16:creationId xmlns:a16="http://schemas.microsoft.com/office/drawing/2014/main" id="{D86BB5C8-D535-FD9B-70F5-D92374824623}"/>
              </a:ext>
            </a:extLst>
          </p:cNvPr>
          <p:cNvSpPr>
            <a:spLocks noGrp="1"/>
          </p:cNvSpPr>
          <p:nvPr/>
        </p:nvSpPr>
        <p:spPr>
          <a:xfrm>
            <a:off x="2460583" y="349993"/>
            <a:ext cx="1409881" cy="1138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13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3D voxel U-Net</a:t>
            </a:r>
          </a:p>
        </p:txBody>
      </p:sp>
      <p:sp>
        <p:nvSpPr>
          <p:cNvPr id="30" name="Density bank to voxel input">
            <a:extLst>
              <a:ext uri="{FF2B5EF4-FFF2-40B4-BE49-F238E27FC236}">
                <a16:creationId xmlns:a16="http://schemas.microsoft.com/office/drawing/2014/main" id="{1B513A20-E644-D2B4-85C7-B74A222C6F0F}"/>
              </a:ext>
            </a:extLst>
          </p:cNvPr>
          <p:cNvSpPr>
            <a:spLocks noGrp="1"/>
          </p:cNvSpPr>
          <p:nvPr/>
        </p:nvSpPr>
        <p:spPr>
          <a:xfrm>
            <a:off x="1694849" y="889237"/>
            <a:ext cx="483757" cy="129"/>
          </a:xfrm>
          <a:custGeom>
            <a:avLst/>
            <a:gdLst/>
            <a:ahLst/>
            <a:cxnLst/>
            <a:rect l="0" t="0" r="0" b="0"/>
            <a:pathLst>
              <a:path w="1781175" h="476">
                <a:moveTo>
                  <a:pt x="0" y="0"/>
                </a:moveTo>
                <a:lnTo>
                  <a:pt x="1781175" y="0"/>
                </a:lnTo>
              </a:path>
            </a:pathLst>
          </a:custGeom>
          <a:noFill/>
          <a:ln w="7243">
            <a:solidFill>
              <a:srgbClr val="388BBE"/>
            </a:solidFill>
            <a:prstDash val="solid"/>
          </a:ln>
        </p:spPr>
      </p:sp>
      <p:sp>
        <p:nvSpPr>
          <p:cNvPr id="31" name="Density bank to voxel input | arrowhead">
            <a:extLst>
              <a:ext uri="{FF2B5EF4-FFF2-40B4-BE49-F238E27FC236}">
                <a16:creationId xmlns:a16="http://schemas.microsoft.com/office/drawing/2014/main" id="{8E38E304-D0F2-EE68-EFE1-84740D3754EB}"/>
              </a:ext>
            </a:extLst>
          </p:cNvPr>
          <p:cNvSpPr>
            <a:spLocks noGrp="1"/>
          </p:cNvSpPr>
          <p:nvPr/>
        </p:nvSpPr>
        <p:spPr>
          <a:xfrm>
            <a:off x="2154620" y="877814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32" name="Atom encoding shared trunk">
            <a:extLst>
              <a:ext uri="{FF2B5EF4-FFF2-40B4-BE49-F238E27FC236}">
                <a16:creationId xmlns:a16="http://schemas.microsoft.com/office/drawing/2014/main" id="{EB844307-21F0-35B8-0CC8-BF6779EB247F}"/>
              </a:ext>
            </a:extLst>
          </p:cNvPr>
          <p:cNvSpPr>
            <a:spLocks noGrp="1"/>
          </p:cNvSpPr>
          <p:nvPr/>
        </p:nvSpPr>
        <p:spPr>
          <a:xfrm>
            <a:off x="1694849" y="1388371"/>
            <a:ext cx="380280" cy="129"/>
          </a:xfrm>
          <a:custGeom>
            <a:avLst/>
            <a:gdLst/>
            <a:ahLst/>
            <a:cxnLst/>
            <a:rect l="0" t="0" r="0" b="0"/>
            <a:pathLst>
              <a:path w="1400175" h="476">
                <a:moveTo>
                  <a:pt x="0" y="0"/>
                </a:moveTo>
                <a:lnTo>
                  <a:pt x="1400175" y="0"/>
                </a:lnTo>
              </a:path>
            </a:pathLst>
          </a:custGeom>
          <a:noFill/>
          <a:ln w="6467">
            <a:solidFill>
              <a:srgbClr val="8C77B3"/>
            </a:solidFill>
            <a:prstDash val="solid"/>
          </a:ln>
        </p:spPr>
      </p:sp>
      <p:sp>
        <p:nvSpPr>
          <p:cNvPr id="33" name="Atom encoding to voxel input">
            <a:extLst>
              <a:ext uri="{FF2B5EF4-FFF2-40B4-BE49-F238E27FC236}">
                <a16:creationId xmlns:a16="http://schemas.microsoft.com/office/drawing/2014/main" id="{BF762E59-9B71-9D6A-CD0A-B30B12D76097}"/>
              </a:ext>
            </a:extLst>
          </p:cNvPr>
          <p:cNvSpPr>
            <a:spLocks noGrp="1"/>
          </p:cNvSpPr>
          <p:nvPr/>
        </p:nvSpPr>
        <p:spPr>
          <a:xfrm>
            <a:off x="2075129" y="963076"/>
            <a:ext cx="103477" cy="517370"/>
          </a:xfrm>
          <a:custGeom>
            <a:avLst/>
            <a:gdLst/>
            <a:ahLst/>
            <a:cxnLst/>
            <a:rect l="0" t="0" r="0" b="0"/>
            <a:pathLst>
              <a:path w="381000" h="1905000">
                <a:moveTo>
                  <a:pt x="0" y="1905000"/>
                </a:moveTo>
                <a:lnTo>
                  <a:pt x="0" y="0"/>
                </a:lnTo>
                <a:lnTo>
                  <a:pt x="381000" y="0"/>
                </a:lnTo>
              </a:path>
            </a:pathLst>
          </a:custGeom>
          <a:noFill/>
          <a:ln w="6467">
            <a:solidFill>
              <a:srgbClr val="8C77B3"/>
            </a:solidFill>
            <a:prstDash val="solid"/>
          </a:ln>
        </p:spPr>
      </p:sp>
      <p:sp>
        <p:nvSpPr>
          <p:cNvPr id="34" name="Atom encoding to voxel input | arrowhead">
            <a:extLst>
              <a:ext uri="{FF2B5EF4-FFF2-40B4-BE49-F238E27FC236}">
                <a16:creationId xmlns:a16="http://schemas.microsoft.com/office/drawing/2014/main" id="{F6BA315D-5FC0-21CA-EBF8-2B8CA6715C5E}"/>
              </a:ext>
            </a:extLst>
          </p:cNvPr>
          <p:cNvSpPr>
            <a:spLocks noGrp="1"/>
          </p:cNvSpPr>
          <p:nvPr/>
        </p:nvSpPr>
        <p:spPr>
          <a:xfrm>
            <a:off x="2151444" y="951125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35" name="Atom encoding to point input">
            <a:extLst>
              <a:ext uri="{FF2B5EF4-FFF2-40B4-BE49-F238E27FC236}">
                <a16:creationId xmlns:a16="http://schemas.microsoft.com/office/drawing/2014/main" id="{B70497D3-32EC-EEA3-12D9-346E671F0911}"/>
              </a:ext>
            </a:extLst>
          </p:cNvPr>
          <p:cNvSpPr>
            <a:spLocks noGrp="1"/>
          </p:cNvSpPr>
          <p:nvPr/>
        </p:nvSpPr>
        <p:spPr>
          <a:xfrm>
            <a:off x="2075129" y="1480446"/>
            <a:ext cx="93130" cy="279380"/>
          </a:xfrm>
          <a:custGeom>
            <a:avLst/>
            <a:gdLst/>
            <a:ahLst/>
            <a:cxnLst/>
            <a:rect l="0" t="0" r="0" b="0"/>
            <a:pathLst>
              <a:path w="342900" h="1028700">
                <a:moveTo>
                  <a:pt x="0" y="0"/>
                </a:moveTo>
                <a:lnTo>
                  <a:pt x="0" y="1028700"/>
                </a:lnTo>
                <a:lnTo>
                  <a:pt x="342900" y="1028700"/>
                </a:lnTo>
              </a:path>
            </a:pathLst>
          </a:custGeom>
          <a:noFill/>
          <a:ln w="6467">
            <a:solidFill>
              <a:srgbClr val="8C77B3"/>
            </a:solidFill>
            <a:prstDash val="solid"/>
          </a:ln>
        </p:spPr>
      </p:sp>
      <p:sp>
        <p:nvSpPr>
          <p:cNvPr id="36" name="Atom encoding to point input | arrowhead">
            <a:extLst>
              <a:ext uri="{FF2B5EF4-FFF2-40B4-BE49-F238E27FC236}">
                <a16:creationId xmlns:a16="http://schemas.microsoft.com/office/drawing/2014/main" id="{E30901EF-B787-20CA-E8D2-AD162CBBF36A}"/>
              </a:ext>
            </a:extLst>
          </p:cNvPr>
          <p:cNvSpPr>
            <a:spLocks noGrp="1"/>
          </p:cNvSpPr>
          <p:nvPr/>
        </p:nvSpPr>
        <p:spPr>
          <a:xfrm>
            <a:off x="2141096" y="1747875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37" name="Pseudo atoms to point input | arrowhead">
            <a:extLst>
              <a:ext uri="{FF2B5EF4-FFF2-40B4-BE49-F238E27FC236}">
                <a16:creationId xmlns:a16="http://schemas.microsoft.com/office/drawing/2014/main" id="{31ADD860-EC7A-E954-BEF2-6B7D06893A10}"/>
              </a:ext>
            </a:extLst>
          </p:cNvPr>
          <p:cNvSpPr>
            <a:spLocks noGrp="1"/>
          </p:cNvSpPr>
          <p:nvPr/>
        </p:nvSpPr>
        <p:spPr>
          <a:xfrm>
            <a:off x="2141096" y="1825481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C78A2B"/>
          </a:solidFill>
          <a:ln w="0">
            <a:noFill/>
          </a:ln>
        </p:spPr>
      </p:sp>
      <p:sp>
        <p:nvSpPr>
          <p:cNvPr id="38" name="U-Net forward">
            <a:extLst>
              <a:ext uri="{FF2B5EF4-FFF2-40B4-BE49-F238E27FC236}">
                <a16:creationId xmlns:a16="http://schemas.microsoft.com/office/drawing/2014/main" id="{8B7BB5E1-F094-BD96-4B5B-E181057F292A}"/>
              </a:ext>
            </a:extLst>
          </p:cNvPr>
          <p:cNvSpPr>
            <a:spLocks noGrp="1"/>
          </p:cNvSpPr>
          <p:nvPr/>
        </p:nvSpPr>
        <p:spPr>
          <a:xfrm>
            <a:off x="2385562" y="1073851"/>
            <a:ext cx="23282" cy="129"/>
          </a:xfrm>
          <a:custGeom>
            <a:avLst/>
            <a:gdLst/>
            <a:ahLst/>
            <a:cxnLst/>
            <a:rect l="0" t="0" r="0" b="0"/>
            <a:pathLst>
              <a:path w="85725" h="476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39" name="U-Net forward | arrowhead">
            <a:extLst>
              <a:ext uri="{FF2B5EF4-FFF2-40B4-BE49-F238E27FC236}">
                <a16:creationId xmlns:a16="http://schemas.microsoft.com/office/drawing/2014/main" id="{DB15A8D2-D386-EDB5-7D2F-2B890FD336D0}"/>
              </a:ext>
            </a:extLst>
          </p:cNvPr>
          <p:cNvSpPr>
            <a:spLocks noGrp="1"/>
          </p:cNvSpPr>
          <p:nvPr/>
        </p:nvSpPr>
        <p:spPr>
          <a:xfrm>
            <a:off x="2393711" y="1067192"/>
            <a:ext cx="15134" cy="13317"/>
          </a:xfrm>
          <a:custGeom>
            <a:avLst/>
            <a:gdLst/>
            <a:ahLst/>
            <a:cxnLst/>
            <a:rect l="0" t="0" r="0" b="0"/>
            <a:pathLst>
              <a:path w="55721" h="49035">
                <a:moveTo>
                  <a:pt x="55721" y="24517"/>
                </a:moveTo>
                <a:lnTo>
                  <a:pt x="0" y="0"/>
                </a:lnTo>
                <a:lnTo>
                  <a:pt x="0" y="49035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40" name="U-Net forward">
            <a:extLst>
              <a:ext uri="{FF2B5EF4-FFF2-40B4-BE49-F238E27FC236}">
                <a16:creationId xmlns:a16="http://schemas.microsoft.com/office/drawing/2014/main" id="{1EFD5830-203F-27C5-770D-CD1EE4EDAC5C}"/>
              </a:ext>
            </a:extLst>
          </p:cNvPr>
          <p:cNvSpPr>
            <a:spLocks noGrp="1"/>
          </p:cNvSpPr>
          <p:nvPr/>
        </p:nvSpPr>
        <p:spPr>
          <a:xfrm>
            <a:off x="2551126" y="1073851"/>
            <a:ext cx="23282" cy="129"/>
          </a:xfrm>
          <a:custGeom>
            <a:avLst/>
            <a:gdLst/>
            <a:ahLst/>
            <a:cxnLst/>
            <a:rect l="0" t="0" r="0" b="0"/>
            <a:pathLst>
              <a:path w="85725" h="476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41" name="U-Net forward | arrowhead">
            <a:extLst>
              <a:ext uri="{FF2B5EF4-FFF2-40B4-BE49-F238E27FC236}">
                <a16:creationId xmlns:a16="http://schemas.microsoft.com/office/drawing/2014/main" id="{EEF8509B-1A39-D99A-C660-5B46DB19E47F}"/>
              </a:ext>
            </a:extLst>
          </p:cNvPr>
          <p:cNvSpPr>
            <a:spLocks noGrp="1"/>
          </p:cNvSpPr>
          <p:nvPr/>
        </p:nvSpPr>
        <p:spPr>
          <a:xfrm>
            <a:off x="2559275" y="1067192"/>
            <a:ext cx="15134" cy="13317"/>
          </a:xfrm>
          <a:custGeom>
            <a:avLst/>
            <a:gdLst/>
            <a:ahLst/>
            <a:cxnLst/>
            <a:rect l="0" t="0" r="0" b="0"/>
            <a:pathLst>
              <a:path w="55721" h="49035">
                <a:moveTo>
                  <a:pt x="55721" y="24517"/>
                </a:moveTo>
                <a:lnTo>
                  <a:pt x="0" y="0"/>
                </a:lnTo>
                <a:lnTo>
                  <a:pt x="0" y="49035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42" name="U-Net forward">
            <a:extLst>
              <a:ext uri="{FF2B5EF4-FFF2-40B4-BE49-F238E27FC236}">
                <a16:creationId xmlns:a16="http://schemas.microsoft.com/office/drawing/2014/main" id="{53092CC9-770A-552F-7FD5-55F7E7293F97}"/>
              </a:ext>
            </a:extLst>
          </p:cNvPr>
          <p:cNvSpPr>
            <a:spLocks noGrp="1"/>
          </p:cNvSpPr>
          <p:nvPr/>
        </p:nvSpPr>
        <p:spPr>
          <a:xfrm>
            <a:off x="2758081" y="1073851"/>
            <a:ext cx="18109" cy="129"/>
          </a:xfrm>
          <a:custGeom>
            <a:avLst/>
            <a:gdLst/>
            <a:ahLst/>
            <a:cxnLst/>
            <a:rect l="0" t="0" r="0" b="0"/>
            <a:pathLst>
              <a:path w="66675" h="476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43" name="U-Net forward | arrowhead">
            <a:extLst>
              <a:ext uri="{FF2B5EF4-FFF2-40B4-BE49-F238E27FC236}">
                <a16:creationId xmlns:a16="http://schemas.microsoft.com/office/drawing/2014/main" id="{3C1D1115-BD17-EED6-AE38-B45E5C6F0D61}"/>
              </a:ext>
            </a:extLst>
          </p:cNvPr>
          <p:cNvSpPr>
            <a:spLocks noGrp="1"/>
          </p:cNvSpPr>
          <p:nvPr/>
        </p:nvSpPr>
        <p:spPr>
          <a:xfrm>
            <a:off x="2764419" y="1068672"/>
            <a:ext cx="11771" cy="10358"/>
          </a:xfrm>
          <a:custGeom>
            <a:avLst/>
            <a:gdLst/>
            <a:ahLst/>
            <a:cxnLst/>
            <a:rect l="0" t="0" r="0" b="0"/>
            <a:pathLst>
              <a:path w="43339" h="38138">
                <a:moveTo>
                  <a:pt x="43339" y="19069"/>
                </a:moveTo>
                <a:lnTo>
                  <a:pt x="0" y="0"/>
                </a:lnTo>
                <a:lnTo>
                  <a:pt x="0" y="38138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44" name="U-Net forward">
            <a:extLst>
              <a:ext uri="{FF2B5EF4-FFF2-40B4-BE49-F238E27FC236}">
                <a16:creationId xmlns:a16="http://schemas.microsoft.com/office/drawing/2014/main" id="{4F8A6E21-E497-2A56-8B00-795D7CBDF994}"/>
              </a:ext>
            </a:extLst>
          </p:cNvPr>
          <p:cNvSpPr>
            <a:spLocks noGrp="1"/>
          </p:cNvSpPr>
          <p:nvPr/>
        </p:nvSpPr>
        <p:spPr>
          <a:xfrm>
            <a:off x="2923645" y="1073851"/>
            <a:ext cx="18109" cy="129"/>
          </a:xfrm>
          <a:custGeom>
            <a:avLst/>
            <a:gdLst/>
            <a:ahLst/>
            <a:cxnLst/>
            <a:rect l="0" t="0" r="0" b="0"/>
            <a:pathLst>
              <a:path w="66675" h="476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45" name="U-Net forward | arrowhead">
            <a:extLst>
              <a:ext uri="{FF2B5EF4-FFF2-40B4-BE49-F238E27FC236}">
                <a16:creationId xmlns:a16="http://schemas.microsoft.com/office/drawing/2014/main" id="{073E2A90-DC0A-0AEC-743F-1465E86A7BEA}"/>
              </a:ext>
            </a:extLst>
          </p:cNvPr>
          <p:cNvSpPr>
            <a:spLocks noGrp="1"/>
          </p:cNvSpPr>
          <p:nvPr/>
        </p:nvSpPr>
        <p:spPr>
          <a:xfrm>
            <a:off x="2929983" y="1068672"/>
            <a:ext cx="11771" cy="10358"/>
          </a:xfrm>
          <a:custGeom>
            <a:avLst/>
            <a:gdLst/>
            <a:ahLst/>
            <a:cxnLst/>
            <a:rect l="0" t="0" r="0" b="0"/>
            <a:pathLst>
              <a:path w="43339" h="38138">
                <a:moveTo>
                  <a:pt x="43339" y="19069"/>
                </a:moveTo>
                <a:lnTo>
                  <a:pt x="0" y="0"/>
                </a:lnTo>
                <a:lnTo>
                  <a:pt x="0" y="38138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46" name="U-Net forward">
            <a:extLst>
              <a:ext uri="{FF2B5EF4-FFF2-40B4-BE49-F238E27FC236}">
                <a16:creationId xmlns:a16="http://schemas.microsoft.com/office/drawing/2014/main" id="{E2BBCE44-F631-27D7-BB68-12097B6A8AA3}"/>
              </a:ext>
            </a:extLst>
          </p:cNvPr>
          <p:cNvSpPr>
            <a:spLocks noGrp="1"/>
          </p:cNvSpPr>
          <p:nvPr/>
        </p:nvSpPr>
        <p:spPr>
          <a:xfrm>
            <a:off x="3071100" y="1073851"/>
            <a:ext cx="20696" cy="129"/>
          </a:xfrm>
          <a:custGeom>
            <a:avLst/>
            <a:gdLst/>
            <a:ahLst/>
            <a:cxnLst/>
            <a:rect l="0" t="0" r="0" b="0"/>
            <a:pathLst>
              <a:path w="76200" h="476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47" name="U-Net forward | arrowhead">
            <a:extLst>
              <a:ext uri="{FF2B5EF4-FFF2-40B4-BE49-F238E27FC236}">
                <a16:creationId xmlns:a16="http://schemas.microsoft.com/office/drawing/2014/main" id="{336E278C-A188-136F-BF71-27777AE40F35}"/>
              </a:ext>
            </a:extLst>
          </p:cNvPr>
          <p:cNvSpPr>
            <a:spLocks noGrp="1"/>
          </p:cNvSpPr>
          <p:nvPr/>
        </p:nvSpPr>
        <p:spPr>
          <a:xfrm>
            <a:off x="3078344" y="1067932"/>
            <a:ext cx="13452" cy="11837"/>
          </a:xfrm>
          <a:custGeom>
            <a:avLst/>
            <a:gdLst/>
            <a:ahLst/>
            <a:cxnLst/>
            <a:rect l="0" t="0" r="0" b="0"/>
            <a:pathLst>
              <a:path w="49530" h="43586">
                <a:moveTo>
                  <a:pt x="49530" y="21793"/>
                </a:moveTo>
                <a:lnTo>
                  <a:pt x="0" y="0"/>
                </a:lnTo>
                <a:lnTo>
                  <a:pt x="0" y="43586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48" name="U-Net forward">
            <a:extLst>
              <a:ext uri="{FF2B5EF4-FFF2-40B4-BE49-F238E27FC236}">
                <a16:creationId xmlns:a16="http://schemas.microsoft.com/office/drawing/2014/main" id="{E63B9AFB-4526-B497-D9E2-5DBCF8991B1A}"/>
              </a:ext>
            </a:extLst>
          </p:cNvPr>
          <p:cNvSpPr>
            <a:spLocks noGrp="1"/>
          </p:cNvSpPr>
          <p:nvPr/>
        </p:nvSpPr>
        <p:spPr>
          <a:xfrm>
            <a:off x="3234077" y="1073851"/>
            <a:ext cx="20696" cy="129"/>
          </a:xfrm>
          <a:custGeom>
            <a:avLst/>
            <a:gdLst/>
            <a:ahLst/>
            <a:cxnLst/>
            <a:rect l="0" t="0" r="0" b="0"/>
            <a:pathLst>
              <a:path w="76200" h="476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49" name="U-Net forward | arrowhead">
            <a:extLst>
              <a:ext uri="{FF2B5EF4-FFF2-40B4-BE49-F238E27FC236}">
                <a16:creationId xmlns:a16="http://schemas.microsoft.com/office/drawing/2014/main" id="{685EC0D1-4B9A-88B1-4512-C48419CE585F}"/>
              </a:ext>
            </a:extLst>
          </p:cNvPr>
          <p:cNvSpPr>
            <a:spLocks noGrp="1"/>
          </p:cNvSpPr>
          <p:nvPr/>
        </p:nvSpPr>
        <p:spPr>
          <a:xfrm>
            <a:off x="3241321" y="1067932"/>
            <a:ext cx="13452" cy="11837"/>
          </a:xfrm>
          <a:custGeom>
            <a:avLst/>
            <a:gdLst/>
            <a:ahLst/>
            <a:cxnLst/>
            <a:rect l="0" t="0" r="0" b="0"/>
            <a:pathLst>
              <a:path w="49530" h="43586">
                <a:moveTo>
                  <a:pt x="49530" y="21793"/>
                </a:moveTo>
                <a:lnTo>
                  <a:pt x="0" y="0"/>
                </a:lnTo>
                <a:lnTo>
                  <a:pt x="0" y="43586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50" name="U-Net forward">
            <a:extLst>
              <a:ext uri="{FF2B5EF4-FFF2-40B4-BE49-F238E27FC236}">
                <a16:creationId xmlns:a16="http://schemas.microsoft.com/office/drawing/2014/main" id="{570A2306-9724-59FD-7B8C-919A33B17EAF}"/>
              </a:ext>
            </a:extLst>
          </p:cNvPr>
          <p:cNvSpPr>
            <a:spLocks noGrp="1"/>
          </p:cNvSpPr>
          <p:nvPr/>
        </p:nvSpPr>
        <p:spPr>
          <a:xfrm>
            <a:off x="3391880" y="1073851"/>
            <a:ext cx="15522" cy="129"/>
          </a:xfrm>
          <a:custGeom>
            <a:avLst/>
            <a:gdLst/>
            <a:ahLst/>
            <a:cxnLst/>
            <a:rect l="0" t="0" r="0" b="0"/>
            <a:pathLst>
              <a:path w="57150" h="476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51" name="U-Net forward | arrowhead">
            <a:extLst>
              <a:ext uri="{FF2B5EF4-FFF2-40B4-BE49-F238E27FC236}">
                <a16:creationId xmlns:a16="http://schemas.microsoft.com/office/drawing/2014/main" id="{278B19FE-B929-C52E-16C0-EDEDB115A906}"/>
              </a:ext>
            </a:extLst>
          </p:cNvPr>
          <p:cNvSpPr>
            <a:spLocks noGrp="1"/>
          </p:cNvSpPr>
          <p:nvPr/>
        </p:nvSpPr>
        <p:spPr>
          <a:xfrm>
            <a:off x="3395761" y="1068729"/>
            <a:ext cx="11641" cy="10244"/>
          </a:xfrm>
          <a:custGeom>
            <a:avLst/>
            <a:gdLst/>
            <a:ahLst/>
            <a:cxnLst/>
            <a:rect l="0" t="0" r="0" b="0"/>
            <a:pathLst>
              <a:path w="42863" h="37719">
                <a:moveTo>
                  <a:pt x="42863" y="18860"/>
                </a:moveTo>
                <a:lnTo>
                  <a:pt x="0" y="0"/>
                </a:lnTo>
                <a:lnTo>
                  <a:pt x="0" y="37719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52" name="U-Net forward">
            <a:extLst>
              <a:ext uri="{FF2B5EF4-FFF2-40B4-BE49-F238E27FC236}">
                <a16:creationId xmlns:a16="http://schemas.microsoft.com/office/drawing/2014/main" id="{95A472D6-C2AD-6C66-938D-971C159DC8B7}"/>
              </a:ext>
            </a:extLst>
          </p:cNvPr>
          <p:cNvSpPr>
            <a:spLocks noGrp="1"/>
          </p:cNvSpPr>
          <p:nvPr/>
        </p:nvSpPr>
        <p:spPr>
          <a:xfrm>
            <a:off x="3554857" y="1073851"/>
            <a:ext cx="15522" cy="129"/>
          </a:xfrm>
          <a:custGeom>
            <a:avLst/>
            <a:gdLst/>
            <a:ahLst/>
            <a:cxnLst/>
            <a:rect l="0" t="0" r="0" b="0"/>
            <a:pathLst>
              <a:path w="57150" h="476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53" name="U-Net forward | arrowhead">
            <a:extLst>
              <a:ext uri="{FF2B5EF4-FFF2-40B4-BE49-F238E27FC236}">
                <a16:creationId xmlns:a16="http://schemas.microsoft.com/office/drawing/2014/main" id="{AD3F6B45-00A2-020B-467F-6C95F291AB87}"/>
              </a:ext>
            </a:extLst>
          </p:cNvPr>
          <p:cNvSpPr>
            <a:spLocks noGrp="1"/>
          </p:cNvSpPr>
          <p:nvPr/>
        </p:nvSpPr>
        <p:spPr>
          <a:xfrm>
            <a:off x="3558738" y="1068729"/>
            <a:ext cx="11641" cy="10244"/>
          </a:xfrm>
          <a:custGeom>
            <a:avLst/>
            <a:gdLst/>
            <a:ahLst/>
            <a:cxnLst/>
            <a:rect l="0" t="0" r="0" b="0"/>
            <a:pathLst>
              <a:path w="42863" h="37719">
                <a:moveTo>
                  <a:pt x="42863" y="18860"/>
                </a:moveTo>
                <a:lnTo>
                  <a:pt x="0" y="0"/>
                </a:lnTo>
                <a:lnTo>
                  <a:pt x="0" y="37719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54" name="U-Net forward">
            <a:extLst>
              <a:ext uri="{FF2B5EF4-FFF2-40B4-BE49-F238E27FC236}">
                <a16:creationId xmlns:a16="http://schemas.microsoft.com/office/drawing/2014/main" id="{BAA71565-4793-C964-8455-9F079D61D7C0}"/>
              </a:ext>
            </a:extLst>
          </p:cNvPr>
          <p:cNvSpPr>
            <a:spLocks noGrp="1"/>
          </p:cNvSpPr>
          <p:nvPr/>
        </p:nvSpPr>
        <p:spPr>
          <a:xfrm>
            <a:off x="3756639" y="1073851"/>
            <a:ext cx="20696" cy="129"/>
          </a:xfrm>
          <a:custGeom>
            <a:avLst/>
            <a:gdLst/>
            <a:ahLst/>
            <a:cxnLst/>
            <a:rect l="0" t="0" r="0" b="0"/>
            <a:pathLst>
              <a:path w="76200" h="476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55" name="U-Net forward | arrowhead">
            <a:extLst>
              <a:ext uri="{FF2B5EF4-FFF2-40B4-BE49-F238E27FC236}">
                <a16:creationId xmlns:a16="http://schemas.microsoft.com/office/drawing/2014/main" id="{E1EB42EC-8952-8E74-6BCF-57CD8CE18B96}"/>
              </a:ext>
            </a:extLst>
          </p:cNvPr>
          <p:cNvSpPr>
            <a:spLocks noGrp="1"/>
          </p:cNvSpPr>
          <p:nvPr/>
        </p:nvSpPr>
        <p:spPr>
          <a:xfrm>
            <a:off x="3763882" y="1067932"/>
            <a:ext cx="13452" cy="11837"/>
          </a:xfrm>
          <a:custGeom>
            <a:avLst/>
            <a:gdLst/>
            <a:ahLst/>
            <a:cxnLst/>
            <a:rect l="0" t="0" r="0" b="0"/>
            <a:pathLst>
              <a:path w="49530" h="43586">
                <a:moveTo>
                  <a:pt x="49530" y="21793"/>
                </a:moveTo>
                <a:lnTo>
                  <a:pt x="0" y="0"/>
                </a:lnTo>
                <a:lnTo>
                  <a:pt x="0" y="43586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56" name="U-Net forward">
            <a:extLst>
              <a:ext uri="{FF2B5EF4-FFF2-40B4-BE49-F238E27FC236}">
                <a16:creationId xmlns:a16="http://schemas.microsoft.com/office/drawing/2014/main" id="{E8ACBEC5-1537-1478-7A1D-D974A894CDA5}"/>
              </a:ext>
            </a:extLst>
          </p:cNvPr>
          <p:cNvSpPr>
            <a:spLocks noGrp="1"/>
          </p:cNvSpPr>
          <p:nvPr/>
        </p:nvSpPr>
        <p:spPr>
          <a:xfrm>
            <a:off x="3911855" y="1073851"/>
            <a:ext cx="33630" cy="129"/>
          </a:xfrm>
          <a:custGeom>
            <a:avLst/>
            <a:gdLst/>
            <a:ahLst/>
            <a:cxnLst/>
            <a:rect l="0" t="0" r="0" b="0"/>
            <a:pathLst>
              <a:path w="123825" h="476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57" name="U-Net forward | arrowhead">
            <a:extLst>
              <a:ext uri="{FF2B5EF4-FFF2-40B4-BE49-F238E27FC236}">
                <a16:creationId xmlns:a16="http://schemas.microsoft.com/office/drawing/2014/main" id="{DD83E080-6055-41CB-062E-B9907348BFEB}"/>
              </a:ext>
            </a:extLst>
          </p:cNvPr>
          <p:cNvSpPr>
            <a:spLocks noGrp="1"/>
          </p:cNvSpPr>
          <p:nvPr/>
        </p:nvSpPr>
        <p:spPr>
          <a:xfrm>
            <a:off x="3923625" y="1064233"/>
            <a:ext cx="21860" cy="19236"/>
          </a:xfrm>
          <a:custGeom>
            <a:avLst/>
            <a:gdLst/>
            <a:ahLst/>
            <a:cxnLst/>
            <a:rect l="0" t="0" r="0" b="0"/>
            <a:pathLst>
              <a:path w="80486" h="70828">
                <a:moveTo>
                  <a:pt x="80486" y="35414"/>
                </a:moveTo>
                <a:lnTo>
                  <a:pt x="0" y="0"/>
                </a:lnTo>
                <a:lnTo>
                  <a:pt x="0" y="70828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58" name="U-Net skip 1">
            <a:extLst>
              <a:ext uri="{FF2B5EF4-FFF2-40B4-BE49-F238E27FC236}">
                <a16:creationId xmlns:a16="http://schemas.microsoft.com/office/drawing/2014/main" id="{54E882DD-1CF9-B6CC-58C6-1BE55101730F}"/>
              </a:ext>
            </a:extLst>
          </p:cNvPr>
          <p:cNvSpPr>
            <a:spLocks noGrp="1"/>
          </p:cNvSpPr>
          <p:nvPr/>
        </p:nvSpPr>
        <p:spPr>
          <a:xfrm>
            <a:off x="2289845" y="596687"/>
            <a:ext cx="1756531" cy="142276"/>
          </a:xfrm>
          <a:custGeom>
            <a:avLst/>
            <a:gdLst/>
            <a:ahLst/>
            <a:cxnLst/>
            <a:rect l="0" t="0" r="0" b="0"/>
            <a:pathLst>
              <a:path w="6467475" h="438150">
                <a:moveTo>
                  <a:pt x="0" y="438150"/>
                </a:moveTo>
                <a:lnTo>
                  <a:pt x="0" y="0"/>
                </a:lnTo>
                <a:lnTo>
                  <a:pt x="6467475" y="0"/>
                </a:lnTo>
                <a:lnTo>
                  <a:pt x="6467475" y="438150"/>
                </a:lnTo>
              </a:path>
            </a:pathLst>
          </a:custGeom>
          <a:noFill/>
          <a:ln w="4915">
            <a:solidFill>
              <a:srgbClr val="86A6C7"/>
            </a:solidFill>
            <a:prstDash val="dash"/>
          </a:ln>
        </p:spPr>
      </p:sp>
      <p:sp>
        <p:nvSpPr>
          <p:cNvPr id="59" name="U-Net skip 1 | arrowhead">
            <a:extLst>
              <a:ext uri="{FF2B5EF4-FFF2-40B4-BE49-F238E27FC236}">
                <a16:creationId xmlns:a16="http://schemas.microsoft.com/office/drawing/2014/main" id="{060DA039-8054-97BE-66F2-D3EFC42EEC75}"/>
              </a:ext>
            </a:extLst>
          </p:cNvPr>
          <p:cNvSpPr>
            <a:spLocks noGrp="1"/>
          </p:cNvSpPr>
          <p:nvPr/>
        </p:nvSpPr>
        <p:spPr>
          <a:xfrm>
            <a:off x="4034954" y="710744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5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6A6C7"/>
          </a:solidFill>
          <a:ln w="0">
            <a:noFill/>
          </a:ln>
        </p:spPr>
      </p:sp>
      <p:sp>
        <p:nvSpPr>
          <p:cNvPr id="60" name="U-Net skip 2">
            <a:extLst>
              <a:ext uri="{FF2B5EF4-FFF2-40B4-BE49-F238E27FC236}">
                <a16:creationId xmlns:a16="http://schemas.microsoft.com/office/drawing/2014/main" id="{72D268F9-BE7D-37D3-E2D1-ECA4E6C39CD1}"/>
              </a:ext>
            </a:extLst>
          </p:cNvPr>
          <p:cNvSpPr>
            <a:spLocks noGrp="1"/>
          </p:cNvSpPr>
          <p:nvPr/>
        </p:nvSpPr>
        <p:spPr>
          <a:xfrm>
            <a:off x="2481278" y="639688"/>
            <a:ext cx="1363316" cy="141142"/>
          </a:xfrm>
          <a:custGeom>
            <a:avLst/>
            <a:gdLst/>
            <a:ahLst/>
            <a:cxnLst/>
            <a:rect l="0" t="0" r="0" b="0"/>
            <a:pathLst>
              <a:path w="5019675" h="447675">
                <a:moveTo>
                  <a:pt x="0" y="447675"/>
                </a:moveTo>
                <a:lnTo>
                  <a:pt x="0" y="0"/>
                </a:lnTo>
                <a:lnTo>
                  <a:pt x="5019675" y="0"/>
                </a:lnTo>
                <a:lnTo>
                  <a:pt x="5019675" y="447675"/>
                </a:lnTo>
              </a:path>
            </a:pathLst>
          </a:custGeom>
          <a:noFill/>
          <a:ln w="4915">
            <a:solidFill>
              <a:srgbClr val="86A6C7"/>
            </a:solidFill>
            <a:prstDash val="dash"/>
          </a:ln>
        </p:spPr>
      </p:sp>
      <p:sp>
        <p:nvSpPr>
          <p:cNvPr id="61" name="U-Net skip 2 | arrowhead">
            <a:extLst>
              <a:ext uri="{FF2B5EF4-FFF2-40B4-BE49-F238E27FC236}">
                <a16:creationId xmlns:a16="http://schemas.microsoft.com/office/drawing/2014/main" id="{14D21E0A-1B30-767D-985E-6532B750BE1F}"/>
              </a:ext>
            </a:extLst>
          </p:cNvPr>
          <p:cNvSpPr>
            <a:spLocks noGrp="1"/>
          </p:cNvSpPr>
          <p:nvPr/>
        </p:nvSpPr>
        <p:spPr>
          <a:xfrm>
            <a:off x="3832643" y="775415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5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6A6C7"/>
          </a:solidFill>
          <a:ln w="0">
            <a:noFill/>
          </a:ln>
        </p:spPr>
      </p:sp>
      <p:sp>
        <p:nvSpPr>
          <p:cNvPr id="62" name="U-Net skip 3">
            <a:extLst>
              <a:ext uri="{FF2B5EF4-FFF2-40B4-BE49-F238E27FC236}">
                <a16:creationId xmlns:a16="http://schemas.microsoft.com/office/drawing/2014/main" id="{9BB3D895-1B80-96E8-15A2-583C6E83A663}"/>
              </a:ext>
            </a:extLst>
          </p:cNvPr>
          <p:cNvSpPr>
            <a:spLocks noGrp="1"/>
          </p:cNvSpPr>
          <p:nvPr/>
        </p:nvSpPr>
        <p:spPr>
          <a:xfrm>
            <a:off x="2667538" y="685284"/>
            <a:ext cx="1002035" cy="156937"/>
          </a:xfrm>
          <a:custGeom>
            <a:avLst/>
            <a:gdLst/>
            <a:ahLst/>
            <a:cxnLst/>
            <a:rect l="0" t="0" r="0" b="0"/>
            <a:pathLst>
              <a:path w="3667125" h="419100">
                <a:moveTo>
                  <a:pt x="0" y="419100"/>
                </a:moveTo>
                <a:lnTo>
                  <a:pt x="0" y="0"/>
                </a:lnTo>
                <a:lnTo>
                  <a:pt x="3667125" y="0"/>
                </a:lnTo>
                <a:lnTo>
                  <a:pt x="3667125" y="419100"/>
                </a:lnTo>
              </a:path>
            </a:pathLst>
          </a:custGeom>
          <a:noFill/>
          <a:ln w="4915">
            <a:solidFill>
              <a:srgbClr val="86A6C7"/>
            </a:solidFill>
            <a:prstDash val="dash"/>
          </a:ln>
        </p:spPr>
      </p:sp>
      <p:sp>
        <p:nvSpPr>
          <p:cNvPr id="63" name="U-Net skip 3 | arrowhead">
            <a:extLst>
              <a:ext uri="{FF2B5EF4-FFF2-40B4-BE49-F238E27FC236}">
                <a16:creationId xmlns:a16="http://schemas.microsoft.com/office/drawing/2014/main" id="{45E74BA1-5BFF-D478-0BD4-D1A969CF88BD}"/>
              </a:ext>
            </a:extLst>
          </p:cNvPr>
          <p:cNvSpPr>
            <a:spLocks noGrp="1"/>
          </p:cNvSpPr>
          <p:nvPr/>
        </p:nvSpPr>
        <p:spPr>
          <a:xfrm>
            <a:off x="3657378" y="827152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6A6C7"/>
          </a:solidFill>
          <a:ln w="0">
            <a:noFill/>
          </a:ln>
        </p:spPr>
      </p:sp>
      <p:sp>
        <p:nvSpPr>
          <p:cNvPr id="2752" name="U-Net skip 4">
            <a:extLst>
              <a:ext uri="{FF2B5EF4-FFF2-40B4-BE49-F238E27FC236}">
                <a16:creationId xmlns:a16="http://schemas.microsoft.com/office/drawing/2014/main" id="{6978822C-C900-60AD-1C44-BB91FA3983B6}"/>
              </a:ext>
            </a:extLst>
          </p:cNvPr>
          <p:cNvSpPr>
            <a:spLocks noGrp="1"/>
          </p:cNvSpPr>
          <p:nvPr/>
        </p:nvSpPr>
        <p:spPr>
          <a:xfrm>
            <a:off x="2851210" y="731615"/>
            <a:ext cx="628626" cy="202891"/>
          </a:xfrm>
          <a:custGeom>
            <a:avLst/>
            <a:gdLst/>
            <a:ahLst/>
            <a:cxnLst/>
            <a:rect l="0" t="0" r="0" b="0"/>
            <a:pathLst>
              <a:path w="2314575" h="504825">
                <a:moveTo>
                  <a:pt x="0" y="504825"/>
                </a:moveTo>
                <a:lnTo>
                  <a:pt x="0" y="0"/>
                </a:lnTo>
                <a:lnTo>
                  <a:pt x="2314575" y="0"/>
                </a:lnTo>
                <a:lnTo>
                  <a:pt x="2314575" y="504825"/>
                </a:lnTo>
              </a:path>
            </a:pathLst>
          </a:custGeom>
          <a:noFill/>
          <a:ln w="4915">
            <a:solidFill>
              <a:srgbClr val="86A6C7"/>
            </a:solidFill>
            <a:prstDash val="dash"/>
          </a:ln>
        </p:spPr>
      </p:sp>
      <p:sp>
        <p:nvSpPr>
          <p:cNvPr id="2753" name="U-Net skip 4 | arrowhead">
            <a:extLst>
              <a:ext uri="{FF2B5EF4-FFF2-40B4-BE49-F238E27FC236}">
                <a16:creationId xmlns:a16="http://schemas.microsoft.com/office/drawing/2014/main" id="{0B6CB5C0-B4FE-7720-CF91-E48C2AE3DDD5}"/>
              </a:ext>
            </a:extLst>
          </p:cNvPr>
          <p:cNvSpPr>
            <a:spLocks noGrp="1"/>
          </p:cNvSpPr>
          <p:nvPr/>
        </p:nvSpPr>
        <p:spPr>
          <a:xfrm>
            <a:off x="3467885" y="923219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6A6C7"/>
          </a:solidFill>
          <a:ln w="0">
            <a:noFill/>
          </a:ln>
        </p:spPr>
      </p:sp>
      <p:sp>
        <p:nvSpPr>
          <p:cNvPr id="2754" name="Skip connections">
            <a:extLst>
              <a:ext uri="{FF2B5EF4-FFF2-40B4-BE49-F238E27FC236}">
                <a16:creationId xmlns:a16="http://schemas.microsoft.com/office/drawing/2014/main" id="{F2AD5DF4-BB2E-0090-EE65-73F28AE8E0C0}"/>
              </a:ext>
            </a:extLst>
          </p:cNvPr>
          <p:cNvSpPr>
            <a:spLocks noGrp="1"/>
          </p:cNvSpPr>
          <p:nvPr/>
        </p:nvSpPr>
        <p:spPr>
          <a:xfrm>
            <a:off x="2743181" y="487518"/>
            <a:ext cx="827820" cy="8795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09" b="0">
                <a:solidFill>
                  <a:srgbClr val="617F9F"/>
                </a:solidFill>
                <a:latin typeface="Arial"/>
                <a:ea typeface="Arial"/>
                <a:cs typeface="Arial"/>
              </a:defRPr>
            </a:pPr>
            <a:r>
              <a:rPr sz="509" b="0" dirty="0">
                <a:solidFill>
                  <a:srgbClr val="617F9F"/>
                </a:solidFill>
                <a:latin typeface="Arial"/>
                <a:ea typeface="Arial"/>
                <a:cs typeface="Arial"/>
              </a:rPr>
              <a:t>Skip connections</a:t>
            </a:r>
          </a:p>
        </p:txBody>
      </p:sp>
      <p:sp>
        <p:nvSpPr>
          <p:cNvPr id="2755" name="Encoder">
            <a:extLst>
              <a:ext uri="{FF2B5EF4-FFF2-40B4-BE49-F238E27FC236}">
                <a16:creationId xmlns:a16="http://schemas.microsoft.com/office/drawing/2014/main" id="{83A5DE84-5471-42E4-AE89-017FDA5952E9}"/>
              </a:ext>
            </a:extLst>
          </p:cNvPr>
          <p:cNvSpPr>
            <a:spLocks noGrp="1"/>
          </p:cNvSpPr>
          <p:nvPr/>
        </p:nvSpPr>
        <p:spPr>
          <a:xfrm>
            <a:off x="2236490" y="1118426"/>
            <a:ext cx="602756" cy="1060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507CAB"/>
                </a:solidFill>
                <a:latin typeface="Arial"/>
                <a:ea typeface="Arial"/>
                <a:cs typeface="Arial"/>
              </a:defRPr>
            </a:pPr>
            <a:r>
              <a:rPr sz="591" b="0" dirty="0">
                <a:solidFill>
                  <a:srgbClr val="507CAB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756" name="Bottleneck">
            <a:extLst>
              <a:ext uri="{FF2B5EF4-FFF2-40B4-BE49-F238E27FC236}">
                <a16:creationId xmlns:a16="http://schemas.microsoft.com/office/drawing/2014/main" id="{5ACCD71F-FC71-A238-85FB-2302ABD44B51}"/>
              </a:ext>
            </a:extLst>
          </p:cNvPr>
          <p:cNvSpPr>
            <a:spLocks noGrp="1"/>
          </p:cNvSpPr>
          <p:nvPr/>
        </p:nvSpPr>
        <p:spPr>
          <a:xfrm>
            <a:off x="2926232" y="1105707"/>
            <a:ext cx="473410" cy="1060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8C72AC"/>
                </a:solidFill>
                <a:latin typeface="Arial"/>
                <a:ea typeface="Arial"/>
                <a:cs typeface="Arial"/>
              </a:defRPr>
            </a:pPr>
            <a:r>
              <a:rPr sz="591" b="0" dirty="0">
                <a:solidFill>
                  <a:srgbClr val="8C72AC"/>
                </a:solidFill>
                <a:latin typeface="Arial"/>
                <a:ea typeface="Arial"/>
                <a:cs typeface="Arial"/>
              </a:rPr>
              <a:t>Bottleneck</a:t>
            </a:r>
          </a:p>
        </p:txBody>
      </p:sp>
      <p:sp>
        <p:nvSpPr>
          <p:cNvPr id="2757" name="Decoder">
            <a:extLst>
              <a:ext uri="{FF2B5EF4-FFF2-40B4-BE49-F238E27FC236}">
                <a16:creationId xmlns:a16="http://schemas.microsoft.com/office/drawing/2014/main" id="{385A038D-0998-98A4-511A-E65D5F96C57A}"/>
              </a:ext>
            </a:extLst>
          </p:cNvPr>
          <p:cNvSpPr>
            <a:spLocks noGrp="1"/>
          </p:cNvSpPr>
          <p:nvPr/>
        </p:nvSpPr>
        <p:spPr>
          <a:xfrm>
            <a:off x="3516672" y="1113305"/>
            <a:ext cx="574300" cy="1060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4F8E84"/>
                </a:solidFill>
                <a:latin typeface="Arial"/>
                <a:ea typeface="Arial"/>
                <a:cs typeface="Arial"/>
              </a:defRPr>
            </a:pPr>
            <a:r>
              <a:rPr sz="591" b="0" dirty="0">
                <a:solidFill>
                  <a:srgbClr val="4F8E84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2758" name="Voxel-to-point fusion">
            <a:extLst>
              <a:ext uri="{FF2B5EF4-FFF2-40B4-BE49-F238E27FC236}">
                <a16:creationId xmlns:a16="http://schemas.microsoft.com/office/drawing/2014/main" id="{826FFFCF-6D97-42D0-299D-3E68A8A7F51C}"/>
              </a:ext>
            </a:extLst>
          </p:cNvPr>
          <p:cNvSpPr>
            <a:spLocks noGrp="1"/>
          </p:cNvSpPr>
          <p:nvPr/>
        </p:nvSpPr>
        <p:spPr>
          <a:xfrm>
            <a:off x="2730532" y="1223408"/>
            <a:ext cx="129" cy="411309"/>
          </a:xfrm>
          <a:custGeom>
            <a:avLst/>
            <a:gdLst/>
            <a:ahLst/>
            <a:cxnLst/>
            <a:rect l="0" t="0" r="0" b="0"/>
            <a:pathLst>
              <a:path w="476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8537">
            <a:solidFill>
              <a:srgbClr val="388BBE"/>
            </a:solidFill>
            <a:prstDash val="solid"/>
          </a:ln>
        </p:spPr>
      </p:sp>
      <p:sp>
        <p:nvSpPr>
          <p:cNvPr id="2759" name="Voxel-to-point fusion | arrowhead">
            <a:extLst>
              <a:ext uri="{FF2B5EF4-FFF2-40B4-BE49-F238E27FC236}">
                <a16:creationId xmlns:a16="http://schemas.microsoft.com/office/drawing/2014/main" id="{AD3DE9B9-4930-87D1-9EEB-4CC78579ECCC}"/>
              </a:ext>
            </a:extLst>
          </p:cNvPr>
          <p:cNvSpPr>
            <a:spLocks noGrp="1"/>
          </p:cNvSpPr>
          <p:nvPr/>
        </p:nvSpPr>
        <p:spPr>
          <a:xfrm>
            <a:off x="2717900" y="1630392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2760" name="Voxel-to-point fusion">
            <a:extLst>
              <a:ext uri="{FF2B5EF4-FFF2-40B4-BE49-F238E27FC236}">
                <a16:creationId xmlns:a16="http://schemas.microsoft.com/office/drawing/2014/main" id="{8146A319-13AC-41D9-5232-1CA2447953AC}"/>
              </a:ext>
            </a:extLst>
          </p:cNvPr>
          <p:cNvSpPr>
            <a:spLocks noGrp="1"/>
          </p:cNvSpPr>
          <p:nvPr/>
        </p:nvSpPr>
        <p:spPr>
          <a:xfrm>
            <a:off x="2548539" y="1295769"/>
            <a:ext cx="1208746" cy="1914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388BBE"/>
                </a:solidFill>
                <a:latin typeface="Arial"/>
                <a:ea typeface="Arial"/>
                <a:cs typeface="Arial"/>
              </a:defRPr>
            </a:pPr>
            <a:r>
              <a:rPr sz="591" b="0" dirty="0">
                <a:solidFill>
                  <a:srgbClr val="388BBE"/>
                </a:solidFill>
                <a:latin typeface="Arial"/>
                <a:ea typeface="Arial"/>
                <a:cs typeface="Arial"/>
              </a:rPr>
              <a:t>Voxel-to-point</a:t>
            </a:r>
            <a:r>
              <a:rPr lang="en-US" sz="591" b="0" dirty="0">
                <a:solidFill>
                  <a:srgbClr val="388BBE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591" b="0" dirty="0">
                <a:solidFill>
                  <a:srgbClr val="388BBE"/>
                </a:solidFill>
                <a:latin typeface="Arial"/>
                <a:ea typeface="Arial"/>
                <a:cs typeface="Arial"/>
              </a:rPr>
              <a:t>fusion</a:t>
            </a:r>
            <a:endParaRPr sz="591" b="0" dirty="0">
              <a:solidFill>
                <a:srgbClr val="388BB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5" name="b | refined point stage">
            <a:extLst>
              <a:ext uri="{FF2B5EF4-FFF2-40B4-BE49-F238E27FC236}">
                <a16:creationId xmlns:a16="http://schemas.microsoft.com/office/drawing/2014/main" id="{A80D5B87-6FE1-1036-36FE-BDE6FADC70FC}"/>
              </a:ext>
            </a:extLst>
          </p:cNvPr>
          <p:cNvSpPr>
            <a:spLocks noGrp="1"/>
          </p:cNvSpPr>
          <p:nvPr/>
        </p:nvSpPr>
        <p:spPr>
          <a:xfrm>
            <a:off x="2181194" y="1664113"/>
            <a:ext cx="269042" cy="212122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</p:sp>
      <p:sp>
        <p:nvSpPr>
          <p:cNvPr id="2766" name="b | refined point stage">
            <a:extLst>
              <a:ext uri="{FF2B5EF4-FFF2-40B4-BE49-F238E27FC236}">
                <a16:creationId xmlns:a16="http://schemas.microsoft.com/office/drawing/2014/main" id="{322635D1-3E3B-D200-19C3-6A41771687DD}"/>
              </a:ext>
            </a:extLst>
          </p:cNvPr>
          <p:cNvSpPr>
            <a:spLocks noGrp="1"/>
          </p:cNvSpPr>
          <p:nvPr/>
        </p:nvSpPr>
        <p:spPr>
          <a:xfrm>
            <a:off x="2605451" y="1664113"/>
            <a:ext cx="269042" cy="212122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</p:sp>
      <p:sp>
        <p:nvSpPr>
          <p:cNvPr id="2767" name="b | refined point stage">
            <a:extLst>
              <a:ext uri="{FF2B5EF4-FFF2-40B4-BE49-F238E27FC236}">
                <a16:creationId xmlns:a16="http://schemas.microsoft.com/office/drawing/2014/main" id="{9AA25115-DE69-496D-3CFC-AC3CECCF5637}"/>
              </a:ext>
            </a:extLst>
          </p:cNvPr>
          <p:cNvSpPr>
            <a:spLocks noGrp="1"/>
          </p:cNvSpPr>
          <p:nvPr/>
        </p:nvSpPr>
        <p:spPr>
          <a:xfrm>
            <a:off x="3029709" y="1664113"/>
            <a:ext cx="269042" cy="212122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</p:sp>
      <p:sp>
        <p:nvSpPr>
          <p:cNvPr id="2768" name="b | refined point stage">
            <a:extLst>
              <a:ext uri="{FF2B5EF4-FFF2-40B4-BE49-F238E27FC236}">
                <a16:creationId xmlns:a16="http://schemas.microsoft.com/office/drawing/2014/main" id="{91A06C17-D340-2405-9037-334699BCA007}"/>
              </a:ext>
            </a:extLst>
          </p:cNvPr>
          <p:cNvSpPr>
            <a:spLocks noGrp="1"/>
          </p:cNvSpPr>
          <p:nvPr/>
        </p:nvSpPr>
        <p:spPr>
          <a:xfrm>
            <a:off x="3453967" y="1664113"/>
            <a:ext cx="269042" cy="212122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</p:sp>
      <p:sp>
        <p:nvSpPr>
          <p:cNvPr id="2769" name="b | refined point stage">
            <a:extLst>
              <a:ext uri="{FF2B5EF4-FFF2-40B4-BE49-F238E27FC236}">
                <a16:creationId xmlns:a16="http://schemas.microsoft.com/office/drawing/2014/main" id="{266347E8-4377-BCBC-DCE8-AD90FC4BC752}"/>
              </a:ext>
            </a:extLst>
          </p:cNvPr>
          <p:cNvSpPr>
            <a:spLocks noGrp="1"/>
          </p:cNvSpPr>
          <p:nvPr/>
        </p:nvSpPr>
        <p:spPr>
          <a:xfrm>
            <a:off x="3878225" y="1664113"/>
            <a:ext cx="269042" cy="212122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770" name="Point pathway forward">
            <a:extLst>
              <a:ext uri="{FF2B5EF4-FFF2-40B4-BE49-F238E27FC236}">
                <a16:creationId xmlns:a16="http://schemas.microsoft.com/office/drawing/2014/main" id="{33BF910E-EECE-55C6-B910-A5B231A8A44E}"/>
              </a:ext>
            </a:extLst>
          </p:cNvPr>
          <p:cNvSpPr>
            <a:spLocks noGrp="1"/>
          </p:cNvSpPr>
          <p:nvPr/>
        </p:nvSpPr>
        <p:spPr>
          <a:xfrm>
            <a:off x="2465757" y="1770174"/>
            <a:ext cx="121586" cy="129"/>
          </a:xfrm>
          <a:custGeom>
            <a:avLst/>
            <a:gdLst/>
            <a:ahLst/>
            <a:cxnLst/>
            <a:rect l="0" t="0" r="0" b="0"/>
            <a:pathLst>
              <a:path w="447675" h="476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726">
            <a:solidFill>
              <a:srgbClr val="8C77B3"/>
            </a:solidFill>
            <a:prstDash val="solid"/>
          </a:ln>
        </p:spPr>
      </p:sp>
      <p:sp>
        <p:nvSpPr>
          <p:cNvPr id="2774" name="Point pathway forward | arrowhead">
            <a:extLst>
              <a:ext uri="{FF2B5EF4-FFF2-40B4-BE49-F238E27FC236}">
                <a16:creationId xmlns:a16="http://schemas.microsoft.com/office/drawing/2014/main" id="{3446A4AF-3BE6-F70D-B552-23437738547E}"/>
              </a:ext>
            </a:extLst>
          </p:cNvPr>
          <p:cNvSpPr>
            <a:spLocks noGrp="1"/>
          </p:cNvSpPr>
          <p:nvPr/>
        </p:nvSpPr>
        <p:spPr>
          <a:xfrm>
            <a:off x="2560180" y="1758222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2775" name="Point pathway forward">
            <a:extLst>
              <a:ext uri="{FF2B5EF4-FFF2-40B4-BE49-F238E27FC236}">
                <a16:creationId xmlns:a16="http://schemas.microsoft.com/office/drawing/2014/main" id="{91B03527-726E-E01E-66A8-317A19A365FA}"/>
              </a:ext>
            </a:extLst>
          </p:cNvPr>
          <p:cNvSpPr>
            <a:spLocks noGrp="1"/>
          </p:cNvSpPr>
          <p:nvPr/>
        </p:nvSpPr>
        <p:spPr>
          <a:xfrm>
            <a:off x="2890015" y="1770174"/>
            <a:ext cx="121586" cy="129"/>
          </a:xfrm>
          <a:custGeom>
            <a:avLst/>
            <a:gdLst/>
            <a:ahLst/>
            <a:cxnLst/>
            <a:rect l="0" t="0" r="0" b="0"/>
            <a:pathLst>
              <a:path w="447675" h="476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726">
            <a:solidFill>
              <a:srgbClr val="8C77B3"/>
            </a:solidFill>
            <a:prstDash val="solid"/>
          </a:ln>
        </p:spPr>
      </p:sp>
      <p:sp>
        <p:nvSpPr>
          <p:cNvPr id="2776" name="Point pathway forward | arrowhead">
            <a:extLst>
              <a:ext uri="{FF2B5EF4-FFF2-40B4-BE49-F238E27FC236}">
                <a16:creationId xmlns:a16="http://schemas.microsoft.com/office/drawing/2014/main" id="{20C6D70C-2D48-CB62-E44D-875DD8757EBD}"/>
              </a:ext>
            </a:extLst>
          </p:cNvPr>
          <p:cNvSpPr>
            <a:spLocks noGrp="1"/>
          </p:cNvSpPr>
          <p:nvPr/>
        </p:nvSpPr>
        <p:spPr>
          <a:xfrm>
            <a:off x="2984438" y="1758222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2779" name="Point pathway forward">
            <a:extLst>
              <a:ext uri="{FF2B5EF4-FFF2-40B4-BE49-F238E27FC236}">
                <a16:creationId xmlns:a16="http://schemas.microsoft.com/office/drawing/2014/main" id="{D8C5AE85-F689-90BD-E844-12EDC0E00F42}"/>
              </a:ext>
            </a:extLst>
          </p:cNvPr>
          <p:cNvSpPr>
            <a:spLocks noGrp="1"/>
          </p:cNvSpPr>
          <p:nvPr/>
        </p:nvSpPr>
        <p:spPr>
          <a:xfrm>
            <a:off x="3314272" y="1770174"/>
            <a:ext cx="121586" cy="129"/>
          </a:xfrm>
          <a:custGeom>
            <a:avLst/>
            <a:gdLst/>
            <a:ahLst/>
            <a:cxnLst/>
            <a:rect l="0" t="0" r="0" b="0"/>
            <a:pathLst>
              <a:path w="447675" h="476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726">
            <a:solidFill>
              <a:srgbClr val="8C77B3"/>
            </a:solidFill>
            <a:prstDash val="solid"/>
          </a:ln>
        </p:spPr>
      </p:sp>
      <p:sp>
        <p:nvSpPr>
          <p:cNvPr id="2780" name="Point pathway forward | arrowhead">
            <a:extLst>
              <a:ext uri="{FF2B5EF4-FFF2-40B4-BE49-F238E27FC236}">
                <a16:creationId xmlns:a16="http://schemas.microsoft.com/office/drawing/2014/main" id="{44AE352C-46F6-A72D-67E9-7A8319D44106}"/>
              </a:ext>
            </a:extLst>
          </p:cNvPr>
          <p:cNvSpPr>
            <a:spLocks noGrp="1"/>
          </p:cNvSpPr>
          <p:nvPr/>
        </p:nvSpPr>
        <p:spPr>
          <a:xfrm>
            <a:off x="3408696" y="1758222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2781" name="Point pathway forward">
            <a:extLst>
              <a:ext uri="{FF2B5EF4-FFF2-40B4-BE49-F238E27FC236}">
                <a16:creationId xmlns:a16="http://schemas.microsoft.com/office/drawing/2014/main" id="{57D31BFD-81CC-6D36-F83E-9EE6171498B7}"/>
              </a:ext>
            </a:extLst>
          </p:cNvPr>
          <p:cNvSpPr>
            <a:spLocks noGrp="1"/>
          </p:cNvSpPr>
          <p:nvPr/>
        </p:nvSpPr>
        <p:spPr>
          <a:xfrm>
            <a:off x="3738530" y="1770174"/>
            <a:ext cx="121586" cy="129"/>
          </a:xfrm>
          <a:custGeom>
            <a:avLst/>
            <a:gdLst/>
            <a:ahLst/>
            <a:cxnLst/>
            <a:rect l="0" t="0" r="0" b="0"/>
            <a:pathLst>
              <a:path w="447675" h="476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726">
            <a:solidFill>
              <a:srgbClr val="8C77B3"/>
            </a:solidFill>
            <a:prstDash val="solid"/>
          </a:ln>
        </p:spPr>
      </p:sp>
      <p:sp>
        <p:nvSpPr>
          <p:cNvPr id="2784" name="Point pathway forward | arrowhead">
            <a:extLst>
              <a:ext uri="{FF2B5EF4-FFF2-40B4-BE49-F238E27FC236}">
                <a16:creationId xmlns:a16="http://schemas.microsoft.com/office/drawing/2014/main" id="{A978605B-A60B-EAE9-DF14-6F1840009F6C}"/>
              </a:ext>
            </a:extLst>
          </p:cNvPr>
          <p:cNvSpPr>
            <a:spLocks noGrp="1"/>
          </p:cNvSpPr>
          <p:nvPr/>
        </p:nvSpPr>
        <p:spPr>
          <a:xfrm>
            <a:off x="3832953" y="1758222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2785" name="Point recycling rounded return">
            <a:extLst>
              <a:ext uri="{FF2B5EF4-FFF2-40B4-BE49-F238E27FC236}">
                <a16:creationId xmlns:a16="http://schemas.microsoft.com/office/drawing/2014/main" id="{6BAD7954-159E-7028-257E-C7AAA9437A49}"/>
              </a:ext>
            </a:extLst>
          </p:cNvPr>
          <p:cNvSpPr>
            <a:spLocks noGrp="1"/>
          </p:cNvSpPr>
          <p:nvPr/>
        </p:nvSpPr>
        <p:spPr>
          <a:xfrm>
            <a:off x="2315714" y="1899516"/>
            <a:ext cx="1697031" cy="147450"/>
          </a:xfrm>
          <a:custGeom>
            <a:avLst/>
            <a:gdLst/>
            <a:ahLst/>
            <a:cxnLst/>
            <a:rect l="0" t="0" r="0" b="0"/>
            <a:pathLst>
              <a:path w="6248400" h="542925">
                <a:moveTo>
                  <a:pt x="6248400" y="0"/>
                </a:moveTo>
                <a:lnTo>
                  <a:pt x="6248400" y="314325"/>
                </a:lnTo>
                <a:lnTo>
                  <a:pt x="6247148" y="338220"/>
                </a:lnTo>
                <a:lnTo>
                  <a:pt x="6243405" y="361854"/>
                </a:lnTo>
                <a:lnTo>
                  <a:pt x="6237212" y="384966"/>
                </a:lnTo>
                <a:lnTo>
                  <a:pt x="6228636" y="407305"/>
                </a:lnTo>
                <a:lnTo>
                  <a:pt x="6217773" y="428625"/>
                </a:lnTo>
                <a:lnTo>
                  <a:pt x="6204741" y="448693"/>
                </a:lnTo>
                <a:lnTo>
                  <a:pt x="6189683" y="467288"/>
                </a:lnTo>
                <a:lnTo>
                  <a:pt x="6172763" y="484208"/>
                </a:lnTo>
                <a:lnTo>
                  <a:pt x="6154168" y="499266"/>
                </a:lnTo>
                <a:lnTo>
                  <a:pt x="6134100" y="512298"/>
                </a:lnTo>
                <a:lnTo>
                  <a:pt x="6112780" y="523161"/>
                </a:lnTo>
                <a:lnTo>
                  <a:pt x="6090441" y="531737"/>
                </a:lnTo>
                <a:lnTo>
                  <a:pt x="6067329" y="537930"/>
                </a:lnTo>
                <a:lnTo>
                  <a:pt x="6043695" y="541673"/>
                </a:lnTo>
                <a:lnTo>
                  <a:pt x="6019800" y="542925"/>
                </a:lnTo>
                <a:lnTo>
                  <a:pt x="228600" y="542925"/>
                </a:lnTo>
                <a:lnTo>
                  <a:pt x="204705" y="541673"/>
                </a:lnTo>
                <a:lnTo>
                  <a:pt x="181071" y="537930"/>
                </a:lnTo>
                <a:lnTo>
                  <a:pt x="157959" y="531737"/>
                </a:lnTo>
                <a:lnTo>
                  <a:pt x="135620" y="523161"/>
                </a:lnTo>
                <a:lnTo>
                  <a:pt x="114300" y="512298"/>
                </a:lnTo>
                <a:lnTo>
                  <a:pt x="94232" y="499266"/>
                </a:lnTo>
                <a:lnTo>
                  <a:pt x="75637" y="484208"/>
                </a:lnTo>
                <a:lnTo>
                  <a:pt x="58717" y="467288"/>
                </a:lnTo>
                <a:lnTo>
                  <a:pt x="43659" y="448693"/>
                </a:lnTo>
                <a:lnTo>
                  <a:pt x="30627" y="428625"/>
                </a:lnTo>
                <a:lnTo>
                  <a:pt x="19764" y="407305"/>
                </a:lnTo>
                <a:lnTo>
                  <a:pt x="11188" y="384966"/>
                </a:lnTo>
                <a:lnTo>
                  <a:pt x="4995" y="361854"/>
                </a:lnTo>
                <a:lnTo>
                  <a:pt x="1252" y="338220"/>
                </a:lnTo>
                <a:lnTo>
                  <a:pt x="0" y="314325"/>
                </a:lnTo>
                <a:lnTo>
                  <a:pt x="0" y="0"/>
                </a:lnTo>
              </a:path>
            </a:pathLst>
          </a:custGeom>
          <a:noFill/>
          <a:ln w="7761">
            <a:solidFill>
              <a:srgbClr val="6B94B8"/>
            </a:solidFill>
            <a:prstDash val="solid"/>
          </a:ln>
        </p:spPr>
      </p:sp>
      <p:sp>
        <p:nvSpPr>
          <p:cNvPr id="2786" name="Point recycling rounded return | arrowhead">
            <a:extLst>
              <a:ext uri="{FF2B5EF4-FFF2-40B4-BE49-F238E27FC236}">
                <a16:creationId xmlns:a16="http://schemas.microsoft.com/office/drawing/2014/main" id="{827682F3-D8C4-7D94-693A-B2CA309DE1AC}"/>
              </a:ext>
            </a:extLst>
          </p:cNvPr>
          <p:cNvSpPr>
            <a:spLocks noGrp="1"/>
          </p:cNvSpPr>
          <p:nvPr/>
        </p:nvSpPr>
        <p:spPr>
          <a:xfrm>
            <a:off x="2303763" y="1899516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0"/>
                </a:moveTo>
                <a:lnTo>
                  <a:pt x="0" y="100013"/>
                </a:lnTo>
                <a:lnTo>
                  <a:pt x="88011" y="100013"/>
                </a:lnTo>
                <a:close/>
              </a:path>
            </a:pathLst>
          </a:custGeom>
          <a:solidFill>
            <a:srgbClr val="6B94B8"/>
          </a:solidFill>
          <a:ln w="0">
            <a:noFill/>
          </a:ln>
        </p:spPr>
      </p:sp>
      <p:sp>
        <p:nvSpPr>
          <p:cNvPr id="2842" name="Recycle">
            <a:extLst>
              <a:ext uri="{FF2B5EF4-FFF2-40B4-BE49-F238E27FC236}">
                <a16:creationId xmlns:a16="http://schemas.microsoft.com/office/drawing/2014/main" id="{FE29A145-6DF0-FD26-6EC4-582FEAA57C9D}"/>
              </a:ext>
            </a:extLst>
          </p:cNvPr>
          <p:cNvSpPr>
            <a:spLocks noGrp="1"/>
          </p:cNvSpPr>
          <p:nvPr/>
        </p:nvSpPr>
        <p:spPr>
          <a:xfrm>
            <a:off x="2944340" y="1935732"/>
            <a:ext cx="439779" cy="90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4E769C"/>
                </a:solidFill>
                <a:latin typeface="Arial"/>
                <a:ea typeface="Arial"/>
                <a:cs typeface="Arial"/>
              </a:defRPr>
            </a:pPr>
            <a:r>
              <a:rPr sz="591" b="0" i="1">
                <a:solidFill>
                  <a:srgbClr val="4E769C"/>
                </a:solidFill>
                <a:latin typeface="Segoe UI"/>
                <a:ea typeface="Segoe UI"/>
                <a:cs typeface="Segoe UI"/>
              </a:rPr>
              <a:t>Recycle</a:t>
            </a:r>
          </a:p>
        </p:txBody>
      </p:sp>
      <p:sp>
        <p:nvSpPr>
          <p:cNvPr id="2843" name="Point Transformer V3">
            <a:extLst>
              <a:ext uri="{FF2B5EF4-FFF2-40B4-BE49-F238E27FC236}">
                <a16:creationId xmlns:a16="http://schemas.microsoft.com/office/drawing/2014/main" id="{77C4F93E-4EC7-EF14-F15E-25566E88588C}"/>
              </a:ext>
            </a:extLst>
          </p:cNvPr>
          <p:cNvSpPr>
            <a:spLocks noGrp="1"/>
          </p:cNvSpPr>
          <p:nvPr/>
        </p:nvSpPr>
        <p:spPr>
          <a:xfrm>
            <a:off x="2302780" y="2093530"/>
            <a:ext cx="1725487" cy="90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52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652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Point Transformer V3</a:t>
            </a:r>
          </a:p>
        </p:txBody>
      </p:sp>
      <p:sp>
        <p:nvSpPr>
          <p:cNvPr id="2844" name="Voxel pathway to ligand-area probability">
            <a:extLst>
              <a:ext uri="{FF2B5EF4-FFF2-40B4-BE49-F238E27FC236}">
                <a16:creationId xmlns:a16="http://schemas.microsoft.com/office/drawing/2014/main" id="{E07111A7-08F1-8BE8-A93F-8BE4FE3D37A7}"/>
              </a:ext>
            </a:extLst>
          </p:cNvPr>
          <p:cNvSpPr>
            <a:spLocks noGrp="1"/>
          </p:cNvSpPr>
          <p:nvPr/>
        </p:nvSpPr>
        <p:spPr>
          <a:xfrm>
            <a:off x="4149853" y="859602"/>
            <a:ext cx="131934" cy="129"/>
          </a:xfrm>
          <a:custGeom>
            <a:avLst/>
            <a:gdLst/>
            <a:ahLst/>
            <a:cxnLst/>
            <a:rect l="0" t="0" r="0" b="0"/>
            <a:pathLst>
              <a:path w="485775" h="476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/>
          <a:ln w="7502">
            <a:solidFill>
              <a:srgbClr val="388BBE"/>
            </a:solidFill>
            <a:prstDash val="solid"/>
          </a:ln>
        </p:spPr>
      </p:sp>
      <p:sp>
        <p:nvSpPr>
          <p:cNvPr id="128" name="Voxel pathway to ligand-area probability | arrowhead">
            <a:extLst>
              <a:ext uri="{FF2B5EF4-FFF2-40B4-BE49-F238E27FC236}">
                <a16:creationId xmlns:a16="http://schemas.microsoft.com/office/drawing/2014/main" id="{D2817D05-B2D6-428E-DD2A-5AEE8466836C}"/>
              </a:ext>
            </a:extLst>
          </p:cNvPr>
          <p:cNvSpPr>
            <a:spLocks noGrp="1"/>
          </p:cNvSpPr>
          <p:nvPr/>
        </p:nvSpPr>
        <p:spPr>
          <a:xfrm>
            <a:off x="4254624" y="847651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129" name="Point pathway to atom binding probability">
            <a:extLst>
              <a:ext uri="{FF2B5EF4-FFF2-40B4-BE49-F238E27FC236}">
                <a16:creationId xmlns:a16="http://schemas.microsoft.com/office/drawing/2014/main" id="{9D5B2344-7C0A-9F77-8BA5-D50FA76D398C}"/>
              </a:ext>
            </a:extLst>
          </p:cNvPr>
          <p:cNvSpPr>
            <a:spLocks noGrp="1"/>
          </p:cNvSpPr>
          <p:nvPr/>
        </p:nvSpPr>
        <p:spPr>
          <a:xfrm>
            <a:off x="4167962" y="1770174"/>
            <a:ext cx="113825" cy="129"/>
          </a:xfrm>
          <a:custGeom>
            <a:avLst/>
            <a:gdLst/>
            <a:ahLst/>
            <a:cxnLst/>
            <a:rect l="0" t="0" r="0" b="0"/>
            <a:pathLst>
              <a:path w="419100" h="476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7502">
            <a:solidFill>
              <a:srgbClr val="8C77B3"/>
            </a:solidFill>
            <a:prstDash val="solid"/>
          </a:ln>
        </p:spPr>
      </p:sp>
      <p:sp>
        <p:nvSpPr>
          <p:cNvPr id="130" name="Point pathway to atom binding probability | arrowhead">
            <a:extLst>
              <a:ext uri="{FF2B5EF4-FFF2-40B4-BE49-F238E27FC236}">
                <a16:creationId xmlns:a16="http://schemas.microsoft.com/office/drawing/2014/main" id="{C50122F1-6B02-FB17-8E61-233D9530EDCE}"/>
              </a:ext>
            </a:extLst>
          </p:cNvPr>
          <p:cNvSpPr>
            <a:spLocks noGrp="1"/>
          </p:cNvSpPr>
          <p:nvPr/>
        </p:nvSpPr>
        <p:spPr>
          <a:xfrm>
            <a:off x="4254624" y="1758222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31" name="Ligand-area probability">
            <a:extLst>
              <a:ext uri="{FF2B5EF4-FFF2-40B4-BE49-F238E27FC236}">
                <a16:creationId xmlns:a16="http://schemas.microsoft.com/office/drawing/2014/main" id="{CE873595-D686-866B-1A47-6719886A378F}"/>
              </a:ext>
            </a:extLst>
          </p:cNvPr>
          <p:cNvSpPr>
            <a:spLocks noGrp="1"/>
          </p:cNvSpPr>
          <p:nvPr/>
        </p:nvSpPr>
        <p:spPr>
          <a:xfrm>
            <a:off x="4338700" y="448293"/>
            <a:ext cx="726929" cy="160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Ligand-area</a:t>
            </a:r>
          </a:p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pic>
        <p:nvPicPr>
          <p:cNvPr id="132" name="图片 131">
            <a:extLst>
              <a:ext uri="{FF2B5EF4-FFF2-40B4-BE49-F238E27FC236}">
                <a16:creationId xmlns:a16="http://schemas.microsoft.com/office/drawing/2014/main" id="{60ABEEAE-F12B-FEB0-C2AE-D87279EFE0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4423634" y="637133"/>
            <a:ext cx="373389" cy="377680"/>
          </a:xfrm>
          <a:prstGeom prst="rect">
            <a:avLst/>
          </a:prstGeom>
        </p:spPr>
      </p:pic>
      <p:sp>
        <p:nvSpPr>
          <p:cNvPr id="133" name="Cues to Match">
            <a:extLst>
              <a:ext uri="{FF2B5EF4-FFF2-40B4-BE49-F238E27FC236}">
                <a16:creationId xmlns:a16="http://schemas.microsoft.com/office/drawing/2014/main" id="{9A4BF153-3EC8-F58A-1943-F590C99BF5FD}"/>
              </a:ext>
            </a:extLst>
          </p:cNvPr>
          <p:cNvSpPr>
            <a:spLocks noGrp="1"/>
          </p:cNvSpPr>
          <p:nvPr/>
        </p:nvSpPr>
        <p:spPr>
          <a:xfrm>
            <a:off x="4338700" y="1146743"/>
            <a:ext cx="726929" cy="931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Cues to Match</a:t>
            </a:r>
          </a:p>
        </p:txBody>
      </p:sp>
      <p:sp>
        <p:nvSpPr>
          <p:cNvPr id="134" name="Blob">
            <a:extLst>
              <a:ext uri="{FF2B5EF4-FFF2-40B4-BE49-F238E27FC236}">
                <a16:creationId xmlns:a16="http://schemas.microsoft.com/office/drawing/2014/main" id="{058AE576-87FA-7619-9690-876574662746}"/>
              </a:ext>
            </a:extLst>
          </p:cNvPr>
          <p:cNvSpPr>
            <a:spLocks noGrp="1"/>
          </p:cNvSpPr>
          <p:nvPr/>
        </p:nvSpPr>
        <p:spPr>
          <a:xfrm>
            <a:off x="4341286" y="1423536"/>
            <a:ext cx="289737" cy="90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09" b="0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09" b="0">
                <a:solidFill>
                  <a:srgbClr val="193044"/>
                </a:solidFill>
                <a:latin typeface="Arial"/>
                <a:ea typeface="Arial"/>
                <a:cs typeface="Arial"/>
              </a:rPr>
              <a:t>Blob</a:t>
            </a:r>
          </a:p>
        </p:txBody>
      </p:sp>
      <p:sp>
        <p:nvSpPr>
          <p:cNvPr id="135" name="Pseudo atoms cue">
            <a:extLst>
              <a:ext uri="{FF2B5EF4-FFF2-40B4-BE49-F238E27FC236}">
                <a16:creationId xmlns:a16="http://schemas.microsoft.com/office/drawing/2014/main" id="{20C339C5-E5B4-E0C0-BAD9-3DBD83068F19}"/>
              </a:ext>
            </a:extLst>
          </p:cNvPr>
          <p:cNvSpPr>
            <a:spLocks noGrp="1"/>
          </p:cNvSpPr>
          <p:nvPr/>
        </p:nvSpPr>
        <p:spPr>
          <a:xfrm>
            <a:off x="4690523" y="1423536"/>
            <a:ext cx="390628" cy="90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09" b="0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09" b="0">
                <a:solidFill>
                  <a:srgbClr val="193044"/>
                </a:solidFill>
                <a:latin typeface="Arial"/>
                <a:ea typeface="Arial"/>
                <a:cs typeface="Arial"/>
              </a:rPr>
              <a:t>Pseudo atoms</a:t>
            </a:r>
          </a:p>
        </p:txBody>
      </p:sp>
      <p:sp>
        <p:nvSpPr>
          <p:cNvPr id="136" name="Cues divider">
            <a:extLst>
              <a:ext uri="{FF2B5EF4-FFF2-40B4-BE49-F238E27FC236}">
                <a16:creationId xmlns:a16="http://schemas.microsoft.com/office/drawing/2014/main" id="{B1047800-68AA-A3DF-2722-794D32E5E548}"/>
              </a:ext>
            </a:extLst>
          </p:cNvPr>
          <p:cNvSpPr>
            <a:spLocks noGrp="1"/>
          </p:cNvSpPr>
          <p:nvPr/>
        </p:nvSpPr>
        <p:spPr>
          <a:xfrm>
            <a:off x="4672414" y="1268325"/>
            <a:ext cx="129" cy="240577"/>
          </a:xfrm>
          <a:custGeom>
            <a:avLst/>
            <a:gdLst/>
            <a:ahLst/>
            <a:cxnLst/>
            <a:rect l="0" t="0" r="0" b="0"/>
            <a:pathLst>
              <a:path w="476" h="885825">
                <a:moveTo>
                  <a:pt x="0" y="0"/>
                </a:moveTo>
                <a:lnTo>
                  <a:pt x="0" y="885825"/>
                </a:lnTo>
              </a:path>
            </a:pathLst>
          </a:custGeom>
          <a:noFill/>
          <a:ln w="3104">
            <a:solidFill>
              <a:srgbClr val="D3DFEA"/>
            </a:solidFill>
            <a:prstDash val="solid"/>
          </a:ln>
        </p:spPr>
      </p:sp>
      <p:sp>
        <p:nvSpPr>
          <p:cNvPr id="137" name="Atom binding probability">
            <a:extLst>
              <a:ext uri="{FF2B5EF4-FFF2-40B4-BE49-F238E27FC236}">
                <a16:creationId xmlns:a16="http://schemas.microsoft.com/office/drawing/2014/main" id="{EB5960DE-E0CF-897B-5AE2-EE6985BD2403}"/>
              </a:ext>
            </a:extLst>
          </p:cNvPr>
          <p:cNvSpPr>
            <a:spLocks noGrp="1"/>
          </p:cNvSpPr>
          <p:nvPr/>
        </p:nvSpPr>
        <p:spPr>
          <a:xfrm>
            <a:off x="4338700" y="1630484"/>
            <a:ext cx="726929" cy="160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Atom binding</a:t>
            </a:r>
          </a:p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sp>
        <p:nvSpPr>
          <p:cNvPr id="139" name="Probability scale">
            <a:extLst>
              <a:ext uri="{FF2B5EF4-FFF2-40B4-BE49-F238E27FC236}">
                <a16:creationId xmlns:a16="http://schemas.microsoft.com/office/drawing/2014/main" id="{22CD1CB4-3123-02D6-E348-9BC8ADAF2E94}"/>
              </a:ext>
            </a:extLst>
          </p:cNvPr>
          <p:cNvSpPr>
            <a:spLocks noGrp="1"/>
          </p:cNvSpPr>
          <p:nvPr/>
        </p:nvSpPr>
        <p:spPr>
          <a:xfrm>
            <a:off x="4894891" y="683696"/>
            <a:ext cx="25869" cy="250925"/>
          </a:xfrm>
          <a:prstGeom prst="rect">
            <a:avLst/>
          </a:prstGeom>
          <a:gradFill>
            <a:gsLst>
              <a:gs pos="0">
                <a:srgbClr val="D54C69"/>
              </a:gs>
              <a:gs pos="50000">
                <a:srgbClr val="FCFCFE"/>
              </a:gs>
              <a:gs pos="100000">
                <a:srgbClr val="3481B4"/>
              </a:gs>
            </a:gsLst>
            <a:lin ang="5400000"/>
          </a:gradFill>
          <a:ln w="0">
            <a:noFill/>
          </a:ln>
        </p:spPr>
      </p:sp>
      <p:sp>
        <p:nvSpPr>
          <p:cNvPr id="140" name="High">
            <a:extLst>
              <a:ext uri="{FF2B5EF4-FFF2-40B4-BE49-F238E27FC236}">
                <a16:creationId xmlns:a16="http://schemas.microsoft.com/office/drawing/2014/main" id="{8B6060BA-412B-D28D-BBF4-96A8FB9D911B}"/>
              </a:ext>
            </a:extLst>
          </p:cNvPr>
          <p:cNvSpPr>
            <a:spLocks noGrp="1"/>
          </p:cNvSpPr>
          <p:nvPr/>
        </p:nvSpPr>
        <p:spPr>
          <a:xfrm>
            <a:off x="4946630" y="665588"/>
            <a:ext cx="147455" cy="827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09" b="0">
                <a:solidFill>
                  <a:srgbClr val="4E6579"/>
                </a:solidFill>
                <a:latin typeface="Arial"/>
                <a:ea typeface="Arial"/>
                <a:cs typeface="Arial"/>
              </a:defRPr>
            </a:pPr>
            <a:r>
              <a:rPr sz="509" b="0">
                <a:solidFill>
                  <a:srgbClr val="4E6579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41" name="Low">
            <a:extLst>
              <a:ext uri="{FF2B5EF4-FFF2-40B4-BE49-F238E27FC236}">
                <a16:creationId xmlns:a16="http://schemas.microsoft.com/office/drawing/2014/main" id="{5EDEB6ED-D996-2586-7CB8-8AD05EF471BF}"/>
              </a:ext>
            </a:extLst>
          </p:cNvPr>
          <p:cNvSpPr>
            <a:spLocks noGrp="1"/>
          </p:cNvSpPr>
          <p:nvPr/>
        </p:nvSpPr>
        <p:spPr>
          <a:xfrm>
            <a:off x="4946630" y="877710"/>
            <a:ext cx="144869" cy="827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09" b="0">
                <a:solidFill>
                  <a:srgbClr val="4E6579"/>
                </a:solidFill>
                <a:latin typeface="Arial"/>
                <a:ea typeface="Arial"/>
                <a:cs typeface="Arial"/>
              </a:defRPr>
            </a:pPr>
            <a:r>
              <a:rPr sz="509" b="0">
                <a:solidFill>
                  <a:srgbClr val="4E6579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42" name="Probability scale">
            <a:extLst>
              <a:ext uri="{FF2B5EF4-FFF2-40B4-BE49-F238E27FC236}">
                <a16:creationId xmlns:a16="http://schemas.microsoft.com/office/drawing/2014/main" id="{343D1018-5153-BB45-2218-50E8F0EBD4EC}"/>
              </a:ext>
            </a:extLst>
          </p:cNvPr>
          <p:cNvSpPr>
            <a:spLocks noGrp="1"/>
          </p:cNvSpPr>
          <p:nvPr/>
        </p:nvSpPr>
        <p:spPr>
          <a:xfrm>
            <a:off x="4894891" y="1852953"/>
            <a:ext cx="25869" cy="250925"/>
          </a:xfrm>
          <a:prstGeom prst="rect">
            <a:avLst/>
          </a:prstGeom>
          <a:gradFill>
            <a:gsLst>
              <a:gs pos="0">
                <a:srgbClr val="D54C69"/>
              </a:gs>
              <a:gs pos="50000">
                <a:srgbClr val="FCFCFE"/>
              </a:gs>
              <a:gs pos="100000">
                <a:srgbClr val="3481B4"/>
              </a:gs>
            </a:gsLst>
            <a:lin ang="5400000"/>
          </a:gradFill>
          <a:ln w="0">
            <a:noFill/>
          </a:ln>
        </p:spPr>
      </p:sp>
      <p:sp>
        <p:nvSpPr>
          <p:cNvPr id="143" name="High">
            <a:extLst>
              <a:ext uri="{FF2B5EF4-FFF2-40B4-BE49-F238E27FC236}">
                <a16:creationId xmlns:a16="http://schemas.microsoft.com/office/drawing/2014/main" id="{A3ABDE3C-6980-595A-AACB-2B106A626ECF}"/>
              </a:ext>
            </a:extLst>
          </p:cNvPr>
          <p:cNvSpPr>
            <a:spLocks noGrp="1"/>
          </p:cNvSpPr>
          <p:nvPr/>
        </p:nvSpPr>
        <p:spPr>
          <a:xfrm>
            <a:off x="4946630" y="1834845"/>
            <a:ext cx="147455" cy="827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09" b="0">
                <a:solidFill>
                  <a:srgbClr val="4E6579"/>
                </a:solidFill>
                <a:latin typeface="Arial"/>
                <a:ea typeface="Arial"/>
                <a:cs typeface="Arial"/>
              </a:defRPr>
            </a:pPr>
            <a:r>
              <a:rPr sz="509" b="0">
                <a:solidFill>
                  <a:srgbClr val="4E6579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44" name="Low">
            <a:extLst>
              <a:ext uri="{FF2B5EF4-FFF2-40B4-BE49-F238E27FC236}">
                <a16:creationId xmlns:a16="http://schemas.microsoft.com/office/drawing/2014/main" id="{B260CDBD-4C75-D2F4-5CB6-651F8F281BFD}"/>
              </a:ext>
            </a:extLst>
          </p:cNvPr>
          <p:cNvSpPr>
            <a:spLocks noGrp="1"/>
          </p:cNvSpPr>
          <p:nvPr/>
        </p:nvSpPr>
        <p:spPr>
          <a:xfrm>
            <a:off x="4946630" y="2046967"/>
            <a:ext cx="144869" cy="827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09" b="0">
                <a:solidFill>
                  <a:srgbClr val="4E6579"/>
                </a:solidFill>
                <a:latin typeface="Arial"/>
                <a:ea typeface="Arial"/>
                <a:cs typeface="Arial"/>
              </a:defRPr>
            </a:pPr>
            <a:r>
              <a:rPr sz="509" b="0">
                <a:solidFill>
                  <a:srgbClr val="4E6579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grpSp>
        <p:nvGrpSpPr>
          <p:cNvPr id="145" name="b | PTV3 stage 1">
            <a:extLst>
              <a:ext uri="{FF2B5EF4-FFF2-40B4-BE49-F238E27FC236}">
                <a16:creationId xmlns:a16="http://schemas.microsoft.com/office/drawing/2014/main" id="{F25EC9CF-5F9D-5CB2-B508-14B6492EB941}"/>
              </a:ext>
            </a:extLst>
          </p:cNvPr>
          <p:cNvGrpSpPr/>
          <p:nvPr/>
        </p:nvGrpSpPr>
        <p:grpSpPr>
          <a:xfrm>
            <a:off x="2181194" y="1664113"/>
            <a:ext cx="269042" cy="212122"/>
            <a:chOff x="1837958" y="1438830"/>
            <a:chExt cx="279225" cy="243090"/>
          </a:xfrm>
        </p:grpSpPr>
        <p:sp>
          <p:nvSpPr>
            <p:cNvPr id="146" name="ellipse_1845">
              <a:extLst>
                <a:ext uri="{FF2B5EF4-FFF2-40B4-BE49-F238E27FC236}">
                  <a16:creationId xmlns:a16="http://schemas.microsoft.com/office/drawing/2014/main" id="{3B1FC873-40DC-F9E6-4186-7759A6869915}"/>
                </a:ext>
              </a:extLst>
            </p:cNvPr>
            <p:cNvSpPr/>
            <p:nvPr/>
          </p:nvSpPr>
          <p:spPr>
            <a:xfrm>
              <a:off x="1913865" y="1551247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47" name="ellipse_1846">
              <a:extLst>
                <a:ext uri="{FF2B5EF4-FFF2-40B4-BE49-F238E27FC236}">
                  <a16:creationId xmlns:a16="http://schemas.microsoft.com/office/drawing/2014/main" id="{C90F4C05-E602-60B1-C3D7-9CC9E6B76F2E}"/>
                </a:ext>
              </a:extLst>
            </p:cNvPr>
            <p:cNvSpPr/>
            <p:nvPr/>
          </p:nvSpPr>
          <p:spPr>
            <a:xfrm>
              <a:off x="2018743" y="1570535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48" name="ellipse_1847">
              <a:extLst>
                <a:ext uri="{FF2B5EF4-FFF2-40B4-BE49-F238E27FC236}">
                  <a16:creationId xmlns:a16="http://schemas.microsoft.com/office/drawing/2014/main" id="{CA4571D2-D6EF-CA8A-19F2-E21D1FD3170B}"/>
                </a:ext>
              </a:extLst>
            </p:cNvPr>
            <p:cNvSpPr/>
            <p:nvPr/>
          </p:nvSpPr>
          <p:spPr>
            <a:xfrm>
              <a:off x="1903691" y="1464584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49" name="ellipse_1848">
              <a:extLst>
                <a:ext uri="{FF2B5EF4-FFF2-40B4-BE49-F238E27FC236}">
                  <a16:creationId xmlns:a16="http://schemas.microsoft.com/office/drawing/2014/main" id="{A428F9A4-1200-9345-F0F5-FE5F1755E90E}"/>
                </a:ext>
              </a:extLst>
            </p:cNvPr>
            <p:cNvSpPr/>
            <p:nvPr/>
          </p:nvSpPr>
          <p:spPr>
            <a:xfrm>
              <a:off x="1969603" y="1492581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50" name="ellipse_1849">
              <a:extLst>
                <a:ext uri="{FF2B5EF4-FFF2-40B4-BE49-F238E27FC236}">
                  <a16:creationId xmlns:a16="http://schemas.microsoft.com/office/drawing/2014/main" id="{BBF05845-F38A-B6A3-E104-8AFB25F08299}"/>
                </a:ext>
              </a:extLst>
            </p:cNvPr>
            <p:cNvSpPr/>
            <p:nvPr/>
          </p:nvSpPr>
          <p:spPr>
            <a:xfrm>
              <a:off x="1983888" y="1463335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51" name="ellipse_1850">
              <a:extLst>
                <a:ext uri="{FF2B5EF4-FFF2-40B4-BE49-F238E27FC236}">
                  <a16:creationId xmlns:a16="http://schemas.microsoft.com/office/drawing/2014/main" id="{2DD2E515-5033-84B1-E657-B1D1DDA2918A}"/>
                </a:ext>
              </a:extLst>
            </p:cNvPr>
            <p:cNvSpPr/>
            <p:nvPr/>
          </p:nvSpPr>
          <p:spPr>
            <a:xfrm>
              <a:off x="2028487" y="1524139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52" name="ellipse_1851">
              <a:extLst>
                <a:ext uri="{FF2B5EF4-FFF2-40B4-BE49-F238E27FC236}">
                  <a16:creationId xmlns:a16="http://schemas.microsoft.com/office/drawing/2014/main" id="{DB4C8AAC-1671-1453-C297-DCAB172B122D}"/>
                </a:ext>
              </a:extLst>
            </p:cNvPr>
            <p:cNvSpPr/>
            <p:nvPr/>
          </p:nvSpPr>
          <p:spPr>
            <a:xfrm>
              <a:off x="1926343" y="1575448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53" name="ellipse_1852">
              <a:extLst>
                <a:ext uri="{FF2B5EF4-FFF2-40B4-BE49-F238E27FC236}">
                  <a16:creationId xmlns:a16="http://schemas.microsoft.com/office/drawing/2014/main" id="{C0967489-C636-3D6A-28F5-CBCF2E6BD4BC}"/>
                </a:ext>
              </a:extLst>
            </p:cNvPr>
            <p:cNvSpPr/>
            <p:nvPr/>
          </p:nvSpPr>
          <p:spPr>
            <a:xfrm>
              <a:off x="2049637" y="1494041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54" name="ellipse_1853">
              <a:extLst>
                <a:ext uri="{FF2B5EF4-FFF2-40B4-BE49-F238E27FC236}">
                  <a16:creationId xmlns:a16="http://schemas.microsoft.com/office/drawing/2014/main" id="{B2B2A3ED-13A2-5886-497A-4D8BC82F4BC4}"/>
                </a:ext>
              </a:extLst>
            </p:cNvPr>
            <p:cNvSpPr/>
            <p:nvPr/>
          </p:nvSpPr>
          <p:spPr>
            <a:xfrm>
              <a:off x="1974089" y="1622584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55" name="ellipse_1854">
              <a:extLst>
                <a:ext uri="{FF2B5EF4-FFF2-40B4-BE49-F238E27FC236}">
                  <a16:creationId xmlns:a16="http://schemas.microsoft.com/office/drawing/2014/main" id="{CB62303A-7310-4D17-65B8-A7ADF6FF8D03}"/>
                </a:ext>
              </a:extLst>
            </p:cNvPr>
            <p:cNvSpPr/>
            <p:nvPr/>
          </p:nvSpPr>
          <p:spPr>
            <a:xfrm>
              <a:off x="1919318" y="1485061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56" name="Pseudo atom | small solid diamond">
              <a:extLst>
                <a:ext uri="{FF2B5EF4-FFF2-40B4-BE49-F238E27FC236}">
                  <a16:creationId xmlns:a16="http://schemas.microsoft.com/office/drawing/2014/main" id="{88FC6DEB-3931-D36A-2D8B-4511032160C8}"/>
                </a:ext>
              </a:extLst>
            </p:cNvPr>
            <p:cNvSpPr/>
            <p:nvPr/>
          </p:nvSpPr>
          <p:spPr>
            <a:xfrm>
              <a:off x="1936117" y="1496523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57" name="Pseudo atom | small solid diamond">
              <a:extLst>
                <a:ext uri="{FF2B5EF4-FFF2-40B4-BE49-F238E27FC236}">
                  <a16:creationId xmlns:a16="http://schemas.microsoft.com/office/drawing/2014/main" id="{C8229B8E-4A21-DFEA-00A0-40486A84FB78}"/>
                </a:ext>
              </a:extLst>
            </p:cNvPr>
            <p:cNvSpPr/>
            <p:nvPr/>
          </p:nvSpPr>
          <p:spPr>
            <a:xfrm>
              <a:off x="2009328" y="1534365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58" name="Pseudo atom | small solid diamond">
              <a:extLst>
                <a:ext uri="{FF2B5EF4-FFF2-40B4-BE49-F238E27FC236}">
                  <a16:creationId xmlns:a16="http://schemas.microsoft.com/office/drawing/2014/main" id="{639F10A1-D156-3FEF-AC28-6C1758E5646F}"/>
                </a:ext>
              </a:extLst>
            </p:cNvPr>
            <p:cNvSpPr/>
            <p:nvPr/>
          </p:nvSpPr>
          <p:spPr>
            <a:xfrm>
              <a:off x="2067998" y="1557129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59" name="Pseudo atom | small solid diamond">
              <a:extLst>
                <a:ext uri="{FF2B5EF4-FFF2-40B4-BE49-F238E27FC236}">
                  <a16:creationId xmlns:a16="http://schemas.microsoft.com/office/drawing/2014/main" id="{F2C7E099-E201-FE5F-A348-0A4840D64855}"/>
                </a:ext>
              </a:extLst>
            </p:cNvPr>
            <p:cNvSpPr/>
            <p:nvPr/>
          </p:nvSpPr>
          <p:spPr>
            <a:xfrm>
              <a:off x="1932440" y="1602598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0" name="Pseudo atom | small solid diamond">
              <a:extLst>
                <a:ext uri="{FF2B5EF4-FFF2-40B4-BE49-F238E27FC236}">
                  <a16:creationId xmlns:a16="http://schemas.microsoft.com/office/drawing/2014/main" id="{5A6D1C9C-1984-CAF5-1A05-46CE336824C1}"/>
                </a:ext>
              </a:extLst>
            </p:cNvPr>
            <p:cNvSpPr/>
            <p:nvPr/>
          </p:nvSpPr>
          <p:spPr>
            <a:xfrm>
              <a:off x="2064662" y="1552465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61" name="b | PTV3 stage 2">
            <a:extLst>
              <a:ext uri="{FF2B5EF4-FFF2-40B4-BE49-F238E27FC236}">
                <a16:creationId xmlns:a16="http://schemas.microsoft.com/office/drawing/2014/main" id="{ED18FE85-4210-9F53-10A2-4DCD74FAE1C9}"/>
              </a:ext>
            </a:extLst>
          </p:cNvPr>
          <p:cNvGrpSpPr/>
          <p:nvPr/>
        </p:nvGrpSpPr>
        <p:grpSpPr>
          <a:xfrm>
            <a:off x="2605451" y="1664113"/>
            <a:ext cx="269042" cy="212122"/>
            <a:chOff x="2276505" y="1465110"/>
            <a:chExt cx="243090" cy="190530"/>
          </a:xfrm>
        </p:grpSpPr>
        <p:sp>
          <p:nvSpPr>
            <p:cNvPr id="162" name="ellipse_1861">
              <a:extLst>
                <a:ext uri="{FF2B5EF4-FFF2-40B4-BE49-F238E27FC236}">
                  <a16:creationId xmlns:a16="http://schemas.microsoft.com/office/drawing/2014/main" id="{DA8B49D8-5960-F60E-C5C4-43BB229DD413}"/>
                </a:ext>
              </a:extLst>
            </p:cNvPr>
            <p:cNvSpPr/>
            <p:nvPr/>
          </p:nvSpPr>
          <p:spPr>
            <a:xfrm>
              <a:off x="2447720" y="1479783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3" name="ellipse_1862">
              <a:extLst>
                <a:ext uri="{FF2B5EF4-FFF2-40B4-BE49-F238E27FC236}">
                  <a16:creationId xmlns:a16="http://schemas.microsoft.com/office/drawing/2014/main" id="{42442CDF-5DBD-6A79-D360-5744CF947DD6}"/>
                </a:ext>
              </a:extLst>
            </p:cNvPr>
            <p:cNvSpPr/>
            <p:nvPr/>
          </p:nvSpPr>
          <p:spPr>
            <a:xfrm>
              <a:off x="2338639" y="1494948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4" name="ellipse_1863">
              <a:extLst>
                <a:ext uri="{FF2B5EF4-FFF2-40B4-BE49-F238E27FC236}">
                  <a16:creationId xmlns:a16="http://schemas.microsoft.com/office/drawing/2014/main" id="{C890CB49-A9DD-68C2-C171-E96C398EC078}"/>
                </a:ext>
              </a:extLst>
            </p:cNvPr>
            <p:cNvSpPr/>
            <p:nvPr/>
          </p:nvSpPr>
          <p:spPr>
            <a:xfrm>
              <a:off x="2425728" y="1522613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5" name="ellipse_1864">
              <a:extLst>
                <a:ext uri="{FF2B5EF4-FFF2-40B4-BE49-F238E27FC236}">
                  <a16:creationId xmlns:a16="http://schemas.microsoft.com/office/drawing/2014/main" id="{5607A2EE-20CD-2FF0-5B8A-94759AE86F9B}"/>
                </a:ext>
              </a:extLst>
            </p:cNvPr>
            <p:cNvSpPr/>
            <p:nvPr/>
          </p:nvSpPr>
          <p:spPr>
            <a:xfrm>
              <a:off x="2400135" y="1486158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6" name="ellipse_1865">
              <a:extLst>
                <a:ext uri="{FF2B5EF4-FFF2-40B4-BE49-F238E27FC236}">
                  <a16:creationId xmlns:a16="http://schemas.microsoft.com/office/drawing/2014/main" id="{A8A29E0C-2B8C-747F-90CC-4D96D6AFE78B}"/>
                </a:ext>
              </a:extLst>
            </p:cNvPr>
            <p:cNvSpPr/>
            <p:nvPr/>
          </p:nvSpPr>
          <p:spPr>
            <a:xfrm>
              <a:off x="2349408" y="1613290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7" name="ellipse_1866">
              <a:extLst>
                <a:ext uri="{FF2B5EF4-FFF2-40B4-BE49-F238E27FC236}">
                  <a16:creationId xmlns:a16="http://schemas.microsoft.com/office/drawing/2014/main" id="{CA0DC8B3-C492-20EE-F8D9-98D296C14970}"/>
                </a:ext>
              </a:extLst>
            </p:cNvPr>
            <p:cNvSpPr/>
            <p:nvPr/>
          </p:nvSpPr>
          <p:spPr>
            <a:xfrm>
              <a:off x="2460264" y="1527944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8" name="ellipse_1867">
              <a:extLst>
                <a:ext uri="{FF2B5EF4-FFF2-40B4-BE49-F238E27FC236}">
                  <a16:creationId xmlns:a16="http://schemas.microsoft.com/office/drawing/2014/main" id="{E659DB54-99E2-3E44-5B51-9366DC9E1FF2}"/>
                </a:ext>
              </a:extLst>
            </p:cNvPr>
            <p:cNvSpPr/>
            <p:nvPr/>
          </p:nvSpPr>
          <p:spPr>
            <a:xfrm>
              <a:off x="2419949" y="1542677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9" name="ellipse_1868">
              <a:extLst>
                <a:ext uri="{FF2B5EF4-FFF2-40B4-BE49-F238E27FC236}">
                  <a16:creationId xmlns:a16="http://schemas.microsoft.com/office/drawing/2014/main" id="{C611B622-FCAD-998B-5418-6EF745F7D7A7}"/>
                </a:ext>
              </a:extLst>
            </p:cNvPr>
            <p:cNvSpPr/>
            <p:nvPr/>
          </p:nvSpPr>
          <p:spPr>
            <a:xfrm>
              <a:off x="2388499" y="1558252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0" name="Pseudo atom | small solid diamond">
              <a:extLst>
                <a:ext uri="{FF2B5EF4-FFF2-40B4-BE49-F238E27FC236}">
                  <a16:creationId xmlns:a16="http://schemas.microsoft.com/office/drawing/2014/main" id="{FE5FAD6C-85B4-73AF-9F39-AF7B59959A53}"/>
                </a:ext>
              </a:extLst>
            </p:cNvPr>
            <p:cNvSpPr/>
            <p:nvPr/>
          </p:nvSpPr>
          <p:spPr>
            <a:xfrm>
              <a:off x="2441335" y="1556110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1" name="Pseudo atom | small solid diamond">
              <a:extLst>
                <a:ext uri="{FF2B5EF4-FFF2-40B4-BE49-F238E27FC236}">
                  <a16:creationId xmlns:a16="http://schemas.microsoft.com/office/drawing/2014/main" id="{F1C84978-934E-64EE-1540-2087F341EA60}"/>
                </a:ext>
              </a:extLst>
            </p:cNvPr>
            <p:cNvSpPr/>
            <p:nvPr/>
          </p:nvSpPr>
          <p:spPr>
            <a:xfrm>
              <a:off x="2444088" y="1505517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2" name="Pseudo atom | small solid diamond">
              <a:extLst>
                <a:ext uri="{FF2B5EF4-FFF2-40B4-BE49-F238E27FC236}">
                  <a16:creationId xmlns:a16="http://schemas.microsoft.com/office/drawing/2014/main" id="{CFA832D1-EFA9-E7E2-02B6-C8DB7CCB24EB}"/>
                </a:ext>
              </a:extLst>
            </p:cNvPr>
            <p:cNvSpPr/>
            <p:nvPr/>
          </p:nvSpPr>
          <p:spPr>
            <a:xfrm>
              <a:off x="2476774" y="1497781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3" name="Pseudo atom | small solid diamond">
              <a:extLst>
                <a:ext uri="{FF2B5EF4-FFF2-40B4-BE49-F238E27FC236}">
                  <a16:creationId xmlns:a16="http://schemas.microsoft.com/office/drawing/2014/main" id="{8D06F0F2-F2FC-706B-0910-A7F2A32BE3C9}"/>
                </a:ext>
              </a:extLst>
            </p:cNvPr>
            <p:cNvSpPr/>
            <p:nvPr/>
          </p:nvSpPr>
          <p:spPr>
            <a:xfrm>
              <a:off x="2439608" y="1561702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4" name="Pseudo atom | small solid diamond">
              <a:extLst>
                <a:ext uri="{FF2B5EF4-FFF2-40B4-BE49-F238E27FC236}">
                  <a16:creationId xmlns:a16="http://schemas.microsoft.com/office/drawing/2014/main" id="{5B6DACDD-54CB-D31B-4D64-ACBEF4231830}"/>
                </a:ext>
              </a:extLst>
            </p:cNvPr>
            <p:cNvSpPr/>
            <p:nvPr/>
          </p:nvSpPr>
          <p:spPr>
            <a:xfrm>
              <a:off x="2309778" y="1549378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75" name="b | PTV3 stage 3">
            <a:extLst>
              <a:ext uri="{FF2B5EF4-FFF2-40B4-BE49-F238E27FC236}">
                <a16:creationId xmlns:a16="http://schemas.microsoft.com/office/drawing/2014/main" id="{7AF071DD-E070-E19F-4441-ED1701B534DC}"/>
              </a:ext>
            </a:extLst>
          </p:cNvPr>
          <p:cNvGrpSpPr/>
          <p:nvPr/>
        </p:nvGrpSpPr>
        <p:grpSpPr>
          <a:xfrm>
            <a:off x="3029709" y="1664113"/>
            <a:ext cx="269042" cy="212122"/>
            <a:chOff x="2703555" y="1491390"/>
            <a:chExt cx="190530" cy="137970"/>
          </a:xfrm>
        </p:grpSpPr>
        <p:sp>
          <p:nvSpPr>
            <p:cNvPr id="176" name="ellipse_1875">
              <a:extLst>
                <a:ext uri="{FF2B5EF4-FFF2-40B4-BE49-F238E27FC236}">
                  <a16:creationId xmlns:a16="http://schemas.microsoft.com/office/drawing/2014/main" id="{0562B0A9-569F-89AF-86BD-4BFBF7610D47}"/>
                </a:ext>
              </a:extLst>
            </p:cNvPr>
            <p:cNvSpPr/>
            <p:nvPr/>
          </p:nvSpPr>
          <p:spPr>
            <a:xfrm>
              <a:off x="2789079" y="1532307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7" name="ellipse_1876">
              <a:extLst>
                <a:ext uri="{FF2B5EF4-FFF2-40B4-BE49-F238E27FC236}">
                  <a16:creationId xmlns:a16="http://schemas.microsoft.com/office/drawing/2014/main" id="{70AD7BCF-F0C3-5B0B-2815-EC2464FF2C8D}"/>
                </a:ext>
              </a:extLst>
            </p:cNvPr>
            <p:cNvSpPr/>
            <p:nvPr/>
          </p:nvSpPr>
          <p:spPr>
            <a:xfrm>
              <a:off x="2757487" y="1601916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8" name="ellipse_1877">
              <a:extLst>
                <a:ext uri="{FF2B5EF4-FFF2-40B4-BE49-F238E27FC236}">
                  <a16:creationId xmlns:a16="http://schemas.microsoft.com/office/drawing/2014/main" id="{F367A072-00C8-5568-A392-BA5F3AFF1CCE}"/>
                </a:ext>
              </a:extLst>
            </p:cNvPr>
            <p:cNvSpPr/>
            <p:nvPr/>
          </p:nvSpPr>
          <p:spPr>
            <a:xfrm>
              <a:off x="2750624" y="1504602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9" name="ellipse_1878">
              <a:extLst>
                <a:ext uri="{FF2B5EF4-FFF2-40B4-BE49-F238E27FC236}">
                  <a16:creationId xmlns:a16="http://schemas.microsoft.com/office/drawing/2014/main" id="{5157F674-B9B2-A3AC-9E24-D548CB2617A5}"/>
                </a:ext>
              </a:extLst>
            </p:cNvPr>
            <p:cNvSpPr/>
            <p:nvPr/>
          </p:nvSpPr>
          <p:spPr>
            <a:xfrm>
              <a:off x="2840127" y="1518774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0" name="ellipse_1879">
              <a:extLst>
                <a:ext uri="{FF2B5EF4-FFF2-40B4-BE49-F238E27FC236}">
                  <a16:creationId xmlns:a16="http://schemas.microsoft.com/office/drawing/2014/main" id="{1E2CD959-AFC3-C2E5-222D-98947C180912}"/>
                </a:ext>
              </a:extLst>
            </p:cNvPr>
            <p:cNvSpPr/>
            <p:nvPr/>
          </p:nvSpPr>
          <p:spPr>
            <a:xfrm>
              <a:off x="2838529" y="1575175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1" name="Pseudo atom | small solid diamond">
              <a:extLst>
                <a:ext uri="{FF2B5EF4-FFF2-40B4-BE49-F238E27FC236}">
                  <a16:creationId xmlns:a16="http://schemas.microsoft.com/office/drawing/2014/main" id="{14C60325-F71D-CCE3-6A04-9A293958A8BD}"/>
                </a:ext>
              </a:extLst>
            </p:cNvPr>
            <p:cNvSpPr/>
            <p:nvPr/>
          </p:nvSpPr>
          <p:spPr>
            <a:xfrm>
              <a:off x="2732391" y="1513767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2" name="Pseudo atom | small solid diamond">
              <a:extLst>
                <a:ext uri="{FF2B5EF4-FFF2-40B4-BE49-F238E27FC236}">
                  <a16:creationId xmlns:a16="http://schemas.microsoft.com/office/drawing/2014/main" id="{098E521C-881D-0DCF-BD3F-03D2C14456E9}"/>
                </a:ext>
              </a:extLst>
            </p:cNvPr>
            <p:cNvSpPr/>
            <p:nvPr/>
          </p:nvSpPr>
          <p:spPr>
            <a:xfrm>
              <a:off x="2786505" y="1580800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3" name="Pseudo atom | small solid diamond">
              <a:extLst>
                <a:ext uri="{FF2B5EF4-FFF2-40B4-BE49-F238E27FC236}">
                  <a16:creationId xmlns:a16="http://schemas.microsoft.com/office/drawing/2014/main" id="{85C8CC48-2939-FCAB-071A-27A889561D29}"/>
                </a:ext>
              </a:extLst>
            </p:cNvPr>
            <p:cNvSpPr/>
            <p:nvPr/>
          </p:nvSpPr>
          <p:spPr>
            <a:xfrm>
              <a:off x="2737720" y="1521626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4" name="Pseudo atom | small solid diamond">
              <a:extLst>
                <a:ext uri="{FF2B5EF4-FFF2-40B4-BE49-F238E27FC236}">
                  <a16:creationId xmlns:a16="http://schemas.microsoft.com/office/drawing/2014/main" id="{3B2DF77E-081C-C2EF-E442-039993FA280D}"/>
                </a:ext>
              </a:extLst>
            </p:cNvPr>
            <p:cNvSpPr/>
            <p:nvPr/>
          </p:nvSpPr>
          <p:spPr>
            <a:xfrm>
              <a:off x="2832745" y="1536936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5" name="Pseudo atom | small solid diamond">
              <a:extLst>
                <a:ext uri="{FF2B5EF4-FFF2-40B4-BE49-F238E27FC236}">
                  <a16:creationId xmlns:a16="http://schemas.microsoft.com/office/drawing/2014/main" id="{E14DAE0C-3918-2529-774D-B8E0168DFCC6}"/>
                </a:ext>
              </a:extLst>
            </p:cNvPr>
            <p:cNvSpPr/>
            <p:nvPr/>
          </p:nvSpPr>
          <p:spPr>
            <a:xfrm>
              <a:off x="2837638" y="1514943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86" name="b | PTV3 stage 4">
            <a:extLst>
              <a:ext uri="{FF2B5EF4-FFF2-40B4-BE49-F238E27FC236}">
                <a16:creationId xmlns:a16="http://schemas.microsoft.com/office/drawing/2014/main" id="{54799D69-8BA0-7077-645E-2EC7F8F2264E}"/>
              </a:ext>
            </a:extLst>
          </p:cNvPr>
          <p:cNvGrpSpPr/>
          <p:nvPr/>
        </p:nvGrpSpPr>
        <p:grpSpPr>
          <a:xfrm>
            <a:off x="3453967" y="1664113"/>
            <a:ext cx="269042" cy="212122"/>
            <a:chOff x="3097755" y="1465110"/>
            <a:chExt cx="243090" cy="190530"/>
          </a:xfrm>
        </p:grpSpPr>
        <p:sp>
          <p:nvSpPr>
            <p:cNvPr id="187" name="ellipse_1886">
              <a:extLst>
                <a:ext uri="{FF2B5EF4-FFF2-40B4-BE49-F238E27FC236}">
                  <a16:creationId xmlns:a16="http://schemas.microsoft.com/office/drawing/2014/main" id="{7BDE94B9-1E9E-914A-306A-90D91A3A1CBB}"/>
                </a:ext>
              </a:extLst>
            </p:cNvPr>
            <p:cNvSpPr/>
            <p:nvPr/>
          </p:nvSpPr>
          <p:spPr>
            <a:xfrm>
              <a:off x="3279141" y="1552259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8" name="ellipse_1887">
              <a:extLst>
                <a:ext uri="{FF2B5EF4-FFF2-40B4-BE49-F238E27FC236}">
                  <a16:creationId xmlns:a16="http://schemas.microsoft.com/office/drawing/2014/main" id="{B18558D4-8B29-79C3-40B4-6FB1822AE993}"/>
                </a:ext>
              </a:extLst>
            </p:cNvPr>
            <p:cNvSpPr/>
            <p:nvPr/>
          </p:nvSpPr>
          <p:spPr>
            <a:xfrm>
              <a:off x="3239930" y="1573193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9" name="ellipse_1888">
              <a:extLst>
                <a:ext uri="{FF2B5EF4-FFF2-40B4-BE49-F238E27FC236}">
                  <a16:creationId xmlns:a16="http://schemas.microsoft.com/office/drawing/2014/main" id="{3C6BDCA6-AABA-05B7-531A-0AB5A558F0CC}"/>
                </a:ext>
              </a:extLst>
            </p:cNvPr>
            <p:cNvSpPr/>
            <p:nvPr/>
          </p:nvSpPr>
          <p:spPr>
            <a:xfrm>
              <a:off x="3219861" y="1552797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0" name="ellipse_1889">
              <a:extLst>
                <a:ext uri="{FF2B5EF4-FFF2-40B4-BE49-F238E27FC236}">
                  <a16:creationId xmlns:a16="http://schemas.microsoft.com/office/drawing/2014/main" id="{A90BFD65-0D3E-C8A0-1534-39062B0D8B2E}"/>
                </a:ext>
              </a:extLst>
            </p:cNvPr>
            <p:cNvSpPr/>
            <p:nvPr/>
          </p:nvSpPr>
          <p:spPr>
            <a:xfrm>
              <a:off x="3118969" y="1584357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1" name="ellipse_1890">
              <a:extLst>
                <a:ext uri="{FF2B5EF4-FFF2-40B4-BE49-F238E27FC236}">
                  <a16:creationId xmlns:a16="http://schemas.microsoft.com/office/drawing/2014/main" id="{725037C2-CE9B-0CDF-4773-61D18AA65D83}"/>
                </a:ext>
              </a:extLst>
            </p:cNvPr>
            <p:cNvSpPr/>
            <p:nvPr/>
          </p:nvSpPr>
          <p:spPr>
            <a:xfrm>
              <a:off x="3292564" y="1588542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32" name="ellipse_1891">
              <a:extLst>
                <a:ext uri="{FF2B5EF4-FFF2-40B4-BE49-F238E27FC236}">
                  <a16:creationId xmlns:a16="http://schemas.microsoft.com/office/drawing/2014/main" id="{ED04B844-DC17-BFB3-9898-238725A204FA}"/>
                </a:ext>
              </a:extLst>
            </p:cNvPr>
            <p:cNvSpPr/>
            <p:nvPr/>
          </p:nvSpPr>
          <p:spPr>
            <a:xfrm>
              <a:off x="3210805" y="1614479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33" name="ellipse_1892">
              <a:extLst>
                <a:ext uri="{FF2B5EF4-FFF2-40B4-BE49-F238E27FC236}">
                  <a16:creationId xmlns:a16="http://schemas.microsoft.com/office/drawing/2014/main" id="{AE90DD1C-C979-6FD0-7299-C57F111B19B0}"/>
                </a:ext>
              </a:extLst>
            </p:cNvPr>
            <p:cNvSpPr/>
            <p:nvPr/>
          </p:nvSpPr>
          <p:spPr>
            <a:xfrm>
              <a:off x="3229188" y="1616582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34" name="ellipse_1893">
              <a:extLst>
                <a:ext uri="{FF2B5EF4-FFF2-40B4-BE49-F238E27FC236}">
                  <a16:creationId xmlns:a16="http://schemas.microsoft.com/office/drawing/2014/main" id="{221EE948-C4E5-CAD9-FBE2-35C16E4404D7}"/>
                </a:ext>
              </a:extLst>
            </p:cNvPr>
            <p:cNvSpPr/>
            <p:nvPr/>
          </p:nvSpPr>
          <p:spPr>
            <a:xfrm>
              <a:off x="3260194" y="1481644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35" name="Pseudo atom | small solid diamond">
              <a:extLst>
                <a:ext uri="{FF2B5EF4-FFF2-40B4-BE49-F238E27FC236}">
                  <a16:creationId xmlns:a16="http://schemas.microsoft.com/office/drawing/2014/main" id="{46EF12D7-2377-2ACD-1E18-DCD143FE9257}"/>
                </a:ext>
              </a:extLst>
            </p:cNvPr>
            <p:cNvSpPr/>
            <p:nvPr/>
          </p:nvSpPr>
          <p:spPr>
            <a:xfrm>
              <a:off x="3148094" y="1611532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36" name="Pseudo atom | small solid diamond">
              <a:extLst>
                <a:ext uri="{FF2B5EF4-FFF2-40B4-BE49-F238E27FC236}">
                  <a16:creationId xmlns:a16="http://schemas.microsoft.com/office/drawing/2014/main" id="{2AA35C3A-0BCE-24FC-4381-10B8D7EB7B70}"/>
                </a:ext>
              </a:extLst>
            </p:cNvPr>
            <p:cNvSpPr/>
            <p:nvPr/>
          </p:nvSpPr>
          <p:spPr>
            <a:xfrm>
              <a:off x="3138576" y="1510364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37" name="Pseudo atom | small solid diamond">
              <a:extLst>
                <a:ext uri="{FF2B5EF4-FFF2-40B4-BE49-F238E27FC236}">
                  <a16:creationId xmlns:a16="http://schemas.microsoft.com/office/drawing/2014/main" id="{FA6CBBAA-E70A-A802-E6FB-4544486FA883}"/>
                </a:ext>
              </a:extLst>
            </p:cNvPr>
            <p:cNvSpPr/>
            <p:nvPr/>
          </p:nvSpPr>
          <p:spPr>
            <a:xfrm>
              <a:off x="3167444" y="1532517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38" name="Pseudo atom | small solid diamond">
              <a:extLst>
                <a:ext uri="{FF2B5EF4-FFF2-40B4-BE49-F238E27FC236}">
                  <a16:creationId xmlns:a16="http://schemas.microsoft.com/office/drawing/2014/main" id="{B52E7D83-518D-64F1-0595-3D399E0CF19B}"/>
                </a:ext>
              </a:extLst>
            </p:cNvPr>
            <p:cNvSpPr/>
            <p:nvPr/>
          </p:nvSpPr>
          <p:spPr>
            <a:xfrm>
              <a:off x="3192186" y="1545481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39" name="Pseudo atom | small solid diamond">
              <a:extLst>
                <a:ext uri="{FF2B5EF4-FFF2-40B4-BE49-F238E27FC236}">
                  <a16:creationId xmlns:a16="http://schemas.microsoft.com/office/drawing/2014/main" id="{5C331903-436C-E5AE-8885-14C3C869F80E}"/>
                </a:ext>
              </a:extLst>
            </p:cNvPr>
            <p:cNvSpPr/>
            <p:nvPr/>
          </p:nvSpPr>
          <p:spPr>
            <a:xfrm>
              <a:off x="3219021" y="1555020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5640" name="b | PTV3 stage 5">
            <a:extLst>
              <a:ext uri="{FF2B5EF4-FFF2-40B4-BE49-F238E27FC236}">
                <a16:creationId xmlns:a16="http://schemas.microsoft.com/office/drawing/2014/main" id="{27B01DEE-524C-6B02-CD01-DE65D95870C1}"/>
              </a:ext>
            </a:extLst>
          </p:cNvPr>
          <p:cNvGrpSpPr/>
          <p:nvPr/>
        </p:nvGrpSpPr>
        <p:grpSpPr>
          <a:xfrm>
            <a:off x="3878225" y="1664113"/>
            <a:ext cx="269042" cy="212122"/>
            <a:chOff x="3473888" y="1438830"/>
            <a:chExt cx="279225" cy="243090"/>
          </a:xfrm>
        </p:grpSpPr>
        <p:sp>
          <p:nvSpPr>
            <p:cNvPr id="5641" name="ellipse_1900">
              <a:extLst>
                <a:ext uri="{FF2B5EF4-FFF2-40B4-BE49-F238E27FC236}">
                  <a16:creationId xmlns:a16="http://schemas.microsoft.com/office/drawing/2014/main" id="{2C4E947F-B024-67BA-383E-8259E50DD03C}"/>
                </a:ext>
              </a:extLst>
            </p:cNvPr>
            <p:cNvSpPr/>
            <p:nvPr/>
          </p:nvSpPr>
          <p:spPr>
            <a:xfrm>
              <a:off x="3541505" y="1483896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42" name="ellipse_1901">
              <a:extLst>
                <a:ext uri="{FF2B5EF4-FFF2-40B4-BE49-F238E27FC236}">
                  <a16:creationId xmlns:a16="http://schemas.microsoft.com/office/drawing/2014/main" id="{ABD5F205-1C25-5C38-06F2-24827D789985}"/>
                </a:ext>
              </a:extLst>
            </p:cNvPr>
            <p:cNvSpPr/>
            <p:nvPr/>
          </p:nvSpPr>
          <p:spPr>
            <a:xfrm>
              <a:off x="3634685" y="1579452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43" name="ellipse_1902">
              <a:extLst>
                <a:ext uri="{FF2B5EF4-FFF2-40B4-BE49-F238E27FC236}">
                  <a16:creationId xmlns:a16="http://schemas.microsoft.com/office/drawing/2014/main" id="{92713029-78CC-C5D9-1590-4F1B3F77C512}"/>
                </a:ext>
              </a:extLst>
            </p:cNvPr>
            <p:cNvSpPr/>
            <p:nvPr/>
          </p:nvSpPr>
          <p:spPr>
            <a:xfrm>
              <a:off x="3690250" y="1591533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44" name="ellipse_1903">
              <a:extLst>
                <a:ext uri="{FF2B5EF4-FFF2-40B4-BE49-F238E27FC236}">
                  <a16:creationId xmlns:a16="http://schemas.microsoft.com/office/drawing/2014/main" id="{7019645C-15AE-40E1-DBE5-E22D678087E4}"/>
                </a:ext>
              </a:extLst>
            </p:cNvPr>
            <p:cNvSpPr/>
            <p:nvPr/>
          </p:nvSpPr>
          <p:spPr>
            <a:xfrm>
              <a:off x="3688948" y="1626754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45" name="ellipse_1904">
              <a:extLst>
                <a:ext uri="{FF2B5EF4-FFF2-40B4-BE49-F238E27FC236}">
                  <a16:creationId xmlns:a16="http://schemas.microsoft.com/office/drawing/2014/main" id="{E7054FF4-1B29-6832-A698-25859272746F}"/>
                </a:ext>
              </a:extLst>
            </p:cNvPr>
            <p:cNvSpPr/>
            <p:nvPr/>
          </p:nvSpPr>
          <p:spPr>
            <a:xfrm>
              <a:off x="3676533" y="1458617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46" name="ellipse_1905">
              <a:extLst>
                <a:ext uri="{FF2B5EF4-FFF2-40B4-BE49-F238E27FC236}">
                  <a16:creationId xmlns:a16="http://schemas.microsoft.com/office/drawing/2014/main" id="{ACE8F11A-998F-8A81-A055-BE8759ACD2CE}"/>
                </a:ext>
              </a:extLst>
            </p:cNvPr>
            <p:cNvSpPr/>
            <p:nvPr/>
          </p:nvSpPr>
          <p:spPr>
            <a:xfrm>
              <a:off x="3582836" y="1604405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47" name="ellipse_1906">
              <a:extLst>
                <a:ext uri="{FF2B5EF4-FFF2-40B4-BE49-F238E27FC236}">
                  <a16:creationId xmlns:a16="http://schemas.microsoft.com/office/drawing/2014/main" id="{894D3757-3A11-3A80-A59A-475BD91E6995}"/>
                </a:ext>
              </a:extLst>
            </p:cNvPr>
            <p:cNvSpPr/>
            <p:nvPr/>
          </p:nvSpPr>
          <p:spPr>
            <a:xfrm>
              <a:off x="3502117" y="1481357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48" name="ellipse_1907">
              <a:extLst>
                <a:ext uri="{FF2B5EF4-FFF2-40B4-BE49-F238E27FC236}">
                  <a16:creationId xmlns:a16="http://schemas.microsoft.com/office/drawing/2014/main" id="{38795021-1FFA-CE9B-79F4-6983EDDF4765}"/>
                </a:ext>
              </a:extLst>
            </p:cNvPr>
            <p:cNvSpPr/>
            <p:nvPr/>
          </p:nvSpPr>
          <p:spPr>
            <a:xfrm>
              <a:off x="3701184" y="1635112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49" name="ellipse_1908">
              <a:extLst>
                <a:ext uri="{FF2B5EF4-FFF2-40B4-BE49-F238E27FC236}">
                  <a16:creationId xmlns:a16="http://schemas.microsoft.com/office/drawing/2014/main" id="{6FC1486E-FEB6-C57D-8BD4-858C3B7A83CC}"/>
                </a:ext>
              </a:extLst>
            </p:cNvPr>
            <p:cNvSpPr/>
            <p:nvPr/>
          </p:nvSpPr>
          <p:spPr>
            <a:xfrm>
              <a:off x="3667161" y="1608045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5" name="ellipse_1909">
              <a:extLst>
                <a:ext uri="{FF2B5EF4-FFF2-40B4-BE49-F238E27FC236}">
                  <a16:creationId xmlns:a16="http://schemas.microsoft.com/office/drawing/2014/main" id="{AE1B6AC4-54EC-FA37-1F85-E82E749AF494}"/>
                </a:ext>
              </a:extLst>
            </p:cNvPr>
            <p:cNvSpPr/>
            <p:nvPr/>
          </p:nvSpPr>
          <p:spPr>
            <a:xfrm>
              <a:off x="3580356" y="1576358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6" name="Pseudo atom | small solid diamond">
              <a:extLst>
                <a:ext uri="{FF2B5EF4-FFF2-40B4-BE49-F238E27FC236}">
                  <a16:creationId xmlns:a16="http://schemas.microsoft.com/office/drawing/2014/main" id="{99BB7D4D-05E5-233D-E262-938E2CE30E64}"/>
                </a:ext>
              </a:extLst>
            </p:cNvPr>
            <p:cNvSpPr/>
            <p:nvPr/>
          </p:nvSpPr>
          <p:spPr>
            <a:xfrm>
              <a:off x="3677032" y="1640896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7" name="Pseudo atom | small solid diamond">
              <a:extLst>
                <a:ext uri="{FF2B5EF4-FFF2-40B4-BE49-F238E27FC236}">
                  <a16:creationId xmlns:a16="http://schemas.microsoft.com/office/drawing/2014/main" id="{142A4223-4C2B-83E2-668A-20043A93264E}"/>
                </a:ext>
              </a:extLst>
            </p:cNvPr>
            <p:cNvSpPr/>
            <p:nvPr/>
          </p:nvSpPr>
          <p:spPr>
            <a:xfrm>
              <a:off x="3542290" y="1523790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91" name="Pseudo atom | small solid diamond">
              <a:extLst>
                <a:ext uri="{FF2B5EF4-FFF2-40B4-BE49-F238E27FC236}">
                  <a16:creationId xmlns:a16="http://schemas.microsoft.com/office/drawing/2014/main" id="{8ED4B4BD-8B66-BDE9-35B3-5AA7E932B2B0}"/>
                </a:ext>
              </a:extLst>
            </p:cNvPr>
            <p:cNvSpPr/>
            <p:nvPr/>
          </p:nvSpPr>
          <p:spPr>
            <a:xfrm>
              <a:off x="3590254" y="1492059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92" name="Pseudo atom | small solid diamond">
              <a:extLst>
                <a:ext uri="{FF2B5EF4-FFF2-40B4-BE49-F238E27FC236}">
                  <a16:creationId xmlns:a16="http://schemas.microsoft.com/office/drawing/2014/main" id="{48E5589A-53E3-792A-DA66-89564E48D276}"/>
                </a:ext>
              </a:extLst>
            </p:cNvPr>
            <p:cNvSpPr/>
            <p:nvPr/>
          </p:nvSpPr>
          <p:spPr>
            <a:xfrm>
              <a:off x="3710724" y="1626781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93" name="Pseudo atom | small solid diamond">
              <a:extLst>
                <a:ext uri="{FF2B5EF4-FFF2-40B4-BE49-F238E27FC236}">
                  <a16:creationId xmlns:a16="http://schemas.microsoft.com/office/drawing/2014/main" id="{1FC8933A-E3A4-3B6F-66B4-CD8FD882432A}"/>
                </a:ext>
              </a:extLst>
            </p:cNvPr>
            <p:cNvSpPr/>
            <p:nvPr/>
          </p:nvSpPr>
          <p:spPr>
            <a:xfrm>
              <a:off x="3552701" y="1475941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894" name="b | Receptor embedding feature bar">
            <a:extLst>
              <a:ext uri="{FF2B5EF4-FFF2-40B4-BE49-F238E27FC236}">
                <a16:creationId xmlns:a16="http://schemas.microsoft.com/office/drawing/2014/main" id="{D31088E4-EABE-4BB9-88DA-A89826E8941B}"/>
              </a:ext>
            </a:extLst>
          </p:cNvPr>
          <p:cNvGrpSpPr/>
          <p:nvPr/>
        </p:nvGrpSpPr>
        <p:grpSpPr>
          <a:xfrm>
            <a:off x="1234375" y="1596496"/>
            <a:ext cx="338889" cy="20695"/>
            <a:chOff x="1258155" y="1540665"/>
            <a:chExt cx="325215" cy="42705"/>
          </a:xfrm>
        </p:grpSpPr>
        <p:sp>
          <p:nvSpPr>
            <p:cNvPr id="2895" name="feature_1">
              <a:extLst>
                <a:ext uri="{FF2B5EF4-FFF2-40B4-BE49-F238E27FC236}">
                  <a16:creationId xmlns:a16="http://schemas.microsoft.com/office/drawing/2014/main" id="{0EFEF65B-2FC5-01DD-CD5E-53830FC008A6}"/>
                </a:ext>
              </a:extLst>
            </p:cNvPr>
            <p:cNvSpPr/>
            <p:nvPr/>
          </p:nvSpPr>
          <p:spPr>
            <a:xfrm>
              <a:off x="1258155" y="1540665"/>
              <a:ext cx="43644" cy="42705"/>
            </a:xfrm>
            <a:prstGeom prst="rect">
              <a:avLst/>
            </a:prstGeom>
            <a:solidFill>
              <a:srgbClr val="B2A4CD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96" name="feature_2">
              <a:extLst>
                <a:ext uri="{FF2B5EF4-FFF2-40B4-BE49-F238E27FC236}">
                  <a16:creationId xmlns:a16="http://schemas.microsoft.com/office/drawing/2014/main" id="{35262711-0EB9-CA95-7A7E-2218CE784BB6}"/>
                </a:ext>
              </a:extLst>
            </p:cNvPr>
            <p:cNvSpPr/>
            <p:nvPr/>
          </p:nvSpPr>
          <p:spPr>
            <a:xfrm>
              <a:off x="1305084" y="1540665"/>
              <a:ext cx="43644" cy="42705"/>
            </a:xfrm>
            <a:prstGeom prst="rect">
              <a:avLst/>
            </a:prstGeom>
            <a:solidFill>
              <a:srgbClr val="C7BFE0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02" name="feature_3">
              <a:extLst>
                <a:ext uri="{FF2B5EF4-FFF2-40B4-BE49-F238E27FC236}">
                  <a16:creationId xmlns:a16="http://schemas.microsoft.com/office/drawing/2014/main" id="{870129FE-1DB7-3DE8-3930-3E9C95859298}"/>
                </a:ext>
              </a:extLst>
            </p:cNvPr>
            <p:cNvSpPr/>
            <p:nvPr/>
          </p:nvSpPr>
          <p:spPr>
            <a:xfrm>
              <a:off x="1352012" y="1540665"/>
              <a:ext cx="43644" cy="42705"/>
            </a:xfrm>
            <a:prstGeom prst="rect">
              <a:avLst/>
            </a:prstGeom>
            <a:solidFill>
              <a:srgbClr val="AEBED6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03" name="feature_4">
              <a:extLst>
                <a:ext uri="{FF2B5EF4-FFF2-40B4-BE49-F238E27FC236}">
                  <a16:creationId xmlns:a16="http://schemas.microsoft.com/office/drawing/2014/main" id="{40571A3E-CED0-ABA1-2607-74D79B7DD7A1}"/>
                </a:ext>
              </a:extLst>
            </p:cNvPr>
            <p:cNvSpPr/>
            <p:nvPr/>
          </p:nvSpPr>
          <p:spPr>
            <a:xfrm>
              <a:off x="1398941" y="1540665"/>
              <a:ext cx="43644" cy="42705"/>
            </a:xfrm>
            <a:prstGeom prst="rect">
              <a:avLst/>
            </a:prstGeom>
            <a:solidFill>
              <a:srgbClr val="B2A4CD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04" name="feature_5">
              <a:extLst>
                <a:ext uri="{FF2B5EF4-FFF2-40B4-BE49-F238E27FC236}">
                  <a16:creationId xmlns:a16="http://schemas.microsoft.com/office/drawing/2014/main" id="{04EF1CDD-F2EC-6C66-1CB2-FD237A6EDE76}"/>
                </a:ext>
              </a:extLst>
            </p:cNvPr>
            <p:cNvSpPr/>
            <p:nvPr/>
          </p:nvSpPr>
          <p:spPr>
            <a:xfrm>
              <a:off x="1445869" y="1540665"/>
              <a:ext cx="43644" cy="42705"/>
            </a:xfrm>
            <a:prstGeom prst="rect">
              <a:avLst/>
            </a:prstGeom>
            <a:solidFill>
              <a:srgbClr val="C7BFE0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05" name="feature_6">
              <a:extLst>
                <a:ext uri="{FF2B5EF4-FFF2-40B4-BE49-F238E27FC236}">
                  <a16:creationId xmlns:a16="http://schemas.microsoft.com/office/drawing/2014/main" id="{977FDCD9-8F33-D88A-BEAD-FBFBAC841FEC}"/>
                </a:ext>
              </a:extLst>
            </p:cNvPr>
            <p:cNvSpPr/>
            <p:nvPr/>
          </p:nvSpPr>
          <p:spPr>
            <a:xfrm>
              <a:off x="1492798" y="1540665"/>
              <a:ext cx="43644" cy="42705"/>
            </a:xfrm>
            <a:prstGeom prst="rect">
              <a:avLst/>
            </a:prstGeom>
            <a:solidFill>
              <a:srgbClr val="AEBED6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06" name="feature_7">
              <a:extLst>
                <a:ext uri="{FF2B5EF4-FFF2-40B4-BE49-F238E27FC236}">
                  <a16:creationId xmlns:a16="http://schemas.microsoft.com/office/drawing/2014/main" id="{250BE4E7-6E2F-93EB-CA22-F2BA8A7F2DB0}"/>
                </a:ext>
              </a:extLst>
            </p:cNvPr>
            <p:cNvSpPr/>
            <p:nvPr/>
          </p:nvSpPr>
          <p:spPr>
            <a:xfrm>
              <a:off x="1539726" y="1540665"/>
              <a:ext cx="43644" cy="42705"/>
            </a:xfrm>
            <a:prstGeom prst="rect">
              <a:avLst/>
            </a:prstGeom>
            <a:solidFill>
              <a:srgbClr val="B2A4CD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907" name="b | Pseudo atoms">
            <a:extLst>
              <a:ext uri="{FF2B5EF4-FFF2-40B4-BE49-F238E27FC236}">
                <a16:creationId xmlns:a16="http://schemas.microsoft.com/office/drawing/2014/main" id="{5BFC8E05-F9A3-E53B-4F8D-790A13FD07F0}"/>
              </a:ext>
            </a:extLst>
          </p:cNvPr>
          <p:cNvGrpSpPr/>
          <p:nvPr/>
        </p:nvGrpSpPr>
        <p:grpSpPr>
          <a:xfrm>
            <a:off x="1236961" y="2005577"/>
            <a:ext cx="336302" cy="126756"/>
            <a:chOff x="1224494" y="1827718"/>
            <a:chExt cx="319272" cy="160003"/>
          </a:xfrm>
        </p:grpSpPr>
        <p:sp>
          <p:nvSpPr>
            <p:cNvPr id="2908" name="Pseudo atom | small solid diamond">
              <a:extLst>
                <a:ext uri="{FF2B5EF4-FFF2-40B4-BE49-F238E27FC236}">
                  <a16:creationId xmlns:a16="http://schemas.microsoft.com/office/drawing/2014/main" id="{8F63B0ED-F28F-2886-80B5-7D48DFE18A5B}"/>
                </a:ext>
              </a:extLst>
            </p:cNvPr>
            <p:cNvSpPr/>
            <p:nvPr/>
          </p:nvSpPr>
          <p:spPr>
            <a:xfrm>
              <a:off x="1238043" y="1863551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09" name="Pseudo atom | small solid diamond">
              <a:extLst>
                <a:ext uri="{FF2B5EF4-FFF2-40B4-BE49-F238E27FC236}">
                  <a16:creationId xmlns:a16="http://schemas.microsoft.com/office/drawing/2014/main" id="{54264758-5A9D-0586-2B16-E6D1B4FC7418}"/>
                </a:ext>
              </a:extLst>
            </p:cNvPr>
            <p:cNvSpPr/>
            <p:nvPr/>
          </p:nvSpPr>
          <p:spPr>
            <a:xfrm>
              <a:off x="1334797" y="1971936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10" name="Pseudo atom | small solid diamond">
              <a:extLst>
                <a:ext uri="{FF2B5EF4-FFF2-40B4-BE49-F238E27FC236}">
                  <a16:creationId xmlns:a16="http://schemas.microsoft.com/office/drawing/2014/main" id="{040BCB23-7661-6CD4-7F9B-E587B27B0952}"/>
                </a:ext>
              </a:extLst>
            </p:cNvPr>
            <p:cNvSpPr/>
            <p:nvPr/>
          </p:nvSpPr>
          <p:spPr>
            <a:xfrm>
              <a:off x="1251624" y="1954881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11" name="Pseudo atom | small solid diamond">
              <a:extLst>
                <a:ext uri="{FF2B5EF4-FFF2-40B4-BE49-F238E27FC236}">
                  <a16:creationId xmlns:a16="http://schemas.microsoft.com/office/drawing/2014/main" id="{ACE62C89-336C-62CD-43F0-2BE576027D0F}"/>
                </a:ext>
              </a:extLst>
            </p:cNvPr>
            <p:cNvSpPr/>
            <p:nvPr/>
          </p:nvSpPr>
          <p:spPr>
            <a:xfrm>
              <a:off x="1251873" y="1875722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12" name="Pseudo atom | small solid diamond">
              <a:extLst>
                <a:ext uri="{FF2B5EF4-FFF2-40B4-BE49-F238E27FC236}">
                  <a16:creationId xmlns:a16="http://schemas.microsoft.com/office/drawing/2014/main" id="{0E058336-CB4F-540C-1774-9469B738DF48}"/>
                </a:ext>
              </a:extLst>
            </p:cNvPr>
            <p:cNvSpPr/>
            <p:nvPr/>
          </p:nvSpPr>
          <p:spPr>
            <a:xfrm>
              <a:off x="1427707" y="1918183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13" name="Pseudo atom | small solid diamond">
              <a:extLst>
                <a:ext uri="{FF2B5EF4-FFF2-40B4-BE49-F238E27FC236}">
                  <a16:creationId xmlns:a16="http://schemas.microsoft.com/office/drawing/2014/main" id="{B1CD1C4A-492E-FC68-2076-25F36DF73655}"/>
                </a:ext>
              </a:extLst>
            </p:cNvPr>
            <p:cNvSpPr/>
            <p:nvPr/>
          </p:nvSpPr>
          <p:spPr>
            <a:xfrm>
              <a:off x="1522414" y="1886916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25" name="Pseudo atom | small solid diamond">
              <a:extLst>
                <a:ext uri="{FF2B5EF4-FFF2-40B4-BE49-F238E27FC236}">
                  <a16:creationId xmlns:a16="http://schemas.microsoft.com/office/drawing/2014/main" id="{CF64B49F-6C74-734E-65C4-040191B27DFA}"/>
                </a:ext>
              </a:extLst>
            </p:cNvPr>
            <p:cNvSpPr/>
            <p:nvPr/>
          </p:nvSpPr>
          <p:spPr>
            <a:xfrm>
              <a:off x="1517189" y="1965468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26" name="Pseudo atom | small solid diamond">
              <a:extLst>
                <a:ext uri="{FF2B5EF4-FFF2-40B4-BE49-F238E27FC236}">
                  <a16:creationId xmlns:a16="http://schemas.microsoft.com/office/drawing/2014/main" id="{C904682B-A314-732D-F911-5A20A0DBBC3C}"/>
                </a:ext>
              </a:extLst>
            </p:cNvPr>
            <p:cNvSpPr/>
            <p:nvPr/>
          </p:nvSpPr>
          <p:spPr>
            <a:xfrm>
              <a:off x="1440638" y="1827175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27" name="Pseudo atom | small solid diamond">
              <a:extLst>
                <a:ext uri="{FF2B5EF4-FFF2-40B4-BE49-F238E27FC236}">
                  <a16:creationId xmlns:a16="http://schemas.microsoft.com/office/drawing/2014/main" id="{C218E824-66FC-999B-D2D6-A487A9316DB6}"/>
                </a:ext>
              </a:extLst>
            </p:cNvPr>
            <p:cNvSpPr/>
            <p:nvPr/>
          </p:nvSpPr>
          <p:spPr>
            <a:xfrm>
              <a:off x="1468593" y="1961506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28" name="Pseudo atom | small solid diamond">
              <a:extLst>
                <a:ext uri="{FF2B5EF4-FFF2-40B4-BE49-F238E27FC236}">
                  <a16:creationId xmlns:a16="http://schemas.microsoft.com/office/drawing/2014/main" id="{565D8CBF-BEAB-6296-755C-FE5B23BE0643}"/>
                </a:ext>
              </a:extLst>
            </p:cNvPr>
            <p:cNvSpPr/>
            <p:nvPr/>
          </p:nvSpPr>
          <p:spPr>
            <a:xfrm>
              <a:off x="1375142" y="1854261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29" name="Pseudo atom | small solid diamond">
              <a:extLst>
                <a:ext uri="{FF2B5EF4-FFF2-40B4-BE49-F238E27FC236}">
                  <a16:creationId xmlns:a16="http://schemas.microsoft.com/office/drawing/2014/main" id="{A7350D95-56A0-DD86-174D-E1778AD66926}"/>
                </a:ext>
              </a:extLst>
            </p:cNvPr>
            <p:cNvSpPr/>
            <p:nvPr/>
          </p:nvSpPr>
          <p:spPr>
            <a:xfrm>
              <a:off x="1257936" y="1953067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30" name="Pseudo atom | small solid diamond">
              <a:extLst>
                <a:ext uri="{FF2B5EF4-FFF2-40B4-BE49-F238E27FC236}">
                  <a16:creationId xmlns:a16="http://schemas.microsoft.com/office/drawing/2014/main" id="{1EBA3AFB-927A-C3C2-6EE0-1EB3AE975783}"/>
                </a:ext>
              </a:extLst>
            </p:cNvPr>
            <p:cNvSpPr/>
            <p:nvPr/>
          </p:nvSpPr>
          <p:spPr>
            <a:xfrm>
              <a:off x="1225975" y="1907464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54" name="Pseudo atom | small solid diamond">
              <a:extLst>
                <a:ext uri="{FF2B5EF4-FFF2-40B4-BE49-F238E27FC236}">
                  <a16:creationId xmlns:a16="http://schemas.microsoft.com/office/drawing/2014/main" id="{531ECF03-A144-4629-2AEF-C8DC81FEF7C5}"/>
                </a:ext>
              </a:extLst>
            </p:cNvPr>
            <p:cNvSpPr/>
            <p:nvPr/>
          </p:nvSpPr>
          <p:spPr>
            <a:xfrm>
              <a:off x="1265668" y="1870131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55" name="Pseudo atom | small solid diamond">
              <a:extLst>
                <a:ext uri="{FF2B5EF4-FFF2-40B4-BE49-F238E27FC236}">
                  <a16:creationId xmlns:a16="http://schemas.microsoft.com/office/drawing/2014/main" id="{AAB3A628-424C-3B67-168D-26373072C55A}"/>
                </a:ext>
              </a:extLst>
            </p:cNvPr>
            <p:cNvSpPr/>
            <p:nvPr/>
          </p:nvSpPr>
          <p:spPr>
            <a:xfrm>
              <a:off x="1530005" y="1866373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56" name="Pseudo atom | small solid diamond">
              <a:extLst>
                <a:ext uri="{FF2B5EF4-FFF2-40B4-BE49-F238E27FC236}">
                  <a16:creationId xmlns:a16="http://schemas.microsoft.com/office/drawing/2014/main" id="{3B93764B-EFD8-397E-A417-7DECAFA9E3FC}"/>
                </a:ext>
              </a:extLst>
            </p:cNvPr>
            <p:cNvSpPr/>
            <p:nvPr/>
          </p:nvSpPr>
          <p:spPr>
            <a:xfrm>
              <a:off x="1429684" y="1941177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6" name="Pseudo atom | small solid diamond">
              <a:extLst>
                <a:ext uri="{FF2B5EF4-FFF2-40B4-BE49-F238E27FC236}">
                  <a16:creationId xmlns:a16="http://schemas.microsoft.com/office/drawing/2014/main" id="{CB760BDC-5562-D51F-C288-FB2C41C06939}"/>
                </a:ext>
              </a:extLst>
            </p:cNvPr>
            <p:cNvSpPr/>
            <p:nvPr/>
          </p:nvSpPr>
          <p:spPr>
            <a:xfrm>
              <a:off x="1294641" y="1846548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257" name="b | Candidate blob">
            <a:extLst>
              <a:ext uri="{FF2B5EF4-FFF2-40B4-BE49-F238E27FC236}">
                <a16:creationId xmlns:a16="http://schemas.microsoft.com/office/drawing/2014/main" id="{5686CF11-9657-4689-89E0-3D5DAF98B84E}"/>
              </a:ext>
            </a:extLst>
          </p:cNvPr>
          <p:cNvSpPr/>
          <p:nvPr/>
        </p:nvSpPr>
        <p:spPr>
          <a:xfrm>
            <a:off x="4400786" y="1281259"/>
            <a:ext cx="168151" cy="108648"/>
          </a:xfrm>
          <a:custGeom>
            <a:avLst/>
            <a:gdLst/>
            <a:ahLst/>
            <a:cxnLst/>
            <a:rect l="0" t="0" r="w" b="h"/>
            <a:pathLst>
              <a:path w="191433" h="121715" extrusionOk="0">
                <a:moveTo>
                  <a:pt x="4484" y="76513"/>
                </a:moveTo>
                <a:cubicBezTo>
                  <a:pt x="0" y="63094"/>
                  <a:pt x="15867" y="42612"/>
                  <a:pt x="25180" y="34137"/>
                </a:cubicBezTo>
                <a:cubicBezTo>
                  <a:pt x="34492" y="25661"/>
                  <a:pt x="49324" y="30841"/>
                  <a:pt x="60362" y="25661"/>
                </a:cubicBezTo>
                <a:cubicBezTo>
                  <a:pt x="71399" y="20482"/>
                  <a:pt x="77608" y="6121"/>
                  <a:pt x="91405" y="3061"/>
                </a:cubicBezTo>
                <a:cubicBezTo>
                  <a:pt x="105202" y="0"/>
                  <a:pt x="129347" y="2825"/>
                  <a:pt x="143144" y="7298"/>
                </a:cubicBezTo>
                <a:cubicBezTo>
                  <a:pt x="156941" y="11771"/>
                  <a:pt x="166599" y="20482"/>
                  <a:pt x="174187" y="29899"/>
                </a:cubicBezTo>
                <a:cubicBezTo>
                  <a:pt x="181775" y="39316"/>
                  <a:pt x="191433" y="52500"/>
                  <a:pt x="188674" y="63800"/>
                </a:cubicBezTo>
                <a:cubicBezTo>
                  <a:pt x="185915" y="75101"/>
                  <a:pt x="170738" y="88520"/>
                  <a:pt x="157631" y="97701"/>
                </a:cubicBezTo>
                <a:cubicBezTo>
                  <a:pt x="144524" y="106883"/>
                  <a:pt x="127622" y="116065"/>
                  <a:pt x="110031" y="118890"/>
                </a:cubicBezTo>
                <a:cubicBezTo>
                  <a:pt x="92440" y="121715"/>
                  <a:pt x="69675" y="121715"/>
                  <a:pt x="52084" y="114652"/>
                </a:cubicBezTo>
                <a:cubicBezTo>
                  <a:pt x="34492" y="107589"/>
                  <a:pt x="8968" y="89932"/>
                  <a:pt x="4484" y="76513"/>
                </a:cubicBezTo>
                <a:close/>
              </a:path>
            </a:pathLst>
          </a:custGeom>
          <a:gradFill flip="none" rotWithShape="1">
            <a:gsLst>
              <a:gs pos="0">
                <a:srgbClr val="E9F2F9"/>
              </a:gs>
              <a:gs pos="48000">
                <a:srgbClr val="85B7DD"/>
              </a:gs>
              <a:gs pos="100000">
                <a:srgbClr val="65A1CE"/>
              </a:gs>
            </a:gsLst>
            <a:lin ang="2700000" scaled="1"/>
            <a:tileRect/>
          </a:gradFill>
          <a:ln w="2540" cap="rnd" cmpd="sng" algn="ctr">
            <a:solidFill>
              <a:srgbClr val="71A9D4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grpSp>
        <p:nvGrpSpPr>
          <p:cNvPr id="258" name="b | Pseudo atoms cue">
            <a:extLst>
              <a:ext uri="{FF2B5EF4-FFF2-40B4-BE49-F238E27FC236}">
                <a16:creationId xmlns:a16="http://schemas.microsoft.com/office/drawing/2014/main" id="{08DA33A7-69EE-92C3-5A16-F8BAC4D782B8}"/>
              </a:ext>
            </a:extLst>
          </p:cNvPr>
          <p:cNvGrpSpPr/>
          <p:nvPr/>
        </p:nvGrpSpPr>
        <p:grpSpPr>
          <a:xfrm>
            <a:off x="4783653" y="1283846"/>
            <a:ext cx="212129" cy="100887"/>
            <a:chOff x="4590996" y="2053896"/>
            <a:chExt cx="222101" cy="100386"/>
          </a:xfrm>
        </p:grpSpPr>
        <p:sp>
          <p:nvSpPr>
            <p:cNvPr id="259" name="Pseudo atom | small solid diamond">
              <a:extLst>
                <a:ext uri="{FF2B5EF4-FFF2-40B4-BE49-F238E27FC236}">
                  <a16:creationId xmlns:a16="http://schemas.microsoft.com/office/drawing/2014/main" id="{67528B77-6072-0BEE-BEBB-05E5EEAAFACE}"/>
                </a:ext>
              </a:extLst>
            </p:cNvPr>
            <p:cNvSpPr/>
            <p:nvPr/>
          </p:nvSpPr>
          <p:spPr>
            <a:xfrm>
              <a:off x="4648269" y="2142459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0" name="Pseudo atom | small solid diamond">
              <a:extLst>
                <a:ext uri="{FF2B5EF4-FFF2-40B4-BE49-F238E27FC236}">
                  <a16:creationId xmlns:a16="http://schemas.microsoft.com/office/drawing/2014/main" id="{14AD2129-02BE-B339-EFDE-4678D5C869F9}"/>
                </a:ext>
              </a:extLst>
            </p:cNvPr>
            <p:cNvSpPr/>
            <p:nvPr/>
          </p:nvSpPr>
          <p:spPr>
            <a:xfrm>
              <a:off x="4633722" y="2059766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1" name="Pseudo atom | small solid diamond">
              <a:extLst>
                <a:ext uri="{FF2B5EF4-FFF2-40B4-BE49-F238E27FC236}">
                  <a16:creationId xmlns:a16="http://schemas.microsoft.com/office/drawing/2014/main" id="{1F711E68-EACA-140A-76EA-C6993BEE4AEF}"/>
                </a:ext>
              </a:extLst>
            </p:cNvPr>
            <p:cNvSpPr/>
            <p:nvPr/>
          </p:nvSpPr>
          <p:spPr>
            <a:xfrm>
              <a:off x="4671699" y="2065288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2" name="Pseudo atom | small solid diamond">
              <a:extLst>
                <a:ext uri="{FF2B5EF4-FFF2-40B4-BE49-F238E27FC236}">
                  <a16:creationId xmlns:a16="http://schemas.microsoft.com/office/drawing/2014/main" id="{C4D1AF43-9FB0-B478-4615-5D20DFB670DD}"/>
                </a:ext>
              </a:extLst>
            </p:cNvPr>
            <p:cNvSpPr/>
            <p:nvPr/>
          </p:nvSpPr>
          <p:spPr>
            <a:xfrm>
              <a:off x="4747517" y="2052848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3" name="Pseudo atom | small solid diamond">
              <a:extLst>
                <a:ext uri="{FF2B5EF4-FFF2-40B4-BE49-F238E27FC236}">
                  <a16:creationId xmlns:a16="http://schemas.microsoft.com/office/drawing/2014/main" id="{3CEEEE47-DD0F-518A-B3A9-9E6D2CE9B9A7}"/>
                </a:ext>
              </a:extLst>
            </p:cNvPr>
            <p:cNvSpPr/>
            <p:nvPr/>
          </p:nvSpPr>
          <p:spPr>
            <a:xfrm>
              <a:off x="4800939" y="2132910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4" name="Pseudo atom | small solid diamond">
              <a:extLst>
                <a:ext uri="{FF2B5EF4-FFF2-40B4-BE49-F238E27FC236}">
                  <a16:creationId xmlns:a16="http://schemas.microsoft.com/office/drawing/2014/main" id="{0F95B87C-B097-6213-ECF8-7665A9351759}"/>
                </a:ext>
              </a:extLst>
            </p:cNvPr>
            <p:cNvSpPr/>
            <p:nvPr/>
          </p:nvSpPr>
          <p:spPr>
            <a:xfrm>
              <a:off x="4589612" y="2098790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5" name="Pseudo atom | small solid diamond">
              <a:extLst>
                <a:ext uri="{FF2B5EF4-FFF2-40B4-BE49-F238E27FC236}">
                  <a16:creationId xmlns:a16="http://schemas.microsoft.com/office/drawing/2014/main" id="{B80AE7B3-0814-416C-95A1-69764CB00B14}"/>
                </a:ext>
              </a:extLst>
            </p:cNvPr>
            <p:cNvSpPr/>
            <p:nvPr/>
          </p:nvSpPr>
          <p:spPr>
            <a:xfrm>
              <a:off x="4614216" y="2068242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7" name="Pseudo atom | small solid diamond">
              <a:extLst>
                <a:ext uri="{FF2B5EF4-FFF2-40B4-BE49-F238E27FC236}">
                  <a16:creationId xmlns:a16="http://schemas.microsoft.com/office/drawing/2014/main" id="{939AF4E6-587E-F93A-B1DA-D4C1558CF40A}"/>
                </a:ext>
              </a:extLst>
            </p:cNvPr>
            <p:cNvSpPr/>
            <p:nvPr/>
          </p:nvSpPr>
          <p:spPr>
            <a:xfrm>
              <a:off x="4687548" y="2089324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8" name="Pseudo atom | small solid diamond">
              <a:extLst>
                <a:ext uri="{FF2B5EF4-FFF2-40B4-BE49-F238E27FC236}">
                  <a16:creationId xmlns:a16="http://schemas.microsoft.com/office/drawing/2014/main" id="{4D25E66E-A45D-39E0-204F-7EC3A48424F4}"/>
                </a:ext>
              </a:extLst>
            </p:cNvPr>
            <p:cNvSpPr/>
            <p:nvPr/>
          </p:nvSpPr>
          <p:spPr>
            <a:xfrm>
              <a:off x="4699670" y="2140386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69" name="b | Atom binding probability atoms">
            <a:extLst>
              <a:ext uri="{FF2B5EF4-FFF2-40B4-BE49-F238E27FC236}">
                <a16:creationId xmlns:a16="http://schemas.microsoft.com/office/drawing/2014/main" id="{F3C3C553-A882-3B19-B84E-FE48276D4FF5}"/>
              </a:ext>
            </a:extLst>
          </p:cNvPr>
          <p:cNvGrpSpPr/>
          <p:nvPr/>
        </p:nvGrpSpPr>
        <p:grpSpPr>
          <a:xfrm>
            <a:off x="4361982" y="1834845"/>
            <a:ext cx="486344" cy="276793"/>
            <a:chOff x="4048258" y="1358908"/>
            <a:chExt cx="619157" cy="354006"/>
          </a:xfrm>
        </p:grpSpPr>
        <p:sp>
          <p:nvSpPr>
            <p:cNvPr id="270" name="ellipse_2090">
              <a:extLst>
                <a:ext uri="{FF2B5EF4-FFF2-40B4-BE49-F238E27FC236}">
                  <a16:creationId xmlns:a16="http://schemas.microsoft.com/office/drawing/2014/main" id="{D50C4D4C-FD6A-37F5-2A55-AA95E98B4571}"/>
                </a:ext>
              </a:extLst>
            </p:cNvPr>
            <p:cNvSpPr/>
            <p:nvPr/>
          </p:nvSpPr>
          <p:spPr>
            <a:xfrm>
              <a:off x="4258453" y="1489516"/>
              <a:ext cx="30094" cy="30094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DB6DC"/>
                </a:gs>
                <a:gs pos="100000">
                  <a:srgbClr val="59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1" name="ellipse_2091">
              <a:extLst>
                <a:ext uri="{FF2B5EF4-FFF2-40B4-BE49-F238E27FC236}">
                  <a16:creationId xmlns:a16="http://schemas.microsoft.com/office/drawing/2014/main" id="{8DD10753-97DC-2915-C559-F419973D4415}"/>
                </a:ext>
              </a:extLst>
            </p:cNvPr>
            <p:cNvSpPr/>
            <p:nvPr/>
          </p:nvSpPr>
          <p:spPr>
            <a:xfrm>
              <a:off x="4113367" y="1552446"/>
              <a:ext cx="36128" cy="36128"/>
            </a:xfrm>
            <a:prstGeom prst="ellipse">
              <a:avLst/>
            </a:prstGeom>
            <a:gradFill flip="none" rotWithShape="1">
              <a:gsLst>
                <a:gs pos="0">
                  <a:srgbClr val="F2F6FB"/>
                </a:gs>
                <a:gs pos="43000">
                  <a:srgbClr val="BFD5EB"/>
                </a:gs>
                <a:gs pos="100000">
                  <a:srgbClr val="93B0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2" name="ellipse_2092">
              <a:extLst>
                <a:ext uri="{FF2B5EF4-FFF2-40B4-BE49-F238E27FC236}">
                  <a16:creationId xmlns:a16="http://schemas.microsoft.com/office/drawing/2014/main" id="{93D5EB81-FDB4-76BC-0A68-E5D99DE66331}"/>
                </a:ext>
              </a:extLst>
            </p:cNvPr>
            <p:cNvSpPr/>
            <p:nvPr/>
          </p:nvSpPr>
          <p:spPr>
            <a:xfrm>
              <a:off x="4241603" y="1430960"/>
              <a:ext cx="24712" cy="24712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9A9D6"/>
                </a:gs>
                <a:gs pos="100000">
                  <a:srgbClr val="43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3" name="ellipse_2093">
              <a:extLst>
                <a:ext uri="{FF2B5EF4-FFF2-40B4-BE49-F238E27FC236}">
                  <a16:creationId xmlns:a16="http://schemas.microsoft.com/office/drawing/2014/main" id="{EA64B536-F3C2-6D02-3F09-1B7F00ADBD0E}"/>
                </a:ext>
              </a:extLst>
            </p:cNvPr>
            <p:cNvSpPr/>
            <p:nvPr/>
          </p:nvSpPr>
          <p:spPr>
            <a:xfrm>
              <a:off x="4416989" y="1399138"/>
              <a:ext cx="30911" cy="30911"/>
            </a:xfrm>
            <a:prstGeom prst="ellipse">
              <a:avLst/>
            </a:prstGeom>
            <a:gradFill flip="none" rotWithShape="1">
              <a:gsLst>
                <a:gs pos="0">
                  <a:srgbClr val="FEFEFE"/>
                </a:gs>
                <a:gs pos="43000">
                  <a:srgbClr val="F8F9FB"/>
                </a:gs>
                <a:gs pos="100000">
                  <a:srgbClr val="D5DAD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4" name="ellipse_2094">
              <a:extLst>
                <a:ext uri="{FF2B5EF4-FFF2-40B4-BE49-F238E27FC236}">
                  <a16:creationId xmlns:a16="http://schemas.microsoft.com/office/drawing/2014/main" id="{441037D5-6E33-F619-DC72-D6629982BA7C}"/>
                </a:ext>
              </a:extLst>
            </p:cNvPr>
            <p:cNvSpPr/>
            <p:nvPr/>
          </p:nvSpPr>
          <p:spPr>
            <a:xfrm>
              <a:off x="4225009" y="1420091"/>
              <a:ext cx="23096" cy="23096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4A6D5"/>
                </a:gs>
                <a:gs pos="100000">
                  <a:srgbClr val="3D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5" name="ellipse_2095">
              <a:extLst>
                <a:ext uri="{FF2B5EF4-FFF2-40B4-BE49-F238E27FC236}">
                  <a16:creationId xmlns:a16="http://schemas.microsoft.com/office/drawing/2014/main" id="{69D61FB1-F10B-35F8-9906-462F033E27DA}"/>
                </a:ext>
              </a:extLst>
            </p:cNvPr>
            <p:cNvSpPr/>
            <p:nvPr/>
          </p:nvSpPr>
          <p:spPr>
            <a:xfrm>
              <a:off x="4351890" y="1391469"/>
              <a:ext cx="20643" cy="20643"/>
            </a:xfrm>
            <a:prstGeom prst="ellipse">
              <a:avLst/>
            </a:prstGeom>
            <a:gradFill flip="none" rotWithShape="1">
              <a:gsLst>
                <a:gs pos="0">
                  <a:srgbClr val="ECF2F9"/>
                </a:gs>
                <a:gs pos="43000">
                  <a:srgbClr val="A1C3E1"/>
                </a:gs>
                <a:gs pos="100000">
                  <a:srgbClr val="719BC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6" name="ellipse_2096">
              <a:extLst>
                <a:ext uri="{FF2B5EF4-FFF2-40B4-BE49-F238E27FC236}">
                  <a16:creationId xmlns:a16="http://schemas.microsoft.com/office/drawing/2014/main" id="{1E15B0A7-BB77-FD26-01A3-837D181C831E}"/>
                </a:ext>
              </a:extLst>
            </p:cNvPr>
            <p:cNvSpPr/>
            <p:nvPr/>
          </p:nvSpPr>
          <p:spPr>
            <a:xfrm>
              <a:off x="4500666" y="1563839"/>
              <a:ext cx="30169" cy="30169"/>
            </a:xfrm>
            <a:prstGeom prst="ellipse">
              <a:avLst/>
            </a:prstGeom>
            <a:gradFill flip="none" rotWithShape="1">
              <a:gsLst>
                <a:gs pos="0">
                  <a:srgbClr val="F0F5FA"/>
                </a:gs>
                <a:gs pos="43000">
                  <a:srgbClr val="B5CFE7"/>
                </a:gs>
                <a:gs pos="100000">
                  <a:srgbClr val="88A9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7" name="ellipse_2097">
              <a:extLst>
                <a:ext uri="{FF2B5EF4-FFF2-40B4-BE49-F238E27FC236}">
                  <a16:creationId xmlns:a16="http://schemas.microsoft.com/office/drawing/2014/main" id="{86651539-B865-9B61-5C46-D7C4A58ED4E8}"/>
                </a:ext>
              </a:extLst>
            </p:cNvPr>
            <p:cNvSpPr/>
            <p:nvPr/>
          </p:nvSpPr>
          <p:spPr>
            <a:xfrm>
              <a:off x="4285092" y="1531884"/>
              <a:ext cx="35504" cy="35504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DC0E1"/>
                </a:gs>
                <a:gs pos="100000">
                  <a:srgbClr val="6C97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8" name="ellipse_2098">
              <a:extLst>
                <a:ext uri="{FF2B5EF4-FFF2-40B4-BE49-F238E27FC236}">
                  <a16:creationId xmlns:a16="http://schemas.microsoft.com/office/drawing/2014/main" id="{1BA45CA1-D901-AB6D-517E-DA34E9A18CE9}"/>
                </a:ext>
              </a:extLst>
            </p:cNvPr>
            <p:cNvSpPr/>
            <p:nvPr/>
          </p:nvSpPr>
          <p:spPr>
            <a:xfrm>
              <a:off x="4478008" y="1554349"/>
              <a:ext cx="26505" cy="26505"/>
            </a:xfrm>
            <a:prstGeom prst="ellipse">
              <a:avLst/>
            </a:prstGeom>
            <a:gradFill flip="none" rotWithShape="1">
              <a:gsLst>
                <a:gs pos="0">
                  <a:srgbClr val="F9FBFD"/>
                </a:gs>
                <a:gs pos="43000">
                  <a:srgbClr val="E2ECF5"/>
                </a:gs>
                <a:gs pos="100000">
                  <a:srgbClr val="BCCAD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9" name="ellipse_2099">
              <a:extLst>
                <a:ext uri="{FF2B5EF4-FFF2-40B4-BE49-F238E27FC236}">
                  <a16:creationId xmlns:a16="http://schemas.microsoft.com/office/drawing/2014/main" id="{646E1804-8848-2FBF-36A8-95AE9BD89681}"/>
                </a:ext>
              </a:extLst>
            </p:cNvPr>
            <p:cNvSpPr/>
            <p:nvPr/>
          </p:nvSpPr>
          <p:spPr>
            <a:xfrm>
              <a:off x="4554728" y="1513181"/>
              <a:ext cx="25082" cy="25082"/>
            </a:xfrm>
            <a:prstGeom prst="ellipse">
              <a:avLst/>
            </a:prstGeom>
            <a:gradFill flip="none" rotWithShape="1">
              <a:gsLst>
                <a:gs pos="0">
                  <a:srgbClr val="F6F9FC"/>
                </a:gs>
                <a:gs pos="43000">
                  <a:srgbClr val="D3E2F1"/>
                </a:gs>
                <a:gs pos="100000">
                  <a:srgbClr val="AABFD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0" name="ellipse_2100">
              <a:extLst>
                <a:ext uri="{FF2B5EF4-FFF2-40B4-BE49-F238E27FC236}">
                  <a16:creationId xmlns:a16="http://schemas.microsoft.com/office/drawing/2014/main" id="{0E8E5285-F8F5-059D-A3CF-C3AAD1C145D4}"/>
                </a:ext>
              </a:extLst>
            </p:cNvPr>
            <p:cNvSpPr/>
            <p:nvPr/>
          </p:nvSpPr>
          <p:spPr>
            <a:xfrm>
              <a:off x="4437339" y="1438245"/>
              <a:ext cx="26429" cy="26429"/>
            </a:xfrm>
            <a:prstGeom prst="ellipse">
              <a:avLst/>
            </a:prstGeom>
            <a:gradFill flip="none" rotWithShape="1">
              <a:gsLst>
                <a:gs pos="0">
                  <a:srgbClr val="F8E4E5"/>
                </a:gs>
                <a:gs pos="43000">
                  <a:srgbClr val="DD7C81"/>
                </a:gs>
                <a:gs pos="100000">
                  <a:srgbClr val="B6495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1" name="ellipse_2101">
              <a:extLst>
                <a:ext uri="{FF2B5EF4-FFF2-40B4-BE49-F238E27FC236}">
                  <a16:creationId xmlns:a16="http://schemas.microsoft.com/office/drawing/2014/main" id="{083FB1A8-24FD-342C-3415-94966DEFC648}"/>
                </a:ext>
              </a:extLst>
            </p:cNvPr>
            <p:cNvSpPr/>
            <p:nvPr/>
          </p:nvSpPr>
          <p:spPr>
            <a:xfrm>
              <a:off x="4540638" y="1512355"/>
              <a:ext cx="24065" cy="24065"/>
            </a:xfrm>
            <a:prstGeom prst="ellipse">
              <a:avLst/>
            </a:prstGeom>
            <a:gradFill flip="none" rotWithShape="1">
              <a:gsLst>
                <a:gs pos="0">
                  <a:srgbClr val="FCFDFE"/>
                </a:gs>
                <a:gs pos="43000">
                  <a:srgbClr val="F2F6FA"/>
                </a:gs>
                <a:gs pos="100000">
                  <a:srgbClr val="CED5D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2" name="ellipse_2102">
              <a:extLst>
                <a:ext uri="{FF2B5EF4-FFF2-40B4-BE49-F238E27FC236}">
                  <a16:creationId xmlns:a16="http://schemas.microsoft.com/office/drawing/2014/main" id="{41A0B5EC-89D6-81E3-618F-96B901B17805}"/>
                </a:ext>
              </a:extLst>
            </p:cNvPr>
            <p:cNvSpPr/>
            <p:nvPr/>
          </p:nvSpPr>
          <p:spPr>
            <a:xfrm>
              <a:off x="4379933" y="1358908"/>
              <a:ext cx="19574" cy="19574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7B2DA"/>
                </a:gs>
                <a:gs pos="100000">
                  <a:srgbClr val="53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3" name="ellipse_2103">
              <a:extLst>
                <a:ext uri="{FF2B5EF4-FFF2-40B4-BE49-F238E27FC236}">
                  <a16:creationId xmlns:a16="http://schemas.microsoft.com/office/drawing/2014/main" id="{99A74B2A-588A-D851-F038-FF91372B1812}"/>
                </a:ext>
              </a:extLst>
            </p:cNvPr>
            <p:cNvSpPr/>
            <p:nvPr/>
          </p:nvSpPr>
          <p:spPr>
            <a:xfrm>
              <a:off x="4136927" y="1409448"/>
              <a:ext cx="34734" cy="34734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4" name="ellipse_2104">
              <a:extLst>
                <a:ext uri="{FF2B5EF4-FFF2-40B4-BE49-F238E27FC236}">
                  <a16:creationId xmlns:a16="http://schemas.microsoft.com/office/drawing/2014/main" id="{17AF31D9-11EB-9766-3A24-B4E951BEE837}"/>
                </a:ext>
              </a:extLst>
            </p:cNvPr>
            <p:cNvSpPr/>
            <p:nvPr/>
          </p:nvSpPr>
          <p:spPr>
            <a:xfrm>
              <a:off x="4185936" y="1432087"/>
              <a:ext cx="35247" cy="3524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" name="ellipse_2105">
              <a:extLst>
                <a:ext uri="{FF2B5EF4-FFF2-40B4-BE49-F238E27FC236}">
                  <a16:creationId xmlns:a16="http://schemas.microsoft.com/office/drawing/2014/main" id="{A3850F57-2A0C-0A17-C1B9-5CD22AA6BC93}"/>
                </a:ext>
              </a:extLst>
            </p:cNvPr>
            <p:cNvSpPr/>
            <p:nvPr/>
          </p:nvSpPr>
          <p:spPr>
            <a:xfrm>
              <a:off x="4160777" y="1485033"/>
              <a:ext cx="33010" cy="33010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8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6" name="ellipse_2106">
              <a:extLst>
                <a:ext uri="{FF2B5EF4-FFF2-40B4-BE49-F238E27FC236}">
                  <a16:creationId xmlns:a16="http://schemas.microsoft.com/office/drawing/2014/main" id="{9E3EB4F3-C65C-A254-15A9-A6DAEFB4219A}"/>
                </a:ext>
              </a:extLst>
            </p:cNvPr>
            <p:cNvSpPr/>
            <p:nvPr/>
          </p:nvSpPr>
          <p:spPr>
            <a:xfrm>
              <a:off x="4156764" y="1588952"/>
              <a:ext cx="33812" cy="33812"/>
            </a:xfrm>
            <a:prstGeom prst="ellipse">
              <a:avLst/>
            </a:prstGeom>
            <a:gradFill flip="none" rotWithShape="1">
              <a:gsLst>
                <a:gs pos="0">
                  <a:srgbClr val="FAFCFD"/>
                </a:gs>
                <a:gs pos="43000">
                  <a:srgbClr val="E7EFF6"/>
                </a:gs>
                <a:gs pos="100000">
                  <a:srgbClr val="C2CED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7" name="ellipse_2107">
              <a:extLst>
                <a:ext uri="{FF2B5EF4-FFF2-40B4-BE49-F238E27FC236}">
                  <a16:creationId xmlns:a16="http://schemas.microsoft.com/office/drawing/2014/main" id="{6581D2CA-4A3B-B74D-CB6E-B862D75AC2ED}"/>
                </a:ext>
              </a:extLst>
            </p:cNvPr>
            <p:cNvSpPr/>
            <p:nvPr/>
          </p:nvSpPr>
          <p:spPr>
            <a:xfrm>
              <a:off x="4477325" y="1432896"/>
              <a:ext cx="23702" cy="23702"/>
            </a:xfrm>
            <a:prstGeom prst="ellipse">
              <a:avLst/>
            </a:prstGeom>
            <a:gradFill flip="none" rotWithShape="1">
              <a:gsLst>
                <a:gs pos="0">
                  <a:srgbClr val="FAECED"/>
                </a:gs>
                <a:gs pos="43000">
                  <a:srgbClr val="E6A5A9"/>
                </a:gs>
                <a:gs pos="100000">
                  <a:srgbClr val="C0788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" name="ellipse_2108">
              <a:extLst>
                <a:ext uri="{FF2B5EF4-FFF2-40B4-BE49-F238E27FC236}">
                  <a16:creationId xmlns:a16="http://schemas.microsoft.com/office/drawing/2014/main" id="{C6FF1593-37B5-FF3C-AE65-BFD1F8EE9635}"/>
                </a:ext>
              </a:extLst>
            </p:cNvPr>
            <p:cNvSpPr/>
            <p:nvPr/>
          </p:nvSpPr>
          <p:spPr>
            <a:xfrm>
              <a:off x="4277073" y="1643617"/>
              <a:ext cx="28926" cy="28926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EACD7"/>
                </a:gs>
                <a:gs pos="100000">
                  <a:srgbClr val="4881B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9" name="ellipse_2109">
              <a:extLst>
                <a:ext uri="{FF2B5EF4-FFF2-40B4-BE49-F238E27FC236}">
                  <a16:creationId xmlns:a16="http://schemas.microsoft.com/office/drawing/2014/main" id="{6EC24334-7406-36FD-294E-B020A5AC1286}"/>
                </a:ext>
              </a:extLst>
            </p:cNvPr>
            <p:cNvSpPr/>
            <p:nvPr/>
          </p:nvSpPr>
          <p:spPr>
            <a:xfrm>
              <a:off x="4232832" y="1587878"/>
              <a:ext cx="32331" cy="32331"/>
            </a:xfrm>
            <a:prstGeom prst="ellipse">
              <a:avLst/>
            </a:prstGeom>
            <a:gradFill flip="none" rotWithShape="1">
              <a:gsLst>
                <a:gs pos="0">
                  <a:srgbClr val="F2F6FB"/>
                </a:gs>
                <a:gs pos="43000">
                  <a:srgbClr val="C0D6EB"/>
                </a:gs>
                <a:gs pos="100000">
                  <a:srgbClr val="95B1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0" name="ellipse_2110">
              <a:extLst>
                <a:ext uri="{FF2B5EF4-FFF2-40B4-BE49-F238E27FC236}">
                  <a16:creationId xmlns:a16="http://schemas.microsoft.com/office/drawing/2014/main" id="{B185FE35-E494-D7B4-84FA-70CCF51E2253}"/>
                </a:ext>
              </a:extLst>
            </p:cNvPr>
            <p:cNvSpPr/>
            <p:nvPr/>
          </p:nvSpPr>
          <p:spPr>
            <a:xfrm>
              <a:off x="4366549" y="1446303"/>
              <a:ext cx="19768" cy="19768"/>
            </a:xfrm>
            <a:prstGeom prst="ellipse">
              <a:avLst/>
            </a:prstGeom>
            <a:gradFill flip="none" rotWithShape="1">
              <a:gsLst>
                <a:gs pos="0">
                  <a:srgbClr val="FCF6F7"/>
                </a:gs>
                <a:gs pos="43000">
                  <a:srgbClr val="F0D6D9"/>
                </a:gs>
                <a:gs pos="100000">
                  <a:srgbClr val="CCB1B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1" name="ellipse_2111">
              <a:extLst>
                <a:ext uri="{FF2B5EF4-FFF2-40B4-BE49-F238E27FC236}">
                  <a16:creationId xmlns:a16="http://schemas.microsoft.com/office/drawing/2014/main" id="{3AB2B56D-AC22-CB04-0498-8EC270B10217}"/>
                </a:ext>
              </a:extLst>
            </p:cNvPr>
            <p:cNvSpPr/>
            <p:nvPr/>
          </p:nvSpPr>
          <p:spPr>
            <a:xfrm>
              <a:off x="4319837" y="1616419"/>
              <a:ext cx="29048" cy="29048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7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2" name="ellipse_2112">
              <a:extLst>
                <a:ext uri="{FF2B5EF4-FFF2-40B4-BE49-F238E27FC236}">
                  <a16:creationId xmlns:a16="http://schemas.microsoft.com/office/drawing/2014/main" id="{BC2C366E-268E-8BDC-8864-3B72DDCDA717}"/>
                </a:ext>
              </a:extLst>
            </p:cNvPr>
            <p:cNvSpPr/>
            <p:nvPr/>
          </p:nvSpPr>
          <p:spPr>
            <a:xfrm>
              <a:off x="4162910" y="1486420"/>
              <a:ext cx="24489" cy="24489"/>
            </a:xfrm>
            <a:prstGeom prst="ellipse">
              <a:avLst/>
            </a:prstGeom>
            <a:gradFill flip="none" rotWithShape="1">
              <a:gsLst>
                <a:gs pos="0">
                  <a:srgbClr val="E4EDF7"/>
                </a:gs>
                <a:gs pos="43000">
                  <a:srgbClr val="7BABD7"/>
                </a:gs>
                <a:gs pos="100000">
                  <a:srgbClr val="457F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3" name="ellipse_2113">
              <a:extLst>
                <a:ext uri="{FF2B5EF4-FFF2-40B4-BE49-F238E27FC236}">
                  <a16:creationId xmlns:a16="http://schemas.microsoft.com/office/drawing/2014/main" id="{0452FA23-8E8D-809B-009E-D1666DE1CC22}"/>
                </a:ext>
              </a:extLst>
            </p:cNvPr>
            <p:cNvSpPr/>
            <p:nvPr/>
          </p:nvSpPr>
          <p:spPr>
            <a:xfrm>
              <a:off x="4477711" y="1630434"/>
              <a:ext cx="31074" cy="31074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5A6D5"/>
                </a:gs>
                <a:gs pos="100000">
                  <a:srgbClr val="3E7A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4" name="ellipse_2114">
              <a:extLst>
                <a:ext uri="{FF2B5EF4-FFF2-40B4-BE49-F238E27FC236}">
                  <a16:creationId xmlns:a16="http://schemas.microsoft.com/office/drawing/2014/main" id="{2DC79042-A5DC-8D7D-74ED-7B34A5DC9642}"/>
                </a:ext>
              </a:extLst>
            </p:cNvPr>
            <p:cNvSpPr/>
            <p:nvPr/>
          </p:nvSpPr>
          <p:spPr>
            <a:xfrm>
              <a:off x="4561895" y="1404845"/>
              <a:ext cx="32842" cy="32842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FC1E1"/>
                </a:gs>
                <a:gs pos="100000">
                  <a:srgbClr val="6F99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5" name="ellipse_2115">
              <a:extLst>
                <a:ext uri="{FF2B5EF4-FFF2-40B4-BE49-F238E27FC236}">
                  <a16:creationId xmlns:a16="http://schemas.microsoft.com/office/drawing/2014/main" id="{BD03A534-8836-2401-EFBA-2CCD8ACD6EBF}"/>
                </a:ext>
              </a:extLst>
            </p:cNvPr>
            <p:cNvSpPr/>
            <p:nvPr/>
          </p:nvSpPr>
          <p:spPr>
            <a:xfrm>
              <a:off x="4215117" y="1531671"/>
              <a:ext cx="31068" cy="31068"/>
            </a:xfrm>
            <a:prstGeom prst="ellipse">
              <a:avLst/>
            </a:prstGeom>
            <a:gradFill flip="none" rotWithShape="1">
              <a:gsLst>
                <a:gs pos="0">
                  <a:srgbClr val="EDF3F9"/>
                </a:gs>
                <a:gs pos="43000">
                  <a:srgbClr val="A9C8E4"/>
                </a:gs>
                <a:gs pos="100000">
                  <a:srgbClr val="7AA0C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6" name="ellipse_2116">
              <a:extLst>
                <a:ext uri="{FF2B5EF4-FFF2-40B4-BE49-F238E27FC236}">
                  <a16:creationId xmlns:a16="http://schemas.microsoft.com/office/drawing/2014/main" id="{E94DCAA1-6220-E3E7-2162-1266123AC55B}"/>
                </a:ext>
              </a:extLst>
            </p:cNvPr>
            <p:cNvSpPr/>
            <p:nvPr/>
          </p:nvSpPr>
          <p:spPr>
            <a:xfrm>
              <a:off x="4305476" y="1587179"/>
              <a:ext cx="22676" cy="22676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8FB6DC"/>
                </a:gs>
                <a:gs pos="100000">
                  <a:srgbClr val="5C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7" name="ellipse_2117">
              <a:extLst>
                <a:ext uri="{FF2B5EF4-FFF2-40B4-BE49-F238E27FC236}">
                  <a16:creationId xmlns:a16="http://schemas.microsoft.com/office/drawing/2014/main" id="{A9203BFD-409A-8687-D80E-0272BD243186}"/>
                </a:ext>
              </a:extLst>
            </p:cNvPr>
            <p:cNvSpPr/>
            <p:nvPr/>
          </p:nvSpPr>
          <p:spPr>
            <a:xfrm>
              <a:off x="4603877" y="1581641"/>
              <a:ext cx="20231" cy="20231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8D5"/>
                </a:gs>
                <a:gs pos="100000">
                  <a:srgbClr val="41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8" name="ellipse_2118">
              <a:extLst>
                <a:ext uri="{FF2B5EF4-FFF2-40B4-BE49-F238E27FC236}">
                  <a16:creationId xmlns:a16="http://schemas.microsoft.com/office/drawing/2014/main" id="{3284E744-7353-388D-0C5D-CA2F32F6E9DB}"/>
                </a:ext>
              </a:extLst>
            </p:cNvPr>
            <p:cNvSpPr/>
            <p:nvPr/>
          </p:nvSpPr>
          <p:spPr>
            <a:xfrm>
              <a:off x="4148220" y="1473747"/>
              <a:ext cx="36222" cy="36222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8D5"/>
                </a:gs>
                <a:gs pos="100000">
                  <a:srgbClr val="41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9" name="ellipse_2119">
              <a:extLst>
                <a:ext uri="{FF2B5EF4-FFF2-40B4-BE49-F238E27FC236}">
                  <a16:creationId xmlns:a16="http://schemas.microsoft.com/office/drawing/2014/main" id="{86742702-5FEC-1AC3-7105-34251EEA6560}"/>
                </a:ext>
              </a:extLst>
            </p:cNvPr>
            <p:cNvSpPr/>
            <p:nvPr/>
          </p:nvSpPr>
          <p:spPr>
            <a:xfrm>
              <a:off x="4552698" y="1554585"/>
              <a:ext cx="29289" cy="29289"/>
            </a:xfrm>
            <a:prstGeom prst="ellipse">
              <a:avLst/>
            </a:prstGeom>
            <a:gradFill flip="none" rotWithShape="1">
              <a:gsLst>
                <a:gs pos="0">
                  <a:srgbClr val="EAF2F9"/>
                </a:gs>
                <a:gs pos="43000">
                  <a:srgbClr val="9CBFE0"/>
                </a:gs>
                <a:gs pos="100000">
                  <a:srgbClr val="6A96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0" name="ellipse_2120">
              <a:extLst>
                <a:ext uri="{FF2B5EF4-FFF2-40B4-BE49-F238E27FC236}">
                  <a16:creationId xmlns:a16="http://schemas.microsoft.com/office/drawing/2014/main" id="{EC0E116C-07C4-775B-38BA-C587A6947AB6}"/>
                </a:ext>
              </a:extLst>
            </p:cNvPr>
            <p:cNvSpPr/>
            <p:nvPr/>
          </p:nvSpPr>
          <p:spPr>
            <a:xfrm>
              <a:off x="4303221" y="1630068"/>
              <a:ext cx="26948" cy="26948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7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1" name="ellipse_2121">
              <a:extLst>
                <a:ext uri="{FF2B5EF4-FFF2-40B4-BE49-F238E27FC236}">
                  <a16:creationId xmlns:a16="http://schemas.microsoft.com/office/drawing/2014/main" id="{7070C638-673A-37F1-DDB1-434452837EDE}"/>
                </a:ext>
              </a:extLst>
            </p:cNvPr>
            <p:cNvSpPr/>
            <p:nvPr/>
          </p:nvSpPr>
          <p:spPr>
            <a:xfrm>
              <a:off x="4478501" y="1592646"/>
              <a:ext cx="34960" cy="34960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CB5DB"/>
                </a:gs>
                <a:gs pos="100000">
                  <a:srgbClr val="588BB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2" name="ellipse_2122">
              <a:extLst>
                <a:ext uri="{FF2B5EF4-FFF2-40B4-BE49-F238E27FC236}">
                  <a16:creationId xmlns:a16="http://schemas.microsoft.com/office/drawing/2014/main" id="{449B3C05-3E2F-B571-50E2-D69948CBF066}"/>
                </a:ext>
              </a:extLst>
            </p:cNvPr>
            <p:cNvSpPr/>
            <p:nvPr/>
          </p:nvSpPr>
          <p:spPr>
            <a:xfrm>
              <a:off x="4565932" y="1590332"/>
              <a:ext cx="28306" cy="28306"/>
            </a:xfrm>
            <a:prstGeom prst="ellipse">
              <a:avLst/>
            </a:prstGeom>
            <a:gradFill flip="none" rotWithShape="1">
              <a:gsLst>
                <a:gs pos="0">
                  <a:srgbClr val="E4EDF6"/>
                </a:gs>
                <a:gs pos="43000">
                  <a:srgbClr val="7BAAD6"/>
                </a:gs>
                <a:gs pos="100000">
                  <a:srgbClr val="457E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3" name="ellipse_2123">
              <a:extLst>
                <a:ext uri="{FF2B5EF4-FFF2-40B4-BE49-F238E27FC236}">
                  <a16:creationId xmlns:a16="http://schemas.microsoft.com/office/drawing/2014/main" id="{5BD7C9BD-6230-84A2-D0D7-CFFE23EC444B}"/>
                </a:ext>
              </a:extLst>
            </p:cNvPr>
            <p:cNvSpPr/>
            <p:nvPr/>
          </p:nvSpPr>
          <p:spPr>
            <a:xfrm>
              <a:off x="4059567" y="1420321"/>
              <a:ext cx="25021" cy="25021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3D3"/>
                </a:gs>
                <a:gs pos="100000">
                  <a:srgbClr val="3876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4" name="ellipse_2124">
              <a:extLst>
                <a:ext uri="{FF2B5EF4-FFF2-40B4-BE49-F238E27FC236}">
                  <a16:creationId xmlns:a16="http://schemas.microsoft.com/office/drawing/2014/main" id="{41145061-A005-D74B-1C14-F76C0F7E8689}"/>
                </a:ext>
              </a:extLst>
            </p:cNvPr>
            <p:cNvSpPr/>
            <p:nvPr/>
          </p:nvSpPr>
          <p:spPr>
            <a:xfrm>
              <a:off x="4454981" y="1419123"/>
              <a:ext cx="20719" cy="20719"/>
            </a:xfrm>
            <a:prstGeom prst="ellipse">
              <a:avLst/>
            </a:prstGeom>
            <a:gradFill flip="none" rotWithShape="1">
              <a:gsLst>
                <a:gs pos="0">
                  <a:srgbClr val="FBF3F4"/>
                </a:gs>
                <a:gs pos="43000">
                  <a:srgbClr val="EDC5C9"/>
                </a:gs>
                <a:gs pos="100000">
                  <a:srgbClr val="C89EA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5" name="ellipse_2125">
              <a:extLst>
                <a:ext uri="{FF2B5EF4-FFF2-40B4-BE49-F238E27FC236}">
                  <a16:creationId xmlns:a16="http://schemas.microsoft.com/office/drawing/2014/main" id="{50D7DEA2-C190-B98F-23F0-1B6A4847EFE9}"/>
                </a:ext>
              </a:extLst>
            </p:cNvPr>
            <p:cNvSpPr/>
            <p:nvPr/>
          </p:nvSpPr>
          <p:spPr>
            <a:xfrm>
              <a:off x="4213951" y="1613938"/>
              <a:ext cx="30623" cy="30623"/>
            </a:xfrm>
            <a:prstGeom prst="ellipse">
              <a:avLst/>
            </a:prstGeom>
            <a:gradFill flip="none" rotWithShape="1">
              <a:gsLst>
                <a:gs pos="0">
                  <a:srgbClr val="F1F6FA"/>
                </a:gs>
                <a:gs pos="43000">
                  <a:srgbClr val="BCD3E9"/>
                </a:gs>
                <a:gs pos="100000">
                  <a:srgbClr val="90AEC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6" name="ellipse_2126">
              <a:extLst>
                <a:ext uri="{FF2B5EF4-FFF2-40B4-BE49-F238E27FC236}">
                  <a16:creationId xmlns:a16="http://schemas.microsoft.com/office/drawing/2014/main" id="{70861501-6C1E-5A82-AB17-34F9034133F3}"/>
                </a:ext>
              </a:extLst>
            </p:cNvPr>
            <p:cNvSpPr/>
            <p:nvPr/>
          </p:nvSpPr>
          <p:spPr>
            <a:xfrm>
              <a:off x="4448861" y="1530866"/>
              <a:ext cx="30010" cy="30010"/>
            </a:xfrm>
            <a:prstGeom prst="ellipse">
              <a:avLst/>
            </a:prstGeom>
            <a:gradFill flip="none" rotWithShape="1">
              <a:gsLst>
                <a:gs pos="0">
                  <a:srgbClr val="FBF1F2"/>
                </a:gs>
                <a:gs pos="43000">
                  <a:srgbClr val="EBBDC0"/>
                </a:gs>
                <a:gs pos="100000">
                  <a:srgbClr val="C6949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7" name="ellipse_2127">
              <a:extLst>
                <a:ext uri="{FF2B5EF4-FFF2-40B4-BE49-F238E27FC236}">
                  <a16:creationId xmlns:a16="http://schemas.microsoft.com/office/drawing/2014/main" id="{77424EC1-F9A0-3373-7045-81860FF7FD2F}"/>
                </a:ext>
              </a:extLst>
            </p:cNvPr>
            <p:cNvSpPr/>
            <p:nvPr/>
          </p:nvSpPr>
          <p:spPr>
            <a:xfrm>
              <a:off x="4187439" y="1437250"/>
              <a:ext cx="22091" cy="22091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8" name="ellipse_2128">
              <a:extLst>
                <a:ext uri="{FF2B5EF4-FFF2-40B4-BE49-F238E27FC236}">
                  <a16:creationId xmlns:a16="http://schemas.microsoft.com/office/drawing/2014/main" id="{C86E81FF-A573-C2EC-EFA2-CF500232666B}"/>
                </a:ext>
              </a:extLst>
            </p:cNvPr>
            <p:cNvSpPr/>
            <p:nvPr/>
          </p:nvSpPr>
          <p:spPr>
            <a:xfrm>
              <a:off x="4156267" y="1447360"/>
              <a:ext cx="27517" cy="2751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9" name="ellipse_2129">
              <a:extLst>
                <a:ext uri="{FF2B5EF4-FFF2-40B4-BE49-F238E27FC236}">
                  <a16:creationId xmlns:a16="http://schemas.microsoft.com/office/drawing/2014/main" id="{A590B6FD-3B52-E0A5-B5A3-4A293FFB2D99}"/>
                </a:ext>
              </a:extLst>
            </p:cNvPr>
            <p:cNvSpPr/>
            <p:nvPr/>
          </p:nvSpPr>
          <p:spPr>
            <a:xfrm>
              <a:off x="4513687" y="1593956"/>
              <a:ext cx="26924" cy="26924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7B2DA"/>
                </a:gs>
                <a:gs pos="100000">
                  <a:srgbClr val="53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0" name="ellipse_2130">
              <a:extLst>
                <a:ext uri="{FF2B5EF4-FFF2-40B4-BE49-F238E27FC236}">
                  <a16:creationId xmlns:a16="http://schemas.microsoft.com/office/drawing/2014/main" id="{B3FE850F-2D2E-48E2-0E73-15FCFAD88C1C}"/>
                </a:ext>
              </a:extLst>
            </p:cNvPr>
            <p:cNvSpPr/>
            <p:nvPr/>
          </p:nvSpPr>
          <p:spPr>
            <a:xfrm>
              <a:off x="4475672" y="1534775"/>
              <a:ext cx="19735" cy="19735"/>
            </a:xfrm>
            <a:prstGeom prst="ellipse">
              <a:avLst/>
            </a:prstGeom>
            <a:gradFill flip="none" rotWithShape="1">
              <a:gsLst>
                <a:gs pos="0">
                  <a:srgbClr val="FBF3F4"/>
                </a:gs>
                <a:gs pos="43000">
                  <a:srgbClr val="ECC5C8"/>
                </a:gs>
                <a:gs pos="100000">
                  <a:srgbClr val="C79DA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1" name="ellipse_2131">
              <a:extLst>
                <a:ext uri="{FF2B5EF4-FFF2-40B4-BE49-F238E27FC236}">
                  <a16:creationId xmlns:a16="http://schemas.microsoft.com/office/drawing/2014/main" id="{3A4D3773-D6F4-6006-FA1A-F342B25F5213}"/>
                </a:ext>
              </a:extLst>
            </p:cNvPr>
            <p:cNvSpPr/>
            <p:nvPr/>
          </p:nvSpPr>
          <p:spPr>
            <a:xfrm>
              <a:off x="4177150" y="1479714"/>
              <a:ext cx="34047" cy="34047"/>
            </a:xfrm>
            <a:prstGeom prst="ellipse">
              <a:avLst/>
            </a:prstGeom>
            <a:gradFill flip="none" rotWithShape="1">
              <a:gsLst>
                <a:gs pos="0">
                  <a:srgbClr val="E4EDF7"/>
                </a:gs>
                <a:gs pos="43000">
                  <a:srgbClr val="7BAAD7"/>
                </a:gs>
                <a:gs pos="100000">
                  <a:srgbClr val="457E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2" name="ellipse_2132">
              <a:extLst>
                <a:ext uri="{FF2B5EF4-FFF2-40B4-BE49-F238E27FC236}">
                  <a16:creationId xmlns:a16="http://schemas.microsoft.com/office/drawing/2014/main" id="{8235A4C3-FE80-64CE-20BB-98D51AFB6FA5}"/>
                </a:ext>
              </a:extLst>
            </p:cNvPr>
            <p:cNvSpPr/>
            <p:nvPr/>
          </p:nvSpPr>
          <p:spPr>
            <a:xfrm>
              <a:off x="4169230" y="1457714"/>
              <a:ext cx="24475" cy="24475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3" name="ellipse_2133">
              <a:extLst>
                <a:ext uri="{FF2B5EF4-FFF2-40B4-BE49-F238E27FC236}">
                  <a16:creationId xmlns:a16="http://schemas.microsoft.com/office/drawing/2014/main" id="{5FF2130C-500D-0BE4-DD08-FB16DEFE3FEF}"/>
                </a:ext>
              </a:extLst>
            </p:cNvPr>
            <p:cNvSpPr/>
            <p:nvPr/>
          </p:nvSpPr>
          <p:spPr>
            <a:xfrm>
              <a:off x="4250267" y="1611599"/>
              <a:ext cx="27208" cy="27208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4C5E3"/>
                </a:gs>
                <a:gs pos="100000">
                  <a:srgbClr val="749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4" name="ellipse_2134">
              <a:extLst>
                <a:ext uri="{FF2B5EF4-FFF2-40B4-BE49-F238E27FC236}">
                  <a16:creationId xmlns:a16="http://schemas.microsoft.com/office/drawing/2014/main" id="{F5AE232D-1D98-C210-55CF-FFCC504CB862}"/>
                </a:ext>
              </a:extLst>
            </p:cNvPr>
            <p:cNvSpPr/>
            <p:nvPr/>
          </p:nvSpPr>
          <p:spPr>
            <a:xfrm>
              <a:off x="4316540" y="1649280"/>
              <a:ext cx="31638" cy="31638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5" name="ellipse_2135">
              <a:extLst>
                <a:ext uri="{FF2B5EF4-FFF2-40B4-BE49-F238E27FC236}">
                  <a16:creationId xmlns:a16="http://schemas.microsoft.com/office/drawing/2014/main" id="{314EF80F-2B77-9C3B-9439-CCB8AC65632F}"/>
                </a:ext>
              </a:extLst>
            </p:cNvPr>
            <p:cNvSpPr/>
            <p:nvPr/>
          </p:nvSpPr>
          <p:spPr>
            <a:xfrm>
              <a:off x="4145317" y="1562114"/>
              <a:ext cx="29616" cy="29616"/>
            </a:xfrm>
            <a:prstGeom prst="ellipse">
              <a:avLst/>
            </a:prstGeom>
            <a:gradFill flip="none" rotWithShape="1">
              <a:gsLst>
                <a:gs pos="0">
                  <a:srgbClr val="F8FAFC"/>
                </a:gs>
                <a:gs pos="43000">
                  <a:srgbClr val="DBE7F3"/>
                </a:gs>
                <a:gs pos="100000">
                  <a:srgbClr val="B4C4D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6" name="ellipse_2136">
              <a:extLst>
                <a:ext uri="{FF2B5EF4-FFF2-40B4-BE49-F238E27FC236}">
                  <a16:creationId xmlns:a16="http://schemas.microsoft.com/office/drawing/2014/main" id="{E303A7DF-C14D-54DE-7FA4-90798B3FC115}"/>
                </a:ext>
              </a:extLst>
            </p:cNvPr>
            <p:cNvSpPr/>
            <p:nvPr/>
          </p:nvSpPr>
          <p:spPr>
            <a:xfrm>
              <a:off x="4212479" y="1534532"/>
              <a:ext cx="21239" cy="21239"/>
            </a:xfrm>
            <a:prstGeom prst="ellipse">
              <a:avLst/>
            </a:prstGeom>
            <a:gradFill flip="none" rotWithShape="1">
              <a:gsLst>
                <a:gs pos="0">
                  <a:srgbClr val="EDF3F9"/>
                </a:gs>
                <a:gs pos="43000">
                  <a:srgbClr val="A9C8E4"/>
                </a:gs>
                <a:gs pos="100000">
                  <a:srgbClr val="7AA0C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7" name="ellipse_2137">
              <a:extLst>
                <a:ext uri="{FF2B5EF4-FFF2-40B4-BE49-F238E27FC236}">
                  <a16:creationId xmlns:a16="http://schemas.microsoft.com/office/drawing/2014/main" id="{2F3526EC-B854-BBCF-BC4E-E87F9574BFC1}"/>
                </a:ext>
              </a:extLst>
            </p:cNvPr>
            <p:cNvSpPr/>
            <p:nvPr/>
          </p:nvSpPr>
          <p:spPr>
            <a:xfrm>
              <a:off x="4296928" y="1660530"/>
              <a:ext cx="21078" cy="21078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6A7D5"/>
                </a:gs>
                <a:gs pos="100000">
                  <a:srgbClr val="3F7B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8" name="ellipse_2138">
              <a:extLst>
                <a:ext uri="{FF2B5EF4-FFF2-40B4-BE49-F238E27FC236}">
                  <a16:creationId xmlns:a16="http://schemas.microsoft.com/office/drawing/2014/main" id="{6984E6AF-3A50-DF09-F9FD-59E07A6A60A8}"/>
                </a:ext>
              </a:extLst>
            </p:cNvPr>
            <p:cNvSpPr/>
            <p:nvPr/>
          </p:nvSpPr>
          <p:spPr>
            <a:xfrm>
              <a:off x="4387132" y="1397727"/>
              <a:ext cx="22984" cy="22984"/>
            </a:xfrm>
            <a:prstGeom prst="ellipse">
              <a:avLst/>
            </a:prstGeom>
            <a:gradFill flip="none" rotWithShape="1">
              <a:gsLst>
                <a:gs pos="0">
                  <a:srgbClr val="F5F8FC"/>
                </a:gs>
                <a:gs pos="43000">
                  <a:srgbClr val="CFDFEF"/>
                </a:gs>
                <a:gs pos="100000">
                  <a:srgbClr val="A5BCD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9" name="ellipse_2139">
              <a:extLst>
                <a:ext uri="{FF2B5EF4-FFF2-40B4-BE49-F238E27FC236}">
                  <a16:creationId xmlns:a16="http://schemas.microsoft.com/office/drawing/2014/main" id="{FF204D37-4E6C-D282-65FB-C73E0FEDC7C9}"/>
                </a:ext>
              </a:extLst>
            </p:cNvPr>
            <p:cNvSpPr/>
            <p:nvPr/>
          </p:nvSpPr>
          <p:spPr>
            <a:xfrm>
              <a:off x="4423607" y="1603144"/>
              <a:ext cx="26321" cy="26321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8B3DA"/>
                </a:gs>
                <a:gs pos="100000">
                  <a:srgbClr val="5488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37" name="ellipse_2140">
              <a:extLst>
                <a:ext uri="{FF2B5EF4-FFF2-40B4-BE49-F238E27FC236}">
                  <a16:creationId xmlns:a16="http://schemas.microsoft.com/office/drawing/2014/main" id="{75531BAE-EB47-F86B-A915-27259960D0FA}"/>
                </a:ext>
              </a:extLst>
            </p:cNvPr>
            <p:cNvSpPr/>
            <p:nvPr/>
          </p:nvSpPr>
          <p:spPr>
            <a:xfrm>
              <a:off x="4143066" y="1454342"/>
              <a:ext cx="33754" cy="33754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38" name="ellipse_2141">
              <a:extLst>
                <a:ext uri="{FF2B5EF4-FFF2-40B4-BE49-F238E27FC236}">
                  <a16:creationId xmlns:a16="http://schemas.microsoft.com/office/drawing/2014/main" id="{A454AFE0-C0AD-CE42-C59F-74D3FB51D287}"/>
                </a:ext>
              </a:extLst>
            </p:cNvPr>
            <p:cNvSpPr/>
            <p:nvPr/>
          </p:nvSpPr>
          <p:spPr>
            <a:xfrm>
              <a:off x="4172222" y="1529575"/>
              <a:ext cx="28626" cy="28626"/>
            </a:xfrm>
            <a:prstGeom prst="ellipse">
              <a:avLst/>
            </a:prstGeom>
            <a:gradFill flip="none" rotWithShape="1">
              <a:gsLst>
                <a:gs pos="0">
                  <a:srgbClr val="EEF4FA"/>
                </a:gs>
                <a:gs pos="43000">
                  <a:srgbClr val="AECBE6"/>
                </a:gs>
                <a:gs pos="100000">
                  <a:srgbClr val="80A4C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39" name="ellipse_2142">
              <a:extLst>
                <a:ext uri="{FF2B5EF4-FFF2-40B4-BE49-F238E27FC236}">
                  <a16:creationId xmlns:a16="http://schemas.microsoft.com/office/drawing/2014/main" id="{632562B0-23DF-D679-8A69-B6728B6DF555}"/>
                </a:ext>
              </a:extLst>
            </p:cNvPr>
            <p:cNvSpPr/>
            <p:nvPr/>
          </p:nvSpPr>
          <p:spPr>
            <a:xfrm>
              <a:off x="4543531" y="1594407"/>
              <a:ext cx="30468" cy="30468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8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40" name="ellipse_2143">
              <a:extLst>
                <a:ext uri="{FF2B5EF4-FFF2-40B4-BE49-F238E27FC236}">
                  <a16:creationId xmlns:a16="http://schemas.microsoft.com/office/drawing/2014/main" id="{F44F8DF2-C482-AF11-F8F6-8DC7868D1707}"/>
                </a:ext>
              </a:extLst>
            </p:cNvPr>
            <p:cNvSpPr/>
            <p:nvPr/>
          </p:nvSpPr>
          <p:spPr>
            <a:xfrm>
              <a:off x="4485018" y="1527843"/>
              <a:ext cx="27018" cy="27018"/>
            </a:xfrm>
            <a:prstGeom prst="ellipse">
              <a:avLst/>
            </a:prstGeom>
            <a:gradFill flip="none" rotWithShape="1">
              <a:gsLst>
                <a:gs pos="0">
                  <a:srgbClr val="FBF4F4"/>
                </a:gs>
                <a:gs pos="43000">
                  <a:srgbClr val="EDC8CC"/>
                </a:gs>
                <a:gs pos="100000">
                  <a:srgbClr val="C8A1A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41" name="ellipse_2144">
              <a:extLst>
                <a:ext uri="{FF2B5EF4-FFF2-40B4-BE49-F238E27FC236}">
                  <a16:creationId xmlns:a16="http://schemas.microsoft.com/office/drawing/2014/main" id="{5CFBC78D-10B1-2A9A-8A0F-2F38663B51A1}"/>
                </a:ext>
              </a:extLst>
            </p:cNvPr>
            <p:cNvSpPr/>
            <p:nvPr/>
          </p:nvSpPr>
          <p:spPr>
            <a:xfrm>
              <a:off x="4197746" y="1447194"/>
              <a:ext cx="24842" cy="24842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C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42" name="ellipse_2145">
              <a:extLst>
                <a:ext uri="{FF2B5EF4-FFF2-40B4-BE49-F238E27FC236}">
                  <a16:creationId xmlns:a16="http://schemas.microsoft.com/office/drawing/2014/main" id="{321D6868-06DB-E8D1-7252-663FB1D11036}"/>
                </a:ext>
              </a:extLst>
            </p:cNvPr>
            <p:cNvSpPr/>
            <p:nvPr/>
          </p:nvSpPr>
          <p:spPr>
            <a:xfrm>
              <a:off x="4457750" y="1465726"/>
              <a:ext cx="30821" cy="30821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43" name="ellipse_2146">
              <a:extLst>
                <a:ext uri="{FF2B5EF4-FFF2-40B4-BE49-F238E27FC236}">
                  <a16:creationId xmlns:a16="http://schemas.microsoft.com/office/drawing/2014/main" id="{67E537EE-934A-27FA-1B78-ED3025B2234F}"/>
                </a:ext>
              </a:extLst>
            </p:cNvPr>
            <p:cNvSpPr/>
            <p:nvPr/>
          </p:nvSpPr>
          <p:spPr>
            <a:xfrm>
              <a:off x="4451010" y="1568162"/>
              <a:ext cx="23766" cy="23766"/>
            </a:xfrm>
            <a:prstGeom prst="ellipse">
              <a:avLst/>
            </a:prstGeom>
            <a:gradFill flip="none" rotWithShape="1">
              <a:gsLst>
                <a:gs pos="0">
                  <a:srgbClr val="F4F8FB"/>
                </a:gs>
                <a:gs pos="43000">
                  <a:srgbClr val="CADCEE"/>
                </a:gs>
                <a:gs pos="100000">
                  <a:srgbClr val="A0B8C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44" name="ellipse_2147">
              <a:extLst>
                <a:ext uri="{FF2B5EF4-FFF2-40B4-BE49-F238E27FC236}">
                  <a16:creationId xmlns:a16="http://schemas.microsoft.com/office/drawing/2014/main" id="{491A8D7D-0C81-366D-7308-E8C9D66A28F3}"/>
                </a:ext>
              </a:extLst>
            </p:cNvPr>
            <p:cNvSpPr/>
            <p:nvPr/>
          </p:nvSpPr>
          <p:spPr>
            <a:xfrm>
              <a:off x="4223815" y="1435525"/>
              <a:ext cx="33315" cy="33315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7A7D5"/>
                </a:gs>
                <a:gs pos="100000">
                  <a:srgbClr val="407B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45" name="ellipse_2148">
              <a:extLst>
                <a:ext uri="{FF2B5EF4-FFF2-40B4-BE49-F238E27FC236}">
                  <a16:creationId xmlns:a16="http://schemas.microsoft.com/office/drawing/2014/main" id="{DD563FE5-629E-47DD-1939-7B8053EEA0CA}"/>
                </a:ext>
              </a:extLst>
            </p:cNvPr>
            <p:cNvSpPr/>
            <p:nvPr/>
          </p:nvSpPr>
          <p:spPr>
            <a:xfrm>
              <a:off x="4429682" y="1587437"/>
              <a:ext cx="20909" cy="20909"/>
            </a:xfrm>
            <a:prstGeom prst="ellipse">
              <a:avLst/>
            </a:prstGeom>
            <a:gradFill flip="none" rotWithShape="1">
              <a:gsLst>
                <a:gs pos="0">
                  <a:srgbClr val="ECF2F9"/>
                </a:gs>
                <a:gs pos="43000">
                  <a:srgbClr val="A1C3E1"/>
                </a:gs>
                <a:gs pos="100000">
                  <a:srgbClr val="719BC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58" name="ellipse_2149">
              <a:extLst>
                <a:ext uri="{FF2B5EF4-FFF2-40B4-BE49-F238E27FC236}">
                  <a16:creationId xmlns:a16="http://schemas.microsoft.com/office/drawing/2014/main" id="{698F353C-8A24-5BD6-2A78-DB73F315EC5A}"/>
                </a:ext>
              </a:extLst>
            </p:cNvPr>
            <p:cNvSpPr/>
            <p:nvPr/>
          </p:nvSpPr>
          <p:spPr>
            <a:xfrm>
              <a:off x="4200321" y="1424891"/>
              <a:ext cx="21059" cy="21059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59" name="ellipse_2150">
              <a:extLst>
                <a:ext uri="{FF2B5EF4-FFF2-40B4-BE49-F238E27FC236}">
                  <a16:creationId xmlns:a16="http://schemas.microsoft.com/office/drawing/2014/main" id="{2A09C12C-8EEE-61CF-4F08-3E2834BCDDB5}"/>
                </a:ext>
              </a:extLst>
            </p:cNvPr>
            <p:cNvSpPr/>
            <p:nvPr/>
          </p:nvSpPr>
          <p:spPr>
            <a:xfrm>
              <a:off x="4265269" y="1675294"/>
              <a:ext cx="32963" cy="32963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60" name="ellipse_2151">
              <a:extLst>
                <a:ext uri="{FF2B5EF4-FFF2-40B4-BE49-F238E27FC236}">
                  <a16:creationId xmlns:a16="http://schemas.microsoft.com/office/drawing/2014/main" id="{619215AF-3545-5F43-CA44-74D9369AFD3D}"/>
                </a:ext>
              </a:extLst>
            </p:cNvPr>
            <p:cNvSpPr/>
            <p:nvPr/>
          </p:nvSpPr>
          <p:spPr>
            <a:xfrm>
              <a:off x="4255395" y="1464436"/>
              <a:ext cx="30049" cy="30049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7B1DA"/>
                </a:gs>
                <a:gs pos="100000">
                  <a:srgbClr val="52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61" name="ellipse_2152">
              <a:extLst>
                <a:ext uri="{FF2B5EF4-FFF2-40B4-BE49-F238E27FC236}">
                  <a16:creationId xmlns:a16="http://schemas.microsoft.com/office/drawing/2014/main" id="{707F2A03-4923-74DA-94E5-69D6790D6480}"/>
                </a:ext>
              </a:extLst>
            </p:cNvPr>
            <p:cNvSpPr/>
            <p:nvPr/>
          </p:nvSpPr>
          <p:spPr>
            <a:xfrm>
              <a:off x="4442577" y="1583236"/>
              <a:ext cx="34593" cy="34593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EC0E1"/>
                </a:gs>
                <a:gs pos="100000">
                  <a:srgbClr val="6D98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62" name="ellipse_2153">
              <a:extLst>
                <a:ext uri="{FF2B5EF4-FFF2-40B4-BE49-F238E27FC236}">
                  <a16:creationId xmlns:a16="http://schemas.microsoft.com/office/drawing/2014/main" id="{748AEF07-9E3A-70A0-58A2-A4D6244CDBE2}"/>
                </a:ext>
              </a:extLst>
            </p:cNvPr>
            <p:cNvSpPr/>
            <p:nvPr/>
          </p:nvSpPr>
          <p:spPr>
            <a:xfrm>
              <a:off x="4487089" y="1605392"/>
              <a:ext cx="21701" cy="21701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5B1DA"/>
                </a:gs>
                <a:gs pos="100000">
                  <a:srgbClr val="5186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63" name="ellipse_2154">
              <a:extLst>
                <a:ext uri="{FF2B5EF4-FFF2-40B4-BE49-F238E27FC236}">
                  <a16:creationId xmlns:a16="http://schemas.microsoft.com/office/drawing/2014/main" id="{90B04EF4-8714-61A5-8F49-065F04663479}"/>
                </a:ext>
              </a:extLst>
            </p:cNvPr>
            <p:cNvSpPr/>
            <p:nvPr/>
          </p:nvSpPr>
          <p:spPr>
            <a:xfrm>
              <a:off x="4496800" y="1560661"/>
              <a:ext cx="29011" cy="29011"/>
            </a:xfrm>
            <a:prstGeom prst="ellipse">
              <a:avLst/>
            </a:prstGeom>
            <a:gradFill flip="none" rotWithShape="1">
              <a:gsLst>
                <a:gs pos="0">
                  <a:srgbClr val="F2F6FB"/>
                </a:gs>
                <a:gs pos="43000">
                  <a:srgbClr val="C0D6EB"/>
                </a:gs>
                <a:gs pos="100000">
                  <a:srgbClr val="95B1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64" name="ellipse_2155">
              <a:extLst>
                <a:ext uri="{FF2B5EF4-FFF2-40B4-BE49-F238E27FC236}">
                  <a16:creationId xmlns:a16="http://schemas.microsoft.com/office/drawing/2014/main" id="{6C5B66F3-985F-6D6D-4490-503E7AF3A40A}"/>
                </a:ext>
              </a:extLst>
            </p:cNvPr>
            <p:cNvSpPr/>
            <p:nvPr/>
          </p:nvSpPr>
          <p:spPr>
            <a:xfrm>
              <a:off x="4296447" y="1640205"/>
              <a:ext cx="28855" cy="28855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BAAD6"/>
                </a:gs>
                <a:gs pos="100000">
                  <a:srgbClr val="447E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65" name="ellipse_2156">
              <a:extLst>
                <a:ext uri="{FF2B5EF4-FFF2-40B4-BE49-F238E27FC236}">
                  <a16:creationId xmlns:a16="http://schemas.microsoft.com/office/drawing/2014/main" id="{C5D9BAFA-A25D-7EE5-4574-30376DD1410C}"/>
                </a:ext>
              </a:extLst>
            </p:cNvPr>
            <p:cNvSpPr/>
            <p:nvPr/>
          </p:nvSpPr>
          <p:spPr>
            <a:xfrm>
              <a:off x="4517139" y="1596962"/>
              <a:ext cx="32658" cy="32658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1AED8"/>
                </a:gs>
                <a:gs pos="100000">
                  <a:srgbClr val="4C82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66" name="ellipse_2157">
              <a:extLst>
                <a:ext uri="{FF2B5EF4-FFF2-40B4-BE49-F238E27FC236}">
                  <a16:creationId xmlns:a16="http://schemas.microsoft.com/office/drawing/2014/main" id="{F79F5507-2800-EB1F-7A64-2A14A4B1D165}"/>
                </a:ext>
              </a:extLst>
            </p:cNvPr>
            <p:cNvSpPr/>
            <p:nvPr/>
          </p:nvSpPr>
          <p:spPr>
            <a:xfrm>
              <a:off x="4387488" y="1548169"/>
              <a:ext cx="31558" cy="31558"/>
            </a:xfrm>
            <a:prstGeom prst="ellipse">
              <a:avLst/>
            </a:prstGeom>
            <a:gradFill flip="none" rotWithShape="1">
              <a:gsLst>
                <a:gs pos="0">
                  <a:srgbClr val="F9FBFD"/>
                </a:gs>
                <a:gs pos="43000">
                  <a:srgbClr val="E1EAF4"/>
                </a:gs>
                <a:gs pos="100000">
                  <a:srgbClr val="BAC8D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67" name="ellipse_2158">
              <a:extLst>
                <a:ext uri="{FF2B5EF4-FFF2-40B4-BE49-F238E27FC236}">
                  <a16:creationId xmlns:a16="http://schemas.microsoft.com/office/drawing/2014/main" id="{C574C565-2F6C-BBC8-B22D-D24CB142A2E2}"/>
                </a:ext>
              </a:extLst>
            </p:cNvPr>
            <p:cNvSpPr/>
            <p:nvPr/>
          </p:nvSpPr>
          <p:spPr>
            <a:xfrm>
              <a:off x="4404494" y="1366310"/>
              <a:ext cx="20661" cy="20661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7BCDF"/>
                </a:gs>
                <a:gs pos="100000">
                  <a:srgbClr val="6593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68" name="ellipse_2159">
              <a:extLst>
                <a:ext uri="{FF2B5EF4-FFF2-40B4-BE49-F238E27FC236}">
                  <a16:creationId xmlns:a16="http://schemas.microsoft.com/office/drawing/2014/main" id="{C1670393-8529-405F-4C1C-2A19A5448892}"/>
                </a:ext>
              </a:extLst>
            </p:cNvPr>
            <p:cNvSpPr/>
            <p:nvPr/>
          </p:nvSpPr>
          <p:spPr>
            <a:xfrm>
              <a:off x="4287847" y="1579304"/>
              <a:ext cx="21637" cy="21637"/>
            </a:xfrm>
            <a:prstGeom prst="ellipse">
              <a:avLst/>
            </a:prstGeom>
            <a:gradFill flip="none" rotWithShape="1">
              <a:gsLst>
                <a:gs pos="0">
                  <a:srgbClr val="EAF1F8"/>
                </a:gs>
                <a:gs pos="43000">
                  <a:srgbClr val="99BDDF"/>
                </a:gs>
                <a:gs pos="100000">
                  <a:srgbClr val="6794B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69" name="ellipse_2160">
              <a:extLst>
                <a:ext uri="{FF2B5EF4-FFF2-40B4-BE49-F238E27FC236}">
                  <a16:creationId xmlns:a16="http://schemas.microsoft.com/office/drawing/2014/main" id="{80101EC1-EDDB-94B9-5B8E-E97F0E5F8ECA}"/>
                </a:ext>
              </a:extLst>
            </p:cNvPr>
            <p:cNvSpPr/>
            <p:nvPr/>
          </p:nvSpPr>
          <p:spPr>
            <a:xfrm>
              <a:off x="4247333" y="1542048"/>
              <a:ext cx="20042" cy="20042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3C3E2"/>
                </a:gs>
                <a:gs pos="100000">
                  <a:srgbClr val="739B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70" name="ellipse_2161">
              <a:extLst>
                <a:ext uri="{FF2B5EF4-FFF2-40B4-BE49-F238E27FC236}">
                  <a16:creationId xmlns:a16="http://schemas.microsoft.com/office/drawing/2014/main" id="{104B3D97-44E3-3E12-FE81-364575D9723A}"/>
                </a:ext>
              </a:extLst>
            </p:cNvPr>
            <p:cNvSpPr/>
            <p:nvPr/>
          </p:nvSpPr>
          <p:spPr>
            <a:xfrm>
              <a:off x="4457286" y="1441037"/>
              <a:ext cx="30843" cy="30843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71" name="ellipse_2162">
              <a:extLst>
                <a:ext uri="{FF2B5EF4-FFF2-40B4-BE49-F238E27FC236}">
                  <a16:creationId xmlns:a16="http://schemas.microsoft.com/office/drawing/2014/main" id="{847AD567-EB43-FBFC-B08D-F788DA2A0AB3}"/>
                </a:ext>
              </a:extLst>
            </p:cNvPr>
            <p:cNvSpPr/>
            <p:nvPr/>
          </p:nvSpPr>
          <p:spPr>
            <a:xfrm>
              <a:off x="4174540" y="1565987"/>
              <a:ext cx="25424" cy="25424"/>
            </a:xfrm>
            <a:prstGeom prst="ellipse">
              <a:avLst/>
            </a:prstGeom>
            <a:gradFill flip="none" rotWithShape="1">
              <a:gsLst>
                <a:gs pos="0">
                  <a:srgbClr val="F9FBFD"/>
                </a:gs>
                <a:gs pos="43000">
                  <a:srgbClr val="E3ECF5"/>
                </a:gs>
                <a:gs pos="100000">
                  <a:srgbClr val="BDCBD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72" name="ellipse_2163">
              <a:extLst>
                <a:ext uri="{FF2B5EF4-FFF2-40B4-BE49-F238E27FC236}">
                  <a16:creationId xmlns:a16="http://schemas.microsoft.com/office/drawing/2014/main" id="{71655547-668E-D3B0-937A-A5E07DB8B6E6}"/>
                </a:ext>
              </a:extLst>
            </p:cNvPr>
            <p:cNvSpPr/>
            <p:nvPr/>
          </p:nvSpPr>
          <p:spPr>
            <a:xfrm>
              <a:off x="4283446" y="1527651"/>
              <a:ext cx="34254" cy="34254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DC0E1"/>
                </a:gs>
                <a:gs pos="100000">
                  <a:srgbClr val="6C97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73" name="ellipse_2164">
              <a:extLst>
                <a:ext uri="{FF2B5EF4-FFF2-40B4-BE49-F238E27FC236}">
                  <a16:creationId xmlns:a16="http://schemas.microsoft.com/office/drawing/2014/main" id="{70DAB292-4777-8C16-718D-0AAABC5C7B9B}"/>
                </a:ext>
              </a:extLst>
            </p:cNvPr>
            <p:cNvSpPr/>
            <p:nvPr/>
          </p:nvSpPr>
          <p:spPr>
            <a:xfrm>
              <a:off x="4643589" y="1587283"/>
              <a:ext cx="23827" cy="2382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74" name="ellipse_2165">
              <a:extLst>
                <a:ext uri="{FF2B5EF4-FFF2-40B4-BE49-F238E27FC236}">
                  <a16:creationId xmlns:a16="http://schemas.microsoft.com/office/drawing/2014/main" id="{DDE59057-1651-4E76-33B3-C7019BD4B521}"/>
                </a:ext>
              </a:extLst>
            </p:cNvPr>
            <p:cNvSpPr/>
            <p:nvPr/>
          </p:nvSpPr>
          <p:spPr>
            <a:xfrm>
              <a:off x="4362350" y="1394370"/>
              <a:ext cx="36100" cy="36100"/>
            </a:xfrm>
            <a:prstGeom prst="ellipse">
              <a:avLst/>
            </a:prstGeom>
            <a:gradFill flip="none" rotWithShape="1">
              <a:gsLst>
                <a:gs pos="0">
                  <a:srgbClr val="F3F7FB"/>
                </a:gs>
                <a:gs pos="43000">
                  <a:srgbClr val="C5D9EC"/>
                </a:gs>
                <a:gs pos="100000">
                  <a:srgbClr val="9AB4C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75" name="ellipse_2166">
              <a:extLst>
                <a:ext uri="{FF2B5EF4-FFF2-40B4-BE49-F238E27FC236}">
                  <a16:creationId xmlns:a16="http://schemas.microsoft.com/office/drawing/2014/main" id="{D4FCAB56-CF26-3B60-2917-BCF0389AAD06}"/>
                </a:ext>
              </a:extLst>
            </p:cNvPr>
            <p:cNvSpPr/>
            <p:nvPr/>
          </p:nvSpPr>
          <p:spPr>
            <a:xfrm>
              <a:off x="4308980" y="1614559"/>
              <a:ext cx="24285" cy="24285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2AED8"/>
                </a:gs>
                <a:gs pos="100000">
                  <a:srgbClr val="4D83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76" name="ellipse_2167">
              <a:extLst>
                <a:ext uri="{FF2B5EF4-FFF2-40B4-BE49-F238E27FC236}">
                  <a16:creationId xmlns:a16="http://schemas.microsoft.com/office/drawing/2014/main" id="{F2488F8F-06D7-47F9-A6C4-7107DF107EF1}"/>
                </a:ext>
              </a:extLst>
            </p:cNvPr>
            <p:cNvSpPr/>
            <p:nvPr/>
          </p:nvSpPr>
          <p:spPr>
            <a:xfrm>
              <a:off x="4258920" y="1604652"/>
              <a:ext cx="35727" cy="35727"/>
            </a:xfrm>
            <a:prstGeom prst="ellipse">
              <a:avLst/>
            </a:prstGeom>
            <a:gradFill flip="none" rotWithShape="1">
              <a:gsLst>
                <a:gs pos="0">
                  <a:srgbClr val="EAF2F9"/>
                </a:gs>
                <a:gs pos="43000">
                  <a:srgbClr val="9CBFE0"/>
                </a:gs>
                <a:gs pos="100000">
                  <a:srgbClr val="6B96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77" name="ellipse_2168">
              <a:extLst>
                <a:ext uri="{FF2B5EF4-FFF2-40B4-BE49-F238E27FC236}">
                  <a16:creationId xmlns:a16="http://schemas.microsoft.com/office/drawing/2014/main" id="{BED9FF16-E1A1-8474-499D-0E101E777CB1}"/>
                </a:ext>
              </a:extLst>
            </p:cNvPr>
            <p:cNvSpPr/>
            <p:nvPr/>
          </p:nvSpPr>
          <p:spPr>
            <a:xfrm>
              <a:off x="4055626" y="1445608"/>
              <a:ext cx="27529" cy="27529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78" name="ellipse_2169">
              <a:extLst>
                <a:ext uri="{FF2B5EF4-FFF2-40B4-BE49-F238E27FC236}">
                  <a16:creationId xmlns:a16="http://schemas.microsoft.com/office/drawing/2014/main" id="{D4262D50-BD73-1A11-EF90-5C81A0BC1E83}"/>
                </a:ext>
              </a:extLst>
            </p:cNvPr>
            <p:cNvSpPr/>
            <p:nvPr/>
          </p:nvSpPr>
          <p:spPr>
            <a:xfrm>
              <a:off x="4246396" y="1460762"/>
              <a:ext cx="31802" cy="31802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2AED8"/>
                </a:gs>
                <a:gs pos="100000">
                  <a:srgbClr val="4D83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79" name="ellipse_2170">
              <a:extLst>
                <a:ext uri="{FF2B5EF4-FFF2-40B4-BE49-F238E27FC236}">
                  <a16:creationId xmlns:a16="http://schemas.microsoft.com/office/drawing/2014/main" id="{B3B62425-EF55-85CA-F9E7-154C198AF27D}"/>
                </a:ext>
              </a:extLst>
            </p:cNvPr>
            <p:cNvSpPr/>
            <p:nvPr/>
          </p:nvSpPr>
          <p:spPr>
            <a:xfrm>
              <a:off x="4488487" y="1463669"/>
              <a:ext cx="19500" cy="19500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80" name="ellipse_2171">
              <a:extLst>
                <a:ext uri="{FF2B5EF4-FFF2-40B4-BE49-F238E27FC236}">
                  <a16:creationId xmlns:a16="http://schemas.microsoft.com/office/drawing/2014/main" id="{2B0A3209-9B0A-32DA-7E91-30413CE71B1D}"/>
                </a:ext>
              </a:extLst>
            </p:cNvPr>
            <p:cNvSpPr/>
            <p:nvPr/>
          </p:nvSpPr>
          <p:spPr>
            <a:xfrm>
              <a:off x="4378658" y="1411914"/>
              <a:ext cx="25207" cy="25207"/>
            </a:xfrm>
            <a:prstGeom prst="ellipse">
              <a:avLst/>
            </a:prstGeom>
            <a:gradFill flip="none" rotWithShape="1">
              <a:gsLst>
                <a:gs pos="0">
                  <a:srgbClr val="FCFDFE"/>
                </a:gs>
                <a:gs pos="43000">
                  <a:srgbClr val="EEF3F9"/>
                </a:gs>
                <a:gs pos="100000">
                  <a:srgbClr val="CAD3D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81" name="ellipse_2172">
              <a:extLst>
                <a:ext uri="{FF2B5EF4-FFF2-40B4-BE49-F238E27FC236}">
                  <a16:creationId xmlns:a16="http://schemas.microsoft.com/office/drawing/2014/main" id="{FB5552D1-CD67-29CF-981B-F2E1941E852B}"/>
                </a:ext>
              </a:extLst>
            </p:cNvPr>
            <p:cNvSpPr/>
            <p:nvPr/>
          </p:nvSpPr>
          <p:spPr>
            <a:xfrm>
              <a:off x="4369328" y="1415476"/>
              <a:ext cx="35743" cy="35743"/>
            </a:xfrm>
            <a:prstGeom prst="ellipse">
              <a:avLst/>
            </a:prstGeom>
            <a:gradFill flip="none" rotWithShape="1">
              <a:gsLst>
                <a:gs pos="0">
                  <a:srgbClr val="FDFCFD"/>
                </a:gs>
                <a:gs pos="43000">
                  <a:srgbClr val="F6F2F4"/>
                </a:gs>
                <a:gs pos="100000">
                  <a:srgbClr val="D3D1D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82" name="ellipse_2173">
              <a:extLst>
                <a:ext uri="{FF2B5EF4-FFF2-40B4-BE49-F238E27FC236}">
                  <a16:creationId xmlns:a16="http://schemas.microsoft.com/office/drawing/2014/main" id="{CBAF210C-5A1D-387E-C8AD-5E2EAAD7A1BC}"/>
                </a:ext>
              </a:extLst>
            </p:cNvPr>
            <p:cNvSpPr/>
            <p:nvPr/>
          </p:nvSpPr>
          <p:spPr>
            <a:xfrm>
              <a:off x="4108720" y="1553209"/>
              <a:ext cx="23944" cy="23944"/>
            </a:xfrm>
            <a:prstGeom prst="ellipse">
              <a:avLst/>
            </a:prstGeom>
            <a:gradFill flip="none" rotWithShape="1">
              <a:gsLst>
                <a:gs pos="0">
                  <a:srgbClr val="EFF4FA"/>
                </a:gs>
                <a:gs pos="43000">
                  <a:srgbClr val="B1CCE7"/>
                </a:gs>
                <a:gs pos="100000">
                  <a:srgbClr val="83A5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83" name="ellipse_2174">
              <a:extLst>
                <a:ext uri="{FF2B5EF4-FFF2-40B4-BE49-F238E27FC236}">
                  <a16:creationId xmlns:a16="http://schemas.microsoft.com/office/drawing/2014/main" id="{68F1F797-91F4-9895-9F2F-567B8046EFE6}"/>
                </a:ext>
              </a:extLst>
            </p:cNvPr>
            <p:cNvSpPr/>
            <p:nvPr/>
          </p:nvSpPr>
          <p:spPr>
            <a:xfrm>
              <a:off x="4471741" y="1503867"/>
              <a:ext cx="25632" cy="25632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84" name="ellipse_2175">
              <a:extLst>
                <a:ext uri="{FF2B5EF4-FFF2-40B4-BE49-F238E27FC236}">
                  <a16:creationId xmlns:a16="http://schemas.microsoft.com/office/drawing/2014/main" id="{C875A74F-C6BF-307D-41C1-D3F643420D0B}"/>
                </a:ext>
              </a:extLst>
            </p:cNvPr>
            <p:cNvSpPr/>
            <p:nvPr/>
          </p:nvSpPr>
          <p:spPr>
            <a:xfrm>
              <a:off x="4318731" y="1540689"/>
              <a:ext cx="28238" cy="28238"/>
            </a:xfrm>
            <a:prstGeom prst="ellipse">
              <a:avLst/>
            </a:prstGeom>
            <a:gradFill flip="none" rotWithShape="1">
              <a:gsLst>
                <a:gs pos="0">
                  <a:srgbClr val="EDF4F9"/>
                </a:gs>
                <a:gs pos="43000">
                  <a:srgbClr val="ABC8E4"/>
                </a:gs>
                <a:gs pos="100000">
                  <a:srgbClr val="7CA1C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85" name="ellipse_2176">
              <a:extLst>
                <a:ext uri="{FF2B5EF4-FFF2-40B4-BE49-F238E27FC236}">
                  <a16:creationId xmlns:a16="http://schemas.microsoft.com/office/drawing/2014/main" id="{956E8994-B4A8-E1A5-ADC1-A8B013C54D2D}"/>
                </a:ext>
              </a:extLst>
            </p:cNvPr>
            <p:cNvSpPr/>
            <p:nvPr/>
          </p:nvSpPr>
          <p:spPr>
            <a:xfrm>
              <a:off x="4264380" y="1516974"/>
              <a:ext cx="22493" cy="22493"/>
            </a:xfrm>
            <a:prstGeom prst="ellipse">
              <a:avLst/>
            </a:prstGeom>
            <a:gradFill flip="none" rotWithShape="1">
              <a:gsLst>
                <a:gs pos="0">
                  <a:srgbClr val="E8F1F8"/>
                </a:gs>
                <a:gs pos="43000">
                  <a:srgbClr val="93BADD"/>
                </a:gs>
                <a:gs pos="100000">
                  <a:srgbClr val="6091B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86" name="ellipse_2177">
              <a:extLst>
                <a:ext uri="{FF2B5EF4-FFF2-40B4-BE49-F238E27FC236}">
                  <a16:creationId xmlns:a16="http://schemas.microsoft.com/office/drawing/2014/main" id="{B24A0048-89A4-1415-BFFE-CE16B6F50D72}"/>
                </a:ext>
              </a:extLst>
            </p:cNvPr>
            <p:cNvSpPr/>
            <p:nvPr/>
          </p:nvSpPr>
          <p:spPr>
            <a:xfrm>
              <a:off x="4223323" y="1483184"/>
              <a:ext cx="26490" cy="26490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EACD7"/>
                </a:gs>
                <a:gs pos="100000">
                  <a:srgbClr val="4881B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87" name="ellipse_2178">
              <a:extLst>
                <a:ext uri="{FF2B5EF4-FFF2-40B4-BE49-F238E27FC236}">
                  <a16:creationId xmlns:a16="http://schemas.microsoft.com/office/drawing/2014/main" id="{4154A699-FD6B-CE5A-9A71-F20D96A97FF9}"/>
                </a:ext>
              </a:extLst>
            </p:cNvPr>
            <p:cNvSpPr/>
            <p:nvPr/>
          </p:nvSpPr>
          <p:spPr>
            <a:xfrm>
              <a:off x="4401541" y="1664126"/>
              <a:ext cx="25319" cy="25319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4" name="ellipse_2179">
              <a:extLst>
                <a:ext uri="{FF2B5EF4-FFF2-40B4-BE49-F238E27FC236}">
                  <a16:creationId xmlns:a16="http://schemas.microsoft.com/office/drawing/2014/main" id="{F64B2506-ABFC-23F3-C6A2-C48D86D7015B}"/>
                </a:ext>
              </a:extLst>
            </p:cNvPr>
            <p:cNvSpPr/>
            <p:nvPr/>
          </p:nvSpPr>
          <p:spPr>
            <a:xfrm>
              <a:off x="4339068" y="1457481"/>
              <a:ext cx="35401" cy="35401"/>
            </a:xfrm>
            <a:prstGeom prst="ellipse">
              <a:avLst/>
            </a:prstGeom>
            <a:gradFill flip="none" rotWithShape="1">
              <a:gsLst>
                <a:gs pos="0">
                  <a:srgbClr val="FDFBFB"/>
                </a:gs>
                <a:gs pos="43000">
                  <a:srgbClr val="F5EAED"/>
                </a:gs>
                <a:gs pos="100000">
                  <a:srgbClr val="D1C8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5" name="ellipse_2180">
              <a:extLst>
                <a:ext uri="{FF2B5EF4-FFF2-40B4-BE49-F238E27FC236}">
                  <a16:creationId xmlns:a16="http://schemas.microsoft.com/office/drawing/2014/main" id="{35A85E14-0D31-E805-0279-59F1ABF48D81}"/>
                </a:ext>
              </a:extLst>
            </p:cNvPr>
            <p:cNvSpPr/>
            <p:nvPr/>
          </p:nvSpPr>
          <p:spPr>
            <a:xfrm>
              <a:off x="4147487" y="1616286"/>
              <a:ext cx="26099" cy="26099"/>
            </a:xfrm>
            <a:prstGeom prst="ellipse">
              <a:avLst/>
            </a:prstGeom>
            <a:gradFill flip="none" rotWithShape="1">
              <a:gsLst>
                <a:gs pos="0">
                  <a:srgbClr val="F4F8FB"/>
                </a:gs>
                <a:gs pos="43000">
                  <a:srgbClr val="C8DBED"/>
                </a:gs>
                <a:gs pos="100000">
                  <a:srgbClr val="9EB7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6" name="ellipse_2181">
              <a:extLst>
                <a:ext uri="{FF2B5EF4-FFF2-40B4-BE49-F238E27FC236}">
                  <a16:creationId xmlns:a16="http://schemas.microsoft.com/office/drawing/2014/main" id="{FE14C133-CFF1-2555-816E-9CE93C4EFE83}"/>
                </a:ext>
              </a:extLst>
            </p:cNvPr>
            <p:cNvSpPr/>
            <p:nvPr/>
          </p:nvSpPr>
          <p:spPr>
            <a:xfrm>
              <a:off x="4421275" y="1403443"/>
              <a:ext cx="35162" cy="35162"/>
            </a:xfrm>
            <a:prstGeom prst="ellipse">
              <a:avLst/>
            </a:prstGeom>
            <a:gradFill flip="none" rotWithShape="1">
              <a:gsLst>
                <a:gs pos="0">
                  <a:srgbClr val="FCF9FA"/>
                </a:gs>
                <a:gs pos="43000">
                  <a:srgbClr val="F3E3E6"/>
                </a:gs>
                <a:gs pos="100000">
                  <a:srgbClr val="CFC0C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7" name="ellipse_2182">
              <a:extLst>
                <a:ext uri="{FF2B5EF4-FFF2-40B4-BE49-F238E27FC236}">
                  <a16:creationId xmlns:a16="http://schemas.microsoft.com/office/drawing/2014/main" id="{6E9C6A3A-80B0-2DB2-7A33-8D33650FF042}"/>
                </a:ext>
              </a:extLst>
            </p:cNvPr>
            <p:cNvSpPr/>
            <p:nvPr/>
          </p:nvSpPr>
          <p:spPr>
            <a:xfrm>
              <a:off x="4115470" y="1492277"/>
              <a:ext cx="31229" cy="31229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7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8" name="ellipse_2183">
              <a:extLst>
                <a:ext uri="{FF2B5EF4-FFF2-40B4-BE49-F238E27FC236}">
                  <a16:creationId xmlns:a16="http://schemas.microsoft.com/office/drawing/2014/main" id="{163F935E-B8C8-556D-7D2D-E183341B7A3D}"/>
                </a:ext>
              </a:extLst>
            </p:cNvPr>
            <p:cNvSpPr/>
            <p:nvPr/>
          </p:nvSpPr>
          <p:spPr>
            <a:xfrm>
              <a:off x="4091744" y="1552009"/>
              <a:ext cx="22492" cy="22492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A0C2E1"/>
                </a:gs>
                <a:gs pos="100000">
                  <a:srgbClr val="6F9AC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89" name="ellipse_2184">
              <a:extLst>
                <a:ext uri="{FF2B5EF4-FFF2-40B4-BE49-F238E27FC236}">
                  <a16:creationId xmlns:a16="http://schemas.microsoft.com/office/drawing/2014/main" id="{F64BFA13-26C1-10CE-AF2A-C6888B805972}"/>
                </a:ext>
              </a:extLst>
            </p:cNvPr>
            <p:cNvSpPr/>
            <p:nvPr/>
          </p:nvSpPr>
          <p:spPr>
            <a:xfrm>
              <a:off x="4133493" y="1548733"/>
              <a:ext cx="25991" cy="25991"/>
            </a:xfrm>
            <a:prstGeom prst="ellipse">
              <a:avLst/>
            </a:prstGeom>
            <a:gradFill flip="none" rotWithShape="1">
              <a:gsLst>
                <a:gs pos="0">
                  <a:srgbClr val="F2F6FB"/>
                </a:gs>
                <a:gs pos="43000">
                  <a:srgbClr val="C0D6EB"/>
                </a:gs>
                <a:gs pos="100000">
                  <a:srgbClr val="94B1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0" name="ellipse_2185">
              <a:extLst>
                <a:ext uri="{FF2B5EF4-FFF2-40B4-BE49-F238E27FC236}">
                  <a16:creationId xmlns:a16="http://schemas.microsoft.com/office/drawing/2014/main" id="{20C96CBB-CD2C-9990-C02E-555FC827F695}"/>
                </a:ext>
              </a:extLst>
            </p:cNvPr>
            <p:cNvSpPr/>
            <p:nvPr/>
          </p:nvSpPr>
          <p:spPr>
            <a:xfrm>
              <a:off x="4250858" y="1579120"/>
              <a:ext cx="23959" cy="23959"/>
            </a:xfrm>
            <a:prstGeom prst="ellipse">
              <a:avLst/>
            </a:prstGeom>
            <a:gradFill flip="none" rotWithShape="1">
              <a:gsLst>
                <a:gs pos="0">
                  <a:srgbClr val="EFF5FA"/>
                </a:gs>
                <a:gs pos="43000">
                  <a:srgbClr val="B4CEE7"/>
                </a:gs>
                <a:gs pos="100000">
                  <a:srgbClr val="87A8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1" name="ellipse_2186">
              <a:extLst>
                <a:ext uri="{FF2B5EF4-FFF2-40B4-BE49-F238E27FC236}">
                  <a16:creationId xmlns:a16="http://schemas.microsoft.com/office/drawing/2014/main" id="{96863332-A759-E239-D882-E42231A1C740}"/>
                </a:ext>
              </a:extLst>
            </p:cNvPr>
            <p:cNvSpPr/>
            <p:nvPr/>
          </p:nvSpPr>
          <p:spPr>
            <a:xfrm>
              <a:off x="4273408" y="1643014"/>
              <a:ext cx="27291" cy="27291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0AED8"/>
                </a:gs>
                <a:gs pos="100000">
                  <a:srgbClr val="4B82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2" name="ellipse_2187">
              <a:extLst>
                <a:ext uri="{FF2B5EF4-FFF2-40B4-BE49-F238E27FC236}">
                  <a16:creationId xmlns:a16="http://schemas.microsoft.com/office/drawing/2014/main" id="{6EDC6573-704F-4C0D-6375-20D2FEA65389}"/>
                </a:ext>
              </a:extLst>
            </p:cNvPr>
            <p:cNvSpPr/>
            <p:nvPr/>
          </p:nvSpPr>
          <p:spPr>
            <a:xfrm>
              <a:off x="4321059" y="1463010"/>
              <a:ext cx="28730" cy="28730"/>
            </a:xfrm>
            <a:prstGeom prst="ellipse">
              <a:avLst/>
            </a:prstGeom>
            <a:gradFill flip="none" rotWithShape="1">
              <a:gsLst>
                <a:gs pos="0">
                  <a:srgbClr val="F7FAFC"/>
                </a:gs>
                <a:gs pos="43000">
                  <a:srgbClr val="D9E6F2"/>
                </a:gs>
                <a:gs pos="100000">
                  <a:srgbClr val="B1C3D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3" name="ellipse_2188">
              <a:extLst>
                <a:ext uri="{FF2B5EF4-FFF2-40B4-BE49-F238E27FC236}">
                  <a16:creationId xmlns:a16="http://schemas.microsoft.com/office/drawing/2014/main" id="{8CDBFD9D-1450-0345-5642-8391066D3121}"/>
                </a:ext>
              </a:extLst>
            </p:cNvPr>
            <p:cNvSpPr/>
            <p:nvPr/>
          </p:nvSpPr>
          <p:spPr>
            <a:xfrm>
              <a:off x="4421172" y="1439570"/>
              <a:ext cx="30726" cy="30726"/>
            </a:xfrm>
            <a:prstGeom prst="ellipse">
              <a:avLst/>
            </a:prstGeom>
            <a:gradFill flip="none" rotWithShape="1">
              <a:gsLst>
                <a:gs pos="0">
                  <a:srgbClr val="F8E3E4"/>
                </a:gs>
                <a:gs pos="43000">
                  <a:srgbClr val="DC797E"/>
                </a:gs>
                <a:gs pos="100000">
                  <a:srgbClr val="B5464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5" name="ellipse_2189">
              <a:extLst>
                <a:ext uri="{FF2B5EF4-FFF2-40B4-BE49-F238E27FC236}">
                  <a16:creationId xmlns:a16="http://schemas.microsoft.com/office/drawing/2014/main" id="{17ACC3FE-723D-D6F3-6C7F-2069FAC239E2}"/>
                </a:ext>
              </a:extLst>
            </p:cNvPr>
            <p:cNvSpPr/>
            <p:nvPr/>
          </p:nvSpPr>
          <p:spPr>
            <a:xfrm>
              <a:off x="4229887" y="1669778"/>
              <a:ext cx="23937" cy="23937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8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6" name="ellipse_2190">
              <a:extLst>
                <a:ext uri="{FF2B5EF4-FFF2-40B4-BE49-F238E27FC236}">
                  <a16:creationId xmlns:a16="http://schemas.microsoft.com/office/drawing/2014/main" id="{FE74B845-312D-E4A0-71EB-8321061B39B7}"/>
                </a:ext>
              </a:extLst>
            </p:cNvPr>
            <p:cNvSpPr/>
            <p:nvPr/>
          </p:nvSpPr>
          <p:spPr>
            <a:xfrm>
              <a:off x="4374353" y="1632975"/>
              <a:ext cx="24495" cy="24495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5A6D5"/>
                </a:gs>
                <a:gs pos="100000">
                  <a:srgbClr val="3E7A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7" name="ellipse_2191">
              <a:extLst>
                <a:ext uri="{FF2B5EF4-FFF2-40B4-BE49-F238E27FC236}">
                  <a16:creationId xmlns:a16="http://schemas.microsoft.com/office/drawing/2014/main" id="{8308B509-423C-55FA-1910-F659C5F59588}"/>
                </a:ext>
              </a:extLst>
            </p:cNvPr>
            <p:cNvSpPr/>
            <p:nvPr/>
          </p:nvSpPr>
          <p:spPr>
            <a:xfrm>
              <a:off x="4300902" y="1684368"/>
              <a:ext cx="24743" cy="24743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8" name="ellipse_2192">
              <a:extLst>
                <a:ext uri="{FF2B5EF4-FFF2-40B4-BE49-F238E27FC236}">
                  <a16:creationId xmlns:a16="http://schemas.microsoft.com/office/drawing/2014/main" id="{2C59B106-779A-534B-8092-A31763D71F73}"/>
                </a:ext>
              </a:extLst>
            </p:cNvPr>
            <p:cNvSpPr/>
            <p:nvPr/>
          </p:nvSpPr>
          <p:spPr>
            <a:xfrm>
              <a:off x="4211047" y="1622071"/>
              <a:ext cx="27475" cy="27475"/>
            </a:xfrm>
            <a:prstGeom prst="ellipse">
              <a:avLst/>
            </a:prstGeom>
            <a:gradFill flip="none" rotWithShape="1">
              <a:gsLst>
                <a:gs pos="0">
                  <a:srgbClr val="F0F5FA"/>
                </a:gs>
                <a:gs pos="43000">
                  <a:srgbClr val="B6CFE8"/>
                </a:gs>
                <a:gs pos="100000">
                  <a:srgbClr val="88A9C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9" name="ellipse_2193">
              <a:extLst>
                <a:ext uri="{FF2B5EF4-FFF2-40B4-BE49-F238E27FC236}">
                  <a16:creationId xmlns:a16="http://schemas.microsoft.com/office/drawing/2014/main" id="{C031B691-BB23-475F-DCF7-4B1B3DC81B51}"/>
                </a:ext>
              </a:extLst>
            </p:cNvPr>
            <p:cNvSpPr/>
            <p:nvPr/>
          </p:nvSpPr>
          <p:spPr>
            <a:xfrm>
              <a:off x="4395435" y="1581312"/>
              <a:ext cx="29624" cy="29624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EC0E1"/>
                </a:gs>
                <a:gs pos="100000">
                  <a:srgbClr val="6D98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0" name="ellipse_2194">
              <a:extLst>
                <a:ext uri="{FF2B5EF4-FFF2-40B4-BE49-F238E27FC236}">
                  <a16:creationId xmlns:a16="http://schemas.microsoft.com/office/drawing/2014/main" id="{67954850-A873-A27E-64F6-CB8A75A6D93B}"/>
                </a:ext>
              </a:extLst>
            </p:cNvPr>
            <p:cNvSpPr/>
            <p:nvPr/>
          </p:nvSpPr>
          <p:spPr>
            <a:xfrm>
              <a:off x="4048258" y="1480126"/>
              <a:ext cx="35829" cy="35829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1" name="ellipse_2195">
              <a:extLst>
                <a:ext uri="{FF2B5EF4-FFF2-40B4-BE49-F238E27FC236}">
                  <a16:creationId xmlns:a16="http://schemas.microsoft.com/office/drawing/2014/main" id="{2FE46DC1-A747-6AB0-4BEA-EA70EA71ACDB}"/>
                </a:ext>
              </a:extLst>
            </p:cNvPr>
            <p:cNvSpPr/>
            <p:nvPr/>
          </p:nvSpPr>
          <p:spPr>
            <a:xfrm>
              <a:off x="4492338" y="1548882"/>
              <a:ext cx="24345" cy="24345"/>
            </a:xfrm>
            <a:prstGeom prst="ellipse">
              <a:avLst/>
            </a:prstGeom>
            <a:gradFill flip="none" rotWithShape="1">
              <a:gsLst>
                <a:gs pos="0">
                  <a:srgbClr val="FBFCFD"/>
                </a:gs>
                <a:gs pos="43000">
                  <a:srgbClr val="EAF1F7"/>
                </a:gs>
                <a:gs pos="100000">
                  <a:srgbClr val="C5D0D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2" name="ellipse_2196">
              <a:extLst>
                <a:ext uri="{FF2B5EF4-FFF2-40B4-BE49-F238E27FC236}">
                  <a16:creationId xmlns:a16="http://schemas.microsoft.com/office/drawing/2014/main" id="{7C0060BB-A542-87D0-59B0-643FEBBF1075}"/>
                </a:ext>
              </a:extLst>
            </p:cNvPr>
            <p:cNvSpPr/>
            <p:nvPr/>
          </p:nvSpPr>
          <p:spPr>
            <a:xfrm>
              <a:off x="4303160" y="1607853"/>
              <a:ext cx="30281" cy="30281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4B0D9"/>
                </a:gs>
                <a:gs pos="100000">
                  <a:srgbClr val="4F85B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3" name="ellipse_2197">
              <a:extLst>
                <a:ext uri="{FF2B5EF4-FFF2-40B4-BE49-F238E27FC236}">
                  <a16:creationId xmlns:a16="http://schemas.microsoft.com/office/drawing/2014/main" id="{6E4F793E-AB1A-3BFD-FF9D-C720F8A7B449}"/>
                </a:ext>
              </a:extLst>
            </p:cNvPr>
            <p:cNvSpPr/>
            <p:nvPr/>
          </p:nvSpPr>
          <p:spPr>
            <a:xfrm>
              <a:off x="4353888" y="1597620"/>
              <a:ext cx="20715" cy="20715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6B1DA"/>
                </a:gs>
                <a:gs pos="100000">
                  <a:srgbClr val="52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4" name="ellipse_2198">
              <a:extLst>
                <a:ext uri="{FF2B5EF4-FFF2-40B4-BE49-F238E27FC236}">
                  <a16:creationId xmlns:a16="http://schemas.microsoft.com/office/drawing/2014/main" id="{AE89790B-A598-FB1F-7916-FF912D29226A}"/>
                </a:ext>
              </a:extLst>
            </p:cNvPr>
            <p:cNvSpPr/>
            <p:nvPr/>
          </p:nvSpPr>
          <p:spPr>
            <a:xfrm>
              <a:off x="4339685" y="1653492"/>
              <a:ext cx="30582" cy="30582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4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5" name="ellipse_2199">
              <a:extLst>
                <a:ext uri="{FF2B5EF4-FFF2-40B4-BE49-F238E27FC236}">
                  <a16:creationId xmlns:a16="http://schemas.microsoft.com/office/drawing/2014/main" id="{5F787D5E-6067-BDA0-62CA-CCA78D5E0DC4}"/>
                </a:ext>
              </a:extLst>
            </p:cNvPr>
            <p:cNvSpPr/>
            <p:nvPr/>
          </p:nvSpPr>
          <p:spPr>
            <a:xfrm>
              <a:off x="4211176" y="1555263"/>
              <a:ext cx="22426" cy="22426"/>
            </a:xfrm>
            <a:prstGeom prst="ellipse">
              <a:avLst/>
            </a:prstGeom>
            <a:gradFill flip="none" rotWithShape="1">
              <a:gsLst>
                <a:gs pos="0">
                  <a:srgbClr val="F3F7FB"/>
                </a:gs>
                <a:gs pos="43000">
                  <a:srgbClr val="C7DAED"/>
                </a:gs>
                <a:gs pos="100000">
                  <a:srgbClr val="9CB6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6" name="ellipse_2200">
              <a:extLst>
                <a:ext uri="{FF2B5EF4-FFF2-40B4-BE49-F238E27FC236}">
                  <a16:creationId xmlns:a16="http://schemas.microsoft.com/office/drawing/2014/main" id="{ED348BB9-71D2-93BE-7EC9-0A3B5D6BE459}"/>
                </a:ext>
              </a:extLst>
            </p:cNvPr>
            <p:cNvSpPr/>
            <p:nvPr/>
          </p:nvSpPr>
          <p:spPr>
            <a:xfrm>
              <a:off x="4462884" y="1435914"/>
              <a:ext cx="31220" cy="31220"/>
            </a:xfrm>
            <a:prstGeom prst="ellipse">
              <a:avLst/>
            </a:prstGeom>
            <a:gradFill flip="none" rotWithShape="1">
              <a:gsLst>
                <a:gs pos="0">
                  <a:srgbClr val="F8E6E7"/>
                </a:gs>
                <a:gs pos="43000">
                  <a:srgbClr val="DF878B"/>
                </a:gs>
                <a:gs pos="100000">
                  <a:srgbClr val="B8565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7" name="ellipse_2201">
              <a:extLst>
                <a:ext uri="{FF2B5EF4-FFF2-40B4-BE49-F238E27FC236}">
                  <a16:creationId xmlns:a16="http://schemas.microsoft.com/office/drawing/2014/main" id="{0DC43F44-4801-66E6-E123-81E32314AAEE}"/>
                </a:ext>
              </a:extLst>
            </p:cNvPr>
            <p:cNvSpPr/>
            <p:nvPr/>
          </p:nvSpPr>
          <p:spPr>
            <a:xfrm>
              <a:off x="4266414" y="1692646"/>
              <a:ext cx="20268" cy="20268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8" name="ellipse_2202">
              <a:extLst>
                <a:ext uri="{FF2B5EF4-FFF2-40B4-BE49-F238E27FC236}">
                  <a16:creationId xmlns:a16="http://schemas.microsoft.com/office/drawing/2014/main" id="{2B54A7A5-177F-16EC-93DE-9A94248966A3}"/>
                </a:ext>
              </a:extLst>
            </p:cNvPr>
            <p:cNvSpPr/>
            <p:nvPr/>
          </p:nvSpPr>
          <p:spPr>
            <a:xfrm>
              <a:off x="4483555" y="1615434"/>
              <a:ext cx="25340" cy="25340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7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09" name="ellipse_2203">
              <a:extLst>
                <a:ext uri="{FF2B5EF4-FFF2-40B4-BE49-F238E27FC236}">
                  <a16:creationId xmlns:a16="http://schemas.microsoft.com/office/drawing/2014/main" id="{C8B820E5-2668-ED67-2A77-AB361A40E0E9}"/>
                </a:ext>
              </a:extLst>
            </p:cNvPr>
            <p:cNvSpPr/>
            <p:nvPr/>
          </p:nvSpPr>
          <p:spPr>
            <a:xfrm>
              <a:off x="4529828" y="1504880"/>
              <a:ext cx="34733" cy="34733"/>
            </a:xfrm>
            <a:prstGeom prst="ellipse">
              <a:avLst/>
            </a:prstGeom>
            <a:gradFill flip="none" rotWithShape="1">
              <a:gsLst>
                <a:gs pos="0">
                  <a:srgbClr val="FDFCFD"/>
                </a:gs>
                <a:gs pos="43000">
                  <a:srgbClr val="F6F1F3"/>
                </a:gs>
                <a:gs pos="100000">
                  <a:srgbClr val="D3D0D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0" name="ellipse_2204">
              <a:extLst>
                <a:ext uri="{FF2B5EF4-FFF2-40B4-BE49-F238E27FC236}">
                  <a16:creationId xmlns:a16="http://schemas.microsoft.com/office/drawing/2014/main" id="{20E9FE46-6A50-D2C9-6A7D-6B1BB9ADD2E0}"/>
                </a:ext>
              </a:extLst>
            </p:cNvPr>
            <p:cNvSpPr/>
            <p:nvPr/>
          </p:nvSpPr>
          <p:spPr>
            <a:xfrm>
              <a:off x="4259420" y="1662443"/>
              <a:ext cx="32679" cy="32679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9A9D6"/>
                </a:gs>
                <a:gs pos="100000">
                  <a:srgbClr val="43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1" name="ellipse_2205">
              <a:extLst>
                <a:ext uri="{FF2B5EF4-FFF2-40B4-BE49-F238E27FC236}">
                  <a16:creationId xmlns:a16="http://schemas.microsoft.com/office/drawing/2014/main" id="{DF1C0A5F-A3F6-21EE-D1E8-F22F56D7A0D7}"/>
                </a:ext>
              </a:extLst>
            </p:cNvPr>
            <p:cNvSpPr/>
            <p:nvPr/>
          </p:nvSpPr>
          <p:spPr>
            <a:xfrm>
              <a:off x="4164350" y="1623047"/>
              <a:ext cx="36365" cy="36365"/>
            </a:xfrm>
            <a:prstGeom prst="ellipse">
              <a:avLst/>
            </a:prstGeom>
            <a:gradFill flip="none" rotWithShape="1">
              <a:gsLst>
                <a:gs pos="0">
                  <a:srgbClr val="F0F6FA"/>
                </a:gs>
                <a:gs pos="43000">
                  <a:srgbClr val="B9D2E9"/>
                </a:gs>
                <a:gs pos="100000">
                  <a:srgbClr val="8CACC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2" name="ellipse_2206">
              <a:extLst>
                <a:ext uri="{FF2B5EF4-FFF2-40B4-BE49-F238E27FC236}">
                  <a16:creationId xmlns:a16="http://schemas.microsoft.com/office/drawing/2014/main" id="{61D8C13F-26E6-8D44-2A5E-A7D74A523D7B}"/>
                </a:ext>
              </a:extLst>
            </p:cNvPr>
            <p:cNvSpPr/>
            <p:nvPr/>
          </p:nvSpPr>
          <p:spPr>
            <a:xfrm>
              <a:off x="4174720" y="1571707"/>
              <a:ext cx="20339" cy="20339"/>
            </a:xfrm>
            <a:prstGeom prst="ellipse">
              <a:avLst/>
            </a:prstGeom>
            <a:gradFill flip="none" rotWithShape="1">
              <a:gsLst>
                <a:gs pos="0">
                  <a:srgbClr val="FAFBFD"/>
                </a:gs>
                <a:gs pos="43000">
                  <a:srgbClr val="E6EEF6"/>
                </a:gs>
                <a:gs pos="100000">
                  <a:srgbClr val="C0CCD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3" name="ellipse_2207">
              <a:extLst>
                <a:ext uri="{FF2B5EF4-FFF2-40B4-BE49-F238E27FC236}">
                  <a16:creationId xmlns:a16="http://schemas.microsoft.com/office/drawing/2014/main" id="{4376C0A7-252A-BCFB-750F-BFBA115C3C29}"/>
                </a:ext>
              </a:extLst>
            </p:cNvPr>
            <p:cNvSpPr/>
            <p:nvPr/>
          </p:nvSpPr>
          <p:spPr>
            <a:xfrm>
              <a:off x="4442759" y="1467880"/>
              <a:ext cx="28267" cy="28267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4" name="ellipse_2208">
              <a:extLst>
                <a:ext uri="{FF2B5EF4-FFF2-40B4-BE49-F238E27FC236}">
                  <a16:creationId xmlns:a16="http://schemas.microsoft.com/office/drawing/2014/main" id="{5CD00EEA-2768-B706-47EE-724CC9CF6B97}"/>
                </a:ext>
              </a:extLst>
            </p:cNvPr>
            <p:cNvSpPr/>
            <p:nvPr/>
          </p:nvSpPr>
          <p:spPr>
            <a:xfrm>
              <a:off x="4216943" y="1625920"/>
              <a:ext cx="35489" cy="35489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5C5E3"/>
                </a:gs>
                <a:gs pos="100000">
                  <a:srgbClr val="759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5" name="ellipse_2209">
              <a:extLst>
                <a:ext uri="{FF2B5EF4-FFF2-40B4-BE49-F238E27FC236}">
                  <a16:creationId xmlns:a16="http://schemas.microsoft.com/office/drawing/2014/main" id="{75CD6437-B8B2-DE61-8192-9422D43F606C}"/>
                </a:ext>
              </a:extLst>
            </p:cNvPr>
            <p:cNvSpPr/>
            <p:nvPr/>
          </p:nvSpPr>
          <p:spPr>
            <a:xfrm>
              <a:off x="4372327" y="1669257"/>
              <a:ext cx="36395" cy="36395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6" name="ellipse_2210">
              <a:extLst>
                <a:ext uri="{FF2B5EF4-FFF2-40B4-BE49-F238E27FC236}">
                  <a16:creationId xmlns:a16="http://schemas.microsoft.com/office/drawing/2014/main" id="{0F5F4667-831D-7A8E-7FFC-532EACF1DFDE}"/>
                </a:ext>
              </a:extLst>
            </p:cNvPr>
            <p:cNvSpPr/>
            <p:nvPr/>
          </p:nvSpPr>
          <p:spPr>
            <a:xfrm>
              <a:off x="4169640" y="1618732"/>
              <a:ext cx="34055" cy="34055"/>
            </a:xfrm>
            <a:prstGeom prst="ellipse">
              <a:avLst/>
            </a:prstGeom>
            <a:gradFill flip="none" rotWithShape="1">
              <a:gsLst>
                <a:gs pos="0">
                  <a:srgbClr val="F2F7FB"/>
                </a:gs>
                <a:gs pos="43000">
                  <a:srgbClr val="C3D7EC"/>
                </a:gs>
                <a:gs pos="100000">
                  <a:srgbClr val="97B3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7" name="ellipse_2211">
              <a:extLst>
                <a:ext uri="{FF2B5EF4-FFF2-40B4-BE49-F238E27FC236}">
                  <a16:creationId xmlns:a16="http://schemas.microsoft.com/office/drawing/2014/main" id="{546FBFE9-0E41-34D1-648E-C7B4CD77B9F8}"/>
                </a:ext>
              </a:extLst>
            </p:cNvPr>
            <p:cNvSpPr/>
            <p:nvPr/>
          </p:nvSpPr>
          <p:spPr>
            <a:xfrm>
              <a:off x="4313792" y="1396283"/>
              <a:ext cx="29270" cy="29270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92B9DD"/>
                </a:gs>
                <a:gs pos="100000">
                  <a:srgbClr val="6090B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8" name="ellipse_2212">
              <a:extLst>
                <a:ext uri="{FF2B5EF4-FFF2-40B4-BE49-F238E27FC236}">
                  <a16:creationId xmlns:a16="http://schemas.microsoft.com/office/drawing/2014/main" id="{F8C7E69A-CC9F-E6EB-D4EA-CB428243683E}"/>
                </a:ext>
              </a:extLst>
            </p:cNvPr>
            <p:cNvSpPr/>
            <p:nvPr/>
          </p:nvSpPr>
          <p:spPr>
            <a:xfrm>
              <a:off x="4179309" y="1432837"/>
              <a:ext cx="30914" cy="30914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8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19" name="ellipse_2213">
              <a:extLst>
                <a:ext uri="{FF2B5EF4-FFF2-40B4-BE49-F238E27FC236}">
                  <a16:creationId xmlns:a16="http://schemas.microsoft.com/office/drawing/2014/main" id="{798E55FA-8BC3-9E35-88E6-7DD940DE12CB}"/>
                </a:ext>
              </a:extLst>
            </p:cNvPr>
            <p:cNvSpPr/>
            <p:nvPr/>
          </p:nvSpPr>
          <p:spPr>
            <a:xfrm>
              <a:off x="4119488" y="1533108"/>
              <a:ext cx="29184" cy="29184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5C5E3"/>
                </a:gs>
                <a:gs pos="100000">
                  <a:srgbClr val="759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0" name="ellipse_2214">
              <a:extLst>
                <a:ext uri="{FF2B5EF4-FFF2-40B4-BE49-F238E27FC236}">
                  <a16:creationId xmlns:a16="http://schemas.microsoft.com/office/drawing/2014/main" id="{943436ED-BF86-D0DD-EF21-34BA61C9CEA2}"/>
                </a:ext>
              </a:extLst>
            </p:cNvPr>
            <p:cNvSpPr/>
            <p:nvPr/>
          </p:nvSpPr>
          <p:spPr>
            <a:xfrm>
              <a:off x="4374279" y="1463343"/>
              <a:ext cx="31808" cy="31808"/>
            </a:xfrm>
            <a:prstGeom prst="ellipse">
              <a:avLst/>
            </a:prstGeom>
            <a:gradFill flip="none" rotWithShape="1">
              <a:gsLst>
                <a:gs pos="0">
                  <a:srgbClr val="F9EAEB"/>
                </a:gs>
                <a:gs pos="43000">
                  <a:srgbClr val="E49A9F"/>
                </a:gs>
                <a:gs pos="100000">
                  <a:srgbClr val="BD6C7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1" name="ellipse_2215">
              <a:extLst>
                <a:ext uri="{FF2B5EF4-FFF2-40B4-BE49-F238E27FC236}">
                  <a16:creationId xmlns:a16="http://schemas.microsoft.com/office/drawing/2014/main" id="{5673ADC9-07DF-4AA5-1D24-EBCB0C557A82}"/>
                </a:ext>
              </a:extLst>
            </p:cNvPr>
            <p:cNvSpPr/>
            <p:nvPr/>
          </p:nvSpPr>
          <p:spPr>
            <a:xfrm>
              <a:off x="4554980" y="1612685"/>
              <a:ext cx="33803" cy="33803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2" name="ellipse_2216">
              <a:extLst>
                <a:ext uri="{FF2B5EF4-FFF2-40B4-BE49-F238E27FC236}">
                  <a16:creationId xmlns:a16="http://schemas.microsoft.com/office/drawing/2014/main" id="{A34E67FF-1F5C-C0B3-054B-0D6495718CAA}"/>
                </a:ext>
              </a:extLst>
            </p:cNvPr>
            <p:cNvSpPr/>
            <p:nvPr/>
          </p:nvSpPr>
          <p:spPr>
            <a:xfrm>
              <a:off x="4259972" y="1386621"/>
              <a:ext cx="36239" cy="36239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9D5"/>
                </a:gs>
                <a:gs pos="100000">
                  <a:srgbClr val="42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3" name="ellipse_2217">
              <a:extLst>
                <a:ext uri="{FF2B5EF4-FFF2-40B4-BE49-F238E27FC236}">
                  <a16:creationId xmlns:a16="http://schemas.microsoft.com/office/drawing/2014/main" id="{9470DF9D-09CF-41B8-4373-27953A7F4E93}"/>
                </a:ext>
              </a:extLst>
            </p:cNvPr>
            <p:cNvSpPr/>
            <p:nvPr/>
          </p:nvSpPr>
          <p:spPr>
            <a:xfrm>
              <a:off x="4388705" y="1575308"/>
              <a:ext cx="32684" cy="32684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4C4E2"/>
                </a:gs>
                <a:gs pos="100000">
                  <a:srgbClr val="749C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4" name="ellipse_2218">
              <a:extLst>
                <a:ext uri="{FF2B5EF4-FFF2-40B4-BE49-F238E27FC236}">
                  <a16:creationId xmlns:a16="http://schemas.microsoft.com/office/drawing/2014/main" id="{85BAA9B1-043F-D9E0-13E2-71C8F28364B3}"/>
                </a:ext>
              </a:extLst>
            </p:cNvPr>
            <p:cNvSpPr/>
            <p:nvPr/>
          </p:nvSpPr>
          <p:spPr>
            <a:xfrm>
              <a:off x="4479568" y="1395923"/>
              <a:ext cx="34044" cy="34044"/>
            </a:xfrm>
            <a:prstGeom prst="ellipse">
              <a:avLst/>
            </a:prstGeom>
            <a:gradFill flip="none" rotWithShape="1">
              <a:gsLst>
                <a:gs pos="0">
                  <a:srgbClr val="FAFBFD"/>
                </a:gs>
                <a:gs pos="43000">
                  <a:srgbClr val="E6EEF6"/>
                </a:gs>
                <a:gs pos="100000">
                  <a:srgbClr val="C0CCD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5" name="ellipse_2219">
              <a:extLst>
                <a:ext uri="{FF2B5EF4-FFF2-40B4-BE49-F238E27FC236}">
                  <a16:creationId xmlns:a16="http://schemas.microsoft.com/office/drawing/2014/main" id="{C4BA6DFD-4762-67ED-BE5C-3CBEE172CC87}"/>
                </a:ext>
              </a:extLst>
            </p:cNvPr>
            <p:cNvSpPr/>
            <p:nvPr/>
          </p:nvSpPr>
          <p:spPr>
            <a:xfrm>
              <a:off x="4284660" y="1602255"/>
              <a:ext cx="21197" cy="21197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4BADE"/>
                </a:gs>
                <a:gs pos="100000">
                  <a:srgbClr val="6191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6" name="ellipse_2220">
              <a:extLst>
                <a:ext uri="{FF2B5EF4-FFF2-40B4-BE49-F238E27FC236}">
                  <a16:creationId xmlns:a16="http://schemas.microsoft.com/office/drawing/2014/main" id="{044D84F4-151D-CAF1-5DC9-2B5256F71C40}"/>
                </a:ext>
              </a:extLst>
            </p:cNvPr>
            <p:cNvSpPr/>
            <p:nvPr/>
          </p:nvSpPr>
          <p:spPr>
            <a:xfrm>
              <a:off x="4165774" y="1531813"/>
              <a:ext cx="25912" cy="25912"/>
            </a:xfrm>
            <a:prstGeom prst="ellipse">
              <a:avLst/>
            </a:prstGeom>
            <a:gradFill flip="none" rotWithShape="1">
              <a:gsLst>
                <a:gs pos="0">
                  <a:srgbClr val="EEF4FA"/>
                </a:gs>
                <a:gs pos="43000">
                  <a:srgbClr val="B0CCE6"/>
                </a:gs>
                <a:gs pos="100000">
                  <a:srgbClr val="82A5C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7" name="ellipse_2221">
              <a:extLst>
                <a:ext uri="{FF2B5EF4-FFF2-40B4-BE49-F238E27FC236}">
                  <a16:creationId xmlns:a16="http://schemas.microsoft.com/office/drawing/2014/main" id="{88102A71-532B-9B8B-FFE5-44FD31657D08}"/>
                </a:ext>
              </a:extLst>
            </p:cNvPr>
            <p:cNvSpPr/>
            <p:nvPr/>
          </p:nvSpPr>
          <p:spPr>
            <a:xfrm>
              <a:off x="4496640" y="1596997"/>
              <a:ext cx="32682" cy="32682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5B1DA"/>
                </a:gs>
                <a:gs pos="100000">
                  <a:srgbClr val="5186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8" name="ellipse_2222">
              <a:extLst>
                <a:ext uri="{FF2B5EF4-FFF2-40B4-BE49-F238E27FC236}">
                  <a16:creationId xmlns:a16="http://schemas.microsoft.com/office/drawing/2014/main" id="{6B6A354A-D269-9ED5-73FA-2621D0F7223E}"/>
                </a:ext>
              </a:extLst>
            </p:cNvPr>
            <p:cNvSpPr/>
            <p:nvPr/>
          </p:nvSpPr>
          <p:spPr>
            <a:xfrm>
              <a:off x="4080569" y="1562154"/>
              <a:ext cx="29306" cy="29306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2C3E2"/>
                </a:gs>
                <a:gs pos="100000">
                  <a:srgbClr val="729B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29" name="ellipse_2223">
              <a:extLst>
                <a:ext uri="{FF2B5EF4-FFF2-40B4-BE49-F238E27FC236}">
                  <a16:creationId xmlns:a16="http://schemas.microsoft.com/office/drawing/2014/main" id="{FB4EE0A9-EA85-323B-7675-2A27228A620E}"/>
                </a:ext>
              </a:extLst>
            </p:cNvPr>
            <p:cNvSpPr/>
            <p:nvPr/>
          </p:nvSpPr>
          <p:spPr>
            <a:xfrm>
              <a:off x="4109818" y="1517906"/>
              <a:ext cx="20219" cy="20219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9B3DA"/>
                </a:gs>
                <a:gs pos="100000">
                  <a:srgbClr val="5588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0" name="ellipse_2224">
              <a:extLst>
                <a:ext uri="{FF2B5EF4-FFF2-40B4-BE49-F238E27FC236}">
                  <a16:creationId xmlns:a16="http://schemas.microsoft.com/office/drawing/2014/main" id="{663A6652-382B-DF80-AB69-5E2CE94AD43A}"/>
                </a:ext>
              </a:extLst>
            </p:cNvPr>
            <p:cNvSpPr/>
            <p:nvPr/>
          </p:nvSpPr>
          <p:spPr>
            <a:xfrm>
              <a:off x="4485896" y="1407592"/>
              <a:ext cx="26944" cy="26944"/>
            </a:xfrm>
            <a:prstGeom prst="ellipse">
              <a:avLst/>
            </a:prstGeom>
            <a:gradFill flip="none" rotWithShape="1">
              <a:gsLst>
                <a:gs pos="0">
                  <a:srgbClr val="FDFDFE"/>
                </a:gs>
                <a:gs pos="43000">
                  <a:srgbClr val="F7F6F8"/>
                </a:gs>
                <a:gs pos="100000">
                  <a:srgbClr val="D4D5D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1" name="ellipse_2225">
              <a:extLst>
                <a:ext uri="{FF2B5EF4-FFF2-40B4-BE49-F238E27FC236}">
                  <a16:creationId xmlns:a16="http://schemas.microsoft.com/office/drawing/2014/main" id="{A310925E-5A97-F199-20B8-9E5545E009CB}"/>
                </a:ext>
              </a:extLst>
            </p:cNvPr>
            <p:cNvSpPr/>
            <p:nvPr/>
          </p:nvSpPr>
          <p:spPr>
            <a:xfrm>
              <a:off x="4195814" y="1538945"/>
              <a:ext cx="28500" cy="28500"/>
            </a:xfrm>
            <a:prstGeom prst="ellipse">
              <a:avLst/>
            </a:prstGeom>
            <a:gradFill flip="none" rotWithShape="1">
              <a:gsLst>
                <a:gs pos="0">
                  <a:srgbClr val="F1F6FA"/>
                </a:gs>
                <a:gs pos="43000">
                  <a:srgbClr val="BAD2E9"/>
                </a:gs>
                <a:gs pos="100000">
                  <a:srgbClr val="8DACC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2" name="ellipse_2226">
              <a:extLst>
                <a:ext uri="{FF2B5EF4-FFF2-40B4-BE49-F238E27FC236}">
                  <a16:creationId xmlns:a16="http://schemas.microsoft.com/office/drawing/2014/main" id="{62BD5DCB-8C80-2135-13FE-6DBEE4DFE80F}"/>
                </a:ext>
              </a:extLst>
            </p:cNvPr>
            <p:cNvSpPr/>
            <p:nvPr/>
          </p:nvSpPr>
          <p:spPr>
            <a:xfrm>
              <a:off x="4140216" y="1445463"/>
              <a:ext cx="30909" cy="30909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8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3" name="ellipse_2227">
              <a:extLst>
                <a:ext uri="{FF2B5EF4-FFF2-40B4-BE49-F238E27FC236}">
                  <a16:creationId xmlns:a16="http://schemas.microsoft.com/office/drawing/2014/main" id="{4885C875-9F25-4A83-3A80-B8110A477D93}"/>
                </a:ext>
              </a:extLst>
            </p:cNvPr>
            <p:cNvSpPr/>
            <p:nvPr/>
          </p:nvSpPr>
          <p:spPr>
            <a:xfrm>
              <a:off x="4218177" y="1435070"/>
              <a:ext cx="24835" cy="24835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4" name="ellipse_2228">
              <a:extLst>
                <a:ext uri="{FF2B5EF4-FFF2-40B4-BE49-F238E27FC236}">
                  <a16:creationId xmlns:a16="http://schemas.microsoft.com/office/drawing/2014/main" id="{9AADBC38-F1CE-ACFA-1A66-D4CACA9F0D55}"/>
                </a:ext>
              </a:extLst>
            </p:cNvPr>
            <p:cNvSpPr/>
            <p:nvPr/>
          </p:nvSpPr>
          <p:spPr>
            <a:xfrm>
              <a:off x="4396992" y="1424174"/>
              <a:ext cx="31572" cy="31572"/>
            </a:xfrm>
            <a:prstGeom prst="ellipse">
              <a:avLst/>
            </a:prstGeom>
            <a:gradFill flip="none" rotWithShape="1">
              <a:gsLst>
                <a:gs pos="0">
                  <a:srgbClr val="FBF1F2"/>
                </a:gs>
                <a:gs pos="43000">
                  <a:srgbClr val="EBBDC1"/>
                </a:gs>
                <a:gs pos="100000">
                  <a:srgbClr val="C6959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5" name="ellipse_2229">
              <a:extLst>
                <a:ext uri="{FF2B5EF4-FFF2-40B4-BE49-F238E27FC236}">
                  <a16:creationId xmlns:a16="http://schemas.microsoft.com/office/drawing/2014/main" id="{A3CB04FC-7EF9-9814-5494-45869D3A10DF}"/>
                </a:ext>
              </a:extLst>
            </p:cNvPr>
            <p:cNvSpPr/>
            <p:nvPr/>
          </p:nvSpPr>
          <p:spPr>
            <a:xfrm>
              <a:off x="4450606" y="1519243"/>
              <a:ext cx="22570" cy="22570"/>
            </a:xfrm>
            <a:prstGeom prst="ellipse">
              <a:avLst/>
            </a:prstGeom>
            <a:gradFill flip="none" rotWithShape="1">
              <a:gsLst>
                <a:gs pos="0">
                  <a:srgbClr val="F9E6E7"/>
                </a:gs>
                <a:gs pos="43000">
                  <a:srgbClr val="E0898E"/>
                </a:gs>
                <a:gs pos="100000">
                  <a:srgbClr val="B9586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6" name="ellipse_2230">
              <a:extLst>
                <a:ext uri="{FF2B5EF4-FFF2-40B4-BE49-F238E27FC236}">
                  <a16:creationId xmlns:a16="http://schemas.microsoft.com/office/drawing/2014/main" id="{165C81E3-9494-BC1B-644C-A932FAEF7689}"/>
                </a:ext>
              </a:extLst>
            </p:cNvPr>
            <p:cNvSpPr/>
            <p:nvPr/>
          </p:nvSpPr>
          <p:spPr>
            <a:xfrm>
              <a:off x="4493511" y="1391803"/>
              <a:ext cx="30887" cy="30887"/>
            </a:xfrm>
            <a:prstGeom prst="ellipse">
              <a:avLst/>
            </a:prstGeom>
            <a:gradFill flip="none" rotWithShape="1">
              <a:gsLst>
                <a:gs pos="0">
                  <a:srgbClr val="F4F8FC"/>
                </a:gs>
                <a:gs pos="43000">
                  <a:srgbClr val="CDDEEE"/>
                </a:gs>
                <a:gs pos="100000">
                  <a:srgbClr val="A3BAD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7" name="ellipse_2231">
              <a:extLst>
                <a:ext uri="{FF2B5EF4-FFF2-40B4-BE49-F238E27FC236}">
                  <a16:creationId xmlns:a16="http://schemas.microsoft.com/office/drawing/2014/main" id="{C1A15862-7843-0903-9B7F-6672313E616A}"/>
                </a:ext>
              </a:extLst>
            </p:cNvPr>
            <p:cNvSpPr/>
            <p:nvPr/>
          </p:nvSpPr>
          <p:spPr>
            <a:xfrm>
              <a:off x="4365893" y="1649463"/>
              <a:ext cx="23524" cy="23524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8" name="ellipse_2232">
              <a:extLst>
                <a:ext uri="{FF2B5EF4-FFF2-40B4-BE49-F238E27FC236}">
                  <a16:creationId xmlns:a16="http://schemas.microsoft.com/office/drawing/2014/main" id="{A5E18D4D-240E-33DB-9275-F71888C39874}"/>
                </a:ext>
              </a:extLst>
            </p:cNvPr>
            <p:cNvSpPr/>
            <p:nvPr/>
          </p:nvSpPr>
          <p:spPr>
            <a:xfrm>
              <a:off x="4343626" y="1628381"/>
              <a:ext cx="24226" cy="24226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7A8D5"/>
                </a:gs>
                <a:gs pos="100000">
                  <a:srgbClr val="40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39" name="ellipse_2233">
              <a:extLst>
                <a:ext uri="{FF2B5EF4-FFF2-40B4-BE49-F238E27FC236}">
                  <a16:creationId xmlns:a16="http://schemas.microsoft.com/office/drawing/2014/main" id="{9E08A4D3-47B2-3E3C-F56B-3C2EBB0BEA0E}"/>
                </a:ext>
              </a:extLst>
            </p:cNvPr>
            <p:cNvSpPr/>
            <p:nvPr/>
          </p:nvSpPr>
          <p:spPr>
            <a:xfrm>
              <a:off x="4369163" y="1423006"/>
              <a:ext cx="20129" cy="20129"/>
            </a:xfrm>
            <a:prstGeom prst="ellipse">
              <a:avLst/>
            </a:prstGeom>
            <a:gradFill flip="none" rotWithShape="1">
              <a:gsLst>
                <a:gs pos="0">
                  <a:srgbClr val="FCFDFE"/>
                </a:gs>
                <a:gs pos="43000">
                  <a:srgbClr val="F2F6FA"/>
                </a:gs>
                <a:gs pos="100000">
                  <a:srgbClr val="CED5D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0" name="ellipse_2234">
              <a:extLst>
                <a:ext uri="{FF2B5EF4-FFF2-40B4-BE49-F238E27FC236}">
                  <a16:creationId xmlns:a16="http://schemas.microsoft.com/office/drawing/2014/main" id="{459C3B9E-E2F5-6CF3-83B3-1A26B997E906}"/>
                </a:ext>
              </a:extLst>
            </p:cNvPr>
            <p:cNvSpPr/>
            <p:nvPr/>
          </p:nvSpPr>
          <p:spPr>
            <a:xfrm>
              <a:off x="4319544" y="1450468"/>
              <a:ext cx="22903" cy="22903"/>
            </a:xfrm>
            <a:prstGeom prst="ellipse">
              <a:avLst/>
            </a:prstGeom>
            <a:gradFill flip="none" rotWithShape="1">
              <a:gsLst>
                <a:gs pos="0">
                  <a:srgbClr val="F3F7FB"/>
                </a:gs>
                <a:gs pos="43000">
                  <a:srgbClr val="C7DAED"/>
                </a:gs>
                <a:gs pos="100000">
                  <a:srgbClr val="9CB6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1" name="ellipse_2235">
              <a:extLst>
                <a:ext uri="{FF2B5EF4-FFF2-40B4-BE49-F238E27FC236}">
                  <a16:creationId xmlns:a16="http://schemas.microsoft.com/office/drawing/2014/main" id="{5277A39F-C374-D9FF-9739-397D268471C7}"/>
                </a:ext>
              </a:extLst>
            </p:cNvPr>
            <p:cNvSpPr/>
            <p:nvPr/>
          </p:nvSpPr>
          <p:spPr>
            <a:xfrm>
              <a:off x="4341136" y="1630187"/>
              <a:ext cx="33821" cy="33821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5A6D5"/>
                </a:gs>
                <a:gs pos="100000">
                  <a:srgbClr val="3E7A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2" name="ellipse_2236">
              <a:extLst>
                <a:ext uri="{FF2B5EF4-FFF2-40B4-BE49-F238E27FC236}">
                  <a16:creationId xmlns:a16="http://schemas.microsoft.com/office/drawing/2014/main" id="{B4BB1C8C-80E6-95BC-98FE-819650E11841}"/>
                </a:ext>
              </a:extLst>
            </p:cNvPr>
            <p:cNvSpPr/>
            <p:nvPr/>
          </p:nvSpPr>
          <p:spPr>
            <a:xfrm>
              <a:off x="4161225" y="1530942"/>
              <a:ext cx="25121" cy="25121"/>
            </a:xfrm>
            <a:prstGeom prst="ellipse">
              <a:avLst/>
            </a:prstGeom>
            <a:gradFill flip="none" rotWithShape="1">
              <a:gsLst>
                <a:gs pos="0">
                  <a:srgbClr val="EEF4FA"/>
                </a:gs>
                <a:gs pos="43000">
                  <a:srgbClr val="ADCAE5"/>
                </a:gs>
                <a:gs pos="100000">
                  <a:srgbClr val="7EA3C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3" name="ellipse_2237">
              <a:extLst>
                <a:ext uri="{FF2B5EF4-FFF2-40B4-BE49-F238E27FC236}">
                  <a16:creationId xmlns:a16="http://schemas.microsoft.com/office/drawing/2014/main" id="{9BF8758E-23D1-DA8D-62B4-7304328E6CB9}"/>
                </a:ext>
              </a:extLst>
            </p:cNvPr>
            <p:cNvSpPr/>
            <p:nvPr/>
          </p:nvSpPr>
          <p:spPr>
            <a:xfrm>
              <a:off x="4203426" y="1536802"/>
              <a:ext cx="26566" cy="26566"/>
            </a:xfrm>
            <a:prstGeom prst="ellipse">
              <a:avLst/>
            </a:prstGeom>
            <a:gradFill flip="none" rotWithShape="1">
              <a:gsLst>
                <a:gs pos="0">
                  <a:srgbClr val="EFF5FA"/>
                </a:gs>
                <a:gs pos="43000">
                  <a:srgbClr val="B3CDE7"/>
                </a:gs>
                <a:gs pos="100000">
                  <a:srgbClr val="85A7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4" name="ellipse_2238">
              <a:extLst>
                <a:ext uri="{FF2B5EF4-FFF2-40B4-BE49-F238E27FC236}">
                  <a16:creationId xmlns:a16="http://schemas.microsoft.com/office/drawing/2014/main" id="{98DD6168-B6F8-0F3E-C751-50EAEC9417BC}"/>
                </a:ext>
              </a:extLst>
            </p:cNvPr>
            <p:cNvSpPr/>
            <p:nvPr/>
          </p:nvSpPr>
          <p:spPr>
            <a:xfrm>
              <a:off x="4482696" y="1603333"/>
              <a:ext cx="28320" cy="28320"/>
            </a:xfrm>
            <a:prstGeom prst="ellipse">
              <a:avLst/>
            </a:prstGeom>
            <a:gradFill flip="none" rotWithShape="1">
              <a:gsLst>
                <a:gs pos="0">
                  <a:srgbClr val="E6EEF7"/>
                </a:gs>
                <a:gs pos="43000">
                  <a:srgbClr val="85B0D9"/>
                </a:gs>
                <a:gs pos="100000">
                  <a:srgbClr val="5085B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5" name="ellipse_2239">
              <a:extLst>
                <a:ext uri="{FF2B5EF4-FFF2-40B4-BE49-F238E27FC236}">
                  <a16:creationId xmlns:a16="http://schemas.microsoft.com/office/drawing/2014/main" id="{0CCC6EFC-B965-A40E-6B24-46177439F60D}"/>
                </a:ext>
              </a:extLst>
            </p:cNvPr>
            <p:cNvSpPr/>
            <p:nvPr/>
          </p:nvSpPr>
          <p:spPr>
            <a:xfrm>
              <a:off x="4197066" y="1522229"/>
              <a:ext cx="22601" cy="22601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DC0E0"/>
                </a:gs>
                <a:gs pos="100000">
                  <a:srgbClr val="6C97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6" name="ellipse_2240">
              <a:extLst>
                <a:ext uri="{FF2B5EF4-FFF2-40B4-BE49-F238E27FC236}">
                  <a16:creationId xmlns:a16="http://schemas.microsoft.com/office/drawing/2014/main" id="{D2E1D790-87A0-4EF7-5696-493D3BAEED82}"/>
                </a:ext>
              </a:extLst>
            </p:cNvPr>
            <p:cNvSpPr/>
            <p:nvPr/>
          </p:nvSpPr>
          <p:spPr>
            <a:xfrm>
              <a:off x="4144638" y="1578773"/>
              <a:ext cx="26817" cy="26817"/>
            </a:xfrm>
            <a:prstGeom prst="ellipse">
              <a:avLst/>
            </a:prstGeom>
            <a:gradFill flip="none" rotWithShape="1">
              <a:gsLst>
                <a:gs pos="0">
                  <a:srgbClr val="F9FBFD"/>
                </a:gs>
                <a:gs pos="43000">
                  <a:srgbClr val="E4ECF6"/>
                </a:gs>
                <a:gs pos="100000">
                  <a:srgbClr val="BDCBD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447" name="ellipse_2241">
              <a:extLst>
                <a:ext uri="{FF2B5EF4-FFF2-40B4-BE49-F238E27FC236}">
                  <a16:creationId xmlns:a16="http://schemas.microsoft.com/office/drawing/2014/main" id="{1BB65BC0-36BA-DE1A-FB4F-58B296009F03}"/>
                </a:ext>
              </a:extLst>
            </p:cNvPr>
            <p:cNvSpPr/>
            <p:nvPr/>
          </p:nvSpPr>
          <p:spPr>
            <a:xfrm>
              <a:off x="4441221" y="1606601"/>
              <a:ext cx="26804" cy="26804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5B1DA"/>
                </a:gs>
                <a:gs pos="100000">
                  <a:srgbClr val="5186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62" name="ellipse_2242">
              <a:extLst>
                <a:ext uri="{FF2B5EF4-FFF2-40B4-BE49-F238E27FC236}">
                  <a16:creationId xmlns:a16="http://schemas.microsoft.com/office/drawing/2014/main" id="{05B973C4-E33E-C993-E8EA-1E0E1F4323DB}"/>
                </a:ext>
              </a:extLst>
            </p:cNvPr>
            <p:cNvSpPr/>
            <p:nvPr/>
          </p:nvSpPr>
          <p:spPr>
            <a:xfrm>
              <a:off x="4334837" y="1431903"/>
              <a:ext cx="27902" cy="27902"/>
            </a:xfrm>
            <a:prstGeom prst="ellipse">
              <a:avLst/>
            </a:prstGeom>
            <a:gradFill flip="none" rotWithShape="1">
              <a:gsLst>
                <a:gs pos="0">
                  <a:srgbClr val="F6F9FC"/>
                </a:gs>
                <a:gs pos="43000">
                  <a:srgbClr val="D5E4F1"/>
                </a:gs>
                <a:gs pos="100000">
                  <a:srgbClr val="ADC1D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63" name="ellipse_2243">
              <a:extLst>
                <a:ext uri="{FF2B5EF4-FFF2-40B4-BE49-F238E27FC236}">
                  <a16:creationId xmlns:a16="http://schemas.microsoft.com/office/drawing/2014/main" id="{FADD0359-619F-37C0-CF0B-7C6232A755D9}"/>
                </a:ext>
              </a:extLst>
            </p:cNvPr>
            <p:cNvSpPr/>
            <p:nvPr/>
          </p:nvSpPr>
          <p:spPr>
            <a:xfrm>
              <a:off x="4400306" y="1450110"/>
              <a:ext cx="32534" cy="32534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64" name="ellipse_2244">
              <a:extLst>
                <a:ext uri="{FF2B5EF4-FFF2-40B4-BE49-F238E27FC236}">
                  <a16:creationId xmlns:a16="http://schemas.microsoft.com/office/drawing/2014/main" id="{C94A07E0-08C8-607E-7646-1B7001A91480}"/>
                </a:ext>
              </a:extLst>
            </p:cNvPr>
            <p:cNvSpPr/>
            <p:nvPr/>
          </p:nvSpPr>
          <p:spPr>
            <a:xfrm>
              <a:off x="4216796" y="1447370"/>
              <a:ext cx="23756" cy="23756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5A6D5"/>
                </a:gs>
                <a:gs pos="100000">
                  <a:srgbClr val="3E7A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65" name="ellipse_2245">
              <a:extLst>
                <a:ext uri="{FF2B5EF4-FFF2-40B4-BE49-F238E27FC236}">
                  <a16:creationId xmlns:a16="http://schemas.microsoft.com/office/drawing/2014/main" id="{8633BD27-8F47-B109-7846-7C5AF152EC66}"/>
                </a:ext>
              </a:extLst>
            </p:cNvPr>
            <p:cNvSpPr/>
            <p:nvPr/>
          </p:nvSpPr>
          <p:spPr>
            <a:xfrm>
              <a:off x="4370480" y="1659527"/>
              <a:ext cx="19803" cy="19803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66" name="ellipse_2246">
              <a:extLst>
                <a:ext uri="{FF2B5EF4-FFF2-40B4-BE49-F238E27FC236}">
                  <a16:creationId xmlns:a16="http://schemas.microsoft.com/office/drawing/2014/main" id="{E3C3D0C5-6C1D-EF8E-C195-0558841CD90C}"/>
                </a:ext>
              </a:extLst>
            </p:cNvPr>
            <p:cNvSpPr/>
            <p:nvPr/>
          </p:nvSpPr>
          <p:spPr>
            <a:xfrm>
              <a:off x="4529718" y="1436043"/>
              <a:ext cx="27552" cy="27552"/>
            </a:xfrm>
            <a:prstGeom prst="ellipse">
              <a:avLst/>
            </a:prstGeom>
            <a:gradFill flip="none" rotWithShape="1">
              <a:gsLst>
                <a:gs pos="0">
                  <a:srgbClr val="FDFCFD"/>
                </a:gs>
                <a:gs pos="43000">
                  <a:srgbClr val="F6F3F6"/>
                </a:gs>
                <a:gs pos="100000">
                  <a:srgbClr val="D3D2D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67" name="ellipse_2247">
              <a:extLst>
                <a:ext uri="{FF2B5EF4-FFF2-40B4-BE49-F238E27FC236}">
                  <a16:creationId xmlns:a16="http://schemas.microsoft.com/office/drawing/2014/main" id="{DD2935A8-CB58-0570-A4FE-F8F376618415}"/>
                </a:ext>
              </a:extLst>
            </p:cNvPr>
            <p:cNvSpPr/>
            <p:nvPr/>
          </p:nvSpPr>
          <p:spPr>
            <a:xfrm>
              <a:off x="4155808" y="1608147"/>
              <a:ext cx="21024" cy="21024"/>
            </a:xfrm>
            <a:prstGeom prst="ellipse">
              <a:avLst/>
            </a:prstGeom>
            <a:gradFill flip="none" rotWithShape="1">
              <a:gsLst>
                <a:gs pos="0">
                  <a:srgbClr val="F7FAFC"/>
                </a:gs>
                <a:gs pos="43000">
                  <a:srgbClr val="D9E6F2"/>
                </a:gs>
                <a:gs pos="100000">
                  <a:srgbClr val="B1C3D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69" name="ellipse_2248">
              <a:extLst>
                <a:ext uri="{FF2B5EF4-FFF2-40B4-BE49-F238E27FC236}">
                  <a16:creationId xmlns:a16="http://schemas.microsoft.com/office/drawing/2014/main" id="{6139F520-D11F-45F1-5715-EAEFC3C89AF7}"/>
                </a:ext>
              </a:extLst>
            </p:cNvPr>
            <p:cNvSpPr/>
            <p:nvPr/>
          </p:nvSpPr>
          <p:spPr>
            <a:xfrm>
              <a:off x="4430114" y="1433963"/>
              <a:ext cx="19388" cy="19388"/>
            </a:xfrm>
            <a:prstGeom prst="ellipse">
              <a:avLst/>
            </a:prstGeom>
            <a:gradFill flip="none" rotWithShape="1">
              <a:gsLst>
                <a:gs pos="0">
                  <a:srgbClr val="F9EAEB"/>
                </a:gs>
                <a:gs pos="43000">
                  <a:srgbClr val="E3999D"/>
                </a:gs>
                <a:gs pos="100000">
                  <a:srgbClr val="BD6A7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70" name="ellipse_2249">
              <a:extLst>
                <a:ext uri="{FF2B5EF4-FFF2-40B4-BE49-F238E27FC236}">
                  <a16:creationId xmlns:a16="http://schemas.microsoft.com/office/drawing/2014/main" id="{39A25E0A-E4FB-BEA0-9086-5AE5A8A0BD61}"/>
                </a:ext>
              </a:extLst>
            </p:cNvPr>
            <p:cNvSpPr/>
            <p:nvPr/>
          </p:nvSpPr>
          <p:spPr>
            <a:xfrm>
              <a:off x="4348582" y="1617385"/>
              <a:ext cx="30384" cy="30384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9A9D6"/>
                </a:gs>
                <a:gs pos="100000">
                  <a:srgbClr val="43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71" name="ellipse_2250">
              <a:extLst>
                <a:ext uri="{FF2B5EF4-FFF2-40B4-BE49-F238E27FC236}">
                  <a16:creationId xmlns:a16="http://schemas.microsoft.com/office/drawing/2014/main" id="{CFF63D33-C8DE-3AE4-96DC-C33DCF14B850}"/>
                </a:ext>
              </a:extLst>
            </p:cNvPr>
            <p:cNvSpPr/>
            <p:nvPr/>
          </p:nvSpPr>
          <p:spPr>
            <a:xfrm>
              <a:off x="4463319" y="1574688"/>
              <a:ext cx="25872" cy="25872"/>
            </a:xfrm>
            <a:prstGeom prst="ellipse">
              <a:avLst/>
            </a:prstGeom>
            <a:gradFill flip="none" rotWithShape="1">
              <a:gsLst>
                <a:gs pos="0">
                  <a:srgbClr val="F0F5FA"/>
                </a:gs>
                <a:gs pos="43000">
                  <a:srgbClr val="B5CFE7"/>
                </a:gs>
                <a:gs pos="100000">
                  <a:srgbClr val="88A9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72" name="ellipse_2251">
              <a:extLst>
                <a:ext uri="{FF2B5EF4-FFF2-40B4-BE49-F238E27FC236}">
                  <a16:creationId xmlns:a16="http://schemas.microsoft.com/office/drawing/2014/main" id="{FF9734A1-D2A3-20C8-D108-189C58B9A4DB}"/>
                </a:ext>
              </a:extLst>
            </p:cNvPr>
            <p:cNvSpPr/>
            <p:nvPr/>
          </p:nvSpPr>
          <p:spPr>
            <a:xfrm>
              <a:off x="4531596" y="1568921"/>
              <a:ext cx="28919" cy="28919"/>
            </a:xfrm>
            <a:prstGeom prst="ellipse">
              <a:avLst/>
            </a:prstGeom>
            <a:gradFill flip="none" rotWithShape="1">
              <a:gsLst>
                <a:gs pos="0">
                  <a:srgbClr val="EAF1F8"/>
                </a:gs>
                <a:gs pos="43000">
                  <a:srgbClr val="99BDDF"/>
                </a:gs>
                <a:gs pos="100000">
                  <a:srgbClr val="6895B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73" name="ellipse_2252">
              <a:extLst>
                <a:ext uri="{FF2B5EF4-FFF2-40B4-BE49-F238E27FC236}">
                  <a16:creationId xmlns:a16="http://schemas.microsoft.com/office/drawing/2014/main" id="{54FCB694-8C42-7ED3-7121-3C72390BAA89}"/>
                </a:ext>
              </a:extLst>
            </p:cNvPr>
            <p:cNvSpPr/>
            <p:nvPr/>
          </p:nvSpPr>
          <p:spPr>
            <a:xfrm>
              <a:off x="4374229" y="1660093"/>
              <a:ext cx="34954" cy="34954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74" name="ellipse_2253">
              <a:extLst>
                <a:ext uri="{FF2B5EF4-FFF2-40B4-BE49-F238E27FC236}">
                  <a16:creationId xmlns:a16="http://schemas.microsoft.com/office/drawing/2014/main" id="{DD2C7A19-0CA1-0E1E-030D-0175D72DC9D0}"/>
                </a:ext>
              </a:extLst>
            </p:cNvPr>
            <p:cNvSpPr/>
            <p:nvPr/>
          </p:nvSpPr>
          <p:spPr>
            <a:xfrm>
              <a:off x="4263352" y="1508604"/>
              <a:ext cx="27274" cy="27274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92B8DD"/>
                </a:gs>
                <a:gs pos="100000">
                  <a:srgbClr val="608FB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75" name="ellipse_2254">
              <a:extLst>
                <a:ext uri="{FF2B5EF4-FFF2-40B4-BE49-F238E27FC236}">
                  <a16:creationId xmlns:a16="http://schemas.microsoft.com/office/drawing/2014/main" id="{320F5523-7DF8-D91A-B970-69463EC221DA}"/>
                </a:ext>
              </a:extLst>
            </p:cNvPr>
            <p:cNvSpPr/>
            <p:nvPr/>
          </p:nvSpPr>
          <p:spPr>
            <a:xfrm>
              <a:off x="4379064" y="1465078"/>
              <a:ext cx="29615" cy="29615"/>
            </a:xfrm>
            <a:prstGeom prst="ellipse">
              <a:avLst/>
            </a:prstGeom>
            <a:gradFill flip="none" rotWithShape="1">
              <a:gsLst>
                <a:gs pos="0">
                  <a:srgbClr val="F9E8E9"/>
                </a:gs>
                <a:gs pos="43000">
                  <a:srgbClr val="E19296"/>
                </a:gs>
                <a:gs pos="100000">
                  <a:srgbClr val="BB626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76" name="ellipse_2255">
              <a:extLst>
                <a:ext uri="{FF2B5EF4-FFF2-40B4-BE49-F238E27FC236}">
                  <a16:creationId xmlns:a16="http://schemas.microsoft.com/office/drawing/2014/main" id="{51E39C98-4DDB-CC10-F570-0C91D2C4ADAE}"/>
                </a:ext>
              </a:extLst>
            </p:cNvPr>
            <p:cNvSpPr/>
            <p:nvPr/>
          </p:nvSpPr>
          <p:spPr>
            <a:xfrm>
              <a:off x="4333679" y="1393440"/>
              <a:ext cx="26335" cy="26335"/>
            </a:xfrm>
            <a:prstGeom prst="ellipse">
              <a:avLst/>
            </a:prstGeom>
            <a:gradFill flip="none" rotWithShape="1">
              <a:gsLst>
                <a:gs pos="0">
                  <a:srgbClr val="EAF2F9"/>
                </a:gs>
                <a:gs pos="43000">
                  <a:srgbClr val="9CBFE0"/>
                </a:gs>
                <a:gs pos="100000">
                  <a:srgbClr val="6A96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77" name="ellipse_2256">
              <a:extLst>
                <a:ext uri="{FF2B5EF4-FFF2-40B4-BE49-F238E27FC236}">
                  <a16:creationId xmlns:a16="http://schemas.microsoft.com/office/drawing/2014/main" id="{1C614C15-7124-BBC5-20CC-64D6F1641AA0}"/>
                </a:ext>
              </a:extLst>
            </p:cNvPr>
            <p:cNvSpPr/>
            <p:nvPr/>
          </p:nvSpPr>
          <p:spPr>
            <a:xfrm>
              <a:off x="4603700" y="1511648"/>
              <a:ext cx="33300" cy="33300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DB6DC"/>
                </a:gs>
                <a:gs pos="100000">
                  <a:srgbClr val="59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78" name="ellipse_2257">
              <a:extLst>
                <a:ext uri="{FF2B5EF4-FFF2-40B4-BE49-F238E27FC236}">
                  <a16:creationId xmlns:a16="http://schemas.microsoft.com/office/drawing/2014/main" id="{61E8506A-2871-146C-00BD-053DFC912CB2}"/>
                </a:ext>
              </a:extLst>
            </p:cNvPr>
            <p:cNvSpPr/>
            <p:nvPr/>
          </p:nvSpPr>
          <p:spPr>
            <a:xfrm>
              <a:off x="4612515" y="1554699"/>
              <a:ext cx="35513" cy="35513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9A9D6"/>
                </a:gs>
                <a:gs pos="100000">
                  <a:srgbClr val="43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79" name="ellipse_2258">
              <a:extLst>
                <a:ext uri="{FF2B5EF4-FFF2-40B4-BE49-F238E27FC236}">
                  <a16:creationId xmlns:a16="http://schemas.microsoft.com/office/drawing/2014/main" id="{69690C88-D9FF-8618-5EE9-8CEB8217809E}"/>
                </a:ext>
              </a:extLst>
            </p:cNvPr>
            <p:cNvSpPr/>
            <p:nvPr/>
          </p:nvSpPr>
          <p:spPr>
            <a:xfrm>
              <a:off x="4293316" y="1609491"/>
              <a:ext cx="35894" cy="35894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5B1DA"/>
                </a:gs>
                <a:gs pos="100000">
                  <a:srgbClr val="5186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80" name="ellipse_2259">
              <a:extLst>
                <a:ext uri="{FF2B5EF4-FFF2-40B4-BE49-F238E27FC236}">
                  <a16:creationId xmlns:a16="http://schemas.microsoft.com/office/drawing/2014/main" id="{571C977A-E67C-1F61-220D-53A30DD460F8}"/>
                </a:ext>
              </a:extLst>
            </p:cNvPr>
            <p:cNvSpPr/>
            <p:nvPr/>
          </p:nvSpPr>
          <p:spPr>
            <a:xfrm>
              <a:off x="4465841" y="1446603"/>
              <a:ext cx="29343" cy="29343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81" name="ellipse_2260">
              <a:extLst>
                <a:ext uri="{FF2B5EF4-FFF2-40B4-BE49-F238E27FC236}">
                  <a16:creationId xmlns:a16="http://schemas.microsoft.com/office/drawing/2014/main" id="{F9EFC1BF-C769-9CF2-7C9F-BDC15D33E5DD}"/>
                </a:ext>
              </a:extLst>
            </p:cNvPr>
            <p:cNvSpPr/>
            <p:nvPr/>
          </p:nvSpPr>
          <p:spPr>
            <a:xfrm>
              <a:off x="4395565" y="1451343"/>
              <a:ext cx="34062" cy="34062"/>
            </a:xfrm>
            <a:prstGeom prst="ellipse">
              <a:avLst/>
            </a:prstGeom>
            <a:gradFill flip="none" rotWithShape="1">
              <a:gsLst>
                <a:gs pos="0">
                  <a:srgbClr val="F8E3E4"/>
                </a:gs>
                <a:gs pos="43000">
                  <a:srgbClr val="DC797E"/>
                </a:gs>
                <a:gs pos="100000">
                  <a:srgbClr val="B5464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82" name="ellipse_2261">
              <a:extLst>
                <a:ext uri="{FF2B5EF4-FFF2-40B4-BE49-F238E27FC236}">
                  <a16:creationId xmlns:a16="http://schemas.microsoft.com/office/drawing/2014/main" id="{DF3C3406-4CE9-02D3-9C42-59E214FB4515}"/>
                </a:ext>
              </a:extLst>
            </p:cNvPr>
            <p:cNvSpPr/>
            <p:nvPr/>
          </p:nvSpPr>
          <p:spPr>
            <a:xfrm>
              <a:off x="4447971" y="1453977"/>
              <a:ext cx="20526" cy="20526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83" name="ellipse_2262">
              <a:extLst>
                <a:ext uri="{FF2B5EF4-FFF2-40B4-BE49-F238E27FC236}">
                  <a16:creationId xmlns:a16="http://schemas.microsoft.com/office/drawing/2014/main" id="{BD65A638-A04E-E9FD-79E9-FA36FC3BF670}"/>
                </a:ext>
              </a:extLst>
            </p:cNvPr>
            <p:cNvSpPr/>
            <p:nvPr/>
          </p:nvSpPr>
          <p:spPr>
            <a:xfrm>
              <a:off x="4414105" y="1439212"/>
              <a:ext cx="23231" cy="23231"/>
            </a:xfrm>
            <a:prstGeom prst="ellipse">
              <a:avLst/>
            </a:prstGeom>
            <a:gradFill flip="none" rotWithShape="1">
              <a:gsLst>
                <a:gs pos="0">
                  <a:srgbClr val="F9E8E8"/>
                </a:gs>
                <a:gs pos="43000">
                  <a:srgbClr val="E18F93"/>
                </a:gs>
                <a:gs pos="100000">
                  <a:srgbClr val="BA5F6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84" name="ellipse_2263">
              <a:extLst>
                <a:ext uri="{FF2B5EF4-FFF2-40B4-BE49-F238E27FC236}">
                  <a16:creationId xmlns:a16="http://schemas.microsoft.com/office/drawing/2014/main" id="{081EAF63-D400-7A35-8FB8-07E6714E9E12}"/>
                </a:ext>
              </a:extLst>
            </p:cNvPr>
            <p:cNvSpPr/>
            <p:nvPr/>
          </p:nvSpPr>
          <p:spPr>
            <a:xfrm>
              <a:off x="4382949" y="1613377"/>
              <a:ext cx="25360" cy="25360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8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85" name="ellipse_2264">
              <a:extLst>
                <a:ext uri="{FF2B5EF4-FFF2-40B4-BE49-F238E27FC236}">
                  <a16:creationId xmlns:a16="http://schemas.microsoft.com/office/drawing/2014/main" id="{3CC76112-BE8D-A80E-91AC-D1D7BE58AF01}"/>
                </a:ext>
              </a:extLst>
            </p:cNvPr>
            <p:cNvSpPr/>
            <p:nvPr/>
          </p:nvSpPr>
          <p:spPr>
            <a:xfrm>
              <a:off x="4431400" y="1599480"/>
              <a:ext cx="21660" cy="21660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8FB7DC"/>
                </a:gs>
                <a:gs pos="100000">
                  <a:srgbClr val="5C8DB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86" name="ellipse_2265">
              <a:extLst>
                <a:ext uri="{FF2B5EF4-FFF2-40B4-BE49-F238E27FC236}">
                  <a16:creationId xmlns:a16="http://schemas.microsoft.com/office/drawing/2014/main" id="{A4395364-F91C-14CA-9724-B3C73809CB4E}"/>
                </a:ext>
              </a:extLst>
            </p:cNvPr>
            <p:cNvSpPr/>
            <p:nvPr/>
          </p:nvSpPr>
          <p:spPr>
            <a:xfrm>
              <a:off x="4137969" y="1490081"/>
              <a:ext cx="25196" cy="25196"/>
            </a:xfrm>
            <a:prstGeom prst="ellipse">
              <a:avLst/>
            </a:prstGeom>
            <a:gradFill flip="none" rotWithShape="1">
              <a:gsLst>
                <a:gs pos="0">
                  <a:srgbClr val="E4EDF7"/>
                </a:gs>
                <a:gs pos="43000">
                  <a:srgbClr val="7CABD7"/>
                </a:gs>
                <a:gs pos="100000">
                  <a:srgbClr val="467F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87" name="ellipse_2266">
              <a:extLst>
                <a:ext uri="{FF2B5EF4-FFF2-40B4-BE49-F238E27FC236}">
                  <a16:creationId xmlns:a16="http://schemas.microsoft.com/office/drawing/2014/main" id="{A2872257-0BB0-2A18-9066-28537467583E}"/>
                </a:ext>
              </a:extLst>
            </p:cNvPr>
            <p:cNvSpPr/>
            <p:nvPr/>
          </p:nvSpPr>
          <p:spPr>
            <a:xfrm>
              <a:off x="4390923" y="1523400"/>
              <a:ext cx="28756" cy="28756"/>
            </a:xfrm>
            <a:prstGeom prst="ellipse">
              <a:avLst/>
            </a:prstGeom>
            <a:gradFill flip="none" rotWithShape="1">
              <a:gsLst>
                <a:gs pos="0">
                  <a:srgbClr val="FBF3F4"/>
                </a:gs>
                <a:gs pos="43000">
                  <a:srgbClr val="EDC6CA"/>
                </a:gs>
                <a:gs pos="100000">
                  <a:srgbClr val="C89FA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88" name="ellipse_2267">
              <a:extLst>
                <a:ext uri="{FF2B5EF4-FFF2-40B4-BE49-F238E27FC236}">
                  <a16:creationId xmlns:a16="http://schemas.microsoft.com/office/drawing/2014/main" id="{39C4AA20-3496-DB2C-0E33-965B7211E4CE}"/>
                </a:ext>
              </a:extLst>
            </p:cNvPr>
            <p:cNvSpPr/>
            <p:nvPr/>
          </p:nvSpPr>
          <p:spPr>
            <a:xfrm>
              <a:off x="4421907" y="1413437"/>
              <a:ext cx="21785" cy="21785"/>
            </a:xfrm>
            <a:prstGeom prst="ellipse">
              <a:avLst/>
            </a:prstGeom>
            <a:gradFill flip="none" rotWithShape="1">
              <a:gsLst>
                <a:gs pos="0">
                  <a:srgbClr val="FCF8F8"/>
                </a:gs>
                <a:gs pos="43000">
                  <a:srgbClr val="F1DCDF"/>
                </a:gs>
                <a:gs pos="100000">
                  <a:srgbClr val="CDB8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89" name="ellipse_2268">
              <a:extLst>
                <a:ext uri="{FF2B5EF4-FFF2-40B4-BE49-F238E27FC236}">
                  <a16:creationId xmlns:a16="http://schemas.microsoft.com/office/drawing/2014/main" id="{5875BB7F-5215-25B1-31AD-067AB46C358E}"/>
                </a:ext>
              </a:extLst>
            </p:cNvPr>
            <p:cNvSpPr/>
            <p:nvPr/>
          </p:nvSpPr>
          <p:spPr>
            <a:xfrm>
              <a:off x="4389016" y="1638974"/>
              <a:ext cx="32977" cy="3297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C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90" name="ellipse_2269">
              <a:extLst>
                <a:ext uri="{FF2B5EF4-FFF2-40B4-BE49-F238E27FC236}">
                  <a16:creationId xmlns:a16="http://schemas.microsoft.com/office/drawing/2014/main" id="{428A93DB-9865-0D8B-8399-1C88FF28C9FB}"/>
                </a:ext>
              </a:extLst>
            </p:cNvPr>
            <p:cNvSpPr/>
            <p:nvPr/>
          </p:nvSpPr>
          <p:spPr>
            <a:xfrm>
              <a:off x="4134968" y="1559389"/>
              <a:ext cx="34498" cy="34498"/>
            </a:xfrm>
            <a:prstGeom prst="ellipse">
              <a:avLst/>
            </a:prstGeom>
            <a:gradFill flip="none" rotWithShape="1">
              <a:gsLst>
                <a:gs pos="0">
                  <a:srgbClr val="F6F9FC"/>
                </a:gs>
                <a:gs pos="43000">
                  <a:srgbClr val="D6E4F1"/>
                </a:gs>
                <a:gs pos="100000">
                  <a:srgbClr val="AEC1D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91" name="ellipse_2270">
              <a:extLst>
                <a:ext uri="{FF2B5EF4-FFF2-40B4-BE49-F238E27FC236}">
                  <a16:creationId xmlns:a16="http://schemas.microsoft.com/office/drawing/2014/main" id="{1A077BCD-689D-A3A0-6BCB-A8832DE77AAB}"/>
                </a:ext>
              </a:extLst>
            </p:cNvPr>
            <p:cNvSpPr/>
            <p:nvPr/>
          </p:nvSpPr>
          <p:spPr>
            <a:xfrm>
              <a:off x="4362437" y="1655067"/>
              <a:ext cx="32745" cy="32745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92" name="ellipse_2271">
              <a:extLst>
                <a:ext uri="{FF2B5EF4-FFF2-40B4-BE49-F238E27FC236}">
                  <a16:creationId xmlns:a16="http://schemas.microsoft.com/office/drawing/2014/main" id="{7F6EDE4E-AFD7-273C-AD23-660C8F1B85B5}"/>
                </a:ext>
              </a:extLst>
            </p:cNvPr>
            <p:cNvSpPr/>
            <p:nvPr/>
          </p:nvSpPr>
          <p:spPr>
            <a:xfrm>
              <a:off x="4190384" y="1452612"/>
              <a:ext cx="23442" cy="23442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C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93" name="ellipse_2272">
              <a:extLst>
                <a:ext uri="{FF2B5EF4-FFF2-40B4-BE49-F238E27FC236}">
                  <a16:creationId xmlns:a16="http://schemas.microsoft.com/office/drawing/2014/main" id="{91EEF8AF-FE60-F3E9-7395-192CA6D3E6F8}"/>
                </a:ext>
              </a:extLst>
            </p:cNvPr>
            <p:cNvSpPr/>
            <p:nvPr/>
          </p:nvSpPr>
          <p:spPr>
            <a:xfrm>
              <a:off x="4191528" y="1431318"/>
              <a:ext cx="28918" cy="28918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94" name="ellipse_2273">
              <a:extLst>
                <a:ext uri="{FF2B5EF4-FFF2-40B4-BE49-F238E27FC236}">
                  <a16:creationId xmlns:a16="http://schemas.microsoft.com/office/drawing/2014/main" id="{A8D226A1-9B0D-BEDB-C2A7-AAFB715BDC67}"/>
                </a:ext>
              </a:extLst>
            </p:cNvPr>
            <p:cNvSpPr/>
            <p:nvPr/>
          </p:nvSpPr>
          <p:spPr>
            <a:xfrm>
              <a:off x="4069030" y="1464721"/>
              <a:ext cx="29833" cy="29833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8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95" name="ellipse_2274">
              <a:extLst>
                <a:ext uri="{FF2B5EF4-FFF2-40B4-BE49-F238E27FC236}">
                  <a16:creationId xmlns:a16="http://schemas.microsoft.com/office/drawing/2014/main" id="{6928A11E-DEF1-F8B1-C715-9C29D70E5A71}"/>
                </a:ext>
              </a:extLst>
            </p:cNvPr>
            <p:cNvSpPr/>
            <p:nvPr/>
          </p:nvSpPr>
          <p:spPr>
            <a:xfrm>
              <a:off x="4366890" y="1406820"/>
              <a:ext cx="36480" cy="36480"/>
            </a:xfrm>
            <a:prstGeom prst="ellipse">
              <a:avLst/>
            </a:prstGeom>
            <a:gradFill flip="none" rotWithShape="1">
              <a:gsLst>
                <a:gs pos="0">
                  <a:srgbClr val="FAFCFD"/>
                </a:gs>
                <a:gs pos="43000">
                  <a:srgbClr val="E8EFF6"/>
                </a:gs>
                <a:gs pos="100000">
                  <a:srgbClr val="C2CED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96" name="ellipse_2275">
              <a:extLst>
                <a:ext uri="{FF2B5EF4-FFF2-40B4-BE49-F238E27FC236}">
                  <a16:creationId xmlns:a16="http://schemas.microsoft.com/office/drawing/2014/main" id="{D7483899-C3EC-01CF-F0CA-63EC32FCC071}"/>
                </a:ext>
              </a:extLst>
            </p:cNvPr>
            <p:cNvSpPr/>
            <p:nvPr/>
          </p:nvSpPr>
          <p:spPr>
            <a:xfrm>
              <a:off x="4539539" y="1639101"/>
              <a:ext cx="31994" cy="31994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97" name="ellipse_2276">
              <a:extLst>
                <a:ext uri="{FF2B5EF4-FFF2-40B4-BE49-F238E27FC236}">
                  <a16:creationId xmlns:a16="http://schemas.microsoft.com/office/drawing/2014/main" id="{C84C09E7-3242-C96D-BF1A-627C6C598FBD}"/>
                </a:ext>
              </a:extLst>
            </p:cNvPr>
            <p:cNvSpPr/>
            <p:nvPr/>
          </p:nvSpPr>
          <p:spPr>
            <a:xfrm>
              <a:off x="4549589" y="1539226"/>
              <a:ext cx="29499" cy="29499"/>
            </a:xfrm>
            <a:prstGeom prst="ellipse">
              <a:avLst/>
            </a:prstGeom>
            <a:gradFill flip="none" rotWithShape="1">
              <a:gsLst>
                <a:gs pos="0">
                  <a:srgbClr val="EFF4FA"/>
                </a:gs>
                <a:gs pos="43000">
                  <a:srgbClr val="B2CDE7"/>
                </a:gs>
                <a:gs pos="100000">
                  <a:srgbClr val="84A6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98" name="ellipse_2277">
              <a:extLst>
                <a:ext uri="{FF2B5EF4-FFF2-40B4-BE49-F238E27FC236}">
                  <a16:creationId xmlns:a16="http://schemas.microsoft.com/office/drawing/2014/main" id="{134B8FAA-749B-E14B-C3AD-AD5E994955BE}"/>
                </a:ext>
              </a:extLst>
            </p:cNvPr>
            <p:cNvSpPr/>
            <p:nvPr/>
          </p:nvSpPr>
          <p:spPr>
            <a:xfrm>
              <a:off x="4446293" y="1479918"/>
              <a:ext cx="27511" cy="27511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199" name="ellipse_2278">
              <a:extLst>
                <a:ext uri="{FF2B5EF4-FFF2-40B4-BE49-F238E27FC236}">
                  <a16:creationId xmlns:a16="http://schemas.microsoft.com/office/drawing/2014/main" id="{1C93A032-3B6D-0B2A-2F53-953154383383}"/>
                </a:ext>
              </a:extLst>
            </p:cNvPr>
            <p:cNvSpPr/>
            <p:nvPr/>
          </p:nvSpPr>
          <p:spPr>
            <a:xfrm>
              <a:off x="4355108" y="1592089"/>
              <a:ext cx="22851" cy="22851"/>
            </a:xfrm>
            <a:prstGeom prst="ellipse">
              <a:avLst/>
            </a:prstGeom>
            <a:gradFill flip="none" rotWithShape="1">
              <a:gsLst>
                <a:gs pos="0">
                  <a:srgbClr val="E7EFF7"/>
                </a:gs>
                <a:gs pos="43000">
                  <a:srgbClr val="8AB3DA"/>
                </a:gs>
                <a:gs pos="100000">
                  <a:srgbClr val="5689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12" name="ellipse_2279">
              <a:extLst>
                <a:ext uri="{FF2B5EF4-FFF2-40B4-BE49-F238E27FC236}">
                  <a16:creationId xmlns:a16="http://schemas.microsoft.com/office/drawing/2014/main" id="{AB384778-9B01-255B-B290-8BC9C492BD60}"/>
                </a:ext>
              </a:extLst>
            </p:cNvPr>
            <p:cNvSpPr/>
            <p:nvPr/>
          </p:nvSpPr>
          <p:spPr>
            <a:xfrm>
              <a:off x="4334201" y="1374235"/>
              <a:ext cx="33937" cy="33937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EB6DC"/>
                </a:gs>
                <a:gs pos="100000">
                  <a:srgbClr val="5B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13" name="ellipse_2280">
              <a:extLst>
                <a:ext uri="{FF2B5EF4-FFF2-40B4-BE49-F238E27FC236}">
                  <a16:creationId xmlns:a16="http://schemas.microsoft.com/office/drawing/2014/main" id="{90D39678-CEAD-68E6-6593-4F7B6D3FECD1}"/>
                </a:ext>
              </a:extLst>
            </p:cNvPr>
            <p:cNvSpPr/>
            <p:nvPr/>
          </p:nvSpPr>
          <p:spPr>
            <a:xfrm>
              <a:off x="4208173" y="1505071"/>
              <a:ext cx="28611" cy="28611"/>
            </a:xfrm>
            <a:prstGeom prst="ellipse">
              <a:avLst/>
            </a:prstGeom>
            <a:gradFill flip="none" rotWithShape="1">
              <a:gsLst>
                <a:gs pos="0">
                  <a:srgbClr val="E7EFF8"/>
                </a:gs>
                <a:gs pos="43000">
                  <a:srgbClr val="8BB4DB"/>
                </a:gs>
                <a:gs pos="100000">
                  <a:srgbClr val="578AB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14" name="ellipse_2281">
              <a:extLst>
                <a:ext uri="{FF2B5EF4-FFF2-40B4-BE49-F238E27FC236}">
                  <a16:creationId xmlns:a16="http://schemas.microsoft.com/office/drawing/2014/main" id="{D9228C88-118D-DD8E-06FA-6AFCF4DB447F}"/>
                </a:ext>
              </a:extLst>
            </p:cNvPr>
            <p:cNvSpPr/>
            <p:nvPr/>
          </p:nvSpPr>
          <p:spPr>
            <a:xfrm>
              <a:off x="4351038" y="1462430"/>
              <a:ext cx="22124" cy="22124"/>
            </a:xfrm>
            <a:prstGeom prst="ellipse">
              <a:avLst/>
            </a:prstGeom>
            <a:gradFill flip="none" rotWithShape="1">
              <a:gsLst>
                <a:gs pos="0">
                  <a:srgbClr val="FCF9F9"/>
                </a:gs>
                <a:gs pos="43000">
                  <a:srgbClr val="F2E0E2"/>
                </a:gs>
                <a:gs pos="100000">
                  <a:srgbClr val="CEB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15" name="ellipse_2282">
              <a:extLst>
                <a:ext uri="{FF2B5EF4-FFF2-40B4-BE49-F238E27FC236}">
                  <a16:creationId xmlns:a16="http://schemas.microsoft.com/office/drawing/2014/main" id="{C48C7379-0D10-F966-6CA7-0C765C999F46}"/>
                </a:ext>
              </a:extLst>
            </p:cNvPr>
            <p:cNvSpPr/>
            <p:nvPr/>
          </p:nvSpPr>
          <p:spPr>
            <a:xfrm>
              <a:off x="4165466" y="1438010"/>
              <a:ext cx="20358" cy="20358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16" name="ellipse_2283">
              <a:extLst>
                <a:ext uri="{FF2B5EF4-FFF2-40B4-BE49-F238E27FC236}">
                  <a16:creationId xmlns:a16="http://schemas.microsoft.com/office/drawing/2014/main" id="{0A87DC36-99E5-817D-28E2-49B60F2D994C}"/>
                </a:ext>
              </a:extLst>
            </p:cNvPr>
            <p:cNvSpPr/>
            <p:nvPr/>
          </p:nvSpPr>
          <p:spPr>
            <a:xfrm>
              <a:off x="4536548" y="1543850"/>
              <a:ext cx="20077" cy="20077"/>
            </a:xfrm>
            <a:prstGeom prst="ellipse">
              <a:avLst/>
            </a:prstGeom>
            <a:gradFill flip="none" rotWithShape="1">
              <a:gsLst>
                <a:gs pos="0">
                  <a:srgbClr val="F4F8FB"/>
                </a:gs>
                <a:gs pos="43000">
                  <a:srgbClr val="C8DBED"/>
                </a:gs>
                <a:gs pos="100000">
                  <a:srgbClr val="9EB7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17" name="ellipse_2284">
              <a:extLst>
                <a:ext uri="{FF2B5EF4-FFF2-40B4-BE49-F238E27FC236}">
                  <a16:creationId xmlns:a16="http://schemas.microsoft.com/office/drawing/2014/main" id="{DF3D286F-B78A-9474-1B72-8B2C35BF57D2}"/>
                </a:ext>
              </a:extLst>
            </p:cNvPr>
            <p:cNvSpPr/>
            <p:nvPr/>
          </p:nvSpPr>
          <p:spPr>
            <a:xfrm>
              <a:off x="4385205" y="1582957"/>
              <a:ext cx="35418" cy="35418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5BBDE"/>
                </a:gs>
                <a:gs pos="100000">
                  <a:srgbClr val="6391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18" name="ellipse_2285">
              <a:extLst>
                <a:ext uri="{FF2B5EF4-FFF2-40B4-BE49-F238E27FC236}">
                  <a16:creationId xmlns:a16="http://schemas.microsoft.com/office/drawing/2014/main" id="{17D84210-03C2-6350-6A2B-F6BE3103F06C}"/>
                </a:ext>
              </a:extLst>
            </p:cNvPr>
            <p:cNvSpPr/>
            <p:nvPr/>
          </p:nvSpPr>
          <p:spPr>
            <a:xfrm>
              <a:off x="4454362" y="1598960"/>
              <a:ext cx="22052" cy="22052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90B7DC"/>
                </a:gs>
                <a:gs pos="100000">
                  <a:srgbClr val="5D8DB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19" name="ellipse_2286">
              <a:extLst>
                <a:ext uri="{FF2B5EF4-FFF2-40B4-BE49-F238E27FC236}">
                  <a16:creationId xmlns:a16="http://schemas.microsoft.com/office/drawing/2014/main" id="{33AD64E7-F0CE-645E-B031-1EA866047727}"/>
                </a:ext>
              </a:extLst>
            </p:cNvPr>
            <p:cNvSpPr/>
            <p:nvPr/>
          </p:nvSpPr>
          <p:spPr>
            <a:xfrm>
              <a:off x="4291069" y="1582444"/>
              <a:ext cx="24245" cy="24245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5BBDE"/>
                </a:gs>
                <a:gs pos="100000">
                  <a:srgbClr val="6391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20" name="ellipse_2287">
              <a:extLst>
                <a:ext uri="{FF2B5EF4-FFF2-40B4-BE49-F238E27FC236}">
                  <a16:creationId xmlns:a16="http://schemas.microsoft.com/office/drawing/2014/main" id="{96B0600E-AC2C-1B1F-233F-0CC65CEED765}"/>
                </a:ext>
              </a:extLst>
            </p:cNvPr>
            <p:cNvSpPr/>
            <p:nvPr/>
          </p:nvSpPr>
          <p:spPr>
            <a:xfrm>
              <a:off x="4344184" y="1617285"/>
              <a:ext cx="22334" cy="22334"/>
            </a:xfrm>
            <a:prstGeom prst="ellipse">
              <a:avLst/>
            </a:prstGeom>
            <a:gradFill flip="none" rotWithShape="1">
              <a:gsLst>
                <a:gs pos="0">
                  <a:srgbClr val="E4EDF6"/>
                </a:gs>
                <a:gs pos="43000">
                  <a:srgbClr val="7BAAD6"/>
                </a:gs>
                <a:gs pos="100000">
                  <a:srgbClr val="457E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21" name="ellipse_2288">
              <a:extLst>
                <a:ext uri="{FF2B5EF4-FFF2-40B4-BE49-F238E27FC236}">
                  <a16:creationId xmlns:a16="http://schemas.microsoft.com/office/drawing/2014/main" id="{6785B14A-9B38-EACC-0782-068B2EE6D1A3}"/>
                </a:ext>
              </a:extLst>
            </p:cNvPr>
            <p:cNvSpPr/>
            <p:nvPr/>
          </p:nvSpPr>
          <p:spPr>
            <a:xfrm>
              <a:off x="4426069" y="1482377"/>
              <a:ext cx="19818" cy="19818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3" name="ellipse_2289">
              <a:extLst>
                <a:ext uri="{FF2B5EF4-FFF2-40B4-BE49-F238E27FC236}">
                  <a16:creationId xmlns:a16="http://schemas.microsoft.com/office/drawing/2014/main" id="{D4CAEF2E-1274-4106-0471-1E0768E97DF4}"/>
                </a:ext>
              </a:extLst>
            </p:cNvPr>
            <p:cNvSpPr/>
            <p:nvPr/>
          </p:nvSpPr>
          <p:spPr>
            <a:xfrm>
              <a:off x="4442307" y="1575762"/>
              <a:ext cx="27470" cy="27470"/>
            </a:xfrm>
            <a:prstGeom prst="ellipse">
              <a:avLst/>
            </a:prstGeom>
            <a:gradFill flip="none" rotWithShape="1">
              <a:gsLst>
                <a:gs pos="0">
                  <a:srgbClr val="EFF5FA"/>
                </a:gs>
                <a:gs pos="43000">
                  <a:srgbClr val="B3CEE7"/>
                </a:gs>
                <a:gs pos="100000">
                  <a:srgbClr val="86A8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4" name="ellipse_2290">
              <a:extLst>
                <a:ext uri="{FF2B5EF4-FFF2-40B4-BE49-F238E27FC236}">
                  <a16:creationId xmlns:a16="http://schemas.microsoft.com/office/drawing/2014/main" id="{A36054EB-2DA9-3CDC-B16F-BA0243887F17}"/>
                </a:ext>
              </a:extLst>
            </p:cNvPr>
            <p:cNvSpPr/>
            <p:nvPr/>
          </p:nvSpPr>
          <p:spPr>
            <a:xfrm>
              <a:off x="4523153" y="1390255"/>
              <a:ext cx="35635" cy="35635"/>
            </a:xfrm>
            <a:prstGeom prst="ellipse">
              <a:avLst/>
            </a:prstGeom>
            <a:gradFill flip="none" rotWithShape="1">
              <a:gsLst>
                <a:gs pos="0">
                  <a:srgbClr val="EFF4FA"/>
                </a:gs>
                <a:gs pos="43000">
                  <a:srgbClr val="B1CDE7"/>
                </a:gs>
                <a:gs pos="100000">
                  <a:srgbClr val="83A6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5" name="ellipse_2291">
              <a:extLst>
                <a:ext uri="{FF2B5EF4-FFF2-40B4-BE49-F238E27FC236}">
                  <a16:creationId xmlns:a16="http://schemas.microsoft.com/office/drawing/2014/main" id="{D04D3D6C-C45D-02CE-8D4A-F71862477D66}"/>
                </a:ext>
              </a:extLst>
            </p:cNvPr>
            <p:cNvSpPr/>
            <p:nvPr/>
          </p:nvSpPr>
          <p:spPr>
            <a:xfrm>
              <a:off x="4236158" y="1526463"/>
              <a:ext cx="28446" cy="28446"/>
            </a:xfrm>
            <a:prstGeom prst="ellipse">
              <a:avLst/>
            </a:prstGeom>
            <a:gradFill flip="none" rotWithShape="1">
              <a:gsLst>
                <a:gs pos="0">
                  <a:srgbClr val="EAF2F9"/>
                </a:gs>
                <a:gs pos="43000">
                  <a:srgbClr val="9CBFE0"/>
                </a:gs>
                <a:gs pos="100000">
                  <a:srgbClr val="6A96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6" name="ellipse_2292">
              <a:extLst>
                <a:ext uri="{FF2B5EF4-FFF2-40B4-BE49-F238E27FC236}">
                  <a16:creationId xmlns:a16="http://schemas.microsoft.com/office/drawing/2014/main" id="{F9CE211C-F9FE-3BD4-8B9C-36D7BB7454F3}"/>
                </a:ext>
              </a:extLst>
            </p:cNvPr>
            <p:cNvSpPr/>
            <p:nvPr/>
          </p:nvSpPr>
          <p:spPr>
            <a:xfrm>
              <a:off x="4170501" y="1585016"/>
              <a:ext cx="25613" cy="25613"/>
            </a:xfrm>
            <a:prstGeom prst="ellipse">
              <a:avLst/>
            </a:prstGeom>
            <a:gradFill flip="none" rotWithShape="1">
              <a:gsLst>
                <a:gs pos="0">
                  <a:srgbClr val="FBFCFE"/>
                </a:gs>
                <a:gs pos="43000">
                  <a:srgbClr val="ECF2F8"/>
                </a:gs>
                <a:gs pos="100000">
                  <a:srgbClr val="C7D1D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7" name="ellipse_2293">
              <a:extLst>
                <a:ext uri="{FF2B5EF4-FFF2-40B4-BE49-F238E27FC236}">
                  <a16:creationId xmlns:a16="http://schemas.microsoft.com/office/drawing/2014/main" id="{62F97AED-C5D1-0D5B-7230-B0B76033F44A}"/>
                </a:ext>
              </a:extLst>
            </p:cNvPr>
            <p:cNvSpPr/>
            <p:nvPr/>
          </p:nvSpPr>
          <p:spPr>
            <a:xfrm>
              <a:off x="4426597" y="1550333"/>
              <a:ext cx="33399" cy="33399"/>
            </a:xfrm>
            <a:prstGeom prst="ellipse">
              <a:avLst/>
            </a:prstGeom>
            <a:gradFill flip="none" rotWithShape="1">
              <a:gsLst>
                <a:gs pos="0">
                  <a:srgbClr val="FCFDFE"/>
                </a:gs>
                <a:gs pos="43000">
                  <a:srgbClr val="F0F4F9"/>
                </a:gs>
                <a:gs pos="100000">
                  <a:srgbClr val="CCD4D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8" name="ellipse_2294">
              <a:extLst>
                <a:ext uri="{FF2B5EF4-FFF2-40B4-BE49-F238E27FC236}">
                  <a16:creationId xmlns:a16="http://schemas.microsoft.com/office/drawing/2014/main" id="{3B235921-9D49-2F3E-9159-100E141D4BD6}"/>
                </a:ext>
              </a:extLst>
            </p:cNvPr>
            <p:cNvSpPr/>
            <p:nvPr/>
          </p:nvSpPr>
          <p:spPr>
            <a:xfrm>
              <a:off x="4455596" y="1563737"/>
              <a:ext cx="21726" cy="21726"/>
            </a:xfrm>
            <a:prstGeom prst="ellipse">
              <a:avLst/>
            </a:prstGeom>
            <a:gradFill flip="none" rotWithShape="1">
              <a:gsLst>
                <a:gs pos="0">
                  <a:srgbClr val="F7FAFC"/>
                </a:gs>
                <a:gs pos="43000">
                  <a:srgbClr val="D8E5F2"/>
                </a:gs>
                <a:gs pos="100000">
                  <a:srgbClr val="B0C2D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9" name="ellipse_2295">
              <a:extLst>
                <a:ext uri="{FF2B5EF4-FFF2-40B4-BE49-F238E27FC236}">
                  <a16:creationId xmlns:a16="http://schemas.microsoft.com/office/drawing/2014/main" id="{BE6FE210-C145-971D-09B2-DFD547A5527B}"/>
                </a:ext>
              </a:extLst>
            </p:cNvPr>
            <p:cNvSpPr/>
            <p:nvPr/>
          </p:nvSpPr>
          <p:spPr>
            <a:xfrm>
              <a:off x="4206873" y="1503948"/>
              <a:ext cx="19608" cy="19608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7B1DA"/>
                </a:gs>
                <a:gs pos="100000">
                  <a:srgbClr val="52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0" name="ellipse_2296">
              <a:extLst>
                <a:ext uri="{FF2B5EF4-FFF2-40B4-BE49-F238E27FC236}">
                  <a16:creationId xmlns:a16="http://schemas.microsoft.com/office/drawing/2014/main" id="{E27E9C5E-C755-8581-F09F-F97D4524DDD0}"/>
                </a:ext>
              </a:extLst>
            </p:cNvPr>
            <p:cNvSpPr/>
            <p:nvPr/>
          </p:nvSpPr>
          <p:spPr>
            <a:xfrm>
              <a:off x="4164462" y="1485793"/>
              <a:ext cx="22000" cy="22000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BAAD6"/>
                </a:gs>
                <a:gs pos="100000">
                  <a:srgbClr val="447E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1" name="ellipse_2297">
              <a:extLst>
                <a:ext uri="{FF2B5EF4-FFF2-40B4-BE49-F238E27FC236}">
                  <a16:creationId xmlns:a16="http://schemas.microsoft.com/office/drawing/2014/main" id="{7B906691-8CD8-89EC-221C-EDECD3F8CCF1}"/>
                </a:ext>
              </a:extLst>
            </p:cNvPr>
            <p:cNvSpPr/>
            <p:nvPr/>
          </p:nvSpPr>
          <p:spPr>
            <a:xfrm>
              <a:off x="4121930" y="1427187"/>
              <a:ext cx="36580" cy="36580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2" name="ellipse_2298">
              <a:extLst>
                <a:ext uri="{FF2B5EF4-FFF2-40B4-BE49-F238E27FC236}">
                  <a16:creationId xmlns:a16="http://schemas.microsoft.com/office/drawing/2014/main" id="{10B7DF82-3EC4-6593-625D-A6A3BD37519C}"/>
                </a:ext>
              </a:extLst>
            </p:cNvPr>
            <p:cNvSpPr/>
            <p:nvPr/>
          </p:nvSpPr>
          <p:spPr>
            <a:xfrm>
              <a:off x="4439517" y="1446263"/>
              <a:ext cx="30433" cy="30433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3" name="ellipse_2299">
              <a:extLst>
                <a:ext uri="{FF2B5EF4-FFF2-40B4-BE49-F238E27FC236}">
                  <a16:creationId xmlns:a16="http://schemas.microsoft.com/office/drawing/2014/main" id="{728EA7BB-1571-F6F9-5252-B78A609305F5}"/>
                </a:ext>
              </a:extLst>
            </p:cNvPr>
            <p:cNvSpPr/>
            <p:nvPr/>
          </p:nvSpPr>
          <p:spPr>
            <a:xfrm>
              <a:off x="4187240" y="1542165"/>
              <a:ext cx="30589" cy="30589"/>
            </a:xfrm>
            <a:prstGeom prst="ellipse">
              <a:avLst/>
            </a:prstGeom>
            <a:gradFill flip="none" rotWithShape="1">
              <a:gsLst>
                <a:gs pos="0">
                  <a:srgbClr val="F3F7FB"/>
                </a:gs>
                <a:gs pos="43000">
                  <a:srgbClr val="C3D7EC"/>
                </a:gs>
                <a:gs pos="100000">
                  <a:srgbClr val="98B3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4" name="ellipse_2300">
              <a:extLst>
                <a:ext uri="{FF2B5EF4-FFF2-40B4-BE49-F238E27FC236}">
                  <a16:creationId xmlns:a16="http://schemas.microsoft.com/office/drawing/2014/main" id="{8D77FB77-0BE3-5F2D-8A2C-B06A32BD73C4}"/>
                </a:ext>
              </a:extLst>
            </p:cNvPr>
            <p:cNvSpPr/>
            <p:nvPr/>
          </p:nvSpPr>
          <p:spPr>
            <a:xfrm>
              <a:off x="4382159" y="1608073"/>
              <a:ext cx="23377" cy="23377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1AED8"/>
                </a:gs>
                <a:gs pos="100000">
                  <a:srgbClr val="4C82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5" name="ellipse_2301">
              <a:extLst>
                <a:ext uri="{FF2B5EF4-FFF2-40B4-BE49-F238E27FC236}">
                  <a16:creationId xmlns:a16="http://schemas.microsoft.com/office/drawing/2014/main" id="{CB3EF3BF-80D8-07B9-3ABB-C54C910B9C26}"/>
                </a:ext>
              </a:extLst>
            </p:cNvPr>
            <p:cNvSpPr/>
            <p:nvPr/>
          </p:nvSpPr>
          <p:spPr>
            <a:xfrm>
              <a:off x="4245686" y="1551510"/>
              <a:ext cx="28620" cy="28620"/>
            </a:xfrm>
            <a:prstGeom prst="ellipse">
              <a:avLst/>
            </a:prstGeom>
            <a:gradFill flip="none" rotWithShape="1">
              <a:gsLst>
                <a:gs pos="0">
                  <a:srgbClr val="EEF4FA"/>
                </a:gs>
                <a:gs pos="43000">
                  <a:srgbClr val="ACC9E5"/>
                </a:gs>
                <a:gs pos="100000">
                  <a:srgbClr val="7EA2C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6" name="ellipse_2302">
              <a:extLst>
                <a:ext uri="{FF2B5EF4-FFF2-40B4-BE49-F238E27FC236}">
                  <a16:creationId xmlns:a16="http://schemas.microsoft.com/office/drawing/2014/main" id="{D5BF9CD4-E781-4763-7293-2FCF83CA5702}"/>
                </a:ext>
              </a:extLst>
            </p:cNvPr>
            <p:cNvSpPr/>
            <p:nvPr/>
          </p:nvSpPr>
          <p:spPr>
            <a:xfrm>
              <a:off x="4125026" y="1435844"/>
              <a:ext cx="31657" cy="31657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7" name="ellipse_2303">
              <a:extLst>
                <a:ext uri="{FF2B5EF4-FFF2-40B4-BE49-F238E27FC236}">
                  <a16:creationId xmlns:a16="http://schemas.microsoft.com/office/drawing/2014/main" id="{23AA644B-2350-824B-F05B-CB9D4AE29DE3}"/>
                </a:ext>
              </a:extLst>
            </p:cNvPr>
            <p:cNvSpPr/>
            <p:nvPr/>
          </p:nvSpPr>
          <p:spPr>
            <a:xfrm>
              <a:off x="4319199" y="1400240"/>
              <a:ext cx="22469" cy="22469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4BBDE"/>
                </a:gs>
                <a:gs pos="100000">
                  <a:srgbClr val="6291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8" name="ellipse_2304">
              <a:extLst>
                <a:ext uri="{FF2B5EF4-FFF2-40B4-BE49-F238E27FC236}">
                  <a16:creationId xmlns:a16="http://schemas.microsoft.com/office/drawing/2014/main" id="{83F38C61-991F-81B6-70D1-632FAC9AF9E5}"/>
                </a:ext>
              </a:extLst>
            </p:cNvPr>
            <p:cNvSpPr/>
            <p:nvPr/>
          </p:nvSpPr>
          <p:spPr>
            <a:xfrm>
              <a:off x="4310408" y="1650641"/>
              <a:ext cx="33967" cy="3396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9" name="ellipse_2305">
              <a:extLst>
                <a:ext uri="{FF2B5EF4-FFF2-40B4-BE49-F238E27FC236}">
                  <a16:creationId xmlns:a16="http://schemas.microsoft.com/office/drawing/2014/main" id="{B5C81D54-36CE-6322-65FC-C518072923E5}"/>
                </a:ext>
              </a:extLst>
            </p:cNvPr>
            <p:cNvSpPr/>
            <p:nvPr/>
          </p:nvSpPr>
          <p:spPr>
            <a:xfrm>
              <a:off x="4296212" y="1597039"/>
              <a:ext cx="25772" cy="25772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DB6DC"/>
                </a:gs>
                <a:gs pos="100000">
                  <a:srgbClr val="5A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0" name="ellipse_2306">
              <a:extLst>
                <a:ext uri="{FF2B5EF4-FFF2-40B4-BE49-F238E27FC236}">
                  <a16:creationId xmlns:a16="http://schemas.microsoft.com/office/drawing/2014/main" id="{FB1506D6-51EA-A1D5-D094-5B88E740B167}"/>
                </a:ext>
              </a:extLst>
            </p:cNvPr>
            <p:cNvSpPr/>
            <p:nvPr/>
          </p:nvSpPr>
          <p:spPr>
            <a:xfrm>
              <a:off x="4408152" y="1634290"/>
              <a:ext cx="19526" cy="19526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6A7D5"/>
                </a:gs>
                <a:gs pos="100000">
                  <a:srgbClr val="3F7B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1" name="ellipse_2307">
              <a:extLst>
                <a:ext uri="{FF2B5EF4-FFF2-40B4-BE49-F238E27FC236}">
                  <a16:creationId xmlns:a16="http://schemas.microsoft.com/office/drawing/2014/main" id="{727D408B-EC51-0222-C41B-C380D7B2031F}"/>
                </a:ext>
              </a:extLst>
            </p:cNvPr>
            <p:cNvSpPr/>
            <p:nvPr/>
          </p:nvSpPr>
          <p:spPr>
            <a:xfrm>
              <a:off x="4292052" y="1602925"/>
              <a:ext cx="27039" cy="27039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DB5DC"/>
                </a:gs>
                <a:gs pos="100000">
                  <a:srgbClr val="598B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2" name="ellipse_2308">
              <a:extLst>
                <a:ext uri="{FF2B5EF4-FFF2-40B4-BE49-F238E27FC236}">
                  <a16:creationId xmlns:a16="http://schemas.microsoft.com/office/drawing/2014/main" id="{F5185F9E-3D9A-7D29-C78B-E15E28CCA85D}"/>
                </a:ext>
              </a:extLst>
            </p:cNvPr>
            <p:cNvSpPr/>
            <p:nvPr/>
          </p:nvSpPr>
          <p:spPr>
            <a:xfrm>
              <a:off x="4487851" y="1368093"/>
              <a:ext cx="29410" cy="29410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FC0E1"/>
                </a:gs>
                <a:gs pos="100000">
                  <a:srgbClr val="6E98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3" name="ellipse_2309">
              <a:extLst>
                <a:ext uri="{FF2B5EF4-FFF2-40B4-BE49-F238E27FC236}">
                  <a16:creationId xmlns:a16="http://schemas.microsoft.com/office/drawing/2014/main" id="{2FD39514-FFC6-909D-BDA2-28A470FC9898}"/>
                </a:ext>
              </a:extLst>
            </p:cNvPr>
            <p:cNvSpPr/>
            <p:nvPr/>
          </p:nvSpPr>
          <p:spPr>
            <a:xfrm>
              <a:off x="4373452" y="1624571"/>
              <a:ext cx="28823" cy="28823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7A8D5"/>
                </a:gs>
                <a:gs pos="100000">
                  <a:srgbClr val="40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4" name="ellipse_2310">
              <a:extLst>
                <a:ext uri="{FF2B5EF4-FFF2-40B4-BE49-F238E27FC236}">
                  <a16:creationId xmlns:a16="http://schemas.microsoft.com/office/drawing/2014/main" id="{A240408D-8908-2EC3-A558-DA9CC246F501}"/>
                </a:ext>
              </a:extLst>
            </p:cNvPr>
            <p:cNvSpPr/>
            <p:nvPr/>
          </p:nvSpPr>
          <p:spPr>
            <a:xfrm>
              <a:off x="4442845" y="1573986"/>
              <a:ext cx="33095" cy="33095"/>
            </a:xfrm>
            <a:prstGeom prst="ellipse">
              <a:avLst/>
            </a:prstGeom>
            <a:gradFill flip="none" rotWithShape="1">
              <a:gsLst>
                <a:gs pos="0">
                  <a:srgbClr val="EFF4FA"/>
                </a:gs>
                <a:gs pos="43000">
                  <a:srgbClr val="B1CDE7"/>
                </a:gs>
                <a:gs pos="100000">
                  <a:srgbClr val="83A6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5" name="ellipse_2311">
              <a:extLst>
                <a:ext uri="{FF2B5EF4-FFF2-40B4-BE49-F238E27FC236}">
                  <a16:creationId xmlns:a16="http://schemas.microsoft.com/office/drawing/2014/main" id="{56A4FB50-A10B-79BE-626F-878B2B908E68}"/>
                </a:ext>
              </a:extLst>
            </p:cNvPr>
            <p:cNvSpPr/>
            <p:nvPr/>
          </p:nvSpPr>
          <p:spPr>
            <a:xfrm>
              <a:off x="4142514" y="1474122"/>
              <a:ext cx="33416" cy="33416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7A8D5"/>
                </a:gs>
                <a:gs pos="100000">
                  <a:srgbClr val="40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6" name="ellipse_2312">
              <a:extLst>
                <a:ext uri="{FF2B5EF4-FFF2-40B4-BE49-F238E27FC236}">
                  <a16:creationId xmlns:a16="http://schemas.microsoft.com/office/drawing/2014/main" id="{868AB98C-6558-866B-CB77-617A4B060DF3}"/>
                </a:ext>
              </a:extLst>
            </p:cNvPr>
            <p:cNvSpPr/>
            <p:nvPr/>
          </p:nvSpPr>
          <p:spPr>
            <a:xfrm>
              <a:off x="4441787" y="1628137"/>
              <a:ext cx="24264" cy="24264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9D5"/>
                </a:gs>
                <a:gs pos="100000">
                  <a:srgbClr val="42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7" name="ellipse_2313">
              <a:extLst>
                <a:ext uri="{FF2B5EF4-FFF2-40B4-BE49-F238E27FC236}">
                  <a16:creationId xmlns:a16="http://schemas.microsoft.com/office/drawing/2014/main" id="{388C8373-471F-4725-8DF9-2020ACC2BCB2}"/>
                </a:ext>
              </a:extLst>
            </p:cNvPr>
            <p:cNvSpPr/>
            <p:nvPr/>
          </p:nvSpPr>
          <p:spPr>
            <a:xfrm>
              <a:off x="4210200" y="1605956"/>
              <a:ext cx="25913" cy="25913"/>
            </a:xfrm>
            <a:prstGeom prst="ellipse">
              <a:avLst/>
            </a:prstGeom>
            <a:gradFill flip="none" rotWithShape="1">
              <a:gsLst>
                <a:gs pos="0">
                  <a:srgbClr val="F4F8FC"/>
                </a:gs>
                <a:gs pos="43000">
                  <a:srgbClr val="CDDEEE"/>
                </a:gs>
                <a:gs pos="100000">
                  <a:srgbClr val="A3BAD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8" name="ellipse_2314">
              <a:extLst>
                <a:ext uri="{FF2B5EF4-FFF2-40B4-BE49-F238E27FC236}">
                  <a16:creationId xmlns:a16="http://schemas.microsoft.com/office/drawing/2014/main" id="{84FB9098-13AA-8504-E8A2-FAF346B7F169}"/>
                </a:ext>
              </a:extLst>
            </p:cNvPr>
            <p:cNvSpPr/>
            <p:nvPr/>
          </p:nvSpPr>
          <p:spPr>
            <a:xfrm>
              <a:off x="4389420" y="1621757"/>
              <a:ext cx="29758" cy="29758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9D5"/>
                </a:gs>
                <a:gs pos="100000">
                  <a:srgbClr val="42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9" name="ellipse_2315">
              <a:extLst>
                <a:ext uri="{FF2B5EF4-FFF2-40B4-BE49-F238E27FC236}">
                  <a16:creationId xmlns:a16="http://schemas.microsoft.com/office/drawing/2014/main" id="{8DB7D640-E2D9-1D4F-DC4D-BD42E3F4F102}"/>
                </a:ext>
              </a:extLst>
            </p:cNvPr>
            <p:cNvSpPr/>
            <p:nvPr/>
          </p:nvSpPr>
          <p:spPr>
            <a:xfrm>
              <a:off x="4357703" y="1564816"/>
              <a:ext cx="31476" cy="31476"/>
            </a:xfrm>
            <a:prstGeom prst="ellipse">
              <a:avLst/>
            </a:prstGeom>
            <a:gradFill flip="none" rotWithShape="1">
              <a:gsLst>
                <a:gs pos="0">
                  <a:srgbClr val="EDF3F9"/>
                </a:gs>
                <a:gs pos="43000">
                  <a:srgbClr val="A6C5E3"/>
                </a:gs>
                <a:gs pos="100000">
                  <a:srgbClr val="779E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0" name="ellipse_2316">
              <a:extLst>
                <a:ext uri="{FF2B5EF4-FFF2-40B4-BE49-F238E27FC236}">
                  <a16:creationId xmlns:a16="http://schemas.microsoft.com/office/drawing/2014/main" id="{228B10C8-0720-9769-DD16-16BD584D697E}"/>
                </a:ext>
              </a:extLst>
            </p:cNvPr>
            <p:cNvSpPr/>
            <p:nvPr/>
          </p:nvSpPr>
          <p:spPr>
            <a:xfrm>
              <a:off x="4551183" y="1555710"/>
              <a:ext cx="19732" cy="19732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5C5E3"/>
                </a:gs>
                <a:gs pos="100000">
                  <a:srgbClr val="759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1" name="ellipse_2317">
              <a:extLst>
                <a:ext uri="{FF2B5EF4-FFF2-40B4-BE49-F238E27FC236}">
                  <a16:creationId xmlns:a16="http://schemas.microsoft.com/office/drawing/2014/main" id="{A2310D9B-6B32-68C1-27EF-9AC13A93D585}"/>
                </a:ext>
              </a:extLst>
            </p:cNvPr>
            <p:cNvSpPr/>
            <p:nvPr/>
          </p:nvSpPr>
          <p:spPr>
            <a:xfrm>
              <a:off x="4268846" y="1396019"/>
              <a:ext cx="29486" cy="29486"/>
            </a:xfrm>
            <a:prstGeom prst="ellipse">
              <a:avLst/>
            </a:prstGeom>
            <a:gradFill flip="none" rotWithShape="1">
              <a:gsLst>
                <a:gs pos="0">
                  <a:srgbClr val="E4EDF7"/>
                </a:gs>
                <a:gs pos="43000">
                  <a:srgbClr val="7BAAD7"/>
                </a:gs>
                <a:gs pos="100000">
                  <a:srgbClr val="457E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2" name="ellipse_2318">
              <a:extLst>
                <a:ext uri="{FF2B5EF4-FFF2-40B4-BE49-F238E27FC236}">
                  <a16:creationId xmlns:a16="http://schemas.microsoft.com/office/drawing/2014/main" id="{825F8FE1-43D7-6A50-6D46-ACE05BEA8AF3}"/>
                </a:ext>
              </a:extLst>
            </p:cNvPr>
            <p:cNvSpPr/>
            <p:nvPr/>
          </p:nvSpPr>
          <p:spPr>
            <a:xfrm>
              <a:off x="4147675" y="1517892"/>
              <a:ext cx="26511" cy="26511"/>
            </a:xfrm>
            <a:prstGeom prst="ellipse">
              <a:avLst/>
            </a:prstGeom>
            <a:gradFill flip="none" rotWithShape="1">
              <a:gsLst>
                <a:gs pos="0">
                  <a:srgbClr val="EAF1F8"/>
                </a:gs>
                <a:gs pos="43000">
                  <a:srgbClr val="98BDDF"/>
                </a:gs>
                <a:gs pos="100000">
                  <a:srgbClr val="6694B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3" name="ellipse_2319">
              <a:extLst>
                <a:ext uri="{FF2B5EF4-FFF2-40B4-BE49-F238E27FC236}">
                  <a16:creationId xmlns:a16="http://schemas.microsoft.com/office/drawing/2014/main" id="{845F52CE-B3B9-A2BC-E5D1-76C9811E0C67}"/>
                </a:ext>
              </a:extLst>
            </p:cNvPr>
            <p:cNvSpPr/>
            <p:nvPr/>
          </p:nvSpPr>
          <p:spPr>
            <a:xfrm>
              <a:off x="4181039" y="1509495"/>
              <a:ext cx="31700" cy="31700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93B9DD"/>
                </a:gs>
                <a:gs pos="100000">
                  <a:srgbClr val="6090B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564" name="Voxel-to-point fusion">
            <a:extLst>
              <a:ext uri="{FF2B5EF4-FFF2-40B4-BE49-F238E27FC236}">
                <a16:creationId xmlns:a16="http://schemas.microsoft.com/office/drawing/2014/main" id="{1D364AB0-449A-D673-E208-44BBB647F674}"/>
              </a:ext>
            </a:extLst>
          </p:cNvPr>
          <p:cNvSpPr>
            <a:spLocks noGrp="1"/>
          </p:cNvSpPr>
          <p:nvPr/>
        </p:nvSpPr>
        <p:spPr>
          <a:xfrm>
            <a:off x="2310434" y="1229523"/>
            <a:ext cx="129" cy="411309"/>
          </a:xfrm>
          <a:custGeom>
            <a:avLst/>
            <a:gdLst/>
            <a:ahLst/>
            <a:cxnLst/>
            <a:rect l="0" t="0" r="0" b="0"/>
            <a:pathLst>
              <a:path w="476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8537">
            <a:solidFill>
              <a:srgbClr val="388BBE"/>
            </a:solidFill>
            <a:prstDash val="solid"/>
          </a:ln>
        </p:spPr>
      </p:sp>
      <p:sp>
        <p:nvSpPr>
          <p:cNvPr id="565" name="Voxel-to-point fusion | arrowhead">
            <a:extLst>
              <a:ext uri="{FF2B5EF4-FFF2-40B4-BE49-F238E27FC236}">
                <a16:creationId xmlns:a16="http://schemas.microsoft.com/office/drawing/2014/main" id="{2369486B-5970-0720-DABD-1B9650014F1F}"/>
              </a:ext>
            </a:extLst>
          </p:cNvPr>
          <p:cNvSpPr>
            <a:spLocks noGrp="1"/>
          </p:cNvSpPr>
          <p:nvPr/>
        </p:nvSpPr>
        <p:spPr>
          <a:xfrm>
            <a:off x="2297802" y="1636507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566" name="Voxel-to-point fusion">
            <a:extLst>
              <a:ext uri="{FF2B5EF4-FFF2-40B4-BE49-F238E27FC236}">
                <a16:creationId xmlns:a16="http://schemas.microsoft.com/office/drawing/2014/main" id="{8C28934D-715B-0069-A5C4-18EA2FBF23DD}"/>
              </a:ext>
            </a:extLst>
          </p:cNvPr>
          <p:cNvSpPr>
            <a:spLocks noGrp="1"/>
          </p:cNvSpPr>
          <p:nvPr/>
        </p:nvSpPr>
        <p:spPr>
          <a:xfrm>
            <a:off x="3581543" y="1226935"/>
            <a:ext cx="129" cy="411309"/>
          </a:xfrm>
          <a:custGeom>
            <a:avLst/>
            <a:gdLst/>
            <a:ahLst/>
            <a:cxnLst/>
            <a:rect l="0" t="0" r="0" b="0"/>
            <a:pathLst>
              <a:path w="476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8537">
            <a:solidFill>
              <a:srgbClr val="388BBE"/>
            </a:solidFill>
            <a:prstDash val="solid"/>
          </a:ln>
        </p:spPr>
      </p:sp>
      <p:sp>
        <p:nvSpPr>
          <p:cNvPr id="567" name="Voxel-to-point fusion | arrowhead">
            <a:extLst>
              <a:ext uri="{FF2B5EF4-FFF2-40B4-BE49-F238E27FC236}">
                <a16:creationId xmlns:a16="http://schemas.microsoft.com/office/drawing/2014/main" id="{0B103ADF-4A7E-925B-BE80-E03FCE352D9F}"/>
              </a:ext>
            </a:extLst>
          </p:cNvPr>
          <p:cNvSpPr>
            <a:spLocks noGrp="1"/>
          </p:cNvSpPr>
          <p:nvPr/>
        </p:nvSpPr>
        <p:spPr>
          <a:xfrm>
            <a:off x="3568911" y="1633919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568" name="Voxel-to-point fusion">
            <a:extLst>
              <a:ext uri="{FF2B5EF4-FFF2-40B4-BE49-F238E27FC236}">
                <a16:creationId xmlns:a16="http://schemas.microsoft.com/office/drawing/2014/main" id="{EEC3FA1B-FCFD-03AD-6A87-138467C4B31A}"/>
              </a:ext>
            </a:extLst>
          </p:cNvPr>
          <p:cNvSpPr>
            <a:spLocks noGrp="1"/>
          </p:cNvSpPr>
          <p:nvPr/>
        </p:nvSpPr>
        <p:spPr>
          <a:xfrm>
            <a:off x="4005257" y="1222610"/>
            <a:ext cx="129" cy="411309"/>
          </a:xfrm>
          <a:custGeom>
            <a:avLst/>
            <a:gdLst/>
            <a:ahLst/>
            <a:cxnLst/>
            <a:rect l="0" t="0" r="0" b="0"/>
            <a:pathLst>
              <a:path w="476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8537">
            <a:solidFill>
              <a:srgbClr val="388BBE"/>
            </a:solidFill>
            <a:prstDash val="solid"/>
          </a:ln>
        </p:spPr>
      </p:sp>
      <p:sp>
        <p:nvSpPr>
          <p:cNvPr id="569" name="Voxel-to-point fusion | arrowhead">
            <a:extLst>
              <a:ext uri="{FF2B5EF4-FFF2-40B4-BE49-F238E27FC236}">
                <a16:creationId xmlns:a16="http://schemas.microsoft.com/office/drawing/2014/main" id="{FAA0B5F8-349B-991B-6FB5-72E81586400A}"/>
              </a:ext>
            </a:extLst>
          </p:cNvPr>
          <p:cNvSpPr>
            <a:spLocks noGrp="1"/>
          </p:cNvSpPr>
          <p:nvPr/>
        </p:nvSpPr>
        <p:spPr>
          <a:xfrm>
            <a:off x="3992625" y="1629594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cxnSp>
        <p:nvCxnSpPr>
          <p:cNvPr id="570" name="连接符: 肘形 569">
            <a:extLst>
              <a:ext uri="{FF2B5EF4-FFF2-40B4-BE49-F238E27FC236}">
                <a16:creationId xmlns:a16="http://schemas.microsoft.com/office/drawing/2014/main" id="{72B01C85-CF13-9E11-5C22-44696F454E4A}"/>
              </a:ext>
            </a:extLst>
          </p:cNvPr>
          <p:cNvCxnSpPr>
            <a:stCxn id="18" idx="3"/>
          </p:cNvCxnSpPr>
          <p:nvPr/>
        </p:nvCxnSpPr>
        <p:spPr>
          <a:xfrm flipV="1">
            <a:off x="1694849" y="1835390"/>
            <a:ext cx="446247" cy="176654"/>
          </a:xfrm>
          <a:prstGeom prst="bentConnector3">
            <a:avLst>
              <a:gd name="adj1" fmla="val 85575"/>
            </a:avLst>
          </a:prstGeom>
          <a:noFill/>
          <a:ln w="6467">
            <a:solidFill>
              <a:srgbClr val="C78A2B"/>
            </a:solidFill>
            <a:prstDash val="solid"/>
          </a:ln>
        </p:spPr>
      </p:cxnSp>
      <p:grpSp>
        <p:nvGrpSpPr>
          <p:cNvPr id="1708" name="Arrow | shared_input → find_density">
            <a:extLst>
              <a:ext uri="{FF2B5EF4-FFF2-40B4-BE49-F238E27FC236}">
                <a16:creationId xmlns:a16="http://schemas.microsoft.com/office/drawing/2014/main" id="{C52EAFAB-8EC8-CA5C-5477-20C16A1DDFBA}"/>
              </a:ext>
            </a:extLst>
          </p:cNvPr>
          <p:cNvGrpSpPr/>
          <p:nvPr/>
        </p:nvGrpSpPr>
        <p:grpSpPr>
          <a:xfrm>
            <a:off x="959220" y="757422"/>
            <a:ext cx="174105" cy="29105"/>
            <a:chOff x="959220" y="757422"/>
            <a:chExt cx="174105" cy="29105"/>
          </a:xfrm>
        </p:grpSpPr>
        <p:cxnSp>
          <p:nvCxnSpPr>
            <p:cNvPr id="1709" name="Arrow | shared_input → find_density | path">
              <a:extLst>
                <a:ext uri="{FF2B5EF4-FFF2-40B4-BE49-F238E27FC236}">
                  <a16:creationId xmlns:a16="http://schemas.microsoft.com/office/drawing/2014/main" id="{A26AA3BF-ECAF-8CF5-ABEF-5057E34F14BB}"/>
                </a:ext>
              </a:extLst>
            </p:cNvPr>
            <p:cNvCxnSpPr/>
            <p:nvPr/>
          </p:nvCxnSpPr>
          <p:spPr>
            <a:xfrm>
              <a:off x="959220" y="771975"/>
              <a:ext cx="174105" cy="0"/>
            </a:xfrm>
            <a:prstGeom prst="line">
              <a:avLst/>
            </a:prstGeom>
            <a:noFill/>
            <a:ln w="12700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10" name="Arrow | shared_input → find_density | editable arrowhead">
              <a:extLst>
                <a:ext uri="{FF2B5EF4-FFF2-40B4-BE49-F238E27FC236}">
                  <a16:creationId xmlns:a16="http://schemas.microsoft.com/office/drawing/2014/main" id="{67E62524-6FE9-77FB-82E4-9AAED8B798E9}"/>
                </a:ext>
              </a:extLst>
            </p:cNvPr>
            <p:cNvSpPr/>
            <p:nvPr/>
          </p:nvSpPr>
          <p:spPr>
            <a:xfrm>
              <a:off x="1099490" y="757422"/>
              <a:ext cx="33836" cy="29105"/>
            </a:xfrm>
            <a:custGeom>
              <a:avLst/>
              <a:gdLst/>
              <a:ahLst/>
              <a:cxnLst/>
              <a:rect l="0" t="0" r="w" b="h"/>
              <a:pathLst>
                <a:path w="33836" h="29105" stroke="0" extrusionOk="0">
                  <a:moveTo>
                    <a:pt x="33836" y="14553"/>
                  </a:moveTo>
                  <a:lnTo>
                    <a:pt x="0" y="29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7FB7"/>
            </a:solidFill>
            <a:ln w="1397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</p:spTree>
    <p:extLst>
      <p:ext uri="{BB962C8B-B14F-4D97-AF65-F5344CB8AC3E}">
        <p14:creationId xmlns:p14="http://schemas.microsoft.com/office/powerpoint/2010/main" val="604834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 | panel background">
            <a:extLst>
              <a:ext uri="{FF2B5EF4-FFF2-40B4-BE49-F238E27FC236}">
                <a16:creationId xmlns:a16="http://schemas.microsoft.com/office/drawing/2014/main" id="{4F52435C-6A4E-24B4-D170-333F758FA990}"/>
              </a:ext>
            </a:extLst>
          </p:cNvPr>
          <p:cNvSpPr/>
          <p:nvPr/>
        </p:nvSpPr>
        <p:spPr>
          <a:xfrm>
            <a:off x="366564" y="5842834"/>
            <a:ext cx="4139100" cy="2959785"/>
          </a:xfrm>
          <a:prstGeom prst="roundRect">
            <a:avLst>
              <a:gd name="adj" fmla="val 1332"/>
            </a:avLst>
          </a:prstGeom>
          <a:solidFill>
            <a:srgbClr val="F5FBF8"/>
          </a:solidFill>
          <a:ln w="6480" cap="rnd" cmpd="sng" algn="ctr">
            <a:solidFill>
              <a:srgbClr val="BFDC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 | c">
            <a:extLst>
              <a:ext uri="{FF2B5EF4-FFF2-40B4-BE49-F238E27FC236}">
                <a16:creationId xmlns:a16="http://schemas.microsoft.com/office/drawing/2014/main" id="{960581FD-7F25-5683-98B2-091BDEE040BA}"/>
              </a:ext>
            </a:extLst>
          </p:cNvPr>
          <p:cNvSpPr txBox="1"/>
          <p:nvPr/>
        </p:nvSpPr>
        <p:spPr>
          <a:xfrm>
            <a:off x="690856" y="1926002"/>
            <a:ext cx="126981" cy="1912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1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c</a:t>
            </a:r>
            <a:endParaRPr lang="en-US" sz="1061"/>
          </a:p>
        </p:txBody>
      </p:sp>
      <p:sp>
        <p:nvSpPr>
          <p:cNvPr id="5" name="Text | Match: candidate-to-identity assignment">
            <a:extLst>
              <a:ext uri="{FF2B5EF4-FFF2-40B4-BE49-F238E27FC236}">
                <a16:creationId xmlns:a16="http://schemas.microsoft.com/office/drawing/2014/main" id="{8B4B7E25-9571-4E3C-E168-08799B03E0E3}"/>
              </a:ext>
            </a:extLst>
          </p:cNvPr>
          <p:cNvSpPr txBox="1"/>
          <p:nvPr/>
        </p:nvSpPr>
        <p:spPr>
          <a:xfrm>
            <a:off x="832111" y="1945712"/>
            <a:ext cx="2616302" cy="15860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Match: candidate-to-identity assignment</a:t>
            </a:r>
            <a:endParaRPr lang="en-US" sz="879"/>
          </a:p>
        </p:txBody>
      </p:sp>
      <p:sp>
        <p:nvSpPr>
          <p:cNvPr id="6" name="Text | Candidate encoder">
            <a:extLst>
              <a:ext uri="{FF2B5EF4-FFF2-40B4-BE49-F238E27FC236}">
                <a16:creationId xmlns:a16="http://schemas.microsoft.com/office/drawing/2014/main" id="{10A44F46-0476-2391-4EEF-EAA692A4ECE6}"/>
              </a:ext>
            </a:extLst>
          </p:cNvPr>
          <p:cNvSpPr txBox="1"/>
          <p:nvPr/>
        </p:nvSpPr>
        <p:spPr>
          <a:xfrm>
            <a:off x="710566" y="2136242"/>
            <a:ext cx="1046169" cy="135276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Candidate encoder</a:t>
            </a:r>
            <a:endParaRPr lang="en-US" sz="750"/>
          </a:p>
        </p:txBody>
      </p:sp>
      <p:sp>
        <p:nvSpPr>
          <p:cNvPr id="7" name="Text | Identity encoder">
            <a:extLst>
              <a:ext uri="{FF2B5EF4-FFF2-40B4-BE49-F238E27FC236}">
                <a16:creationId xmlns:a16="http://schemas.microsoft.com/office/drawing/2014/main" id="{34F82138-6BAD-C056-93AE-434DAA81DED5}"/>
              </a:ext>
            </a:extLst>
          </p:cNvPr>
          <p:cNvSpPr txBox="1"/>
          <p:nvPr/>
        </p:nvSpPr>
        <p:spPr>
          <a:xfrm>
            <a:off x="2918086" y="2136242"/>
            <a:ext cx="922570" cy="135276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Identity encoder</a:t>
            </a:r>
            <a:endParaRPr lang="en-US" sz="750"/>
          </a:p>
        </p:txBody>
      </p:sp>
      <p:cxnSp>
        <p:nvCxnSpPr>
          <p:cNvPr id="8" name="path_2368">
            <a:extLst>
              <a:ext uri="{FF2B5EF4-FFF2-40B4-BE49-F238E27FC236}">
                <a16:creationId xmlns:a16="http://schemas.microsoft.com/office/drawing/2014/main" id="{EE443B4E-03B4-D479-8A7D-767AAF243352}"/>
              </a:ext>
            </a:extLst>
          </p:cNvPr>
          <p:cNvCxnSpPr/>
          <p:nvPr/>
        </p:nvCxnSpPr>
        <p:spPr>
          <a:xfrm>
            <a:off x="2796541" y="2169092"/>
            <a:ext cx="0" cy="2191095"/>
          </a:xfrm>
          <a:prstGeom prst="line">
            <a:avLst/>
          </a:prstGeom>
          <a:noFill/>
          <a:ln w="4928" cap="rnd" cmpd="sng" algn="ctr">
            <a:solidFill>
              <a:srgbClr val="D1E3D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 | Density + atoms">
            <a:extLst>
              <a:ext uri="{FF2B5EF4-FFF2-40B4-BE49-F238E27FC236}">
                <a16:creationId xmlns:a16="http://schemas.microsoft.com/office/drawing/2014/main" id="{B5CA40CA-0C68-1524-9370-4108D6F49F30}"/>
              </a:ext>
            </a:extLst>
          </p:cNvPr>
          <p:cNvSpPr txBox="1"/>
          <p:nvPr/>
        </p:nvSpPr>
        <p:spPr>
          <a:xfrm>
            <a:off x="749986" y="2274212"/>
            <a:ext cx="688841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Density + atoms</a:t>
            </a:r>
            <a:endParaRPr lang="en-US" sz="621"/>
          </a:p>
        </p:txBody>
      </p:sp>
      <p:pic>
        <p:nvPicPr>
          <p:cNvPr id="16000" name="Density voxel illustration | exp" descr="Synthetic voxel-grid density schematic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58843" y="2427293"/>
            <a:ext cx="271365" cy="262800"/>
          </a:xfrm>
          <a:prstGeom prst="rect">
            <a:avLst/>
          </a:prstGeom>
        </p:spPr>
      </p:pic>
      <p:sp>
        <p:nvSpPr>
          <p:cNvPr id="11" name="Text | 48³ crop">
            <a:extLst>
              <a:ext uri="{FF2B5EF4-FFF2-40B4-BE49-F238E27FC236}">
                <a16:creationId xmlns:a16="http://schemas.microsoft.com/office/drawing/2014/main" id="{157932E1-7F8B-F622-EFA0-E8B5C1E29D86}"/>
              </a:ext>
            </a:extLst>
          </p:cNvPr>
          <p:cNvSpPr txBox="1"/>
          <p:nvPr/>
        </p:nvSpPr>
        <p:spPr>
          <a:xfrm>
            <a:off x="699656" y="2747252"/>
            <a:ext cx="356890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48³ crop</a:t>
            </a:r>
            <a:endParaRPr lang="en-US" sz="621"/>
          </a:p>
        </p:txBody>
      </p:sp>
      <p:grpSp>
        <p:nvGrpSpPr>
          <p:cNvPr id="12" name="Arrow | shared_input → match_crop">
            <a:extLst>
              <a:ext uri="{FF2B5EF4-FFF2-40B4-BE49-F238E27FC236}">
                <a16:creationId xmlns:a16="http://schemas.microsoft.com/office/drawing/2014/main" id="{BB9463CB-5367-1B13-6C17-E812B1C6737C}"/>
              </a:ext>
            </a:extLst>
          </p:cNvPr>
          <p:cNvGrpSpPr/>
          <p:nvPr/>
        </p:nvGrpSpPr>
        <p:grpSpPr>
          <a:xfrm>
            <a:off x="526606" y="2578518"/>
            <a:ext cx="180675" cy="28678"/>
            <a:chOff x="959220" y="3037426"/>
            <a:chExt cx="180675" cy="28678"/>
          </a:xfrm>
        </p:grpSpPr>
        <p:cxnSp>
          <p:nvCxnSpPr>
            <p:cNvPr id="371" name="Arrow | shared_input → match_crop | path">
              <a:extLst>
                <a:ext uri="{FF2B5EF4-FFF2-40B4-BE49-F238E27FC236}">
                  <a16:creationId xmlns:a16="http://schemas.microsoft.com/office/drawing/2014/main" id="{2736BE4D-4DC4-E569-A987-C4515344F7FF}"/>
                </a:ext>
              </a:extLst>
            </p:cNvPr>
            <p:cNvCxnSpPr/>
            <p:nvPr/>
          </p:nvCxnSpPr>
          <p:spPr>
            <a:xfrm>
              <a:off x="959220" y="3051765"/>
              <a:ext cx="180675" cy="0"/>
            </a:xfrm>
            <a:prstGeom prst="line">
              <a:avLst/>
            </a:prstGeom>
            <a:noFill/>
            <a:ln w="6898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2" name="Arrow | shared_input → match_crop | editable arrowhead">
              <a:extLst>
                <a:ext uri="{FF2B5EF4-FFF2-40B4-BE49-F238E27FC236}">
                  <a16:creationId xmlns:a16="http://schemas.microsoft.com/office/drawing/2014/main" id="{9A12E7CB-30D9-EF0B-D433-065EE4D351BA}"/>
                </a:ext>
              </a:extLst>
            </p:cNvPr>
            <p:cNvSpPr/>
            <p:nvPr/>
          </p:nvSpPr>
          <p:spPr>
            <a:xfrm>
              <a:off x="1106552" y="3037426"/>
              <a:ext cx="33343" cy="28678"/>
            </a:xfrm>
            <a:custGeom>
              <a:avLst/>
              <a:gdLst/>
              <a:ahLst/>
              <a:cxnLst/>
              <a:rect l="0" t="0" r="w" b="h"/>
              <a:pathLst>
                <a:path w="33343" h="28678" stroke="0" extrusionOk="0">
                  <a:moveTo>
                    <a:pt x="33343" y="14339"/>
                  </a:moveTo>
                  <a:lnTo>
                    <a:pt x="0" y="28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7FB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3" name="Arrow | match_crop → match_unet">
            <a:extLst>
              <a:ext uri="{FF2B5EF4-FFF2-40B4-BE49-F238E27FC236}">
                <a16:creationId xmlns:a16="http://schemas.microsoft.com/office/drawing/2014/main" id="{4F41E1E2-9C81-92B5-0E3F-A72F10D1D57F}"/>
              </a:ext>
            </a:extLst>
          </p:cNvPr>
          <p:cNvGrpSpPr/>
          <p:nvPr/>
        </p:nvGrpSpPr>
        <p:grpSpPr>
          <a:xfrm>
            <a:off x="1071916" y="2578732"/>
            <a:ext cx="154395" cy="28251"/>
            <a:chOff x="1504530" y="3037640"/>
            <a:chExt cx="154395" cy="28251"/>
          </a:xfrm>
        </p:grpSpPr>
        <p:cxnSp>
          <p:nvCxnSpPr>
            <p:cNvPr id="369" name="Arrow | match_crop → match_unet | path">
              <a:extLst>
                <a:ext uri="{FF2B5EF4-FFF2-40B4-BE49-F238E27FC236}">
                  <a16:creationId xmlns:a16="http://schemas.microsoft.com/office/drawing/2014/main" id="{081EB11A-3B60-E81E-7678-7BD7C8FAA328}"/>
                </a:ext>
              </a:extLst>
            </p:cNvPr>
            <p:cNvCxnSpPr/>
            <p:nvPr/>
          </p:nvCxnSpPr>
          <p:spPr>
            <a:xfrm>
              <a:off x="1504530" y="3051765"/>
              <a:ext cx="154395" cy="0"/>
            </a:xfrm>
            <a:prstGeom prst="line">
              <a:avLst/>
            </a:prstGeom>
            <a:noFill/>
            <a:ln w="6570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0" name="Arrow | match_crop → match_unet | editable arrowhead">
              <a:extLst>
                <a:ext uri="{FF2B5EF4-FFF2-40B4-BE49-F238E27FC236}">
                  <a16:creationId xmlns:a16="http://schemas.microsoft.com/office/drawing/2014/main" id="{6ECCBA49-4354-2CB2-75A5-549EE41164C0}"/>
                </a:ext>
              </a:extLst>
            </p:cNvPr>
            <p:cNvSpPr/>
            <p:nvPr/>
          </p:nvSpPr>
          <p:spPr>
            <a:xfrm>
              <a:off x="1626075" y="3037640"/>
              <a:ext cx="32850" cy="28251"/>
            </a:xfrm>
            <a:custGeom>
              <a:avLst/>
              <a:gdLst/>
              <a:ahLst/>
              <a:cxnLst/>
              <a:rect l="0" t="0" r="w" b="h"/>
              <a:pathLst>
                <a:path w="32850" h="28251" stroke="0" extrusionOk="0">
                  <a:moveTo>
                    <a:pt x="32850" y="14125"/>
                  </a:moveTo>
                  <a:lnTo>
                    <a:pt x="0" y="28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7FB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4" name="Match | compact U-Net operator">
            <a:extLst>
              <a:ext uri="{FF2B5EF4-FFF2-40B4-BE49-F238E27FC236}">
                <a16:creationId xmlns:a16="http://schemas.microsoft.com/office/drawing/2014/main" id="{6128B88F-43E7-0942-7C4A-9552DEAED3C7}"/>
              </a:ext>
            </a:extLst>
          </p:cNvPr>
          <p:cNvGrpSpPr/>
          <p:nvPr/>
        </p:nvGrpSpPr>
        <p:grpSpPr>
          <a:xfrm>
            <a:off x="1247945" y="2461457"/>
            <a:ext cx="333146" cy="216810"/>
            <a:chOff x="1680559" y="2920365"/>
            <a:chExt cx="333146" cy="216810"/>
          </a:xfrm>
        </p:grpSpPr>
        <p:sp>
          <p:nvSpPr>
            <p:cNvPr id="365" name="rect_2499">
              <a:extLst>
                <a:ext uri="{FF2B5EF4-FFF2-40B4-BE49-F238E27FC236}">
                  <a16:creationId xmlns:a16="http://schemas.microsoft.com/office/drawing/2014/main" id="{EA8A9DBE-7A55-2477-6B9B-D1AF7B973F59}"/>
                </a:ext>
              </a:extLst>
            </p:cNvPr>
            <p:cNvSpPr/>
            <p:nvPr/>
          </p:nvSpPr>
          <p:spPr>
            <a:xfrm>
              <a:off x="1757475" y="2920365"/>
              <a:ext cx="256230" cy="183960"/>
            </a:xfrm>
            <a:prstGeom prst="roundRect">
              <a:avLst>
                <a:gd name="adj" fmla="val 5357"/>
              </a:avLst>
            </a:prstGeom>
            <a:solidFill>
              <a:srgbClr val="E3EFF7"/>
            </a:solidFill>
            <a:ln w="4270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66" name="rect_2500">
              <a:extLst>
                <a:ext uri="{FF2B5EF4-FFF2-40B4-BE49-F238E27FC236}">
                  <a16:creationId xmlns:a16="http://schemas.microsoft.com/office/drawing/2014/main" id="{74FC5810-C12E-BEC7-522E-2688E68CB9AB}"/>
                </a:ext>
              </a:extLst>
            </p:cNvPr>
            <p:cNvSpPr/>
            <p:nvPr/>
          </p:nvSpPr>
          <p:spPr>
            <a:xfrm>
              <a:off x="1731195" y="2936790"/>
              <a:ext cx="256230" cy="183960"/>
            </a:xfrm>
            <a:prstGeom prst="roundRect">
              <a:avLst>
                <a:gd name="adj" fmla="val 5357"/>
              </a:avLst>
            </a:prstGeom>
            <a:solidFill>
              <a:srgbClr val="E3EFF7"/>
            </a:solidFill>
            <a:ln w="4270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67" name="rect_2501">
              <a:extLst>
                <a:ext uri="{FF2B5EF4-FFF2-40B4-BE49-F238E27FC236}">
                  <a16:creationId xmlns:a16="http://schemas.microsoft.com/office/drawing/2014/main" id="{09AB4D47-BE4F-1476-F0C4-C6489A07AAE5}"/>
                </a:ext>
              </a:extLst>
            </p:cNvPr>
            <p:cNvSpPr/>
            <p:nvPr/>
          </p:nvSpPr>
          <p:spPr>
            <a:xfrm>
              <a:off x="1704915" y="2953215"/>
              <a:ext cx="256230" cy="183960"/>
            </a:xfrm>
            <a:prstGeom prst="roundRect">
              <a:avLst>
                <a:gd name="adj" fmla="val 5357"/>
              </a:avLst>
            </a:prstGeom>
            <a:solidFill>
              <a:srgbClr val="E3EFF7"/>
            </a:solidFill>
            <a:ln w="4270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68" name="Text | U-Net">
              <a:extLst>
                <a:ext uri="{FF2B5EF4-FFF2-40B4-BE49-F238E27FC236}">
                  <a16:creationId xmlns:a16="http://schemas.microsoft.com/office/drawing/2014/main" id="{6577FB68-AC88-51AF-1B52-0FA4D9D6F355}"/>
                </a:ext>
              </a:extLst>
            </p:cNvPr>
            <p:cNvSpPr txBox="1"/>
            <p:nvPr/>
          </p:nvSpPr>
          <p:spPr>
            <a:xfrm>
              <a:off x="1680559" y="2989350"/>
              <a:ext cx="304942" cy="121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73" b="1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U-Net</a:t>
              </a:r>
              <a:endParaRPr lang="en-US" sz="673"/>
            </a:p>
          </p:txBody>
        </p:sp>
      </p:grpSp>
      <p:grpSp>
        <p:nvGrpSpPr>
          <p:cNvPr id="15" name="Arrow | match_unet → hvox">
            <a:extLst>
              <a:ext uri="{FF2B5EF4-FFF2-40B4-BE49-F238E27FC236}">
                <a16:creationId xmlns:a16="http://schemas.microsoft.com/office/drawing/2014/main" id="{D7EE54E8-4599-C15E-A92B-581203BF267F}"/>
              </a:ext>
            </a:extLst>
          </p:cNvPr>
          <p:cNvGrpSpPr/>
          <p:nvPr/>
        </p:nvGrpSpPr>
        <p:grpSpPr>
          <a:xfrm>
            <a:off x="1590946" y="2578304"/>
            <a:ext cx="328500" cy="29105"/>
            <a:chOff x="2023560" y="3037212"/>
            <a:chExt cx="328500" cy="29105"/>
          </a:xfrm>
        </p:grpSpPr>
        <p:cxnSp>
          <p:nvCxnSpPr>
            <p:cNvPr id="363" name="Arrow | match_unet → hvox | path">
              <a:extLst>
                <a:ext uri="{FF2B5EF4-FFF2-40B4-BE49-F238E27FC236}">
                  <a16:creationId xmlns:a16="http://schemas.microsoft.com/office/drawing/2014/main" id="{EC65F68A-CE05-949E-5A81-E025CC39C669}"/>
                </a:ext>
              </a:extLst>
            </p:cNvPr>
            <p:cNvCxnSpPr/>
            <p:nvPr/>
          </p:nvCxnSpPr>
          <p:spPr>
            <a:xfrm>
              <a:off x="2023560" y="3051765"/>
              <a:ext cx="328500" cy="0"/>
            </a:xfrm>
            <a:prstGeom prst="line">
              <a:avLst/>
            </a:prstGeom>
            <a:noFill/>
            <a:ln w="7227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4" name="Arrow | match_unet → hvox | editable arrowhead">
              <a:extLst>
                <a:ext uri="{FF2B5EF4-FFF2-40B4-BE49-F238E27FC236}">
                  <a16:creationId xmlns:a16="http://schemas.microsoft.com/office/drawing/2014/main" id="{18B078D6-6E50-366F-98DB-C119E59E549E}"/>
                </a:ext>
              </a:extLst>
            </p:cNvPr>
            <p:cNvSpPr/>
            <p:nvPr/>
          </p:nvSpPr>
          <p:spPr>
            <a:xfrm>
              <a:off x="2318224" y="3037212"/>
              <a:ext cx="33835" cy="29105"/>
            </a:xfrm>
            <a:custGeom>
              <a:avLst/>
              <a:gdLst/>
              <a:ahLst/>
              <a:cxnLst/>
              <a:rect l="0" t="0" r="w" b="h"/>
              <a:pathLst>
                <a:path w="33835" h="29105" stroke="0" extrusionOk="0">
                  <a:moveTo>
                    <a:pt x="33835" y="14553"/>
                  </a:moveTo>
                  <a:lnTo>
                    <a:pt x="0" y="29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7FB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6" name="Base voxel summary h_j^vox">
            <a:extLst>
              <a:ext uri="{FF2B5EF4-FFF2-40B4-BE49-F238E27FC236}">
                <a16:creationId xmlns:a16="http://schemas.microsoft.com/office/drawing/2014/main" id="{79AC2BE8-FFB5-CB34-4DD1-EB168FB65885}"/>
              </a:ext>
            </a:extLst>
          </p:cNvPr>
          <p:cNvGrpSpPr/>
          <p:nvPr/>
        </p:nvGrpSpPr>
        <p:grpSpPr>
          <a:xfrm>
            <a:off x="1942441" y="2553437"/>
            <a:ext cx="400770" cy="78840"/>
            <a:chOff x="2375055" y="3012345"/>
            <a:chExt cx="400770" cy="78840"/>
          </a:xfrm>
        </p:grpSpPr>
        <p:sp>
          <p:nvSpPr>
            <p:cNvPr id="356" name="feature_1">
              <a:extLst>
                <a:ext uri="{FF2B5EF4-FFF2-40B4-BE49-F238E27FC236}">
                  <a16:creationId xmlns:a16="http://schemas.microsoft.com/office/drawing/2014/main" id="{29394FE3-BC56-B2A3-2353-E9A847D61D45}"/>
                </a:ext>
              </a:extLst>
            </p:cNvPr>
            <p:cNvSpPr/>
            <p:nvPr/>
          </p:nvSpPr>
          <p:spPr>
            <a:xfrm>
              <a:off x="2375055" y="3012345"/>
              <a:ext cx="54437" cy="78840"/>
            </a:xfrm>
            <a:prstGeom prst="rect">
              <a:avLst/>
            </a:prstGeom>
            <a:solidFill>
              <a:srgbClr val="367FB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57" name="feature_2">
              <a:extLst>
                <a:ext uri="{FF2B5EF4-FFF2-40B4-BE49-F238E27FC236}">
                  <a16:creationId xmlns:a16="http://schemas.microsoft.com/office/drawing/2014/main" id="{6B847FE5-7D0C-46AE-D6A6-0B429D9C70ED}"/>
                </a:ext>
              </a:extLst>
            </p:cNvPr>
            <p:cNvSpPr/>
            <p:nvPr/>
          </p:nvSpPr>
          <p:spPr>
            <a:xfrm>
              <a:off x="2432777" y="3012345"/>
              <a:ext cx="54437" cy="78840"/>
            </a:xfrm>
            <a:prstGeom prst="rect">
              <a:avLst/>
            </a:prstGeom>
            <a:solidFill>
              <a:srgbClr val="7EAED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58" name="feature_3">
              <a:extLst>
                <a:ext uri="{FF2B5EF4-FFF2-40B4-BE49-F238E27FC236}">
                  <a16:creationId xmlns:a16="http://schemas.microsoft.com/office/drawing/2014/main" id="{ECA431BA-AB44-4006-5FA2-541B286DFEC3}"/>
                </a:ext>
              </a:extLst>
            </p:cNvPr>
            <p:cNvSpPr/>
            <p:nvPr/>
          </p:nvSpPr>
          <p:spPr>
            <a:xfrm>
              <a:off x="2490499" y="3012345"/>
              <a:ext cx="54437" cy="78840"/>
            </a:xfrm>
            <a:prstGeom prst="rect">
              <a:avLst/>
            </a:prstGeom>
            <a:solidFill>
              <a:srgbClr val="BCD8E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59" name="feature_4">
              <a:extLst>
                <a:ext uri="{FF2B5EF4-FFF2-40B4-BE49-F238E27FC236}">
                  <a16:creationId xmlns:a16="http://schemas.microsoft.com/office/drawing/2014/main" id="{6B29FB8D-B3FE-A122-980E-845475951D94}"/>
                </a:ext>
              </a:extLst>
            </p:cNvPr>
            <p:cNvSpPr/>
            <p:nvPr/>
          </p:nvSpPr>
          <p:spPr>
            <a:xfrm>
              <a:off x="2548221" y="3012345"/>
              <a:ext cx="54437" cy="78840"/>
            </a:xfrm>
            <a:prstGeom prst="rect">
              <a:avLst/>
            </a:prstGeom>
            <a:solidFill>
              <a:srgbClr val="88C3B4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60" name="feature_5">
              <a:extLst>
                <a:ext uri="{FF2B5EF4-FFF2-40B4-BE49-F238E27FC236}">
                  <a16:creationId xmlns:a16="http://schemas.microsoft.com/office/drawing/2014/main" id="{F59B3894-1B47-2C50-5364-F7CEB5D830B6}"/>
                </a:ext>
              </a:extLst>
            </p:cNvPr>
            <p:cNvSpPr/>
            <p:nvPr/>
          </p:nvSpPr>
          <p:spPr>
            <a:xfrm>
              <a:off x="2605944" y="3012345"/>
              <a:ext cx="54437" cy="78840"/>
            </a:xfrm>
            <a:prstGeom prst="rect">
              <a:avLst/>
            </a:prstGeom>
            <a:solidFill>
              <a:srgbClr val="23877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61" name="feature_6">
              <a:extLst>
                <a:ext uri="{FF2B5EF4-FFF2-40B4-BE49-F238E27FC236}">
                  <a16:creationId xmlns:a16="http://schemas.microsoft.com/office/drawing/2014/main" id="{58333F02-3010-74DD-0039-DCC5A70C8F96}"/>
                </a:ext>
              </a:extLst>
            </p:cNvPr>
            <p:cNvSpPr/>
            <p:nvPr/>
          </p:nvSpPr>
          <p:spPr>
            <a:xfrm>
              <a:off x="2663666" y="3012345"/>
              <a:ext cx="54437" cy="78840"/>
            </a:xfrm>
            <a:prstGeom prst="rect">
              <a:avLst/>
            </a:prstGeom>
            <a:solidFill>
              <a:srgbClr val="B1A4C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62" name="feature_7">
              <a:extLst>
                <a:ext uri="{FF2B5EF4-FFF2-40B4-BE49-F238E27FC236}">
                  <a16:creationId xmlns:a16="http://schemas.microsoft.com/office/drawing/2014/main" id="{5453F6F6-9116-A69E-A408-A0B9D7EC45C0}"/>
                </a:ext>
              </a:extLst>
            </p:cNvPr>
            <p:cNvSpPr/>
            <p:nvPr/>
          </p:nvSpPr>
          <p:spPr>
            <a:xfrm>
              <a:off x="2721388" y="3012345"/>
              <a:ext cx="54437" cy="78840"/>
            </a:xfrm>
            <a:prstGeom prst="rect">
              <a:avLst/>
            </a:prstGeom>
            <a:solidFill>
              <a:srgbClr val="D4CBE6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7" name="Formula | h_j^vox">
            <a:extLst>
              <a:ext uri="{FF2B5EF4-FFF2-40B4-BE49-F238E27FC236}">
                <a16:creationId xmlns:a16="http://schemas.microsoft.com/office/drawing/2014/main" id="{7A518F2E-3B74-1891-F473-5CEAB18B4E07}"/>
              </a:ext>
            </a:extLst>
          </p:cNvPr>
          <p:cNvGrpSpPr/>
          <p:nvPr/>
        </p:nvGrpSpPr>
        <p:grpSpPr>
          <a:xfrm>
            <a:off x="2039153" y="2365141"/>
            <a:ext cx="201989" cy="155620"/>
            <a:chOff x="2471767" y="2824049"/>
            <a:chExt cx="201989" cy="155620"/>
          </a:xfrm>
        </p:grpSpPr>
        <p:sp>
          <p:nvSpPr>
            <p:cNvPr id="353" name="Text | h">
              <a:extLst>
                <a:ext uri="{FF2B5EF4-FFF2-40B4-BE49-F238E27FC236}">
                  <a16:creationId xmlns:a16="http://schemas.microsoft.com/office/drawing/2014/main" id="{B5529D13-9838-7EE0-1483-D6EC4BE55B07}"/>
                </a:ext>
              </a:extLst>
            </p:cNvPr>
            <p:cNvSpPr txBox="1"/>
            <p:nvPr/>
          </p:nvSpPr>
          <p:spPr>
            <a:xfrm>
              <a:off x="2471767" y="2825100"/>
              <a:ext cx="103416" cy="149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28" b="0" i="1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h</a:t>
              </a:r>
              <a:endParaRPr lang="en-US" sz="828"/>
            </a:p>
          </p:txBody>
        </p:sp>
        <p:sp>
          <p:nvSpPr>
            <p:cNvPr id="354" name="Text | j">
              <a:extLst>
                <a:ext uri="{FF2B5EF4-FFF2-40B4-BE49-F238E27FC236}">
                  <a16:creationId xmlns:a16="http://schemas.microsoft.com/office/drawing/2014/main" id="{DAC0BF78-3D8C-6F72-D297-75F22448596A}"/>
                </a:ext>
              </a:extLst>
            </p:cNvPr>
            <p:cNvSpPr txBox="1"/>
            <p:nvPr/>
          </p:nvSpPr>
          <p:spPr>
            <a:xfrm>
              <a:off x="2538391" y="2887121"/>
              <a:ext cx="44418" cy="9254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3" b="0" i="1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j</a:t>
              </a:r>
              <a:endParaRPr lang="en-US" sz="513"/>
            </a:p>
          </p:txBody>
        </p:sp>
        <p:sp>
          <p:nvSpPr>
            <p:cNvPr id="355" name="Text | vox">
              <a:extLst>
                <a:ext uri="{FF2B5EF4-FFF2-40B4-BE49-F238E27FC236}">
                  <a16:creationId xmlns:a16="http://schemas.microsoft.com/office/drawing/2014/main" id="{E584C4D7-DDB8-92E8-FDB9-6A7CBC0B177F}"/>
                </a:ext>
              </a:extLst>
            </p:cNvPr>
            <p:cNvSpPr txBox="1"/>
            <p:nvPr/>
          </p:nvSpPr>
          <p:spPr>
            <a:xfrm>
              <a:off x="2541676" y="2824049"/>
              <a:ext cx="132080" cy="850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2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vox</a:t>
              </a:r>
              <a:endParaRPr lang="en-US" sz="472"/>
            </a:p>
          </p:txBody>
        </p:sp>
      </p:grpSp>
      <p:sp>
        <p:nvSpPr>
          <p:cNvPr id="18" name="Text | Base summary">
            <a:extLst>
              <a:ext uri="{FF2B5EF4-FFF2-40B4-BE49-F238E27FC236}">
                <a16:creationId xmlns:a16="http://schemas.microsoft.com/office/drawing/2014/main" id="{89B8F2BD-09E9-151F-4F28-49F080AD8064}"/>
              </a:ext>
            </a:extLst>
          </p:cNvPr>
          <p:cNvSpPr txBox="1"/>
          <p:nvPr/>
        </p:nvSpPr>
        <p:spPr>
          <a:xfrm>
            <a:off x="1785592" y="2274212"/>
            <a:ext cx="707898" cy="11661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7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Base summary</a:t>
            </a:r>
            <a:endParaRPr lang="en-US" sz="647"/>
          </a:p>
        </p:txBody>
      </p:sp>
      <p:grpSp>
        <p:nvGrpSpPr>
          <p:cNvPr id="19" name="Match inputs | pocket independent from local cues">
            <a:extLst>
              <a:ext uri="{FF2B5EF4-FFF2-40B4-BE49-F238E27FC236}">
                <a16:creationId xmlns:a16="http://schemas.microsoft.com/office/drawing/2014/main" id="{6D46F2FA-A204-B063-5635-B45B1C80AB26}"/>
              </a:ext>
            </a:extLst>
          </p:cNvPr>
          <p:cNvGrpSpPr/>
          <p:nvPr/>
        </p:nvGrpSpPr>
        <p:grpSpPr>
          <a:xfrm>
            <a:off x="911380" y="2908217"/>
            <a:ext cx="1498835" cy="532170"/>
            <a:chOff x="1226820" y="3367125"/>
            <a:chExt cx="1498835" cy="532170"/>
          </a:xfrm>
        </p:grpSpPr>
        <p:sp>
          <p:nvSpPr>
            <p:cNvPr id="240" name="rect_2515">
              <a:extLst>
                <a:ext uri="{FF2B5EF4-FFF2-40B4-BE49-F238E27FC236}">
                  <a16:creationId xmlns:a16="http://schemas.microsoft.com/office/drawing/2014/main" id="{A62C75EB-A73B-F917-C907-8A0D42FA72B9}"/>
                </a:ext>
              </a:extLst>
            </p:cNvPr>
            <p:cNvSpPr/>
            <p:nvPr/>
          </p:nvSpPr>
          <p:spPr>
            <a:xfrm>
              <a:off x="1226820" y="3367125"/>
              <a:ext cx="604440" cy="532170"/>
            </a:xfrm>
            <a:prstGeom prst="roundRect">
              <a:avLst>
                <a:gd name="adj" fmla="val 3704"/>
              </a:avLst>
            </a:prstGeom>
            <a:solidFill>
              <a:srgbClr val="FCFEFD"/>
            </a:solidFill>
            <a:ln w="3942" cap="rnd" cmpd="sng" algn="ctr">
              <a:solidFill>
                <a:srgbClr val="C5DE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41" name="Text | Pocket">
              <a:extLst>
                <a:ext uri="{FF2B5EF4-FFF2-40B4-BE49-F238E27FC236}">
                  <a16:creationId xmlns:a16="http://schemas.microsoft.com/office/drawing/2014/main" id="{647F2CCC-97B8-957F-8849-D1816C0276BA}"/>
                </a:ext>
              </a:extLst>
            </p:cNvPr>
            <p:cNvSpPr txBox="1"/>
            <p:nvPr/>
          </p:nvSpPr>
          <p:spPr>
            <a:xfrm>
              <a:off x="1372554" y="3376980"/>
              <a:ext cx="368725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Pocket</a:t>
              </a:r>
              <a:endParaRPr lang="en-US" sz="698" dirty="0"/>
            </a:p>
          </p:txBody>
        </p:sp>
        <p:grpSp>
          <p:nvGrpSpPr>
            <p:cNvPr id="242" name="Local receptor pocket | atom environment">
              <a:extLst>
                <a:ext uri="{FF2B5EF4-FFF2-40B4-BE49-F238E27FC236}">
                  <a16:creationId xmlns:a16="http://schemas.microsoft.com/office/drawing/2014/main" id="{8A546335-9C89-DCEA-5E5B-E281D0EDC93A}"/>
                </a:ext>
              </a:extLst>
            </p:cNvPr>
            <p:cNvGrpSpPr/>
            <p:nvPr/>
          </p:nvGrpSpPr>
          <p:grpSpPr>
            <a:xfrm>
              <a:off x="1295748" y="3525328"/>
              <a:ext cx="304113" cy="219890"/>
              <a:chOff x="1295748" y="3525328"/>
              <a:chExt cx="304113" cy="219890"/>
            </a:xfrm>
          </p:grpSpPr>
          <p:sp>
            <p:nvSpPr>
              <p:cNvPr id="268" name="ellipse_2517">
                <a:extLst>
                  <a:ext uri="{FF2B5EF4-FFF2-40B4-BE49-F238E27FC236}">
                    <a16:creationId xmlns:a16="http://schemas.microsoft.com/office/drawing/2014/main" id="{490F1E75-C64B-41E9-72C1-C7F3991B01D0}"/>
                  </a:ext>
                </a:extLst>
              </p:cNvPr>
              <p:cNvSpPr/>
              <p:nvPr/>
            </p:nvSpPr>
            <p:spPr>
              <a:xfrm>
                <a:off x="1343499" y="3569364"/>
                <a:ext cx="20494" cy="204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9" name="ellipse_2518">
                <a:extLst>
                  <a:ext uri="{FF2B5EF4-FFF2-40B4-BE49-F238E27FC236}">
                    <a16:creationId xmlns:a16="http://schemas.microsoft.com/office/drawing/2014/main" id="{892F2879-C479-A255-F42A-FEFBC395FAAE}"/>
                  </a:ext>
                </a:extLst>
              </p:cNvPr>
              <p:cNvSpPr/>
              <p:nvPr/>
            </p:nvSpPr>
            <p:spPr>
              <a:xfrm>
                <a:off x="1296724" y="3594466"/>
                <a:ext cx="19197" cy="1919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0" name="ellipse_2519">
                <a:extLst>
                  <a:ext uri="{FF2B5EF4-FFF2-40B4-BE49-F238E27FC236}">
                    <a16:creationId xmlns:a16="http://schemas.microsoft.com/office/drawing/2014/main" id="{183D700E-8E04-8CC9-C754-A55CDA7851B7}"/>
                  </a:ext>
                </a:extLst>
              </p:cNvPr>
              <p:cNvSpPr/>
              <p:nvPr/>
            </p:nvSpPr>
            <p:spPr>
              <a:xfrm>
                <a:off x="1438834" y="3720705"/>
                <a:ext cx="24513" cy="2451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1" name="ellipse_2520">
                <a:extLst>
                  <a:ext uri="{FF2B5EF4-FFF2-40B4-BE49-F238E27FC236}">
                    <a16:creationId xmlns:a16="http://schemas.microsoft.com/office/drawing/2014/main" id="{1ADF4877-FF02-CD7A-5512-5FE1EEADEC33}"/>
                  </a:ext>
                </a:extLst>
              </p:cNvPr>
              <p:cNvSpPr/>
              <p:nvPr/>
            </p:nvSpPr>
            <p:spPr>
              <a:xfrm>
                <a:off x="1501618" y="3664422"/>
                <a:ext cx="25439" cy="2543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2" name="ellipse_2521">
                <a:extLst>
                  <a:ext uri="{FF2B5EF4-FFF2-40B4-BE49-F238E27FC236}">
                    <a16:creationId xmlns:a16="http://schemas.microsoft.com/office/drawing/2014/main" id="{AD4A39CA-B81B-3CE8-18C8-06CC1DA13101}"/>
                  </a:ext>
                </a:extLst>
              </p:cNvPr>
              <p:cNvSpPr/>
              <p:nvPr/>
            </p:nvSpPr>
            <p:spPr>
              <a:xfrm>
                <a:off x="1321281" y="3628338"/>
                <a:ext cx="23115" cy="2311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3" name="ellipse_2522">
                <a:extLst>
                  <a:ext uri="{FF2B5EF4-FFF2-40B4-BE49-F238E27FC236}">
                    <a16:creationId xmlns:a16="http://schemas.microsoft.com/office/drawing/2014/main" id="{C71B0CFC-6744-0808-6F8F-052B64A931AF}"/>
                  </a:ext>
                </a:extLst>
              </p:cNvPr>
              <p:cNvSpPr/>
              <p:nvPr/>
            </p:nvSpPr>
            <p:spPr>
              <a:xfrm>
                <a:off x="1295748" y="3626085"/>
                <a:ext cx="19345" cy="1934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4" name="ellipse_2523">
                <a:extLst>
                  <a:ext uri="{FF2B5EF4-FFF2-40B4-BE49-F238E27FC236}">
                    <a16:creationId xmlns:a16="http://schemas.microsoft.com/office/drawing/2014/main" id="{81B904B4-D981-7D31-114B-C8031DA7E1E2}"/>
                  </a:ext>
                </a:extLst>
              </p:cNvPr>
              <p:cNvSpPr/>
              <p:nvPr/>
            </p:nvSpPr>
            <p:spPr>
              <a:xfrm>
                <a:off x="1338176" y="3604570"/>
                <a:ext cx="23202" cy="2320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5" name="ellipse_2524">
                <a:extLst>
                  <a:ext uri="{FF2B5EF4-FFF2-40B4-BE49-F238E27FC236}">
                    <a16:creationId xmlns:a16="http://schemas.microsoft.com/office/drawing/2014/main" id="{5CEC5C9B-6C6D-6ABE-8A4C-F9DFE218A0AD}"/>
                  </a:ext>
                </a:extLst>
              </p:cNvPr>
              <p:cNvSpPr/>
              <p:nvPr/>
            </p:nvSpPr>
            <p:spPr>
              <a:xfrm>
                <a:off x="1349937" y="3578135"/>
                <a:ext cx="25593" cy="255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6" name="ellipse_2525">
                <a:extLst>
                  <a:ext uri="{FF2B5EF4-FFF2-40B4-BE49-F238E27FC236}">
                    <a16:creationId xmlns:a16="http://schemas.microsoft.com/office/drawing/2014/main" id="{26592A73-BCD5-B8D3-5929-96E05DF73040}"/>
                  </a:ext>
                </a:extLst>
              </p:cNvPr>
              <p:cNvSpPr/>
              <p:nvPr/>
            </p:nvSpPr>
            <p:spPr>
              <a:xfrm>
                <a:off x="1391990" y="3698653"/>
                <a:ext cx="18941" cy="1894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7" name="ellipse_2526">
                <a:extLst>
                  <a:ext uri="{FF2B5EF4-FFF2-40B4-BE49-F238E27FC236}">
                    <a16:creationId xmlns:a16="http://schemas.microsoft.com/office/drawing/2014/main" id="{C1AD6372-FE11-C8A0-662E-7FCAB201B8B8}"/>
                  </a:ext>
                </a:extLst>
              </p:cNvPr>
              <p:cNvSpPr/>
              <p:nvPr/>
            </p:nvSpPr>
            <p:spPr>
              <a:xfrm>
                <a:off x="1335383" y="3592607"/>
                <a:ext cx="16783" cy="1678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8" name="ellipse_2527">
                <a:extLst>
                  <a:ext uri="{FF2B5EF4-FFF2-40B4-BE49-F238E27FC236}">
                    <a16:creationId xmlns:a16="http://schemas.microsoft.com/office/drawing/2014/main" id="{B2F41DFF-E9DE-FCEF-8307-67CB513293EF}"/>
                  </a:ext>
                </a:extLst>
              </p:cNvPr>
              <p:cNvSpPr/>
              <p:nvPr/>
            </p:nvSpPr>
            <p:spPr>
              <a:xfrm>
                <a:off x="1421016" y="3723168"/>
                <a:ext cx="20110" cy="2011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" name="ellipse_2528">
                <a:extLst>
                  <a:ext uri="{FF2B5EF4-FFF2-40B4-BE49-F238E27FC236}">
                    <a16:creationId xmlns:a16="http://schemas.microsoft.com/office/drawing/2014/main" id="{3A7C2394-B8D2-C5F1-80C2-555C570628AA}"/>
                  </a:ext>
                </a:extLst>
              </p:cNvPr>
              <p:cNvSpPr/>
              <p:nvPr/>
            </p:nvSpPr>
            <p:spPr>
              <a:xfrm>
                <a:off x="1366273" y="3564666"/>
                <a:ext cx="21791" cy="2179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0" name="ellipse_2529">
                <a:extLst>
                  <a:ext uri="{FF2B5EF4-FFF2-40B4-BE49-F238E27FC236}">
                    <a16:creationId xmlns:a16="http://schemas.microsoft.com/office/drawing/2014/main" id="{D82D59C4-8258-92F6-372F-552A02221564}"/>
                  </a:ext>
                </a:extLst>
              </p:cNvPr>
              <p:cNvSpPr/>
              <p:nvPr/>
            </p:nvSpPr>
            <p:spPr>
              <a:xfrm>
                <a:off x="1327790" y="3609446"/>
                <a:ext cx="20508" cy="2050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1" name="ellipse_2530">
                <a:extLst>
                  <a:ext uri="{FF2B5EF4-FFF2-40B4-BE49-F238E27FC236}">
                    <a16:creationId xmlns:a16="http://schemas.microsoft.com/office/drawing/2014/main" id="{6C0C96E3-2F52-EA25-C9DA-B71EC5622B4C}"/>
                  </a:ext>
                </a:extLst>
              </p:cNvPr>
              <p:cNvSpPr/>
              <p:nvPr/>
            </p:nvSpPr>
            <p:spPr>
              <a:xfrm>
                <a:off x="1408118" y="3688755"/>
                <a:ext cx="22554" cy="2255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2" name="ellipse_2531">
                <a:extLst>
                  <a:ext uri="{FF2B5EF4-FFF2-40B4-BE49-F238E27FC236}">
                    <a16:creationId xmlns:a16="http://schemas.microsoft.com/office/drawing/2014/main" id="{93B3B389-A012-25BA-6F06-EC9DB59C4AFB}"/>
                  </a:ext>
                </a:extLst>
              </p:cNvPr>
              <p:cNvSpPr/>
              <p:nvPr/>
            </p:nvSpPr>
            <p:spPr>
              <a:xfrm>
                <a:off x="1428373" y="3713303"/>
                <a:ext cx="24738" cy="2473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" name="ellipse_2532">
                <a:extLst>
                  <a:ext uri="{FF2B5EF4-FFF2-40B4-BE49-F238E27FC236}">
                    <a16:creationId xmlns:a16="http://schemas.microsoft.com/office/drawing/2014/main" id="{2665C2E6-3081-4A7C-3918-CEE33E8D470F}"/>
                  </a:ext>
                </a:extLst>
              </p:cNvPr>
              <p:cNvSpPr/>
              <p:nvPr/>
            </p:nvSpPr>
            <p:spPr>
              <a:xfrm>
                <a:off x="1547670" y="3653309"/>
                <a:ext cx="21842" cy="2184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4" name="ellipse_2533">
                <a:extLst>
                  <a:ext uri="{FF2B5EF4-FFF2-40B4-BE49-F238E27FC236}">
                    <a16:creationId xmlns:a16="http://schemas.microsoft.com/office/drawing/2014/main" id="{397B20B9-05A2-1028-A146-5C34D6D3B38B}"/>
                  </a:ext>
                </a:extLst>
              </p:cNvPr>
              <p:cNvSpPr/>
              <p:nvPr/>
            </p:nvSpPr>
            <p:spPr>
              <a:xfrm>
                <a:off x="1517557" y="3700982"/>
                <a:ext cx="20964" cy="2096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5" name="ellipse_2534">
                <a:extLst>
                  <a:ext uri="{FF2B5EF4-FFF2-40B4-BE49-F238E27FC236}">
                    <a16:creationId xmlns:a16="http://schemas.microsoft.com/office/drawing/2014/main" id="{24BEC070-0982-29B4-3C14-877FC589287C}"/>
                  </a:ext>
                </a:extLst>
              </p:cNvPr>
              <p:cNvSpPr/>
              <p:nvPr/>
            </p:nvSpPr>
            <p:spPr>
              <a:xfrm>
                <a:off x="1535521" y="3630252"/>
                <a:ext cx="17917" cy="1791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" name="ellipse_2535">
                <a:extLst>
                  <a:ext uri="{FF2B5EF4-FFF2-40B4-BE49-F238E27FC236}">
                    <a16:creationId xmlns:a16="http://schemas.microsoft.com/office/drawing/2014/main" id="{55DDB44C-FD52-691B-04E4-7F95F52CE81A}"/>
                  </a:ext>
                </a:extLst>
              </p:cNvPr>
              <p:cNvSpPr/>
              <p:nvPr/>
            </p:nvSpPr>
            <p:spPr>
              <a:xfrm>
                <a:off x="1344039" y="3678107"/>
                <a:ext cx="21719" cy="2171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" name="ellipse_2536">
                <a:extLst>
                  <a:ext uri="{FF2B5EF4-FFF2-40B4-BE49-F238E27FC236}">
                    <a16:creationId xmlns:a16="http://schemas.microsoft.com/office/drawing/2014/main" id="{DB3B2982-BFEB-6A45-029C-914E51F65C38}"/>
                  </a:ext>
                </a:extLst>
              </p:cNvPr>
              <p:cNvSpPr/>
              <p:nvPr/>
            </p:nvSpPr>
            <p:spPr>
              <a:xfrm>
                <a:off x="1486134" y="3678415"/>
                <a:ext cx="22120" cy="2212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8" name="ellipse_2537">
                <a:extLst>
                  <a:ext uri="{FF2B5EF4-FFF2-40B4-BE49-F238E27FC236}">
                    <a16:creationId xmlns:a16="http://schemas.microsoft.com/office/drawing/2014/main" id="{1DCF7FB2-5804-A9AC-7BD3-2FD6484DAE31}"/>
                  </a:ext>
                </a:extLst>
              </p:cNvPr>
              <p:cNvSpPr/>
              <p:nvPr/>
            </p:nvSpPr>
            <p:spPr>
              <a:xfrm>
                <a:off x="1538537" y="3597777"/>
                <a:ext cx="22828" cy="2282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9" name="ellipse_2538">
                <a:extLst>
                  <a:ext uri="{FF2B5EF4-FFF2-40B4-BE49-F238E27FC236}">
                    <a16:creationId xmlns:a16="http://schemas.microsoft.com/office/drawing/2014/main" id="{A02474CD-446B-71E2-5988-474DDE931302}"/>
                  </a:ext>
                </a:extLst>
              </p:cNvPr>
              <p:cNvSpPr/>
              <p:nvPr/>
            </p:nvSpPr>
            <p:spPr>
              <a:xfrm>
                <a:off x="1401131" y="3720374"/>
                <a:ext cx="16876" cy="1687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0" name="ellipse_2539">
                <a:extLst>
                  <a:ext uri="{FF2B5EF4-FFF2-40B4-BE49-F238E27FC236}">
                    <a16:creationId xmlns:a16="http://schemas.microsoft.com/office/drawing/2014/main" id="{BD2F4409-7EEB-52D8-AAEB-448DFA620366}"/>
                  </a:ext>
                </a:extLst>
              </p:cNvPr>
              <p:cNvSpPr/>
              <p:nvPr/>
            </p:nvSpPr>
            <p:spPr>
              <a:xfrm>
                <a:off x="1525941" y="3593109"/>
                <a:ext cx="21620" cy="2162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" name="ellipse_2540">
                <a:extLst>
                  <a:ext uri="{FF2B5EF4-FFF2-40B4-BE49-F238E27FC236}">
                    <a16:creationId xmlns:a16="http://schemas.microsoft.com/office/drawing/2014/main" id="{B046F8B0-10BA-D952-FE90-C1B0C839E19C}"/>
                  </a:ext>
                </a:extLst>
              </p:cNvPr>
              <p:cNvSpPr/>
              <p:nvPr/>
            </p:nvSpPr>
            <p:spPr>
              <a:xfrm>
                <a:off x="1462052" y="3689103"/>
                <a:ext cx="24723" cy="2472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2" name="ellipse_2541">
                <a:extLst>
                  <a:ext uri="{FF2B5EF4-FFF2-40B4-BE49-F238E27FC236}">
                    <a16:creationId xmlns:a16="http://schemas.microsoft.com/office/drawing/2014/main" id="{6CDD3FDB-8919-EB67-CF24-0BBBB42F1B40}"/>
                  </a:ext>
                </a:extLst>
              </p:cNvPr>
              <p:cNvSpPr/>
              <p:nvPr/>
            </p:nvSpPr>
            <p:spPr>
              <a:xfrm>
                <a:off x="1338003" y="3621442"/>
                <a:ext cx="17209" cy="1720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3" name="ellipse_2542">
                <a:extLst>
                  <a:ext uri="{FF2B5EF4-FFF2-40B4-BE49-F238E27FC236}">
                    <a16:creationId xmlns:a16="http://schemas.microsoft.com/office/drawing/2014/main" id="{CFF69E3F-D140-DFDF-D864-A50C0FB1B7E6}"/>
                  </a:ext>
                </a:extLst>
              </p:cNvPr>
              <p:cNvSpPr/>
              <p:nvPr/>
            </p:nvSpPr>
            <p:spPr>
              <a:xfrm>
                <a:off x="1436611" y="3687896"/>
                <a:ext cx="16365" cy="1636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" name="ellipse_2543">
                <a:extLst>
                  <a:ext uri="{FF2B5EF4-FFF2-40B4-BE49-F238E27FC236}">
                    <a16:creationId xmlns:a16="http://schemas.microsoft.com/office/drawing/2014/main" id="{B433D9F3-CB47-4D67-4580-C3837455EBB1}"/>
                  </a:ext>
                </a:extLst>
              </p:cNvPr>
              <p:cNvSpPr/>
              <p:nvPr/>
            </p:nvSpPr>
            <p:spPr>
              <a:xfrm>
                <a:off x="1387354" y="3566640"/>
                <a:ext cx="17190" cy="1719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" name="ellipse_2544">
                <a:extLst>
                  <a:ext uri="{FF2B5EF4-FFF2-40B4-BE49-F238E27FC236}">
                    <a16:creationId xmlns:a16="http://schemas.microsoft.com/office/drawing/2014/main" id="{391AF5BE-594E-6140-B5B9-411507B66A8E}"/>
                  </a:ext>
                </a:extLst>
              </p:cNvPr>
              <p:cNvSpPr/>
              <p:nvPr/>
            </p:nvSpPr>
            <p:spPr>
              <a:xfrm>
                <a:off x="1453977" y="3540995"/>
                <a:ext cx="18775" cy="1877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6" name="ellipse_2545">
                <a:extLst>
                  <a:ext uri="{FF2B5EF4-FFF2-40B4-BE49-F238E27FC236}">
                    <a16:creationId xmlns:a16="http://schemas.microsoft.com/office/drawing/2014/main" id="{7CC3A651-DEF4-1329-531E-5B06B51EB7C0}"/>
                  </a:ext>
                </a:extLst>
              </p:cNvPr>
              <p:cNvSpPr/>
              <p:nvPr/>
            </p:nvSpPr>
            <p:spPr>
              <a:xfrm>
                <a:off x="1487168" y="3548389"/>
                <a:ext cx="16148" cy="1614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" name="ellipse_2546">
                <a:extLst>
                  <a:ext uri="{FF2B5EF4-FFF2-40B4-BE49-F238E27FC236}">
                    <a16:creationId xmlns:a16="http://schemas.microsoft.com/office/drawing/2014/main" id="{4C37BF13-BFF4-3F8C-15E9-FFCE23649A87}"/>
                  </a:ext>
                </a:extLst>
              </p:cNvPr>
              <p:cNvSpPr/>
              <p:nvPr/>
            </p:nvSpPr>
            <p:spPr>
              <a:xfrm>
                <a:off x="1536436" y="3643342"/>
                <a:ext cx="21862" cy="218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" name="ellipse_2547">
                <a:extLst>
                  <a:ext uri="{FF2B5EF4-FFF2-40B4-BE49-F238E27FC236}">
                    <a16:creationId xmlns:a16="http://schemas.microsoft.com/office/drawing/2014/main" id="{15350B39-3D01-138C-1044-103868E6C1E9}"/>
                  </a:ext>
                </a:extLst>
              </p:cNvPr>
              <p:cNvSpPr/>
              <p:nvPr/>
            </p:nvSpPr>
            <p:spPr>
              <a:xfrm>
                <a:off x="1542031" y="3603619"/>
                <a:ext cx="25264" cy="2526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" name="ellipse_2548">
                <a:extLst>
                  <a:ext uri="{FF2B5EF4-FFF2-40B4-BE49-F238E27FC236}">
                    <a16:creationId xmlns:a16="http://schemas.microsoft.com/office/drawing/2014/main" id="{E5899459-B525-A733-FDD1-3CBAB3B3CEE2}"/>
                  </a:ext>
                </a:extLst>
              </p:cNvPr>
              <p:cNvSpPr/>
              <p:nvPr/>
            </p:nvSpPr>
            <p:spPr>
              <a:xfrm>
                <a:off x="1434762" y="3711046"/>
                <a:ext cx="16788" cy="1678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" name="ellipse_2549">
                <a:extLst>
                  <a:ext uri="{FF2B5EF4-FFF2-40B4-BE49-F238E27FC236}">
                    <a16:creationId xmlns:a16="http://schemas.microsoft.com/office/drawing/2014/main" id="{3EBF023C-14E9-4D4C-75BA-E653CC64E8C0}"/>
                  </a:ext>
                </a:extLst>
              </p:cNvPr>
              <p:cNvSpPr/>
              <p:nvPr/>
            </p:nvSpPr>
            <p:spPr>
              <a:xfrm>
                <a:off x="1543438" y="3672057"/>
                <a:ext cx="23717" cy="2371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" name="ellipse_2550">
                <a:extLst>
                  <a:ext uri="{FF2B5EF4-FFF2-40B4-BE49-F238E27FC236}">
                    <a16:creationId xmlns:a16="http://schemas.microsoft.com/office/drawing/2014/main" id="{6067695C-84D5-EECB-20B9-F27354119662}"/>
                  </a:ext>
                </a:extLst>
              </p:cNvPr>
              <p:cNvSpPr/>
              <p:nvPr/>
            </p:nvSpPr>
            <p:spPr>
              <a:xfrm>
                <a:off x="1529817" y="3654293"/>
                <a:ext cx="15593" cy="1559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" name="ellipse_2551">
                <a:extLst>
                  <a:ext uri="{FF2B5EF4-FFF2-40B4-BE49-F238E27FC236}">
                    <a16:creationId xmlns:a16="http://schemas.microsoft.com/office/drawing/2014/main" id="{C98B24CA-1AB6-4100-96AF-C2D6F92CAEDE}"/>
                  </a:ext>
                </a:extLst>
              </p:cNvPr>
              <p:cNvSpPr/>
              <p:nvPr/>
            </p:nvSpPr>
            <p:spPr>
              <a:xfrm>
                <a:off x="1550063" y="3626271"/>
                <a:ext cx="18725" cy="187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" name="ellipse_2552">
                <a:extLst>
                  <a:ext uri="{FF2B5EF4-FFF2-40B4-BE49-F238E27FC236}">
                    <a16:creationId xmlns:a16="http://schemas.microsoft.com/office/drawing/2014/main" id="{A0A6909F-141E-1139-9538-16BE3B9D2B9E}"/>
                  </a:ext>
                </a:extLst>
              </p:cNvPr>
              <p:cNvSpPr/>
              <p:nvPr/>
            </p:nvSpPr>
            <p:spPr>
              <a:xfrm>
                <a:off x="1395088" y="3533435"/>
                <a:ext cx="15948" cy="1594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" name="ellipse_2553">
                <a:extLst>
                  <a:ext uri="{FF2B5EF4-FFF2-40B4-BE49-F238E27FC236}">
                    <a16:creationId xmlns:a16="http://schemas.microsoft.com/office/drawing/2014/main" id="{B51F9887-55B5-C5DF-F28A-983B345D8191}"/>
                  </a:ext>
                </a:extLst>
              </p:cNvPr>
              <p:cNvSpPr/>
              <p:nvPr/>
            </p:nvSpPr>
            <p:spPr>
              <a:xfrm>
                <a:off x="1313742" y="3573420"/>
                <a:ext cx="15496" cy="1549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" name="ellipse_2554">
                <a:extLst>
                  <a:ext uri="{FF2B5EF4-FFF2-40B4-BE49-F238E27FC236}">
                    <a16:creationId xmlns:a16="http://schemas.microsoft.com/office/drawing/2014/main" id="{C9DD42D7-1497-EC7C-A5AF-39BDFD768099}"/>
                  </a:ext>
                </a:extLst>
              </p:cNvPr>
              <p:cNvSpPr/>
              <p:nvPr/>
            </p:nvSpPr>
            <p:spPr>
              <a:xfrm>
                <a:off x="1329291" y="3672157"/>
                <a:ext cx="23375" cy="2337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6" name="ellipse_2555">
                <a:extLst>
                  <a:ext uri="{FF2B5EF4-FFF2-40B4-BE49-F238E27FC236}">
                    <a16:creationId xmlns:a16="http://schemas.microsoft.com/office/drawing/2014/main" id="{3F789A2A-09D0-392D-BA7C-1F90338938D1}"/>
                  </a:ext>
                </a:extLst>
              </p:cNvPr>
              <p:cNvSpPr/>
              <p:nvPr/>
            </p:nvSpPr>
            <p:spPr>
              <a:xfrm>
                <a:off x="1307786" y="3621846"/>
                <a:ext cx="22071" cy="2207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" name="ellipse_2556">
                <a:extLst>
                  <a:ext uri="{FF2B5EF4-FFF2-40B4-BE49-F238E27FC236}">
                    <a16:creationId xmlns:a16="http://schemas.microsoft.com/office/drawing/2014/main" id="{CDD4C285-88D5-EB92-4FF3-FBA259B28892}"/>
                  </a:ext>
                </a:extLst>
              </p:cNvPr>
              <p:cNvSpPr/>
              <p:nvPr/>
            </p:nvSpPr>
            <p:spPr>
              <a:xfrm>
                <a:off x="1584475" y="3627694"/>
                <a:ext cx="15386" cy="1538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" name="ellipse_2557">
                <a:extLst>
                  <a:ext uri="{FF2B5EF4-FFF2-40B4-BE49-F238E27FC236}">
                    <a16:creationId xmlns:a16="http://schemas.microsoft.com/office/drawing/2014/main" id="{036C5327-B2B8-9796-434A-27EAEA809D16}"/>
                  </a:ext>
                </a:extLst>
              </p:cNvPr>
              <p:cNvSpPr/>
              <p:nvPr/>
            </p:nvSpPr>
            <p:spPr>
              <a:xfrm>
                <a:off x="1453895" y="3558216"/>
                <a:ext cx="24625" cy="246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" name="ellipse_2558">
                <a:extLst>
                  <a:ext uri="{FF2B5EF4-FFF2-40B4-BE49-F238E27FC236}">
                    <a16:creationId xmlns:a16="http://schemas.microsoft.com/office/drawing/2014/main" id="{4378DB49-3909-9476-9010-BB5A947A7C2A}"/>
                  </a:ext>
                </a:extLst>
              </p:cNvPr>
              <p:cNvSpPr/>
              <p:nvPr/>
            </p:nvSpPr>
            <p:spPr>
              <a:xfrm>
                <a:off x="1514397" y="3669171"/>
                <a:ext cx="15296" cy="1529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" name="ellipse_2559">
                <a:extLst>
                  <a:ext uri="{FF2B5EF4-FFF2-40B4-BE49-F238E27FC236}">
                    <a16:creationId xmlns:a16="http://schemas.microsoft.com/office/drawing/2014/main" id="{09D4CB75-D7FC-1A97-951D-9CD42B6CC4BF}"/>
                  </a:ext>
                </a:extLst>
              </p:cNvPr>
              <p:cNvSpPr/>
              <p:nvPr/>
            </p:nvSpPr>
            <p:spPr>
              <a:xfrm>
                <a:off x="1502877" y="3686988"/>
                <a:ext cx="19310" cy="1931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" name="ellipse_2560">
                <a:extLst>
                  <a:ext uri="{FF2B5EF4-FFF2-40B4-BE49-F238E27FC236}">
                    <a16:creationId xmlns:a16="http://schemas.microsoft.com/office/drawing/2014/main" id="{A7D5DCB9-A475-94C4-BF7C-287AB3E1BAFD}"/>
                  </a:ext>
                </a:extLst>
              </p:cNvPr>
              <p:cNvSpPr/>
              <p:nvPr/>
            </p:nvSpPr>
            <p:spPr>
              <a:xfrm>
                <a:off x="1507745" y="3695631"/>
                <a:ext cx="15466" cy="1546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" name="ellipse_2561">
                <a:extLst>
                  <a:ext uri="{FF2B5EF4-FFF2-40B4-BE49-F238E27FC236}">
                    <a16:creationId xmlns:a16="http://schemas.microsoft.com/office/drawing/2014/main" id="{0CA673BF-357C-B01C-31A9-9FB9B19F7DA6}"/>
                  </a:ext>
                </a:extLst>
              </p:cNvPr>
              <p:cNvSpPr/>
              <p:nvPr/>
            </p:nvSpPr>
            <p:spPr>
              <a:xfrm>
                <a:off x="1432818" y="3538051"/>
                <a:ext cx="19094" cy="19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" name="ellipse_2562">
                <a:extLst>
                  <a:ext uri="{FF2B5EF4-FFF2-40B4-BE49-F238E27FC236}">
                    <a16:creationId xmlns:a16="http://schemas.microsoft.com/office/drawing/2014/main" id="{14D7837D-194C-E0A4-16A4-B5F8F1BBDC8D}"/>
                  </a:ext>
                </a:extLst>
              </p:cNvPr>
              <p:cNvSpPr/>
              <p:nvPr/>
            </p:nvSpPr>
            <p:spPr>
              <a:xfrm>
                <a:off x="1511410" y="3670510"/>
                <a:ext cx="18124" cy="1812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" name="ellipse_2563">
                <a:extLst>
                  <a:ext uri="{FF2B5EF4-FFF2-40B4-BE49-F238E27FC236}">
                    <a16:creationId xmlns:a16="http://schemas.microsoft.com/office/drawing/2014/main" id="{52EF51FB-802D-1292-5FE0-A46343ADBA16}"/>
                  </a:ext>
                </a:extLst>
              </p:cNvPr>
              <p:cNvSpPr/>
              <p:nvPr/>
            </p:nvSpPr>
            <p:spPr>
              <a:xfrm>
                <a:off x="1465959" y="3697582"/>
                <a:ext cx="20714" cy="2071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" name="ellipse_2564">
                <a:extLst>
                  <a:ext uri="{FF2B5EF4-FFF2-40B4-BE49-F238E27FC236}">
                    <a16:creationId xmlns:a16="http://schemas.microsoft.com/office/drawing/2014/main" id="{AA596AC5-44B7-562E-BE66-331758298370}"/>
                  </a:ext>
                </a:extLst>
              </p:cNvPr>
              <p:cNvSpPr/>
              <p:nvPr/>
            </p:nvSpPr>
            <p:spPr>
              <a:xfrm>
                <a:off x="1421039" y="3688264"/>
                <a:ext cx="20580" cy="2058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6" name="ellipse_2565">
                <a:extLst>
                  <a:ext uri="{FF2B5EF4-FFF2-40B4-BE49-F238E27FC236}">
                    <a16:creationId xmlns:a16="http://schemas.microsoft.com/office/drawing/2014/main" id="{36782CF2-34EA-A5F7-ED53-7D6A038E7F34}"/>
                  </a:ext>
                </a:extLst>
              </p:cNvPr>
              <p:cNvSpPr/>
              <p:nvPr/>
            </p:nvSpPr>
            <p:spPr>
              <a:xfrm>
                <a:off x="1317547" y="3643031"/>
                <a:ext cx="24656" cy="2465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7" name="ellipse_2566">
                <a:extLst>
                  <a:ext uri="{FF2B5EF4-FFF2-40B4-BE49-F238E27FC236}">
                    <a16:creationId xmlns:a16="http://schemas.microsoft.com/office/drawing/2014/main" id="{91F74E74-C2E5-F844-4C90-9158C8F7F24E}"/>
                  </a:ext>
                </a:extLst>
              </p:cNvPr>
              <p:cNvSpPr/>
              <p:nvPr/>
            </p:nvSpPr>
            <p:spPr>
              <a:xfrm>
                <a:off x="1490146" y="3564893"/>
                <a:ext cx="23114" cy="2311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8" name="ellipse_2567">
                <a:extLst>
                  <a:ext uri="{FF2B5EF4-FFF2-40B4-BE49-F238E27FC236}">
                    <a16:creationId xmlns:a16="http://schemas.microsoft.com/office/drawing/2014/main" id="{30CC97B4-48A6-02D8-0F93-B2F921571F2C}"/>
                  </a:ext>
                </a:extLst>
              </p:cNvPr>
              <p:cNvSpPr/>
              <p:nvPr/>
            </p:nvSpPr>
            <p:spPr>
              <a:xfrm>
                <a:off x="1318021" y="3588334"/>
                <a:ext cx="19866" cy="19866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9" name="ellipse_2568">
                <a:extLst>
                  <a:ext uri="{FF2B5EF4-FFF2-40B4-BE49-F238E27FC236}">
                    <a16:creationId xmlns:a16="http://schemas.microsoft.com/office/drawing/2014/main" id="{427C21BA-4F52-388F-8A08-05021637FE66}"/>
                  </a:ext>
                </a:extLst>
              </p:cNvPr>
              <p:cNvSpPr/>
              <p:nvPr/>
            </p:nvSpPr>
            <p:spPr>
              <a:xfrm>
                <a:off x="1478242" y="3571021"/>
                <a:ext cx="21106" cy="2110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0" name="ellipse_2569">
                <a:extLst>
                  <a:ext uri="{FF2B5EF4-FFF2-40B4-BE49-F238E27FC236}">
                    <a16:creationId xmlns:a16="http://schemas.microsoft.com/office/drawing/2014/main" id="{202A57B2-4C56-8A50-B31E-918ED56AEA81}"/>
                  </a:ext>
                </a:extLst>
              </p:cNvPr>
              <p:cNvSpPr/>
              <p:nvPr/>
            </p:nvSpPr>
            <p:spPr>
              <a:xfrm>
                <a:off x="1317612" y="3652314"/>
                <a:ext cx="17900" cy="1790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1" name="ellipse_2570">
                <a:extLst>
                  <a:ext uri="{FF2B5EF4-FFF2-40B4-BE49-F238E27FC236}">
                    <a16:creationId xmlns:a16="http://schemas.microsoft.com/office/drawing/2014/main" id="{F450F644-39EA-B580-690F-C2B43B177AA9}"/>
                  </a:ext>
                </a:extLst>
              </p:cNvPr>
              <p:cNvSpPr/>
              <p:nvPr/>
            </p:nvSpPr>
            <p:spPr>
              <a:xfrm>
                <a:off x="1437620" y="3709822"/>
                <a:ext cx="15418" cy="1541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2" name="ellipse_2571">
                <a:extLst>
                  <a:ext uri="{FF2B5EF4-FFF2-40B4-BE49-F238E27FC236}">
                    <a16:creationId xmlns:a16="http://schemas.microsoft.com/office/drawing/2014/main" id="{04BDA40D-AF67-3544-4DB8-4D61A0831D23}"/>
                  </a:ext>
                </a:extLst>
              </p:cNvPr>
              <p:cNvSpPr/>
              <p:nvPr/>
            </p:nvSpPr>
            <p:spPr>
              <a:xfrm>
                <a:off x="1482151" y="3682518"/>
                <a:ext cx="16703" cy="1670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3" name="ellipse_2572">
                <a:extLst>
                  <a:ext uri="{FF2B5EF4-FFF2-40B4-BE49-F238E27FC236}">
                    <a16:creationId xmlns:a16="http://schemas.microsoft.com/office/drawing/2014/main" id="{6FD6116B-B584-6C99-2635-006146E86C3A}"/>
                  </a:ext>
                </a:extLst>
              </p:cNvPr>
              <p:cNvSpPr/>
              <p:nvPr/>
            </p:nvSpPr>
            <p:spPr>
              <a:xfrm>
                <a:off x="1411116" y="3562784"/>
                <a:ext cx="21423" cy="2142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4" name="ellipse_2573">
                <a:extLst>
                  <a:ext uri="{FF2B5EF4-FFF2-40B4-BE49-F238E27FC236}">
                    <a16:creationId xmlns:a16="http://schemas.microsoft.com/office/drawing/2014/main" id="{408C328A-DC76-75E1-2FC1-91AD0B00FAA2}"/>
                  </a:ext>
                </a:extLst>
              </p:cNvPr>
              <p:cNvSpPr/>
              <p:nvPr/>
            </p:nvSpPr>
            <p:spPr>
              <a:xfrm>
                <a:off x="1454564" y="3537748"/>
                <a:ext cx="19763" cy="197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5" name="ellipse_2574">
                <a:extLst>
                  <a:ext uri="{FF2B5EF4-FFF2-40B4-BE49-F238E27FC236}">
                    <a16:creationId xmlns:a16="http://schemas.microsoft.com/office/drawing/2014/main" id="{E4AA29BE-10CD-DD58-32D2-8B44264F3B03}"/>
                  </a:ext>
                </a:extLst>
              </p:cNvPr>
              <p:cNvSpPr/>
              <p:nvPr/>
            </p:nvSpPr>
            <p:spPr>
              <a:xfrm>
                <a:off x="1516785" y="3654731"/>
                <a:ext cx="21578" cy="2157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6" name="ellipse_2575">
                <a:extLst>
                  <a:ext uri="{FF2B5EF4-FFF2-40B4-BE49-F238E27FC236}">
                    <a16:creationId xmlns:a16="http://schemas.microsoft.com/office/drawing/2014/main" id="{77F2D6ED-1157-A558-808E-36CB9FF125C4}"/>
                  </a:ext>
                </a:extLst>
              </p:cNvPr>
              <p:cNvSpPr/>
              <p:nvPr/>
            </p:nvSpPr>
            <p:spPr>
              <a:xfrm>
                <a:off x="1410634" y="3697683"/>
                <a:ext cx="24162" cy="241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7" name="ellipse_2576">
                <a:extLst>
                  <a:ext uri="{FF2B5EF4-FFF2-40B4-BE49-F238E27FC236}">
                    <a16:creationId xmlns:a16="http://schemas.microsoft.com/office/drawing/2014/main" id="{CD7AC9AE-9E63-1900-227E-81832A033440}"/>
                  </a:ext>
                </a:extLst>
              </p:cNvPr>
              <p:cNvSpPr/>
              <p:nvPr/>
            </p:nvSpPr>
            <p:spPr>
              <a:xfrm>
                <a:off x="1425946" y="3562304"/>
                <a:ext cx="17525" cy="1752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8" name="ellipse_2577">
                <a:extLst>
                  <a:ext uri="{FF2B5EF4-FFF2-40B4-BE49-F238E27FC236}">
                    <a16:creationId xmlns:a16="http://schemas.microsoft.com/office/drawing/2014/main" id="{FC4B9BDD-1E64-62A4-931E-8BE8F4956F13}"/>
                  </a:ext>
                </a:extLst>
              </p:cNvPr>
              <p:cNvSpPr/>
              <p:nvPr/>
            </p:nvSpPr>
            <p:spPr>
              <a:xfrm>
                <a:off x="1355269" y="3594031"/>
                <a:ext cx="21133" cy="2113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9" name="ellipse_2578">
                <a:extLst>
                  <a:ext uri="{FF2B5EF4-FFF2-40B4-BE49-F238E27FC236}">
                    <a16:creationId xmlns:a16="http://schemas.microsoft.com/office/drawing/2014/main" id="{E90A7BCF-BBFD-63AC-4DC2-F0400FA90659}"/>
                  </a:ext>
                </a:extLst>
              </p:cNvPr>
              <p:cNvSpPr/>
              <p:nvPr/>
            </p:nvSpPr>
            <p:spPr>
              <a:xfrm>
                <a:off x="1506719" y="3690770"/>
                <a:ext cx="17358" cy="1735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0" name="ellipse_2579">
                <a:extLst>
                  <a:ext uri="{FF2B5EF4-FFF2-40B4-BE49-F238E27FC236}">
                    <a16:creationId xmlns:a16="http://schemas.microsoft.com/office/drawing/2014/main" id="{4CA60284-5726-C93A-3B96-4ADB5E0851CD}"/>
                  </a:ext>
                </a:extLst>
              </p:cNvPr>
              <p:cNvSpPr/>
              <p:nvPr/>
            </p:nvSpPr>
            <p:spPr>
              <a:xfrm>
                <a:off x="1349195" y="3647004"/>
                <a:ext cx="22300" cy="2230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" name="ellipse_2580">
                <a:extLst>
                  <a:ext uri="{FF2B5EF4-FFF2-40B4-BE49-F238E27FC236}">
                    <a16:creationId xmlns:a16="http://schemas.microsoft.com/office/drawing/2014/main" id="{02C998C6-D15B-4D3E-F65C-901603E718E2}"/>
                  </a:ext>
                </a:extLst>
              </p:cNvPr>
              <p:cNvSpPr/>
              <p:nvPr/>
            </p:nvSpPr>
            <p:spPr>
              <a:xfrm>
                <a:off x="1577404" y="3601425"/>
                <a:ext cx="20206" cy="2020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" name="ellipse_2581">
                <a:extLst>
                  <a:ext uri="{FF2B5EF4-FFF2-40B4-BE49-F238E27FC236}">
                    <a16:creationId xmlns:a16="http://schemas.microsoft.com/office/drawing/2014/main" id="{89A6ED92-C757-C6F6-B945-4BE2E2866F5C}"/>
                  </a:ext>
                </a:extLst>
              </p:cNvPr>
              <p:cNvSpPr/>
              <p:nvPr/>
            </p:nvSpPr>
            <p:spPr>
              <a:xfrm>
                <a:off x="1509076" y="3554975"/>
                <a:ext cx="15762" cy="157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" name="ellipse_2582">
                <a:extLst>
                  <a:ext uri="{FF2B5EF4-FFF2-40B4-BE49-F238E27FC236}">
                    <a16:creationId xmlns:a16="http://schemas.microsoft.com/office/drawing/2014/main" id="{D5B36787-5D31-63F7-73E4-671D3E9D0003}"/>
                  </a:ext>
                </a:extLst>
              </p:cNvPr>
              <p:cNvSpPr/>
              <p:nvPr/>
            </p:nvSpPr>
            <p:spPr>
              <a:xfrm>
                <a:off x="1462460" y="3706007"/>
                <a:ext cx="22750" cy="2275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" name="ellipse_2583">
                <a:extLst>
                  <a:ext uri="{FF2B5EF4-FFF2-40B4-BE49-F238E27FC236}">
                    <a16:creationId xmlns:a16="http://schemas.microsoft.com/office/drawing/2014/main" id="{3CA56C3F-6592-2A93-F9E6-53959D44FCC5}"/>
                  </a:ext>
                </a:extLst>
              </p:cNvPr>
              <p:cNvSpPr/>
              <p:nvPr/>
            </p:nvSpPr>
            <p:spPr>
              <a:xfrm>
                <a:off x="1439477" y="3526920"/>
                <a:ext cx="21290" cy="2129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" name="ellipse_2584">
                <a:extLst>
                  <a:ext uri="{FF2B5EF4-FFF2-40B4-BE49-F238E27FC236}">
                    <a16:creationId xmlns:a16="http://schemas.microsoft.com/office/drawing/2014/main" id="{BF1413D5-2A2A-D768-79D7-116EC5F56505}"/>
                  </a:ext>
                </a:extLst>
              </p:cNvPr>
              <p:cNvSpPr/>
              <p:nvPr/>
            </p:nvSpPr>
            <p:spPr>
              <a:xfrm>
                <a:off x="1310268" y="3672453"/>
                <a:ext cx="21000" cy="2100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" name="ellipse_2585">
                <a:extLst>
                  <a:ext uri="{FF2B5EF4-FFF2-40B4-BE49-F238E27FC236}">
                    <a16:creationId xmlns:a16="http://schemas.microsoft.com/office/drawing/2014/main" id="{DC0E42FA-FFBC-0032-EEBE-AC23C2C8A18F}"/>
                  </a:ext>
                </a:extLst>
              </p:cNvPr>
              <p:cNvSpPr/>
              <p:nvPr/>
            </p:nvSpPr>
            <p:spPr>
              <a:xfrm>
                <a:off x="1552938" y="3621802"/>
                <a:ext cx="15605" cy="1560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" name="ellipse_2586">
                <a:extLst>
                  <a:ext uri="{FF2B5EF4-FFF2-40B4-BE49-F238E27FC236}">
                    <a16:creationId xmlns:a16="http://schemas.microsoft.com/office/drawing/2014/main" id="{D5C55BEC-D6E8-C8A4-8630-7F45F0BB57D2}"/>
                  </a:ext>
                </a:extLst>
              </p:cNvPr>
              <p:cNvSpPr/>
              <p:nvPr/>
            </p:nvSpPr>
            <p:spPr>
              <a:xfrm>
                <a:off x="1558418" y="3676011"/>
                <a:ext cx="22184" cy="2218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" name="ellipse_2587">
                <a:extLst>
                  <a:ext uri="{FF2B5EF4-FFF2-40B4-BE49-F238E27FC236}">
                    <a16:creationId xmlns:a16="http://schemas.microsoft.com/office/drawing/2014/main" id="{C0808DA2-649F-C26E-84AA-F0E33EFC7AFE}"/>
                  </a:ext>
                </a:extLst>
              </p:cNvPr>
              <p:cNvSpPr/>
              <p:nvPr/>
            </p:nvSpPr>
            <p:spPr>
              <a:xfrm>
                <a:off x="1456866" y="3525328"/>
                <a:ext cx="23606" cy="2360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" name="ellipse_2588">
                <a:extLst>
                  <a:ext uri="{FF2B5EF4-FFF2-40B4-BE49-F238E27FC236}">
                    <a16:creationId xmlns:a16="http://schemas.microsoft.com/office/drawing/2014/main" id="{29107B3C-1C57-DFFE-E1D0-E36792584C4A}"/>
                  </a:ext>
                </a:extLst>
              </p:cNvPr>
              <p:cNvSpPr/>
              <p:nvPr/>
            </p:nvSpPr>
            <p:spPr>
              <a:xfrm>
                <a:off x="1364561" y="3569140"/>
                <a:ext cx="22851" cy="2285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0" name="ellipse_2589">
                <a:extLst>
                  <a:ext uri="{FF2B5EF4-FFF2-40B4-BE49-F238E27FC236}">
                    <a16:creationId xmlns:a16="http://schemas.microsoft.com/office/drawing/2014/main" id="{2CEAF87E-D6F6-42AD-E07A-770EF7AC154A}"/>
                  </a:ext>
                </a:extLst>
              </p:cNvPr>
              <p:cNvSpPr/>
              <p:nvPr/>
            </p:nvSpPr>
            <p:spPr>
              <a:xfrm>
                <a:off x="1539847" y="3619786"/>
                <a:ext cx="18619" cy="1861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1" name="ellipse_2590">
                <a:extLst>
                  <a:ext uri="{FF2B5EF4-FFF2-40B4-BE49-F238E27FC236}">
                    <a16:creationId xmlns:a16="http://schemas.microsoft.com/office/drawing/2014/main" id="{C277D38E-B71B-37FE-B76B-E7CEDF17CC39}"/>
                  </a:ext>
                </a:extLst>
              </p:cNvPr>
              <p:cNvSpPr/>
              <p:nvPr/>
            </p:nvSpPr>
            <p:spPr>
              <a:xfrm>
                <a:off x="1298635" y="3654692"/>
                <a:ext cx="18927" cy="1892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2" name="ellipse_2591">
                <a:extLst>
                  <a:ext uri="{FF2B5EF4-FFF2-40B4-BE49-F238E27FC236}">
                    <a16:creationId xmlns:a16="http://schemas.microsoft.com/office/drawing/2014/main" id="{5C5D75F6-3BFE-01B7-FAC9-0FE9C38DA789}"/>
                  </a:ext>
                </a:extLst>
              </p:cNvPr>
              <p:cNvSpPr/>
              <p:nvPr/>
            </p:nvSpPr>
            <p:spPr>
              <a:xfrm>
                <a:off x="1319712" y="3686409"/>
                <a:ext cx="23715" cy="2371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3" name="ellipse_2592">
                <a:extLst>
                  <a:ext uri="{FF2B5EF4-FFF2-40B4-BE49-F238E27FC236}">
                    <a16:creationId xmlns:a16="http://schemas.microsoft.com/office/drawing/2014/main" id="{45E4E008-5C46-BA0E-38C4-A05788CDD8BF}"/>
                  </a:ext>
                </a:extLst>
              </p:cNvPr>
              <p:cNvSpPr/>
              <p:nvPr/>
            </p:nvSpPr>
            <p:spPr>
              <a:xfrm>
                <a:off x="1501588" y="3562901"/>
                <a:ext cx="22327" cy="2232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4" name="ellipse_2593">
                <a:extLst>
                  <a:ext uri="{FF2B5EF4-FFF2-40B4-BE49-F238E27FC236}">
                    <a16:creationId xmlns:a16="http://schemas.microsoft.com/office/drawing/2014/main" id="{953775E4-20FB-6686-AA64-00A9EBB97126}"/>
                  </a:ext>
                </a:extLst>
              </p:cNvPr>
              <p:cNvSpPr/>
              <p:nvPr/>
            </p:nvSpPr>
            <p:spPr>
              <a:xfrm>
                <a:off x="1466525" y="3529327"/>
                <a:ext cx="15101" cy="15101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5" name="ellipse_2594">
                <a:extLst>
                  <a:ext uri="{FF2B5EF4-FFF2-40B4-BE49-F238E27FC236}">
                    <a16:creationId xmlns:a16="http://schemas.microsoft.com/office/drawing/2014/main" id="{3F28BB9B-896D-933D-C8C4-5FF4AB72BB31}"/>
                  </a:ext>
                </a:extLst>
              </p:cNvPr>
              <p:cNvSpPr/>
              <p:nvPr/>
            </p:nvSpPr>
            <p:spPr>
              <a:xfrm>
                <a:off x="1333290" y="3551629"/>
                <a:ext cx="21303" cy="2130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6" name="ellipse_2595">
                <a:extLst>
                  <a:ext uri="{FF2B5EF4-FFF2-40B4-BE49-F238E27FC236}">
                    <a16:creationId xmlns:a16="http://schemas.microsoft.com/office/drawing/2014/main" id="{369FC49F-F3C1-9361-482C-2D3F82CE8D95}"/>
                  </a:ext>
                </a:extLst>
              </p:cNvPr>
              <p:cNvSpPr/>
              <p:nvPr/>
            </p:nvSpPr>
            <p:spPr>
              <a:xfrm>
                <a:off x="1339812" y="3618696"/>
                <a:ext cx="23994" cy="2399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7" name="ellipse_2596">
                <a:extLst>
                  <a:ext uri="{FF2B5EF4-FFF2-40B4-BE49-F238E27FC236}">
                    <a16:creationId xmlns:a16="http://schemas.microsoft.com/office/drawing/2014/main" id="{28872428-6A0B-EF19-253E-242AA15CBB05}"/>
                  </a:ext>
                </a:extLst>
              </p:cNvPr>
              <p:cNvSpPr/>
              <p:nvPr/>
            </p:nvSpPr>
            <p:spPr>
              <a:xfrm>
                <a:off x="1322053" y="3616233"/>
                <a:ext cx="19417" cy="1941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8" name="ellipse_2597">
                <a:extLst>
                  <a:ext uri="{FF2B5EF4-FFF2-40B4-BE49-F238E27FC236}">
                    <a16:creationId xmlns:a16="http://schemas.microsoft.com/office/drawing/2014/main" id="{7E3D634A-DE46-4983-25A1-09E745B1FC39}"/>
                  </a:ext>
                </a:extLst>
              </p:cNvPr>
              <p:cNvSpPr/>
              <p:nvPr/>
            </p:nvSpPr>
            <p:spPr>
              <a:xfrm>
                <a:off x="1442627" y="3702519"/>
                <a:ext cx="16815" cy="1681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9" name="ellipse_2598">
                <a:extLst>
                  <a:ext uri="{FF2B5EF4-FFF2-40B4-BE49-F238E27FC236}">
                    <a16:creationId xmlns:a16="http://schemas.microsoft.com/office/drawing/2014/main" id="{208125C0-72CA-275B-FB72-F553429AC006}"/>
                  </a:ext>
                </a:extLst>
              </p:cNvPr>
              <p:cNvSpPr/>
              <p:nvPr/>
            </p:nvSpPr>
            <p:spPr>
              <a:xfrm>
                <a:off x="1359926" y="3695336"/>
                <a:ext cx="19088" cy="1908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0" name="ellipse_2599">
                <a:extLst>
                  <a:ext uri="{FF2B5EF4-FFF2-40B4-BE49-F238E27FC236}">
                    <a16:creationId xmlns:a16="http://schemas.microsoft.com/office/drawing/2014/main" id="{BAC57C4D-45D8-B3D0-7413-303B62B1EECC}"/>
                  </a:ext>
                </a:extLst>
              </p:cNvPr>
              <p:cNvSpPr/>
              <p:nvPr/>
            </p:nvSpPr>
            <p:spPr>
              <a:xfrm>
                <a:off x="1316114" y="3579850"/>
                <a:ext cx="19778" cy="1977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1" name="ellipse_2600">
                <a:extLst>
                  <a:ext uri="{FF2B5EF4-FFF2-40B4-BE49-F238E27FC236}">
                    <a16:creationId xmlns:a16="http://schemas.microsoft.com/office/drawing/2014/main" id="{82CD3015-F894-BF2C-A919-4D7F1BCBADC0}"/>
                  </a:ext>
                </a:extLst>
              </p:cNvPr>
              <p:cNvSpPr/>
              <p:nvPr/>
            </p:nvSpPr>
            <p:spPr>
              <a:xfrm>
                <a:off x="1434798" y="3553542"/>
                <a:ext cx="17285" cy="1728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2" name="ellipse_2601">
                <a:extLst>
                  <a:ext uri="{FF2B5EF4-FFF2-40B4-BE49-F238E27FC236}">
                    <a16:creationId xmlns:a16="http://schemas.microsoft.com/office/drawing/2014/main" id="{B53DDC9A-1BFA-12A8-12C0-A6C59A8AF631}"/>
                  </a:ext>
                </a:extLst>
              </p:cNvPr>
              <p:cNvSpPr/>
              <p:nvPr/>
            </p:nvSpPr>
            <p:spPr>
              <a:xfrm>
                <a:off x="1494855" y="3573622"/>
                <a:ext cx="23632" cy="2363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43" name="Feature vector">
              <a:extLst>
                <a:ext uri="{FF2B5EF4-FFF2-40B4-BE49-F238E27FC236}">
                  <a16:creationId xmlns:a16="http://schemas.microsoft.com/office/drawing/2014/main" id="{A560D1CF-DAE6-BC3C-8BCA-8EBDA8CCF180}"/>
                </a:ext>
              </a:extLst>
            </p:cNvPr>
            <p:cNvGrpSpPr/>
            <p:nvPr/>
          </p:nvGrpSpPr>
          <p:grpSpPr>
            <a:xfrm>
              <a:off x="1274580" y="3787605"/>
              <a:ext cx="338355" cy="49275"/>
              <a:chOff x="1274580" y="3787605"/>
              <a:chExt cx="338355" cy="49275"/>
            </a:xfrm>
          </p:grpSpPr>
          <p:sp>
            <p:nvSpPr>
              <p:cNvPr id="261" name="feature_1">
                <a:extLst>
                  <a:ext uri="{FF2B5EF4-FFF2-40B4-BE49-F238E27FC236}">
                    <a16:creationId xmlns:a16="http://schemas.microsoft.com/office/drawing/2014/main" id="{456842E3-0AD2-2B74-4A68-2F620A14BF62}"/>
                  </a:ext>
                </a:extLst>
              </p:cNvPr>
              <p:cNvSpPr/>
              <p:nvPr/>
            </p:nvSpPr>
            <p:spPr>
              <a:xfrm>
                <a:off x="1274580" y="3787605"/>
                <a:ext cx="45521" cy="49275"/>
              </a:xfrm>
              <a:prstGeom prst="rect">
                <a:avLst/>
              </a:prstGeom>
              <a:solidFill>
                <a:srgbClr val="90C4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" name="feature_2">
                <a:extLst>
                  <a:ext uri="{FF2B5EF4-FFF2-40B4-BE49-F238E27FC236}">
                    <a16:creationId xmlns:a16="http://schemas.microsoft.com/office/drawing/2014/main" id="{E257A1D0-E262-2434-240A-924058543E42}"/>
                  </a:ext>
                </a:extLst>
              </p:cNvPr>
              <p:cNvSpPr/>
              <p:nvPr/>
            </p:nvSpPr>
            <p:spPr>
              <a:xfrm>
                <a:off x="1323386" y="3787605"/>
                <a:ext cx="45521" cy="49275"/>
              </a:xfrm>
              <a:prstGeom prst="rect">
                <a:avLst/>
              </a:prstGeom>
              <a:solidFill>
                <a:srgbClr val="B9DB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3" name="feature_3">
                <a:extLst>
                  <a:ext uri="{FF2B5EF4-FFF2-40B4-BE49-F238E27FC236}">
                    <a16:creationId xmlns:a16="http://schemas.microsoft.com/office/drawing/2014/main" id="{DC8740C6-4939-88C3-3E33-A546101172DE}"/>
                  </a:ext>
                </a:extLst>
              </p:cNvPr>
              <p:cNvSpPr/>
              <p:nvPr/>
            </p:nvSpPr>
            <p:spPr>
              <a:xfrm>
                <a:off x="1372191" y="3787605"/>
                <a:ext cx="45521" cy="49275"/>
              </a:xfrm>
              <a:prstGeom prst="rect">
                <a:avLst/>
              </a:prstGeom>
              <a:solidFill>
                <a:srgbClr val="4EAA9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4" name="feature_4">
                <a:extLst>
                  <a:ext uri="{FF2B5EF4-FFF2-40B4-BE49-F238E27FC236}">
                    <a16:creationId xmlns:a16="http://schemas.microsoft.com/office/drawing/2014/main" id="{0E62A0FF-31C4-AC66-9157-5CB48D4008B3}"/>
                  </a:ext>
                </a:extLst>
              </p:cNvPr>
              <p:cNvSpPr/>
              <p:nvPr/>
            </p:nvSpPr>
            <p:spPr>
              <a:xfrm>
                <a:off x="1420997" y="3787605"/>
                <a:ext cx="45521" cy="49275"/>
              </a:xfrm>
              <a:prstGeom prst="rect">
                <a:avLst/>
              </a:prstGeom>
              <a:solidFill>
                <a:srgbClr val="90C4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5" name="feature_5">
                <a:extLst>
                  <a:ext uri="{FF2B5EF4-FFF2-40B4-BE49-F238E27FC236}">
                    <a16:creationId xmlns:a16="http://schemas.microsoft.com/office/drawing/2014/main" id="{49542B0A-2559-4130-16DB-38C68896B0B7}"/>
                  </a:ext>
                </a:extLst>
              </p:cNvPr>
              <p:cNvSpPr/>
              <p:nvPr/>
            </p:nvSpPr>
            <p:spPr>
              <a:xfrm>
                <a:off x="1469803" y="3787605"/>
                <a:ext cx="45521" cy="49275"/>
              </a:xfrm>
              <a:prstGeom prst="rect">
                <a:avLst/>
              </a:prstGeom>
              <a:solidFill>
                <a:srgbClr val="B9DB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6" name="feature_6">
                <a:extLst>
                  <a:ext uri="{FF2B5EF4-FFF2-40B4-BE49-F238E27FC236}">
                    <a16:creationId xmlns:a16="http://schemas.microsoft.com/office/drawing/2014/main" id="{99C3E403-5EFD-7FBF-762E-0BE994BD05EB}"/>
                  </a:ext>
                </a:extLst>
              </p:cNvPr>
              <p:cNvSpPr/>
              <p:nvPr/>
            </p:nvSpPr>
            <p:spPr>
              <a:xfrm>
                <a:off x="1518609" y="3787605"/>
                <a:ext cx="45521" cy="49275"/>
              </a:xfrm>
              <a:prstGeom prst="rect">
                <a:avLst/>
              </a:prstGeom>
              <a:solidFill>
                <a:srgbClr val="4EAA9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7" name="feature_7">
                <a:extLst>
                  <a:ext uri="{FF2B5EF4-FFF2-40B4-BE49-F238E27FC236}">
                    <a16:creationId xmlns:a16="http://schemas.microsoft.com/office/drawing/2014/main" id="{F9D7F0BE-3E1C-18E2-8C8F-DF1C870A483A}"/>
                  </a:ext>
                </a:extLst>
              </p:cNvPr>
              <p:cNvSpPr/>
              <p:nvPr/>
            </p:nvSpPr>
            <p:spPr>
              <a:xfrm>
                <a:off x="1567414" y="3787605"/>
                <a:ext cx="45521" cy="49275"/>
              </a:xfrm>
              <a:prstGeom prst="rect">
                <a:avLst/>
              </a:prstGeom>
              <a:solidFill>
                <a:srgbClr val="90C4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44" name="rect_2609">
              <a:extLst>
                <a:ext uri="{FF2B5EF4-FFF2-40B4-BE49-F238E27FC236}">
                  <a16:creationId xmlns:a16="http://schemas.microsoft.com/office/drawing/2014/main" id="{2AE1C1EB-4D5C-00AE-2670-612C9C3CFE4E}"/>
                </a:ext>
              </a:extLst>
            </p:cNvPr>
            <p:cNvSpPr/>
            <p:nvPr/>
          </p:nvSpPr>
          <p:spPr>
            <a:xfrm>
              <a:off x="1826460" y="3367125"/>
              <a:ext cx="844245" cy="532170"/>
            </a:xfrm>
            <a:prstGeom prst="roundRect">
              <a:avLst>
                <a:gd name="adj" fmla="val 3704"/>
              </a:avLst>
            </a:prstGeom>
            <a:solidFill>
              <a:srgbClr val="FCFEFD"/>
            </a:solidFill>
            <a:ln w="3942" cap="rnd" cmpd="sng" algn="ctr">
              <a:solidFill>
                <a:srgbClr val="C5DE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5" name="Text | Local candidate cues">
              <a:extLst>
                <a:ext uri="{FF2B5EF4-FFF2-40B4-BE49-F238E27FC236}">
                  <a16:creationId xmlns:a16="http://schemas.microsoft.com/office/drawing/2014/main" id="{D61540D5-7BCB-945A-727B-E0B8737EE513}"/>
                </a:ext>
              </a:extLst>
            </p:cNvPr>
            <p:cNvSpPr txBox="1"/>
            <p:nvPr/>
          </p:nvSpPr>
          <p:spPr>
            <a:xfrm>
              <a:off x="1768226" y="3383550"/>
              <a:ext cx="957429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Local candidate cues</a:t>
              </a:r>
              <a:endParaRPr lang="en-US" sz="621"/>
            </a:p>
          </p:txBody>
        </p:sp>
        <p:sp>
          <p:nvSpPr>
            <p:cNvPr id="246" name="Candidate blob | editable contour">
              <a:extLst>
                <a:ext uri="{FF2B5EF4-FFF2-40B4-BE49-F238E27FC236}">
                  <a16:creationId xmlns:a16="http://schemas.microsoft.com/office/drawing/2014/main" id="{DD152797-C49A-6F84-763F-2B8A80C79150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7" name="ellipse_2612">
              <a:extLst>
                <a:ext uri="{FF2B5EF4-FFF2-40B4-BE49-F238E27FC236}">
                  <a16:creationId xmlns:a16="http://schemas.microsoft.com/office/drawing/2014/main" id="{054E2078-AECF-BEDC-52E3-044625A8D5D7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grpSp>
          <p:nvGrpSpPr>
            <p:cNvPr id="248" name="Pseudo-atom sampling points; no chemical bonds">
              <a:extLst>
                <a:ext uri="{FF2B5EF4-FFF2-40B4-BE49-F238E27FC236}">
                  <a16:creationId xmlns:a16="http://schemas.microsoft.com/office/drawing/2014/main" id="{EA6D3834-51AA-0EDB-5019-9107894EC30B}"/>
                </a:ext>
              </a:extLst>
            </p:cNvPr>
            <p:cNvGrpSpPr/>
            <p:nvPr/>
          </p:nvGrpSpPr>
          <p:grpSpPr>
            <a:xfrm>
              <a:off x="2356083" y="3581646"/>
              <a:ext cx="132815" cy="121377"/>
              <a:chOff x="2356083" y="3581646"/>
              <a:chExt cx="132815" cy="121377"/>
            </a:xfrm>
          </p:grpSpPr>
          <p:sp>
            <p:nvSpPr>
              <p:cNvPr id="251" name="Pseudo atom | small solid diamond">
                <a:extLst>
                  <a:ext uri="{FF2B5EF4-FFF2-40B4-BE49-F238E27FC236}">
                    <a16:creationId xmlns:a16="http://schemas.microsoft.com/office/drawing/2014/main" id="{2DCF19C2-FAD9-12F7-1170-0231010DD7C1}"/>
                  </a:ext>
                </a:extLst>
              </p:cNvPr>
              <p:cNvSpPr/>
              <p:nvPr/>
            </p:nvSpPr>
            <p:spPr>
              <a:xfrm>
                <a:off x="2470337" y="3657927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" name="Pseudo atom | small solid diamond">
                <a:extLst>
                  <a:ext uri="{FF2B5EF4-FFF2-40B4-BE49-F238E27FC236}">
                    <a16:creationId xmlns:a16="http://schemas.microsoft.com/office/drawing/2014/main" id="{4893D1A7-6A1F-0FC3-8271-EB9C49BD24DC}"/>
                  </a:ext>
                </a:extLst>
              </p:cNvPr>
              <p:cNvSpPr/>
              <p:nvPr/>
            </p:nvSpPr>
            <p:spPr>
              <a:xfrm>
                <a:off x="2367832" y="3581646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" name="Pseudo atom | small solid diamond">
                <a:extLst>
                  <a:ext uri="{FF2B5EF4-FFF2-40B4-BE49-F238E27FC236}">
                    <a16:creationId xmlns:a16="http://schemas.microsoft.com/office/drawing/2014/main" id="{E1DFD2F0-447E-7173-90E0-F66005707545}"/>
                  </a:ext>
                </a:extLst>
              </p:cNvPr>
              <p:cNvSpPr/>
              <p:nvPr/>
            </p:nvSpPr>
            <p:spPr>
              <a:xfrm>
                <a:off x="2462977" y="3688569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" name="Pseudo atom | small solid diamond">
                <a:extLst>
                  <a:ext uri="{FF2B5EF4-FFF2-40B4-BE49-F238E27FC236}">
                    <a16:creationId xmlns:a16="http://schemas.microsoft.com/office/drawing/2014/main" id="{2086D97D-8B8C-FF48-D6E3-C34611205208}"/>
                  </a:ext>
                </a:extLst>
              </p:cNvPr>
              <p:cNvSpPr/>
              <p:nvPr/>
            </p:nvSpPr>
            <p:spPr>
              <a:xfrm>
                <a:off x="2381094" y="3596723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" name="Pseudo atom | small solid diamond">
                <a:extLst>
                  <a:ext uri="{FF2B5EF4-FFF2-40B4-BE49-F238E27FC236}">
                    <a16:creationId xmlns:a16="http://schemas.microsoft.com/office/drawing/2014/main" id="{F51D1AF9-A78D-ED4C-053C-710E0A9A3C36}"/>
                  </a:ext>
                </a:extLst>
              </p:cNvPr>
              <p:cNvSpPr/>
              <p:nvPr/>
            </p:nvSpPr>
            <p:spPr>
              <a:xfrm>
                <a:off x="2474444" y="3633245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" name="Pseudo atom | small solid diamond">
                <a:extLst>
                  <a:ext uri="{FF2B5EF4-FFF2-40B4-BE49-F238E27FC236}">
                    <a16:creationId xmlns:a16="http://schemas.microsoft.com/office/drawing/2014/main" id="{C59EAD2E-876D-22B8-4EFC-04CF857179C6}"/>
                  </a:ext>
                </a:extLst>
              </p:cNvPr>
              <p:cNvSpPr/>
              <p:nvPr/>
            </p:nvSpPr>
            <p:spPr>
              <a:xfrm>
                <a:off x="2419798" y="3615676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" name="Pseudo atom | small solid diamond">
                <a:extLst>
                  <a:ext uri="{FF2B5EF4-FFF2-40B4-BE49-F238E27FC236}">
                    <a16:creationId xmlns:a16="http://schemas.microsoft.com/office/drawing/2014/main" id="{757A4101-0737-DD60-BDFB-88358D6A3D06}"/>
                  </a:ext>
                </a:extLst>
              </p:cNvPr>
              <p:cNvSpPr/>
              <p:nvPr/>
            </p:nvSpPr>
            <p:spPr>
              <a:xfrm>
                <a:off x="2356083" y="3630928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" name="Pseudo atom | small solid diamond">
                <a:extLst>
                  <a:ext uri="{FF2B5EF4-FFF2-40B4-BE49-F238E27FC236}">
                    <a16:creationId xmlns:a16="http://schemas.microsoft.com/office/drawing/2014/main" id="{AC71C9C7-3FA7-D82E-30ED-AE0089B220E8}"/>
                  </a:ext>
                </a:extLst>
              </p:cNvPr>
              <p:cNvSpPr/>
              <p:nvPr/>
            </p:nvSpPr>
            <p:spPr>
              <a:xfrm>
                <a:off x="2399168" y="3621448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" name="Pseudo atom | small solid diamond">
                <a:extLst>
                  <a:ext uri="{FF2B5EF4-FFF2-40B4-BE49-F238E27FC236}">
                    <a16:creationId xmlns:a16="http://schemas.microsoft.com/office/drawing/2014/main" id="{3BE552A0-8510-E494-CF88-1B9C854BB1E4}"/>
                  </a:ext>
                </a:extLst>
              </p:cNvPr>
              <p:cNvSpPr/>
              <p:nvPr/>
            </p:nvSpPr>
            <p:spPr>
              <a:xfrm>
                <a:off x="2442478" y="3664017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0" name="Pseudo atom | small solid diamond">
                <a:extLst>
                  <a:ext uri="{FF2B5EF4-FFF2-40B4-BE49-F238E27FC236}">
                    <a16:creationId xmlns:a16="http://schemas.microsoft.com/office/drawing/2014/main" id="{5712722E-EDB1-CCB6-322A-9A113FB270A7}"/>
                  </a:ext>
                </a:extLst>
              </p:cNvPr>
              <p:cNvSpPr/>
              <p:nvPr/>
            </p:nvSpPr>
            <p:spPr>
              <a:xfrm>
                <a:off x="2457792" y="3672561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49" name="Text | Blob">
              <a:extLst>
                <a:ext uri="{FF2B5EF4-FFF2-40B4-BE49-F238E27FC236}">
                  <a16:creationId xmlns:a16="http://schemas.microsoft.com/office/drawing/2014/main" id="{24C9C4E5-29C0-A5BF-E6DD-7D9EB10C44A6}"/>
                </a:ext>
              </a:extLst>
            </p:cNvPr>
            <p:cNvSpPr txBox="1"/>
            <p:nvPr/>
          </p:nvSpPr>
          <p:spPr>
            <a:xfrm>
              <a:off x="1946540" y="3764610"/>
              <a:ext cx="193460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Blob</a:t>
              </a:r>
              <a:endParaRPr lang="en-US" sz="595"/>
            </a:p>
          </p:txBody>
        </p:sp>
        <p:sp>
          <p:nvSpPr>
            <p:cNvPr id="250" name="Text | Pseudo">
              <a:extLst>
                <a:ext uri="{FF2B5EF4-FFF2-40B4-BE49-F238E27FC236}">
                  <a16:creationId xmlns:a16="http://schemas.microsoft.com/office/drawing/2014/main" id="{D9A5C5AB-C7E2-23CA-DAE1-6557B82066AC}"/>
                </a:ext>
              </a:extLst>
            </p:cNvPr>
            <p:cNvSpPr txBox="1"/>
            <p:nvPr/>
          </p:nvSpPr>
          <p:spPr>
            <a:xfrm>
              <a:off x="2298026" y="3764610"/>
              <a:ext cx="298599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Pseudo</a:t>
              </a:r>
              <a:endParaRPr lang="en-US" sz="595"/>
            </a:p>
          </p:txBody>
        </p:sp>
      </p:grpSp>
      <p:sp>
        <p:nvSpPr>
          <p:cNvPr id="20" name="Text | Q">
            <a:extLst>
              <a:ext uri="{FF2B5EF4-FFF2-40B4-BE49-F238E27FC236}">
                <a16:creationId xmlns:a16="http://schemas.microsoft.com/office/drawing/2014/main" id="{9B6C5153-BD09-1B3C-A8B1-AF2B87B2854E}"/>
              </a:ext>
            </a:extLst>
          </p:cNvPr>
          <p:cNvSpPr txBox="1"/>
          <p:nvPr/>
        </p:nvSpPr>
        <p:spPr>
          <a:xfrm>
            <a:off x="2339386" y="3504692"/>
            <a:ext cx="94616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1" i="0" baseline="0" dirty="0">
                <a:solidFill>
                  <a:srgbClr val="367FB7"/>
                </a:solidFill>
                <a:latin typeface="Arial"/>
                <a:ea typeface="Arial"/>
                <a:cs typeface="Arial"/>
              </a:rPr>
              <a:t>Q</a:t>
            </a:r>
            <a:endParaRPr lang="en-US" sz="621"/>
          </a:p>
        </p:txBody>
      </p:sp>
      <p:sp>
        <p:nvSpPr>
          <p:cNvPr id="21" name="Operation | Mean/max pool">
            <a:extLst>
              <a:ext uri="{FF2B5EF4-FFF2-40B4-BE49-F238E27FC236}">
                <a16:creationId xmlns:a16="http://schemas.microsoft.com/office/drawing/2014/main" id="{69C2C7CB-6A7B-1A41-8A2D-67C6A14775E8}"/>
              </a:ext>
            </a:extLst>
          </p:cNvPr>
          <p:cNvSpPr/>
          <p:nvPr/>
        </p:nvSpPr>
        <p:spPr>
          <a:xfrm>
            <a:off x="947086" y="3563574"/>
            <a:ext cx="617580" cy="160965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4928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22" name="Text | Mean/max pool">
            <a:extLst>
              <a:ext uri="{FF2B5EF4-FFF2-40B4-BE49-F238E27FC236}">
                <a16:creationId xmlns:a16="http://schemas.microsoft.com/office/drawing/2014/main" id="{53AE8E0C-4047-9DC1-3F5B-7FA0531F5A12}"/>
              </a:ext>
            </a:extLst>
          </p:cNvPr>
          <p:cNvSpPr txBox="1"/>
          <p:nvPr/>
        </p:nvSpPr>
        <p:spPr>
          <a:xfrm>
            <a:off x="904334" y="3592023"/>
            <a:ext cx="703085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1" i="0" baseline="0" dirty="0">
                <a:solidFill>
                  <a:srgbClr val="238777"/>
                </a:solidFill>
                <a:latin typeface="Arial"/>
                <a:ea typeface="Arial"/>
                <a:cs typeface="Arial"/>
              </a:rPr>
              <a:t>Mean/max pool</a:t>
            </a:r>
            <a:endParaRPr lang="en-US" sz="621"/>
          </a:p>
        </p:txBody>
      </p:sp>
      <p:sp>
        <p:nvSpPr>
          <p:cNvPr id="23" name="Operation | Attention">
            <a:extLst>
              <a:ext uri="{FF2B5EF4-FFF2-40B4-BE49-F238E27FC236}">
                <a16:creationId xmlns:a16="http://schemas.microsoft.com/office/drawing/2014/main" id="{402E2C9F-D79E-AAA6-A567-56AD013C6EB8}"/>
              </a:ext>
            </a:extLst>
          </p:cNvPr>
          <p:cNvSpPr/>
          <p:nvPr/>
        </p:nvSpPr>
        <p:spPr>
          <a:xfrm>
            <a:off x="1769978" y="3563574"/>
            <a:ext cx="509175" cy="160965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4928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24" name="Text | Attention">
            <a:extLst>
              <a:ext uri="{FF2B5EF4-FFF2-40B4-BE49-F238E27FC236}">
                <a16:creationId xmlns:a16="http://schemas.microsoft.com/office/drawing/2014/main" id="{5B68ACB9-2F35-E562-660E-4EFBAAB2DC37}"/>
              </a:ext>
            </a:extLst>
          </p:cNvPr>
          <p:cNvSpPr txBox="1"/>
          <p:nvPr/>
        </p:nvSpPr>
        <p:spPr>
          <a:xfrm>
            <a:off x="1800272" y="3592023"/>
            <a:ext cx="448587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1" i="0" baseline="0" dirty="0">
                <a:solidFill>
                  <a:srgbClr val="238777"/>
                </a:solidFill>
                <a:latin typeface="Arial"/>
                <a:ea typeface="Arial"/>
                <a:cs typeface="Arial"/>
              </a:rPr>
              <a:t>Attention</a:t>
            </a:r>
            <a:endParaRPr lang="en-US" sz="621"/>
          </a:p>
        </p:txBody>
      </p:sp>
      <p:sp>
        <p:nvSpPr>
          <p:cNvPr id="30" name="FiLM | base summary modulated by conditions">
            <a:extLst>
              <a:ext uri="{FF2B5EF4-FFF2-40B4-BE49-F238E27FC236}">
                <a16:creationId xmlns:a16="http://schemas.microsoft.com/office/drawing/2014/main" id="{C0738DF8-26A3-C65C-808F-3C59B3462B30}"/>
              </a:ext>
            </a:extLst>
          </p:cNvPr>
          <p:cNvSpPr/>
          <p:nvPr/>
        </p:nvSpPr>
        <p:spPr>
          <a:xfrm>
            <a:off x="2377654" y="3924671"/>
            <a:ext cx="216810" cy="216810"/>
          </a:xfrm>
          <a:prstGeom prst="ellipse">
            <a:avLst/>
          </a:prstGeom>
          <a:solidFill>
            <a:srgbClr val="F2EEF9"/>
          </a:solidFill>
          <a:ln w="6570" cap="rnd" cmpd="sng" algn="ctr">
            <a:solidFill>
              <a:srgbClr val="8B7BB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31" name="Text | FiLM">
            <a:extLst>
              <a:ext uri="{FF2B5EF4-FFF2-40B4-BE49-F238E27FC236}">
                <a16:creationId xmlns:a16="http://schemas.microsoft.com/office/drawing/2014/main" id="{29A8A014-0C30-7133-00E0-5A1EEF0A21C6}"/>
              </a:ext>
            </a:extLst>
          </p:cNvPr>
          <p:cNvSpPr txBox="1"/>
          <p:nvPr/>
        </p:nvSpPr>
        <p:spPr>
          <a:xfrm>
            <a:off x="2352650" y="3970661"/>
            <a:ext cx="266819" cy="125947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8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FiLM</a:t>
            </a:r>
            <a:endParaRPr lang="en-US" sz="698"/>
          </a:p>
        </p:txBody>
      </p:sp>
      <p:grpSp>
        <p:nvGrpSpPr>
          <p:cNvPr id="32" name="Candidate representation h_j">
            <a:extLst>
              <a:ext uri="{FF2B5EF4-FFF2-40B4-BE49-F238E27FC236}">
                <a16:creationId xmlns:a16="http://schemas.microsoft.com/office/drawing/2014/main" id="{E808B083-4417-1771-308C-398A37FB7F8E}"/>
              </a:ext>
            </a:extLst>
          </p:cNvPr>
          <p:cNvGrpSpPr/>
          <p:nvPr/>
        </p:nvGrpSpPr>
        <p:grpSpPr>
          <a:xfrm>
            <a:off x="2288959" y="4279451"/>
            <a:ext cx="397485" cy="72270"/>
            <a:chOff x="2641140" y="4746825"/>
            <a:chExt cx="397485" cy="72270"/>
          </a:xfrm>
        </p:grpSpPr>
        <p:sp>
          <p:nvSpPr>
            <p:cNvPr id="233" name="feature_1">
              <a:extLst>
                <a:ext uri="{FF2B5EF4-FFF2-40B4-BE49-F238E27FC236}">
                  <a16:creationId xmlns:a16="http://schemas.microsoft.com/office/drawing/2014/main" id="{F4BEE608-E132-2011-1392-3EF6316D3900}"/>
                </a:ext>
              </a:extLst>
            </p:cNvPr>
            <p:cNvSpPr/>
            <p:nvPr/>
          </p:nvSpPr>
          <p:spPr>
            <a:xfrm>
              <a:off x="2641140" y="4746825"/>
              <a:ext cx="53968" cy="72270"/>
            </a:xfrm>
            <a:prstGeom prst="rect">
              <a:avLst/>
            </a:prstGeom>
            <a:solidFill>
              <a:srgbClr val="367FB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34" name="feature_2">
              <a:extLst>
                <a:ext uri="{FF2B5EF4-FFF2-40B4-BE49-F238E27FC236}">
                  <a16:creationId xmlns:a16="http://schemas.microsoft.com/office/drawing/2014/main" id="{DF9F730B-53CC-06D6-A48E-43BC0951C4BC}"/>
                </a:ext>
              </a:extLst>
            </p:cNvPr>
            <p:cNvSpPr/>
            <p:nvPr/>
          </p:nvSpPr>
          <p:spPr>
            <a:xfrm>
              <a:off x="2698393" y="4746825"/>
              <a:ext cx="53968" cy="72270"/>
            </a:xfrm>
            <a:prstGeom prst="rect">
              <a:avLst/>
            </a:prstGeom>
            <a:solidFill>
              <a:srgbClr val="7EAED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35" name="feature_3">
              <a:extLst>
                <a:ext uri="{FF2B5EF4-FFF2-40B4-BE49-F238E27FC236}">
                  <a16:creationId xmlns:a16="http://schemas.microsoft.com/office/drawing/2014/main" id="{91720B8E-8505-0587-4865-8FE400661764}"/>
                </a:ext>
              </a:extLst>
            </p:cNvPr>
            <p:cNvSpPr/>
            <p:nvPr/>
          </p:nvSpPr>
          <p:spPr>
            <a:xfrm>
              <a:off x="2755646" y="4746825"/>
              <a:ext cx="53968" cy="72270"/>
            </a:xfrm>
            <a:prstGeom prst="rect">
              <a:avLst/>
            </a:prstGeom>
            <a:solidFill>
              <a:srgbClr val="BCD8E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36" name="feature_4">
              <a:extLst>
                <a:ext uri="{FF2B5EF4-FFF2-40B4-BE49-F238E27FC236}">
                  <a16:creationId xmlns:a16="http://schemas.microsoft.com/office/drawing/2014/main" id="{D7520224-E604-841B-2211-D7B4D981DE70}"/>
                </a:ext>
              </a:extLst>
            </p:cNvPr>
            <p:cNvSpPr/>
            <p:nvPr/>
          </p:nvSpPr>
          <p:spPr>
            <a:xfrm>
              <a:off x="2812899" y="4746825"/>
              <a:ext cx="53968" cy="72270"/>
            </a:xfrm>
            <a:prstGeom prst="rect">
              <a:avLst/>
            </a:prstGeom>
            <a:solidFill>
              <a:srgbClr val="88C3B4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37" name="feature_5">
              <a:extLst>
                <a:ext uri="{FF2B5EF4-FFF2-40B4-BE49-F238E27FC236}">
                  <a16:creationId xmlns:a16="http://schemas.microsoft.com/office/drawing/2014/main" id="{816AEF65-3B8B-B61C-DB09-D93452B7A034}"/>
                </a:ext>
              </a:extLst>
            </p:cNvPr>
            <p:cNvSpPr/>
            <p:nvPr/>
          </p:nvSpPr>
          <p:spPr>
            <a:xfrm>
              <a:off x="2870151" y="4746825"/>
              <a:ext cx="53968" cy="72270"/>
            </a:xfrm>
            <a:prstGeom prst="rect">
              <a:avLst/>
            </a:prstGeom>
            <a:solidFill>
              <a:srgbClr val="23877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38" name="feature_6">
              <a:extLst>
                <a:ext uri="{FF2B5EF4-FFF2-40B4-BE49-F238E27FC236}">
                  <a16:creationId xmlns:a16="http://schemas.microsoft.com/office/drawing/2014/main" id="{D45037CD-8F54-52FA-B088-E161A8C65847}"/>
                </a:ext>
              </a:extLst>
            </p:cNvPr>
            <p:cNvSpPr/>
            <p:nvPr/>
          </p:nvSpPr>
          <p:spPr>
            <a:xfrm>
              <a:off x="2927404" y="4746825"/>
              <a:ext cx="53968" cy="72270"/>
            </a:xfrm>
            <a:prstGeom prst="rect">
              <a:avLst/>
            </a:prstGeom>
            <a:solidFill>
              <a:srgbClr val="B1A4C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39" name="feature_7">
              <a:extLst>
                <a:ext uri="{FF2B5EF4-FFF2-40B4-BE49-F238E27FC236}">
                  <a16:creationId xmlns:a16="http://schemas.microsoft.com/office/drawing/2014/main" id="{486943A5-C7C5-BC6B-2A84-6698874C26B0}"/>
                </a:ext>
              </a:extLst>
            </p:cNvPr>
            <p:cNvSpPr/>
            <p:nvPr/>
          </p:nvSpPr>
          <p:spPr>
            <a:xfrm>
              <a:off x="2984657" y="4746825"/>
              <a:ext cx="53968" cy="72270"/>
            </a:xfrm>
            <a:prstGeom prst="rect">
              <a:avLst/>
            </a:prstGeom>
            <a:solidFill>
              <a:srgbClr val="D4CBE6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33" name="Formula | h_j">
            <a:extLst>
              <a:ext uri="{FF2B5EF4-FFF2-40B4-BE49-F238E27FC236}">
                <a16:creationId xmlns:a16="http://schemas.microsoft.com/office/drawing/2014/main" id="{C535BEE5-A3AA-98D6-7D63-9AABC60BDD89}"/>
              </a:ext>
            </a:extLst>
          </p:cNvPr>
          <p:cNvGrpSpPr/>
          <p:nvPr/>
        </p:nvGrpSpPr>
        <p:grpSpPr>
          <a:xfrm>
            <a:off x="2091070" y="4246601"/>
            <a:ext cx="108392" cy="149738"/>
            <a:chOff x="2443251" y="4713975"/>
            <a:chExt cx="108392" cy="149738"/>
          </a:xfrm>
        </p:grpSpPr>
        <p:sp>
          <p:nvSpPr>
            <p:cNvPr id="231" name="Text | h">
              <a:extLst>
                <a:ext uri="{FF2B5EF4-FFF2-40B4-BE49-F238E27FC236}">
                  <a16:creationId xmlns:a16="http://schemas.microsoft.com/office/drawing/2014/main" id="{B08082CF-8BD3-D96E-0257-3C6350187492}"/>
                </a:ext>
              </a:extLst>
            </p:cNvPr>
            <p:cNvSpPr txBox="1"/>
            <p:nvPr/>
          </p:nvSpPr>
          <p:spPr>
            <a:xfrm>
              <a:off x="2443251" y="4713975"/>
              <a:ext cx="100187" cy="14460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2" b="0" i="1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h</a:t>
              </a:r>
              <a:endParaRPr lang="en-US" sz="802"/>
            </a:p>
          </p:txBody>
        </p:sp>
        <p:sp>
          <p:nvSpPr>
            <p:cNvPr id="232" name="Text | j">
              <a:extLst>
                <a:ext uri="{FF2B5EF4-FFF2-40B4-BE49-F238E27FC236}">
                  <a16:creationId xmlns:a16="http://schemas.microsoft.com/office/drawing/2014/main" id="{58C51564-ABF0-239E-5CB7-FFBB7AC3F913}"/>
                </a:ext>
              </a:extLst>
            </p:cNvPr>
            <p:cNvSpPr txBox="1"/>
            <p:nvPr/>
          </p:nvSpPr>
          <p:spPr>
            <a:xfrm>
              <a:off x="2507796" y="4774058"/>
              <a:ext cx="43847" cy="8965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97" b="0" i="1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j</a:t>
              </a:r>
              <a:endParaRPr lang="en-US" sz="497"/>
            </a:p>
          </p:txBody>
        </p:sp>
      </p:grpSp>
      <p:sp>
        <p:nvSpPr>
          <p:cNvPr id="34" name="Text | User-provided SMILES · same PDB">
            <a:extLst>
              <a:ext uri="{FF2B5EF4-FFF2-40B4-BE49-F238E27FC236}">
                <a16:creationId xmlns:a16="http://schemas.microsoft.com/office/drawing/2014/main" id="{ECA8B810-9D7E-A14B-B7D9-C6807BB4D1B1}"/>
              </a:ext>
            </a:extLst>
          </p:cNvPr>
          <p:cNvSpPr txBox="1"/>
          <p:nvPr/>
        </p:nvSpPr>
        <p:spPr>
          <a:xfrm>
            <a:off x="3053534" y="2277497"/>
            <a:ext cx="1364255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User-provided SMILES</a:t>
            </a:r>
            <a:endParaRPr lang="en-US" sz="621" dirty="0"/>
          </a:p>
        </p:txBody>
      </p:sp>
      <p:sp>
        <p:nvSpPr>
          <p:cNvPr id="47" name="rect_2683">
            <a:extLst>
              <a:ext uri="{FF2B5EF4-FFF2-40B4-BE49-F238E27FC236}">
                <a16:creationId xmlns:a16="http://schemas.microsoft.com/office/drawing/2014/main" id="{6FDE2B3B-3AA1-43AC-041A-344968206781}"/>
              </a:ext>
            </a:extLst>
          </p:cNvPr>
          <p:cNvSpPr/>
          <p:nvPr/>
        </p:nvSpPr>
        <p:spPr>
          <a:xfrm>
            <a:off x="3477142" y="2405612"/>
            <a:ext cx="436905" cy="328500"/>
          </a:xfrm>
          <a:prstGeom prst="roundRect">
            <a:avLst>
              <a:gd name="adj" fmla="val 6000"/>
            </a:avLst>
          </a:prstGeom>
          <a:noFill/>
          <a:ln w="3614" cap="rnd" cmpd="sng" algn="ctr">
            <a:solidFill>
              <a:srgbClr val="90C4B2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grpSp>
        <p:nvGrpSpPr>
          <p:cNvPr id="49" name="Arrow | smiles → language_encoder">
            <a:extLst>
              <a:ext uri="{FF2B5EF4-FFF2-40B4-BE49-F238E27FC236}">
                <a16:creationId xmlns:a16="http://schemas.microsoft.com/office/drawing/2014/main" id="{C588EB05-C879-4ACA-4ECF-E9447F04F284}"/>
              </a:ext>
            </a:extLst>
          </p:cNvPr>
          <p:cNvGrpSpPr/>
          <p:nvPr/>
        </p:nvGrpSpPr>
        <p:grpSpPr>
          <a:xfrm>
            <a:off x="3682028" y="2737397"/>
            <a:ext cx="27824" cy="174105"/>
            <a:chOff x="4092338" y="3196305"/>
            <a:chExt cx="27824" cy="174105"/>
          </a:xfrm>
        </p:grpSpPr>
        <p:cxnSp>
          <p:nvCxnSpPr>
            <p:cNvPr id="217" name="Arrow | smiles → language_encoder | path">
              <a:extLst>
                <a:ext uri="{FF2B5EF4-FFF2-40B4-BE49-F238E27FC236}">
                  <a16:creationId xmlns:a16="http://schemas.microsoft.com/office/drawing/2014/main" id="{94B0DF08-2BAD-E925-7DE9-4A1ECB3F071E}"/>
                </a:ext>
              </a:extLst>
            </p:cNvPr>
            <p:cNvCxnSpPr/>
            <p:nvPr/>
          </p:nvCxnSpPr>
          <p:spPr>
            <a:xfrm>
              <a:off x="4106250" y="3196305"/>
              <a:ext cx="0" cy="174105"/>
            </a:xfrm>
            <a:prstGeom prst="line">
              <a:avLst/>
            </a:prstGeom>
            <a:noFill/>
            <a:ln w="6242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8" name="Arrow | smiles → language_encoder | editable arrowhead">
              <a:extLst>
                <a:ext uri="{FF2B5EF4-FFF2-40B4-BE49-F238E27FC236}">
                  <a16:creationId xmlns:a16="http://schemas.microsoft.com/office/drawing/2014/main" id="{B0D25742-AC73-1303-A350-818D1DDDE074}"/>
                </a:ext>
              </a:extLst>
            </p:cNvPr>
            <p:cNvSpPr/>
            <p:nvPr/>
          </p:nvSpPr>
          <p:spPr>
            <a:xfrm>
              <a:off x="4092338" y="3338053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23877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50" name="Operation | SMI-TED">
            <a:extLst>
              <a:ext uri="{FF2B5EF4-FFF2-40B4-BE49-F238E27FC236}">
                <a16:creationId xmlns:a16="http://schemas.microsoft.com/office/drawing/2014/main" id="{C078321D-B44A-BB8D-6F7D-C91C5B64BF4E}"/>
              </a:ext>
            </a:extLst>
          </p:cNvPr>
          <p:cNvSpPr/>
          <p:nvPr/>
        </p:nvSpPr>
        <p:spPr>
          <a:xfrm>
            <a:off x="3438758" y="2926284"/>
            <a:ext cx="469755" cy="167535"/>
          </a:xfrm>
          <a:prstGeom prst="roundRect">
            <a:avLst>
              <a:gd name="adj" fmla="val 17647"/>
            </a:avLst>
          </a:prstGeom>
          <a:solidFill>
            <a:srgbClr val="F3FAF7"/>
          </a:solidFill>
          <a:ln w="4928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51" name="Text | SMI-TED">
            <a:extLst>
              <a:ext uri="{FF2B5EF4-FFF2-40B4-BE49-F238E27FC236}">
                <a16:creationId xmlns:a16="http://schemas.microsoft.com/office/drawing/2014/main" id="{02D27D34-5DED-0A23-FA27-609B3B23065C}"/>
              </a:ext>
            </a:extLst>
          </p:cNvPr>
          <p:cNvSpPr txBox="1"/>
          <p:nvPr/>
        </p:nvSpPr>
        <p:spPr>
          <a:xfrm>
            <a:off x="3472391" y="2955850"/>
            <a:ext cx="402489" cy="11661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7" b="1" i="0" baseline="0" dirty="0">
                <a:solidFill>
                  <a:srgbClr val="238777"/>
                </a:solidFill>
                <a:latin typeface="Arial"/>
                <a:ea typeface="Arial"/>
                <a:cs typeface="Arial"/>
              </a:rPr>
              <a:t>SMI-TED</a:t>
            </a:r>
            <a:endParaRPr lang="en-US" sz="647"/>
          </a:p>
        </p:txBody>
      </p:sp>
      <p:sp>
        <p:nvSpPr>
          <p:cNvPr id="52" name="Text | + linear">
            <a:extLst>
              <a:ext uri="{FF2B5EF4-FFF2-40B4-BE49-F238E27FC236}">
                <a16:creationId xmlns:a16="http://schemas.microsoft.com/office/drawing/2014/main" id="{0D79A137-6D7A-2DF1-3F40-BC839E5ADA87}"/>
              </a:ext>
            </a:extLst>
          </p:cNvPr>
          <p:cNvSpPr txBox="1"/>
          <p:nvPr/>
        </p:nvSpPr>
        <p:spPr>
          <a:xfrm>
            <a:off x="3502775" y="3115172"/>
            <a:ext cx="341722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+ linear</a:t>
            </a:r>
            <a:endParaRPr lang="en-US" sz="621"/>
          </a:p>
        </p:txBody>
      </p:sp>
      <p:grpSp>
        <p:nvGrpSpPr>
          <p:cNvPr id="53" name="Arrow | language_encoder → language_vector">
            <a:extLst>
              <a:ext uri="{FF2B5EF4-FFF2-40B4-BE49-F238E27FC236}">
                <a16:creationId xmlns:a16="http://schemas.microsoft.com/office/drawing/2014/main" id="{0D49B7C6-1F59-3750-50F4-5E29412C1DDD}"/>
              </a:ext>
            </a:extLst>
          </p:cNvPr>
          <p:cNvGrpSpPr/>
          <p:nvPr/>
        </p:nvGrpSpPr>
        <p:grpSpPr>
          <a:xfrm>
            <a:off x="3682242" y="3217007"/>
            <a:ext cx="27397" cy="75555"/>
            <a:chOff x="4092552" y="3675915"/>
            <a:chExt cx="27397" cy="75555"/>
          </a:xfrm>
        </p:grpSpPr>
        <p:cxnSp>
          <p:nvCxnSpPr>
            <p:cNvPr id="215" name="Arrow | language_encoder → language_vector | path">
              <a:extLst>
                <a:ext uri="{FF2B5EF4-FFF2-40B4-BE49-F238E27FC236}">
                  <a16:creationId xmlns:a16="http://schemas.microsoft.com/office/drawing/2014/main" id="{F7D798A1-6466-BE55-A487-8E25EE24AF4A}"/>
                </a:ext>
              </a:extLst>
            </p:cNvPr>
            <p:cNvCxnSpPr/>
            <p:nvPr/>
          </p:nvCxnSpPr>
          <p:spPr>
            <a:xfrm>
              <a:off x="4106250" y="3675915"/>
              <a:ext cx="0" cy="75555"/>
            </a:xfrm>
            <a:prstGeom prst="line">
              <a:avLst/>
            </a:prstGeom>
            <a:noFill/>
            <a:ln w="5913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6" name="Arrow | language_encoder → language_vector | editable arrowhead">
              <a:extLst>
                <a:ext uri="{FF2B5EF4-FFF2-40B4-BE49-F238E27FC236}">
                  <a16:creationId xmlns:a16="http://schemas.microsoft.com/office/drawing/2014/main" id="{E2415B7F-93DA-F00C-C367-92930F76841B}"/>
                </a:ext>
              </a:extLst>
            </p:cNvPr>
            <p:cNvSpPr/>
            <p:nvPr/>
          </p:nvSpPr>
          <p:spPr>
            <a:xfrm>
              <a:off x="4092552" y="3719606"/>
              <a:ext cx="27397" cy="31865"/>
            </a:xfrm>
            <a:custGeom>
              <a:avLst/>
              <a:gdLst/>
              <a:ahLst/>
              <a:cxnLst/>
              <a:rect l="0" t="0" r="w" b="h"/>
              <a:pathLst>
                <a:path w="27397" h="31865" stroke="0" extrusionOk="0">
                  <a:moveTo>
                    <a:pt x="13698" y="31865"/>
                  </a:moveTo>
                  <a:lnTo>
                    <a:pt x="0" y="0"/>
                  </a:lnTo>
                  <a:lnTo>
                    <a:pt x="27397" y="0"/>
                  </a:lnTo>
                  <a:close/>
                </a:path>
              </a:pathLst>
            </a:custGeom>
            <a:solidFill>
              <a:srgbClr val="23877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54" name="Language vector v_k">
            <a:extLst>
              <a:ext uri="{FF2B5EF4-FFF2-40B4-BE49-F238E27FC236}">
                <a16:creationId xmlns:a16="http://schemas.microsoft.com/office/drawing/2014/main" id="{581DCD05-3DE1-0842-01CE-4207D1A743B0}"/>
              </a:ext>
            </a:extLst>
          </p:cNvPr>
          <p:cNvGrpSpPr/>
          <p:nvPr/>
        </p:nvGrpSpPr>
        <p:grpSpPr>
          <a:xfrm>
            <a:off x="3553994" y="3315557"/>
            <a:ext cx="338355" cy="75555"/>
            <a:chOff x="3942000" y="3774465"/>
            <a:chExt cx="338355" cy="75555"/>
          </a:xfrm>
        </p:grpSpPr>
        <p:sp>
          <p:nvSpPr>
            <p:cNvPr id="208" name="feature_1">
              <a:extLst>
                <a:ext uri="{FF2B5EF4-FFF2-40B4-BE49-F238E27FC236}">
                  <a16:creationId xmlns:a16="http://schemas.microsoft.com/office/drawing/2014/main" id="{89922B52-C3FA-C682-2B4F-172D81758F86}"/>
                </a:ext>
              </a:extLst>
            </p:cNvPr>
            <p:cNvSpPr/>
            <p:nvPr/>
          </p:nvSpPr>
          <p:spPr>
            <a:xfrm>
              <a:off x="3942000" y="3774465"/>
              <a:ext cx="45521" cy="75555"/>
            </a:xfrm>
            <a:prstGeom prst="rect">
              <a:avLst/>
            </a:prstGeom>
            <a:solidFill>
              <a:srgbClr val="3C9B84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09" name="feature_2">
              <a:extLst>
                <a:ext uri="{FF2B5EF4-FFF2-40B4-BE49-F238E27FC236}">
                  <a16:creationId xmlns:a16="http://schemas.microsoft.com/office/drawing/2014/main" id="{C1C68710-FDC8-15EA-6238-610EC7ED2D78}"/>
                </a:ext>
              </a:extLst>
            </p:cNvPr>
            <p:cNvSpPr/>
            <p:nvPr/>
          </p:nvSpPr>
          <p:spPr>
            <a:xfrm>
              <a:off x="3990806" y="3774465"/>
              <a:ext cx="45521" cy="75555"/>
            </a:xfrm>
            <a:prstGeom prst="rect">
              <a:avLst/>
            </a:prstGeom>
            <a:solidFill>
              <a:srgbClr val="6FB9A3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10" name="feature_3">
              <a:extLst>
                <a:ext uri="{FF2B5EF4-FFF2-40B4-BE49-F238E27FC236}">
                  <a16:creationId xmlns:a16="http://schemas.microsoft.com/office/drawing/2014/main" id="{8E644591-396E-76E4-A75A-884D09156A61}"/>
                </a:ext>
              </a:extLst>
            </p:cNvPr>
            <p:cNvSpPr/>
            <p:nvPr/>
          </p:nvSpPr>
          <p:spPr>
            <a:xfrm>
              <a:off x="4039611" y="3774465"/>
              <a:ext cx="45521" cy="75555"/>
            </a:xfrm>
            <a:prstGeom prst="rect">
              <a:avLst/>
            </a:prstGeom>
            <a:solidFill>
              <a:srgbClr val="ADD8CA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11" name="feature_4">
              <a:extLst>
                <a:ext uri="{FF2B5EF4-FFF2-40B4-BE49-F238E27FC236}">
                  <a16:creationId xmlns:a16="http://schemas.microsoft.com/office/drawing/2014/main" id="{B6B906AC-26D5-EADA-095A-01B162BCCFD7}"/>
                </a:ext>
              </a:extLst>
            </p:cNvPr>
            <p:cNvSpPr/>
            <p:nvPr/>
          </p:nvSpPr>
          <p:spPr>
            <a:xfrm>
              <a:off x="4088417" y="3774465"/>
              <a:ext cx="45521" cy="75555"/>
            </a:xfrm>
            <a:prstGeom prst="rect">
              <a:avLst/>
            </a:prstGeom>
            <a:solidFill>
              <a:srgbClr val="CBE7D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12" name="feature_5">
              <a:extLst>
                <a:ext uri="{FF2B5EF4-FFF2-40B4-BE49-F238E27FC236}">
                  <a16:creationId xmlns:a16="http://schemas.microsoft.com/office/drawing/2014/main" id="{94254A4E-B147-BCB1-E097-D30644901AAC}"/>
                </a:ext>
              </a:extLst>
            </p:cNvPr>
            <p:cNvSpPr/>
            <p:nvPr/>
          </p:nvSpPr>
          <p:spPr>
            <a:xfrm>
              <a:off x="4137223" y="3774465"/>
              <a:ext cx="45521" cy="75555"/>
            </a:xfrm>
            <a:prstGeom prst="rect">
              <a:avLst/>
            </a:prstGeom>
            <a:solidFill>
              <a:srgbClr val="3C9B84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13" name="feature_6">
              <a:extLst>
                <a:ext uri="{FF2B5EF4-FFF2-40B4-BE49-F238E27FC236}">
                  <a16:creationId xmlns:a16="http://schemas.microsoft.com/office/drawing/2014/main" id="{C6E3E1E6-20F7-3C8B-1EA2-C8893D7CC92F}"/>
                </a:ext>
              </a:extLst>
            </p:cNvPr>
            <p:cNvSpPr/>
            <p:nvPr/>
          </p:nvSpPr>
          <p:spPr>
            <a:xfrm>
              <a:off x="4186029" y="3774465"/>
              <a:ext cx="45521" cy="75555"/>
            </a:xfrm>
            <a:prstGeom prst="rect">
              <a:avLst/>
            </a:prstGeom>
            <a:solidFill>
              <a:srgbClr val="6FB9A3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14" name="feature_7">
              <a:extLst>
                <a:ext uri="{FF2B5EF4-FFF2-40B4-BE49-F238E27FC236}">
                  <a16:creationId xmlns:a16="http://schemas.microsoft.com/office/drawing/2014/main" id="{7DEF0E11-84CB-9994-BC07-B2E4C6E184D8}"/>
                </a:ext>
              </a:extLst>
            </p:cNvPr>
            <p:cNvSpPr/>
            <p:nvPr/>
          </p:nvSpPr>
          <p:spPr>
            <a:xfrm>
              <a:off x="4234834" y="3774465"/>
              <a:ext cx="45521" cy="75555"/>
            </a:xfrm>
            <a:prstGeom prst="rect">
              <a:avLst/>
            </a:prstGeom>
            <a:solidFill>
              <a:srgbClr val="ADD8CA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cxnSp>
        <p:nvCxnSpPr>
          <p:cNvPr id="55" name="path_2698">
            <a:extLst>
              <a:ext uri="{FF2B5EF4-FFF2-40B4-BE49-F238E27FC236}">
                <a16:creationId xmlns:a16="http://schemas.microsoft.com/office/drawing/2014/main" id="{8247B682-DEF3-2B20-99DE-4A7500B6FA44}"/>
              </a:ext>
            </a:extLst>
          </p:cNvPr>
          <p:cNvCxnSpPr/>
          <p:nvPr/>
        </p:nvCxnSpPr>
        <p:spPr>
          <a:xfrm flipV="1">
            <a:off x="2948439" y="2977214"/>
            <a:ext cx="63663" cy="70463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path_2699">
            <a:extLst>
              <a:ext uri="{FF2B5EF4-FFF2-40B4-BE49-F238E27FC236}">
                <a16:creationId xmlns:a16="http://schemas.microsoft.com/office/drawing/2014/main" id="{25EDF8BE-8730-F586-6CCC-BA81F22BBBCE}"/>
              </a:ext>
            </a:extLst>
          </p:cNvPr>
          <p:cNvCxnSpPr/>
          <p:nvPr/>
        </p:nvCxnSpPr>
        <p:spPr>
          <a:xfrm>
            <a:off x="3012103" y="2977214"/>
            <a:ext cx="113924" cy="14947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path_2700">
            <a:extLst>
              <a:ext uri="{FF2B5EF4-FFF2-40B4-BE49-F238E27FC236}">
                <a16:creationId xmlns:a16="http://schemas.microsoft.com/office/drawing/2014/main" id="{26F6E1AF-D690-BF17-385C-6DE93B05ACD6}"/>
              </a:ext>
            </a:extLst>
          </p:cNvPr>
          <p:cNvCxnSpPr/>
          <p:nvPr/>
        </p:nvCxnSpPr>
        <p:spPr>
          <a:xfrm>
            <a:off x="3126026" y="2992160"/>
            <a:ext cx="73715" cy="64058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path_2701">
            <a:extLst>
              <a:ext uri="{FF2B5EF4-FFF2-40B4-BE49-F238E27FC236}">
                <a16:creationId xmlns:a16="http://schemas.microsoft.com/office/drawing/2014/main" id="{D06CDC23-C46F-205E-F21F-F1B136635C33}"/>
              </a:ext>
            </a:extLst>
          </p:cNvPr>
          <p:cNvCxnSpPr/>
          <p:nvPr/>
        </p:nvCxnSpPr>
        <p:spPr>
          <a:xfrm flipH="1">
            <a:off x="3129377" y="3056218"/>
            <a:ext cx="70365" cy="79004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path_2702">
            <a:extLst>
              <a:ext uri="{FF2B5EF4-FFF2-40B4-BE49-F238E27FC236}">
                <a16:creationId xmlns:a16="http://schemas.microsoft.com/office/drawing/2014/main" id="{FE67C821-2D25-0458-A234-F3F1DD54719C}"/>
              </a:ext>
            </a:extLst>
          </p:cNvPr>
          <p:cNvCxnSpPr/>
          <p:nvPr/>
        </p:nvCxnSpPr>
        <p:spPr>
          <a:xfrm flipH="1" flipV="1">
            <a:off x="3012103" y="3116005"/>
            <a:ext cx="117275" cy="19217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path_2703">
            <a:extLst>
              <a:ext uri="{FF2B5EF4-FFF2-40B4-BE49-F238E27FC236}">
                <a16:creationId xmlns:a16="http://schemas.microsoft.com/office/drawing/2014/main" id="{2C25DEAD-FEDD-52AE-A649-F265E8FD2EC6}"/>
              </a:ext>
            </a:extLst>
          </p:cNvPr>
          <p:cNvCxnSpPr/>
          <p:nvPr/>
        </p:nvCxnSpPr>
        <p:spPr>
          <a:xfrm flipH="1" flipV="1">
            <a:off x="2948439" y="3047677"/>
            <a:ext cx="63663" cy="68328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path_2704">
            <a:extLst>
              <a:ext uri="{FF2B5EF4-FFF2-40B4-BE49-F238E27FC236}">
                <a16:creationId xmlns:a16="http://schemas.microsoft.com/office/drawing/2014/main" id="{042ECEFF-3406-0DD7-1457-1907F31C43DA}"/>
              </a:ext>
            </a:extLst>
          </p:cNvPr>
          <p:cNvCxnSpPr/>
          <p:nvPr/>
        </p:nvCxnSpPr>
        <p:spPr>
          <a:xfrm flipV="1">
            <a:off x="3126026" y="2985754"/>
            <a:ext cx="103872" cy="6406"/>
          </a:xfrm>
          <a:prstGeom prst="line">
            <a:avLst/>
          </a:prstGeom>
          <a:noFill/>
          <a:ln w="5256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ellipse_2705">
            <a:extLst>
              <a:ext uri="{FF2B5EF4-FFF2-40B4-BE49-F238E27FC236}">
                <a16:creationId xmlns:a16="http://schemas.microsoft.com/office/drawing/2014/main" id="{64A3024B-540B-6C35-7E80-907181C7D606}"/>
              </a:ext>
            </a:extLst>
          </p:cNvPr>
          <p:cNvSpPr/>
          <p:nvPr/>
        </p:nvSpPr>
        <p:spPr>
          <a:xfrm>
            <a:off x="2933657" y="3032894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3" name="ellipse_2706">
            <a:extLst>
              <a:ext uri="{FF2B5EF4-FFF2-40B4-BE49-F238E27FC236}">
                <a16:creationId xmlns:a16="http://schemas.microsoft.com/office/drawing/2014/main" id="{A60D2CB6-5D70-A2D3-513C-5C0416711579}"/>
              </a:ext>
            </a:extLst>
          </p:cNvPr>
          <p:cNvSpPr/>
          <p:nvPr/>
        </p:nvSpPr>
        <p:spPr>
          <a:xfrm>
            <a:off x="2997320" y="2962431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4" name="ellipse_2707">
            <a:extLst>
              <a:ext uri="{FF2B5EF4-FFF2-40B4-BE49-F238E27FC236}">
                <a16:creationId xmlns:a16="http://schemas.microsoft.com/office/drawing/2014/main" id="{E22DDDF6-F5C6-EAD0-7C6C-CE2538C6D2B5}"/>
              </a:ext>
            </a:extLst>
          </p:cNvPr>
          <p:cNvSpPr/>
          <p:nvPr/>
        </p:nvSpPr>
        <p:spPr>
          <a:xfrm>
            <a:off x="3111244" y="2977378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5" name="ellipse_2708">
            <a:extLst>
              <a:ext uri="{FF2B5EF4-FFF2-40B4-BE49-F238E27FC236}">
                <a16:creationId xmlns:a16="http://schemas.microsoft.com/office/drawing/2014/main" id="{05FB74E9-A01D-5EC3-FBA8-890B0A2C9630}"/>
              </a:ext>
            </a:extLst>
          </p:cNvPr>
          <p:cNvSpPr/>
          <p:nvPr/>
        </p:nvSpPr>
        <p:spPr>
          <a:xfrm>
            <a:off x="3184959" y="3041435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6" name="ellipse_2709">
            <a:extLst>
              <a:ext uri="{FF2B5EF4-FFF2-40B4-BE49-F238E27FC236}">
                <a16:creationId xmlns:a16="http://schemas.microsoft.com/office/drawing/2014/main" id="{547FEFFA-12B2-C3D0-57F9-7B673B35816F}"/>
              </a:ext>
            </a:extLst>
          </p:cNvPr>
          <p:cNvSpPr/>
          <p:nvPr/>
        </p:nvSpPr>
        <p:spPr>
          <a:xfrm>
            <a:off x="3114595" y="3120439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7" name="ellipse_2710">
            <a:extLst>
              <a:ext uri="{FF2B5EF4-FFF2-40B4-BE49-F238E27FC236}">
                <a16:creationId xmlns:a16="http://schemas.microsoft.com/office/drawing/2014/main" id="{97D3BE81-F0B1-0BB3-339A-8559E3C522E4}"/>
              </a:ext>
            </a:extLst>
          </p:cNvPr>
          <p:cNvSpPr/>
          <p:nvPr/>
        </p:nvSpPr>
        <p:spPr>
          <a:xfrm>
            <a:off x="2997320" y="3101222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8" name="ellipse_2711">
            <a:extLst>
              <a:ext uri="{FF2B5EF4-FFF2-40B4-BE49-F238E27FC236}">
                <a16:creationId xmlns:a16="http://schemas.microsoft.com/office/drawing/2014/main" id="{7CD12097-1C5B-0233-090C-7479C3BE8EB5}"/>
              </a:ext>
            </a:extLst>
          </p:cNvPr>
          <p:cNvSpPr/>
          <p:nvPr/>
        </p:nvSpPr>
        <p:spPr>
          <a:xfrm>
            <a:off x="3215116" y="2970972"/>
            <a:ext cx="29565" cy="29565"/>
          </a:xfrm>
          <a:prstGeom prst="ellipse">
            <a:avLst/>
          </a:prstGeom>
          <a:gradFill flip="none" rotWithShape="1">
            <a:gsLst>
              <a:gs pos="0">
                <a:srgbClr val="DEEDEB"/>
              </a:gs>
              <a:gs pos="43000">
                <a:srgbClr val="61A99D"/>
              </a:gs>
              <a:gs pos="100000">
                <a:srgbClr val="267D72"/>
              </a:gs>
            </a:gsLst>
            <a:lin ang="2700000" scaled="1"/>
            <a:tileRect/>
          </a:gradFill>
          <a:ln w="1807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9" name="Text | Own graph">
            <a:extLst>
              <a:ext uri="{FF2B5EF4-FFF2-40B4-BE49-F238E27FC236}">
                <a16:creationId xmlns:a16="http://schemas.microsoft.com/office/drawing/2014/main" id="{C01D15EA-492E-7DF1-8984-24CD142C0B4B}"/>
              </a:ext>
            </a:extLst>
          </p:cNvPr>
          <p:cNvSpPr txBox="1"/>
          <p:nvPr/>
        </p:nvSpPr>
        <p:spPr>
          <a:xfrm>
            <a:off x="2911219" y="3169271"/>
            <a:ext cx="440784" cy="10728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5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Own graph</a:t>
            </a:r>
            <a:endParaRPr lang="en-US" sz="595" dirty="0"/>
          </a:p>
        </p:txBody>
      </p:sp>
      <p:grpSp>
        <p:nvGrpSpPr>
          <p:cNvPr id="71" name="Text | SMI-TED / + linear">
            <a:extLst>
              <a:ext uri="{FF2B5EF4-FFF2-40B4-BE49-F238E27FC236}">
                <a16:creationId xmlns:a16="http://schemas.microsoft.com/office/drawing/2014/main" id="{9014A11F-95E3-6C69-54B7-BD3A7E7F114D}"/>
              </a:ext>
            </a:extLst>
          </p:cNvPr>
          <p:cNvGrpSpPr/>
          <p:nvPr/>
        </p:nvGrpSpPr>
        <p:grpSpPr>
          <a:xfrm>
            <a:off x="4166785" y="2924642"/>
            <a:ext cx="334272" cy="195983"/>
            <a:chOff x="4599399" y="3383550"/>
            <a:chExt cx="334272" cy="195983"/>
          </a:xfrm>
        </p:grpSpPr>
        <p:sp>
          <p:nvSpPr>
            <p:cNvPr id="204" name="Text | SMI-TED">
              <a:extLst>
                <a:ext uri="{FF2B5EF4-FFF2-40B4-BE49-F238E27FC236}">
                  <a16:creationId xmlns:a16="http://schemas.microsoft.com/office/drawing/2014/main" id="{A9FF6177-0506-30CA-6292-1B130B626B3A}"/>
                </a:ext>
              </a:extLst>
            </p:cNvPr>
            <p:cNvSpPr txBox="1"/>
            <p:nvPr/>
          </p:nvSpPr>
          <p:spPr>
            <a:xfrm>
              <a:off x="4599399" y="3383550"/>
              <a:ext cx="334272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SMI-TED</a:t>
              </a:r>
              <a:endParaRPr lang="en-US" sz="595"/>
            </a:p>
          </p:txBody>
        </p:sp>
        <p:sp>
          <p:nvSpPr>
            <p:cNvPr id="205" name="Text | + linear">
              <a:extLst>
                <a:ext uri="{FF2B5EF4-FFF2-40B4-BE49-F238E27FC236}">
                  <a16:creationId xmlns:a16="http://schemas.microsoft.com/office/drawing/2014/main" id="{A371C76E-EC96-D92B-8D00-8A8C29654D90}"/>
                </a:ext>
              </a:extLst>
            </p:cNvPr>
            <p:cNvSpPr txBox="1"/>
            <p:nvPr/>
          </p:nvSpPr>
          <p:spPr>
            <a:xfrm>
              <a:off x="4602790" y="3472245"/>
              <a:ext cx="327490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 linear</a:t>
              </a:r>
              <a:endParaRPr lang="en-US" sz="595" dirty="0"/>
            </a:p>
          </p:txBody>
        </p:sp>
      </p:grpSp>
      <p:grpSp>
        <p:nvGrpSpPr>
          <p:cNvPr id="72" name="Other identity language vector">
            <a:extLst>
              <a:ext uri="{FF2B5EF4-FFF2-40B4-BE49-F238E27FC236}">
                <a16:creationId xmlns:a16="http://schemas.microsoft.com/office/drawing/2014/main" id="{5A36054D-A9D8-E3EA-4F7A-9BEA5B58F620}"/>
              </a:ext>
            </a:extLst>
          </p:cNvPr>
          <p:cNvGrpSpPr/>
          <p:nvPr/>
        </p:nvGrpSpPr>
        <p:grpSpPr>
          <a:xfrm>
            <a:off x="4215661" y="3289277"/>
            <a:ext cx="85410" cy="39420"/>
            <a:chOff x="4648275" y="3748185"/>
            <a:chExt cx="85410" cy="39420"/>
          </a:xfrm>
        </p:grpSpPr>
        <p:sp>
          <p:nvSpPr>
            <p:cNvPr id="201" name="feature_1">
              <a:extLst>
                <a:ext uri="{FF2B5EF4-FFF2-40B4-BE49-F238E27FC236}">
                  <a16:creationId xmlns:a16="http://schemas.microsoft.com/office/drawing/2014/main" id="{EC0C3411-A042-F6C9-6802-CCE1BF642312}"/>
                </a:ext>
              </a:extLst>
            </p:cNvPr>
            <p:cNvSpPr/>
            <p:nvPr/>
          </p:nvSpPr>
          <p:spPr>
            <a:xfrm>
              <a:off x="4648275" y="3748185"/>
              <a:ext cx="26280" cy="39420"/>
            </a:xfrm>
            <a:prstGeom prst="rect">
              <a:avLst/>
            </a:prstGeom>
            <a:solidFill>
              <a:srgbClr val="80BFA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02" name="feature_2">
              <a:extLst>
                <a:ext uri="{FF2B5EF4-FFF2-40B4-BE49-F238E27FC236}">
                  <a16:creationId xmlns:a16="http://schemas.microsoft.com/office/drawing/2014/main" id="{A9088B04-82F8-8270-E333-5744C21E5C75}"/>
                </a:ext>
              </a:extLst>
            </p:cNvPr>
            <p:cNvSpPr/>
            <p:nvPr/>
          </p:nvSpPr>
          <p:spPr>
            <a:xfrm>
              <a:off x="4677840" y="3748185"/>
              <a:ext cx="26280" cy="39420"/>
            </a:xfrm>
            <a:prstGeom prst="rect">
              <a:avLst/>
            </a:prstGeom>
            <a:solidFill>
              <a:srgbClr val="BBDDD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03" name="feature_3">
              <a:extLst>
                <a:ext uri="{FF2B5EF4-FFF2-40B4-BE49-F238E27FC236}">
                  <a16:creationId xmlns:a16="http://schemas.microsoft.com/office/drawing/2014/main" id="{15DD7FD1-2486-1668-16B9-3A68290D38A7}"/>
                </a:ext>
              </a:extLst>
            </p:cNvPr>
            <p:cNvSpPr/>
            <p:nvPr/>
          </p:nvSpPr>
          <p:spPr>
            <a:xfrm>
              <a:off x="4707405" y="3748185"/>
              <a:ext cx="26280" cy="39420"/>
            </a:xfrm>
            <a:prstGeom prst="rect">
              <a:avLst/>
            </a:prstGeom>
            <a:solidFill>
              <a:srgbClr val="55A28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3" name="Other identity language vector">
            <a:extLst>
              <a:ext uri="{FF2B5EF4-FFF2-40B4-BE49-F238E27FC236}">
                <a16:creationId xmlns:a16="http://schemas.microsoft.com/office/drawing/2014/main" id="{390F5E3A-558E-FC53-6B15-E81119A0633C}"/>
              </a:ext>
            </a:extLst>
          </p:cNvPr>
          <p:cNvGrpSpPr/>
          <p:nvPr/>
        </p:nvGrpSpPr>
        <p:grpSpPr>
          <a:xfrm>
            <a:off x="4333921" y="3289277"/>
            <a:ext cx="85410" cy="39420"/>
            <a:chOff x="4766535" y="3748185"/>
            <a:chExt cx="85410" cy="39420"/>
          </a:xfrm>
        </p:grpSpPr>
        <p:sp>
          <p:nvSpPr>
            <p:cNvPr id="198" name="feature_1">
              <a:extLst>
                <a:ext uri="{FF2B5EF4-FFF2-40B4-BE49-F238E27FC236}">
                  <a16:creationId xmlns:a16="http://schemas.microsoft.com/office/drawing/2014/main" id="{6B52362A-ADB4-43CF-077E-DAF16FB3BC80}"/>
                </a:ext>
              </a:extLst>
            </p:cNvPr>
            <p:cNvSpPr/>
            <p:nvPr/>
          </p:nvSpPr>
          <p:spPr>
            <a:xfrm>
              <a:off x="4766535" y="3748185"/>
              <a:ext cx="26280" cy="39420"/>
            </a:xfrm>
            <a:prstGeom prst="rect">
              <a:avLst/>
            </a:prstGeom>
            <a:solidFill>
              <a:srgbClr val="80BFA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9" name="feature_2">
              <a:extLst>
                <a:ext uri="{FF2B5EF4-FFF2-40B4-BE49-F238E27FC236}">
                  <a16:creationId xmlns:a16="http://schemas.microsoft.com/office/drawing/2014/main" id="{33D6E62D-5CFA-73A4-47ED-6915020080CC}"/>
                </a:ext>
              </a:extLst>
            </p:cNvPr>
            <p:cNvSpPr/>
            <p:nvPr/>
          </p:nvSpPr>
          <p:spPr>
            <a:xfrm>
              <a:off x="4796100" y="3748185"/>
              <a:ext cx="26280" cy="39420"/>
            </a:xfrm>
            <a:prstGeom prst="rect">
              <a:avLst/>
            </a:prstGeom>
            <a:solidFill>
              <a:srgbClr val="BBDDD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00" name="feature_3">
              <a:extLst>
                <a:ext uri="{FF2B5EF4-FFF2-40B4-BE49-F238E27FC236}">
                  <a16:creationId xmlns:a16="http://schemas.microsoft.com/office/drawing/2014/main" id="{31ACC47C-700F-EDF7-67CC-38A455193B78}"/>
                </a:ext>
              </a:extLst>
            </p:cNvPr>
            <p:cNvSpPr/>
            <p:nvPr/>
          </p:nvSpPr>
          <p:spPr>
            <a:xfrm>
              <a:off x="4825665" y="3748185"/>
              <a:ext cx="26280" cy="39420"/>
            </a:xfrm>
            <a:prstGeom prst="rect">
              <a:avLst/>
            </a:prstGeom>
            <a:solidFill>
              <a:srgbClr val="55A28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4" name="Other identity language vector">
            <a:extLst>
              <a:ext uri="{FF2B5EF4-FFF2-40B4-BE49-F238E27FC236}">
                <a16:creationId xmlns:a16="http://schemas.microsoft.com/office/drawing/2014/main" id="{08C4D820-8AE6-B46B-1194-00A4C53BAF4B}"/>
              </a:ext>
            </a:extLst>
          </p:cNvPr>
          <p:cNvGrpSpPr/>
          <p:nvPr/>
        </p:nvGrpSpPr>
        <p:grpSpPr>
          <a:xfrm>
            <a:off x="4452181" y="3289277"/>
            <a:ext cx="85410" cy="39420"/>
            <a:chOff x="4884795" y="3748185"/>
            <a:chExt cx="85410" cy="39420"/>
          </a:xfrm>
        </p:grpSpPr>
        <p:sp>
          <p:nvSpPr>
            <p:cNvPr id="195" name="feature_1">
              <a:extLst>
                <a:ext uri="{FF2B5EF4-FFF2-40B4-BE49-F238E27FC236}">
                  <a16:creationId xmlns:a16="http://schemas.microsoft.com/office/drawing/2014/main" id="{23C77824-E6B2-F85B-3365-26C01CF39432}"/>
                </a:ext>
              </a:extLst>
            </p:cNvPr>
            <p:cNvSpPr/>
            <p:nvPr/>
          </p:nvSpPr>
          <p:spPr>
            <a:xfrm>
              <a:off x="4884795" y="3748185"/>
              <a:ext cx="26280" cy="39420"/>
            </a:xfrm>
            <a:prstGeom prst="rect">
              <a:avLst/>
            </a:prstGeom>
            <a:solidFill>
              <a:srgbClr val="80BFAC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6" name="feature_2">
              <a:extLst>
                <a:ext uri="{FF2B5EF4-FFF2-40B4-BE49-F238E27FC236}">
                  <a16:creationId xmlns:a16="http://schemas.microsoft.com/office/drawing/2014/main" id="{23F3E419-CAFC-DBA5-BBFA-B033FD72A706}"/>
                </a:ext>
              </a:extLst>
            </p:cNvPr>
            <p:cNvSpPr/>
            <p:nvPr/>
          </p:nvSpPr>
          <p:spPr>
            <a:xfrm>
              <a:off x="4914360" y="3748185"/>
              <a:ext cx="26280" cy="39420"/>
            </a:xfrm>
            <a:prstGeom prst="rect">
              <a:avLst/>
            </a:prstGeom>
            <a:solidFill>
              <a:srgbClr val="BBDDD0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7" name="feature_3">
              <a:extLst>
                <a:ext uri="{FF2B5EF4-FFF2-40B4-BE49-F238E27FC236}">
                  <a16:creationId xmlns:a16="http://schemas.microsoft.com/office/drawing/2014/main" id="{AC44409C-F6A2-3D59-C5A2-D58B980E3125}"/>
                </a:ext>
              </a:extLst>
            </p:cNvPr>
            <p:cNvSpPr/>
            <p:nvPr/>
          </p:nvSpPr>
          <p:spPr>
            <a:xfrm>
              <a:off x="4943925" y="3748185"/>
              <a:ext cx="26280" cy="39420"/>
            </a:xfrm>
            <a:prstGeom prst="rect">
              <a:avLst/>
            </a:prstGeom>
            <a:solidFill>
              <a:srgbClr val="55A28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5" name="Text | Other identity / vectors">
            <a:extLst>
              <a:ext uri="{FF2B5EF4-FFF2-40B4-BE49-F238E27FC236}">
                <a16:creationId xmlns:a16="http://schemas.microsoft.com/office/drawing/2014/main" id="{2EB56F10-08FE-BB96-4EC8-7485D8730081}"/>
              </a:ext>
            </a:extLst>
          </p:cNvPr>
          <p:cNvGrpSpPr/>
          <p:nvPr/>
        </p:nvGrpSpPr>
        <p:grpSpPr>
          <a:xfrm>
            <a:off x="4086851" y="3391112"/>
            <a:ext cx="553270" cy="192698"/>
            <a:chOff x="4519465" y="3850020"/>
            <a:chExt cx="553270" cy="192698"/>
          </a:xfrm>
        </p:grpSpPr>
        <p:sp>
          <p:nvSpPr>
            <p:cNvPr id="193" name="Text | Other identity">
              <a:extLst>
                <a:ext uri="{FF2B5EF4-FFF2-40B4-BE49-F238E27FC236}">
                  <a16:creationId xmlns:a16="http://schemas.microsoft.com/office/drawing/2014/main" id="{33D598A6-610E-D1DE-8C4B-389B295C5138}"/>
                </a:ext>
              </a:extLst>
            </p:cNvPr>
            <p:cNvSpPr txBox="1"/>
            <p:nvPr/>
          </p:nvSpPr>
          <p:spPr>
            <a:xfrm>
              <a:off x="4519465" y="3850020"/>
              <a:ext cx="553270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Other identity</a:t>
              </a:r>
              <a:endParaRPr lang="en-US" sz="595"/>
            </a:p>
          </p:txBody>
        </p:sp>
        <p:sp>
          <p:nvSpPr>
            <p:cNvPr id="194" name="Text | vectors">
              <a:extLst>
                <a:ext uri="{FF2B5EF4-FFF2-40B4-BE49-F238E27FC236}">
                  <a16:creationId xmlns:a16="http://schemas.microsoft.com/office/drawing/2014/main" id="{85704469-368C-6A51-4B82-3E09A78A15EF}"/>
                </a:ext>
              </a:extLst>
            </p:cNvPr>
            <p:cNvSpPr txBox="1"/>
            <p:nvPr/>
          </p:nvSpPr>
          <p:spPr>
            <a:xfrm>
              <a:off x="4643368" y="3935430"/>
              <a:ext cx="30546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vectors</a:t>
              </a:r>
              <a:endParaRPr lang="en-US" sz="595"/>
            </a:p>
          </p:txBody>
        </p:sp>
      </p:grpSp>
      <p:sp>
        <p:nvSpPr>
          <p:cNvPr id="76" name="Operation | Graph attention">
            <a:extLst>
              <a:ext uri="{FF2B5EF4-FFF2-40B4-BE49-F238E27FC236}">
                <a16:creationId xmlns:a16="http://schemas.microsoft.com/office/drawing/2014/main" id="{4F68595A-2ED8-B94A-E301-E27BE347778D}"/>
              </a:ext>
            </a:extLst>
          </p:cNvPr>
          <p:cNvSpPr/>
          <p:nvPr/>
        </p:nvSpPr>
        <p:spPr>
          <a:xfrm>
            <a:off x="2967361" y="3670337"/>
            <a:ext cx="657000" cy="18396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4928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7" name="Text | Graph attention">
            <a:extLst>
              <a:ext uri="{FF2B5EF4-FFF2-40B4-BE49-F238E27FC236}">
                <a16:creationId xmlns:a16="http://schemas.microsoft.com/office/drawing/2014/main" id="{1D797C8B-2FC6-D301-C03D-EDF314D630D1}"/>
              </a:ext>
            </a:extLst>
          </p:cNvPr>
          <p:cNvSpPr txBox="1"/>
          <p:nvPr/>
        </p:nvSpPr>
        <p:spPr>
          <a:xfrm>
            <a:off x="2927072" y="3710283"/>
            <a:ext cx="737577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1" i="0" baseline="0" dirty="0">
                <a:solidFill>
                  <a:srgbClr val="238777"/>
                </a:solidFill>
                <a:latin typeface="Arial"/>
                <a:ea typeface="Arial"/>
                <a:cs typeface="Arial"/>
              </a:rPr>
              <a:t>Graph attention</a:t>
            </a:r>
            <a:endParaRPr lang="en-US" sz="621"/>
          </a:p>
        </p:txBody>
      </p:sp>
      <p:sp>
        <p:nvSpPr>
          <p:cNvPr id="78" name="Operation | Context attention">
            <a:extLst>
              <a:ext uri="{FF2B5EF4-FFF2-40B4-BE49-F238E27FC236}">
                <a16:creationId xmlns:a16="http://schemas.microsoft.com/office/drawing/2014/main" id="{4078E527-962D-E3C1-A763-8C6DE6AF4E29}"/>
              </a:ext>
            </a:extLst>
          </p:cNvPr>
          <p:cNvSpPr/>
          <p:nvPr/>
        </p:nvSpPr>
        <p:spPr>
          <a:xfrm>
            <a:off x="3913441" y="3670337"/>
            <a:ext cx="716130" cy="18396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4928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9" name="Text | Context attention">
            <a:extLst>
              <a:ext uri="{FF2B5EF4-FFF2-40B4-BE49-F238E27FC236}">
                <a16:creationId xmlns:a16="http://schemas.microsoft.com/office/drawing/2014/main" id="{BC8EBB7D-8DED-2DCC-ED9E-E4CE4861E19E}"/>
              </a:ext>
            </a:extLst>
          </p:cNvPr>
          <p:cNvSpPr txBox="1"/>
          <p:nvPr/>
        </p:nvSpPr>
        <p:spPr>
          <a:xfrm>
            <a:off x="3863471" y="3710283"/>
            <a:ext cx="816071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1" i="0" baseline="0" dirty="0">
                <a:solidFill>
                  <a:srgbClr val="238777"/>
                </a:solidFill>
                <a:latin typeface="Arial"/>
                <a:ea typeface="Arial"/>
                <a:cs typeface="Arial"/>
              </a:rPr>
              <a:t>Context attention</a:t>
            </a:r>
            <a:endParaRPr lang="en-US" sz="621"/>
          </a:p>
        </p:txBody>
      </p:sp>
      <p:grpSp>
        <p:nvGrpSpPr>
          <p:cNvPr id="80" name="Arrow | other_language_vectors → context_attention_KV">
            <a:extLst>
              <a:ext uri="{FF2B5EF4-FFF2-40B4-BE49-F238E27FC236}">
                <a16:creationId xmlns:a16="http://schemas.microsoft.com/office/drawing/2014/main" id="{0722B3DB-7F46-58CA-437D-E32DA656DD74}"/>
              </a:ext>
            </a:extLst>
          </p:cNvPr>
          <p:cNvGrpSpPr/>
          <p:nvPr/>
        </p:nvGrpSpPr>
        <p:grpSpPr>
          <a:xfrm>
            <a:off x="4350428" y="3581642"/>
            <a:ext cx="26116" cy="65700"/>
            <a:chOff x="4783042" y="4040550"/>
            <a:chExt cx="26116" cy="65700"/>
          </a:xfrm>
        </p:grpSpPr>
        <p:cxnSp>
          <p:nvCxnSpPr>
            <p:cNvPr id="191" name="Arrow | other_language_vectors → context_attention_KV | path">
              <a:extLst>
                <a:ext uri="{FF2B5EF4-FFF2-40B4-BE49-F238E27FC236}">
                  <a16:creationId xmlns:a16="http://schemas.microsoft.com/office/drawing/2014/main" id="{33F5C4C4-2269-50BD-5803-B8C79BCAD9C2}"/>
                </a:ext>
              </a:extLst>
            </p:cNvPr>
            <p:cNvCxnSpPr/>
            <p:nvPr/>
          </p:nvCxnSpPr>
          <p:spPr>
            <a:xfrm>
              <a:off x="4796100" y="4040550"/>
              <a:ext cx="0" cy="65700"/>
            </a:xfrm>
            <a:prstGeom prst="line">
              <a:avLst/>
            </a:prstGeom>
            <a:noFill/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2" name="Arrow | other_language_vectors → context_attention_KV | editable arrowhead">
              <a:extLst>
                <a:ext uri="{FF2B5EF4-FFF2-40B4-BE49-F238E27FC236}">
                  <a16:creationId xmlns:a16="http://schemas.microsoft.com/office/drawing/2014/main" id="{D3FD87ED-DE5F-CDA4-05F3-43DAE7192965}"/>
                </a:ext>
              </a:extLst>
            </p:cNvPr>
            <p:cNvSpPr/>
            <p:nvPr/>
          </p:nvSpPr>
          <p:spPr>
            <a:xfrm>
              <a:off x="4783042" y="4075864"/>
              <a:ext cx="26116" cy="30386"/>
            </a:xfrm>
            <a:custGeom>
              <a:avLst/>
              <a:gdLst/>
              <a:ahLst/>
              <a:cxnLst/>
              <a:rect l="0" t="0" r="w" b="h"/>
              <a:pathLst>
                <a:path w="26116" h="30386" stroke="0" extrusionOk="0">
                  <a:moveTo>
                    <a:pt x="13058" y="30386"/>
                  </a:moveTo>
                  <a:lnTo>
                    <a:pt x="0" y="0"/>
                  </a:lnTo>
                  <a:lnTo>
                    <a:pt x="26116" y="0"/>
                  </a:lnTo>
                  <a:close/>
                </a:path>
              </a:pathLst>
            </a:custGeom>
            <a:solidFill>
              <a:srgbClr val="23877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81" name="Text | Q">
            <a:extLst>
              <a:ext uri="{FF2B5EF4-FFF2-40B4-BE49-F238E27FC236}">
                <a16:creationId xmlns:a16="http://schemas.microsoft.com/office/drawing/2014/main" id="{F14B3940-BDF7-E40C-039A-08FCC33CB624}"/>
              </a:ext>
            </a:extLst>
          </p:cNvPr>
          <p:cNvSpPr txBox="1"/>
          <p:nvPr/>
        </p:nvSpPr>
        <p:spPr>
          <a:xfrm>
            <a:off x="3444586" y="3501092"/>
            <a:ext cx="85914" cy="10728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5" b="0" i="0" baseline="0" dirty="0">
                <a:solidFill>
                  <a:srgbClr val="367FB7"/>
                </a:solidFill>
                <a:latin typeface="Arial"/>
                <a:ea typeface="Arial"/>
                <a:cs typeface="Arial"/>
              </a:rPr>
              <a:t>Q</a:t>
            </a:r>
            <a:endParaRPr lang="en-US" sz="595"/>
          </a:p>
        </p:txBody>
      </p:sp>
      <p:sp>
        <p:nvSpPr>
          <p:cNvPr id="82" name="Text | Q">
            <a:extLst>
              <a:ext uri="{FF2B5EF4-FFF2-40B4-BE49-F238E27FC236}">
                <a16:creationId xmlns:a16="http://schemas.microsoft.com/office/drawing/2014/main" id="{E33B2A85-433E-0578-D0CE-9820460FB0B1}"/>
              </a:ext>
            </a:extLst>
          </p:cNvPr>
          <p:cNvSpPr txBox="1"/>
          <p:nvPr/>
        </p:nvSpPr>
        <p:spPr>
          <a:xfrm>
            <a:off x="3894586" y="3501092"/>
            <a:ext cx="85914" cy="10728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5" b="0" i="0" baseline="0" dirty="0">
                <a:solidFill>
                  <a:srgbClr val="367FB7"/>
                </a:solidFill>
                <a:latin typeface="Arial"/>
                <a:ea typeface="Arial"/>
                <a:cs typeface="Arial"/>
              </a:rPr>
              <a:t>Q</a:t>
            </a:r>
            <a:endParaRPr lang="en-US" sz="595"/>
          </a:p>
        </p:txBody>
      </p:sp>
      <p:sp>
        <p:nvSpPr>
          <p:cNvPr id="83" name="Concatenation">
            <a:extLst>
              <a:ext uri="{FF2B5EF4-FFF2-40B4-BE49-F238E27FC236}">
                <a16:creationId xmlns:a16="http://schemas.microsoft.com/office/drawing/2014/main" id="{CA134577-5192-1E2F-C395-C05CF62A337C}"/>
              </a:ext>
            </a:extLst>
          </p:cNvPr>
          <p:cNvSpPr/>
          <p:nvPr/>
        </p:nvSpPr>
        <p:spPr>
          <a:xfrm>
            <a:off x="3683491" y="3985697"/>
            <a:ext cx="111690" cy="111690"/>
          </a:xfrm>
          <a:prstGeom prst="ellipse">
            <a:avLst/>
          </a:prstGeom>
          <a:solidFill>
            <a:srgbClr val="FFFFFF"/>
          </a:solidFill>
          <a:ln w="5913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cxnSp>
        <p:nvCxnSpPr>
          <p:cNvPr id="84" name="path_2738">
            <a:extLst>
              <a:ext uri="{FF2B5EF4-FFF2-40B4-BE49-F238E27FC236}">
                <a16:creationId xmlns:a16="http://schemas.microsoft.com/office/drawing/2014/main" id="{1D840AB7-3ECE-5845-ADA9-7DC40C2BB520}"/>
              </a:ext>
            </a:extLst>
          </p:cNvPr>
          <p:cNvCxnSpPr/>
          <p:nvPr/>
        </p:nvCxnSpPr>
        <p:spPr>
          <a:xfrm>
            <a:off x="3726196" y="4015262"/>
            <a:ext cx="0" cy="52560"/>
          </a:xfrm>
          <a:prstGeom prst="line">
            <a:avLst/>
          </a:prstGeom>
          <a:noFill/>
          <a:ln w="6570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5" name="path_2739">
            <a:extLst>
              <a:ext uri="{FF2B5EF4-FFF2-40B4-BE49-F238E27FC236}">
                <a16:creationId xmlns:a16="http://schemas.microsoft.com/office/drawing/2014/main" id="{5533A875-A911-70F1-4F5B-6EE065D89A2F}"/>
              </a:ext>
            </a:extLst>
          </p:cNvPr>
          <p:cNvCxnSpPr/>
          <p:nvPr/>
        </p:nvCxnSpPr>
        <p:spPr>
          <a:xfrm>
            <a:off x="3752476" y="4015262"/>
            <a:ext cx="0" cy="52560"/>
          </a:xfrm>
          <a:prstGeom prst="line">
            <a:avLst/>
          </a:prstGeom>
          <a:noFill/>
          <a:ln w="6570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86" name="Identity representation g_k">
            <a:extLst>
              <a:ext uri="{FF2B5EF4-FFF2-40B4-BE49-F238E27FC236}">
                <a16:creationId xmlns:a16="http://schemas.microsoft.com/office/drawing/2014/main" id="{81E99B2E-870B-6BBC-12E8-C2BD434BCFDE}"/>
              </a:ext>
            </a:extLst>
          </p:cNvPr>
          <p:cNvGrpSpPr/>
          <p:nvPr/>
        </p:nvGrpSpPr>
        <p:grpSpPr>
          <a:xfrm>
            <a:off x="3525811" y="4287917"/>
            <a:ext cx="427050" cy="72270"/>
            <a:chOff x="3958425" y="4746825"/>
            <a:chExt cx="427050" cy="72270"/>
          </a:xfrm>
        </p:grpSpPr>
        <p:sp>
          <p:nvSpPr>
            <p:cNvPr id="184" name="feature_1">
              <a:extLst>
                <a:ext uri="{FF2B5EF4-FFF2-40B4-BE49-F238E27FC236}">
                  <a16:creationId xmlns:a16="http://schemas.microsoft.com/office/drawing/2014/main" id="{957F91F8-DC87-960C-E6C6-68C0C9235DA3}"/>
                </a:ext>
              </a:extLst>
            </p:cNvPr>
            <p:cNvSpPr/>
            <p:nvPr/>
          </p:nvSpPr>
          <p:spPr>
            <a:xfrm>
              <a:off x="3958425" y="4746825"/>
              <a:ext cx="58191" cy="72270"/>
            </a:xfrm>
            <a:prstGeom prst="rect">
              <a:avLst/>
            </a:prstGeom>
            <a:solidFill>
              <a:srgbClr val="3E997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5" name="feature_2">
              <a:extLst>
                <a:ext uri="{FF2B5EF4-FFF2-40B4-BE49-F238E27FC236}">
                  <a16:creationId xmlns:a16="http://schemas.microsoft.com/office/drawing/2014/main" id="{D4206601-2B35-506B-F57C-610414DA1636}"/>
                </a:ext>
              </a:extLst>
            </p:cNvPr>
            <p:cNvSpPr/>
            <p:nvPr/>
          </p:nvSpPr>
          <p:spPr>
            <a:xfrm>
              <a:off x="4019901" y="4746825"/>
              <a:ext cx="58191" cy="72270"/>
            </a:xfrm>
            <a:prstGeom prst="rect">
              <a:avLst/>
            </a:prstGeom>
            <a:solidFill>
              <a:srgbClr val="83C2A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6" name="feature_3">
              <a:extLst>
                <a:ext uri="{FF2B5EF4-FFF2-40B4-BE49-F238E27FC236}">
                  <a16:creationId xmlns:a16="http://schemas.microsoft.com/office/drawing/2014/main" id="{36DE4800-9509-25FF-B1B5-DCA839863545}"/>
                </a:ext>
              </a:extLst>
            </p:cNvPr>
            <p:cNvSpPr/>
            <p:nvPr/>
          </p:nvSpPr>
          <p:spPr>
            <a:xfrm>
              <a:off x="4081378" y="4746825"/>
              <a:ext cx="58191" cy="72270"/>
            </a:xfrm>
            <a:prstGeom prst="rect">
              <a:avLst/>
            </a:prstGeom>
            <a:solidFill>
              <a:srgbClr val="BCDDCF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7" name="feature_4">
              <a:extLst>
                <a:ext uri="{FF2B5EF4-FFF2-40B4-BE49-F238E27FC236}">
                  <a16:creationId xmlns:a16="http://schemas.microsoft.com/office/drawing/2014/main" id="{2F0FE49E-CB8F-0657-AE95-754A94C4470C}"/>
                </a:ext>
              </a:extLst>
            </p:cNvPr>
            <p:cNvSpPr/>
            <p:nvPr/>
          </p:nvSpPr>
          <p:spPr>
            <a:xfrm>
              <a:off x="4142854" y="4746825"/>
              <a:ext cx="58191" cy="72270"/>
            </a:xfrm>
            <a:prstGeom prst="rect">
              <a:avLst/>
            </a:prstGeom>
            <a:solidFill>
              <a:srgbClr val="68AB97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8" name="feature_5">
              <a:extLst>
                <a:ext uri="{FF2B5EF4-FFF2-40B4-BE49-F238E27FC236}">
                  <a16:creationId xmlns:a16="http://schemas.microsoft.com/office/drawing/2014/main" id="{3151190C-7472-F2E5-38B5-F3EDB6CB9E32}"/>
                </a:ext>
              </a:extLst>
            </p:cNvPr>
            <p:cNvSpPr/>
            <p:nvPr/>
          </p:nvSpPr>
          <p:spPr>
            <a:xfrm>
              <a:off x="4204331" y="4746825"/>
              <a:ext cx="58191" cy="72270"/>
            </a:xfrm>
            <a:prstGeom prst="rect">
              <a:avLst/>
            </a:prstGeom>
            <a:solidFill>
              <a:srgbClr val="3E997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9" name="feature_6">
              <a:extLst>
                <a:ext uri="{FF2B5EF4-FFF2-40B4-BE49-F238E27FC236}">
                  <a16:creationId xmlns:a16="http://schemas.microsoft.com/office/drawing/2014/main" id="{7C950F88-747A-5FC8-CAFD-2626FBA6B03F}"/>
                </a:ext>
              </a:extLst>
            </p:cNvPr>
            <p:cNvSpPr/>
            <p:nvPr/>
          </p:nvSpPr>
          <p:spPr>
            <a:xfrm>
              <a:off x="4265807" y="4746825"/>
              <a:ext cx="58191" cy="72270"/>
            </a:xfrm>
            <a:prstGeom prst="rect">
              <a:avLst/>
            </a:prstGeom>
            <a:solidFill>
              <a:srgbClr val="83C2AE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0" name="feature_7">
              <a:extLst>
                <a:ext uri="{FF2B5EF4-FFF2-40B4-BE49-F238E27FC236}">
                  <a16:creationId xmlns:a16="http://schemas.microsoft.com/office/drawing/2014/main" id="{8B9C4CF9-7171-C81F-8105-3AB7FCC2288B}"/>
                </a:ext>
              </a:extLst>
            </p:cNvPr>
            <p:cNvSpPr/>
            <p:nvPr/>
          </p:nvSpPr>
          <p:spPr>
            <a:xfrm>
              <a:off x="4327284" y="4746825"/>
              <a:ext cx="58191" cy="72270"/>
            </a:xfrm>
            <a:prstGeom prst="rect">
              <a:avLst/>
            </a:prstGeom>
            <a:solidFill>
              <a:srgbClr val="BCDDCF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87" name="Formula | g_k">
            <a:extLst>
              <a:ext uri="{FF2B5EF4-FFF2-40B4-BE49-F238E27FC236}">
                <a16:creationId xmlns:a16="http://schemas.microsoft.com/office/drawing/2014/main" id="{E47983ED-A055-AFEC-D9E2-077D0942F425}"/>
              </a:ext>
            </a:extLst>
          </p:cNvPr>
          <p:cNvGrpSpPr/>
          <p:nvPr/>
        </p:nvGrpSpPr>
        <p:grpSpPr>
          <a:xfrm>
            <a:off x="4034986" y="4255067"/>
            <a:ext cx="127544" cy="149738"/>
            <a:chOff x="4467600" y="4713975"/>
            <a:chExt cx="127544" cy="149738"/>
          </a:xfrm>
        </p:grpSpPr>
        <p:sp>
          <p:nvSpPr>
            <p:cNvPr id="182" name="Text | g">
              <a:extLst>
                <a:ext uri="{FF2B5EF4-FFF2-40B4-BE49-F238E27FC236}">
                  <a16:creationId xmlns:a16="http://schemas.microsoft.com/office/drawing/2014/main" id="{1FC8E2AE-3FB6-2E30-125D-4A5EFAA2D665}"/>
                </a:ext>
              </a:extLst>
            </p:cNvPr>
            <p:cNvSpPr txBox="1"/>
            <p:nvPr/>
          </p:nvSpPr>
          <p:spPr>
            <a:xfrm>
              <a:off x="4467600" y="4713975"/>
              <a:ext cx="100284" cy="14460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2" b="0" i="1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g</a:t>
              </a:r>
              <a:endParaRPr lang="en-US" sz="802"/>
            </a:p>
          </p:txBody>
        </p:sp>
        <p:sp>
          <p:nvSpPr>
            <p:cNvPr id="183" name="Text | k">
              <a:extLst>
                <a:ext uri="{FF2B5EF4-FFF2-40B4-BE49-F238E27FC236}">
                  <a16:creationId xmlns:a16="http://schemas.microsoft.com/office/drawing/2014/main" id="{956677E4-5553-CFA3-CEB8-F10C10A44005}"/>
                </a:ext>
              </a:extLst>
            </p:cNvPr>
            <p:cNvSpPr txBox="1"/>
            <p:nvPr/>
          </p:nvSpPr>
          <p:spPr>
            <a:xfrm>
              <a:off x="4532241" y="4774058"/>
              <a:ext cx="62903" cy="8965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97" b="0" i="1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k</a:t>
              </a:r>
              <a:endParaRPr lang="en-US" sz="497"/>
            </a:p>
          </p:txBody>
        </p:sp>
      </p:grpSp>
      <p:sp>
        <p:nvSpPr>
          <p:cNvPr id="88" name="Operation | Cosine score">
            <a:extLst>
              <a:ext uri="{FF2B5EF4-FFF2-40B4-BE49-F238E27FC236}">
                <a16:creationId xmlns:a16="http://schemas.microsoft.com/office/drawing/2014/main" id="{653447E0-8296-45D5-563D-0C10F4AD0695}"/>
              </a:ext>
            </a:extLst>
          </p:cNvPr>
          <p:cNvSpPr/>
          <p:nvPr/>
        </p:nvSpPr>
        <p:spPr>
          <a:xfrm>
            <a:off x="3011708" y="4563857"/>
            <a:ext cx="535455" cy="15768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4928" cap="rnd" cmpd="sng" algn="ctr">
            <a:solidFill>
              <a:srgbClr val="238777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89" name="Text | Cosine score">
            <a:extLst>
              <a:ext uri="{FF2B5EF4-FFF2-40B4-BE49-F238E27FC236}">
                <a16:creationId xmlns:a16="http://schemas.microsoft.com/office/drawing/2014/main" id="{E1383816-C09E-90E9-5485-95008A3ACCD7}"/>
              </a:ext>
            </a:extLst>
          </p:cNvPr>
          <p:cNvSpPr txBox="1"/>
          <p:nvPr/>
        </p:nvSpPr>
        <p:spPr>
          <a:xfrm>
            <a:off x="2984040" y="4590663"/>
            <a:ext cx="590792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1" i="0" baseline="0" dirty="0">
                <a:solidFill>
                  <a:srgbClr val="238777"/>
                </a:solidFill>
                <a:latin typeface="Arial"/>
                <a:ea typeface="Arial"/>
                <a:cs typeface="Arial"/>
              </a:rPr>
              <a:t>Cosine score</a:t>
            </a:r>
            <a:endParaRPr lang="en-US" sz="621"/>
          </a:p>
        </p:txBody>
      </p:sp>
      <p:sp>
        <p:nvSpPr>
          <p:cNvPr id="90" name="Text | Learned projections">
            <a:extLst>
              <a:ext uri="{FF2B5EF4-FFF2-40B4-BE49-F238E27FC236}">
                <a16:creationId xmlns:a16="http://schemas.microsoft.com/office/drawing/2014/main" id="{42979246-1FA1-4985-CAAA-D0FCC6F3215F}"/>
              </a:ext>
            </a:extLst>
          </p:cNvPr>
          <p:cNvSpPr txBox="1"/>
          <p:nvPr/>
        </p:nvSpPr>
        <p:spPr>
          <a:xfrm>
            <a:off x="2893042" y="4747817"/>
            <a:ext cx="772787" cy="10728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5" b="0" i="0" baseline="0" dirty="0">
                <a:solidFill>
                  <a:srgbClr val="5E7180"/>
                </a:solidFill>
                <a:latin typeface="Arial"/>
                <a:ea typeface="Arial"/>
                <a:cs typeface="Arial"/>
              </a:rPr>
              <a:t>Learned projections</a:t>
            </a:r>
            <a:endParaRPr lang="en-US" sz="595"/>
          </a:p>
        </p:txBody>
      </p:sp>
      <p:grpSp>
        <p:nvGrpSpPr>
          <p:cNvPr id="91" name="Arrow | score → identity_matrix">
            <a:extLst>
              <a:ext uri="{FF2B5EF4-FFF2-40B4-BE49-F238E27FC236}">
                <a16:creationId xmlns:a16="http://schemas.microsoft.com/office/drawing/2014/main" id="{5D97FDD0-20ED-82DC-7634-7A03136A694B}"/>
              </a:ext>
            </a:extLst>
          </p:cNvPr>
          <p:cNvGrpSpPr/>
          <p:nvPr/>
        </p:nvGrpSpPr>
        <p:grpSpPr>
          <a:xfrm>
            <a:off x="3568516" y="4629426"/>
            <a:ext cx="295650" cy="26543"/>
            <a:chOff x="4001130" y="5088334"/>
            <a:chExt cx="295650" cy="26543"/>
          </a:xfrm>
        </p:grpSpPr>
        <p:cxnSp>
          <p:nvCxnSpPr>
            <p:cNvPr id="180" name="Arrow | score → identity_matrix | path">
              <a:extLst>
                <a:ext uri="{FF2B5EF4-FFF2-40B4-BE49-F238E27FC236}">
                  <a16:creationId xmlns:a16="http://schemas.microsoft.com/office/drawing/2014/main" id="{F98389C9-D6F9-52F4-691C-A991BF50B604}"/>
                </a:ext>
              </a:extLst>
            </p:cNvPr>
            <p:cNvCxnSpPr/>
            <p:nvPr/>
          </p:nvCxnSpPr>
          <p:spPr>
            <a:xfrm>
              <a:off x="4001130" y="5101605"/>
              <a:ext cx="295650" cy="0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1" name="Arrow | score → identity_matrix | editable arrowhead">
              <a:extLst>
                <a:ext uri="{FF2B5EF4-FFF2-40B4-BE49-F238E27FC236}">
                  <a16:creationId xmlns:a16="http://schemas.microsoft.com/office/drawing/2014/main" id="{2B3DB1B7-C768-38D4-7D41-0E51C6AB34F5}"/>
                </a:ext>
              </a:extLst>
            </p:cNvPr>
            <p:cNvSpPr/>
            <p:nvPr/>
          </p:nvSpPr>
          <p:spPr>
            <a:xfrm>
              <a:off x="4265901" y="5088334"/>
              <a:ext cx="30879" cy="26543"/>
            </a:xfrm>
            <a:custGeom>
              <a:avLst/>
              <a:gdLst/>
              <a:ahLst/>
              <a:cxnLst/>
              <a:rect l="0" t="0" r="w" b="h"/>
              <a:pathLst>
                <a:path w="30879" h="26543" stroke="0" extrusionOk="0">
                  <a:moveTo>
                    <a:pt x="30879" y="13271"/>
                  </a:moveTo>
                  <a:lnTo>
                    <a:pt x="0" y="26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8777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95" name="Text | FG">
            <a:extLst>
              <a:ext uri="{FF2B5EF4-FFF2-40B4-BE49-F238E27FC236}">
                <a16:creationId xmlns:a16="http://schemas.microsoft.com/office/drawing/2014/main" id="{C4C10E20-D9DD-8852-B294-D23E4997E355}"/>
              </a:ext>
            </a:extLst>
          </p:cNvPr>
          <p:cNvSpPr txBox="1"/>
          <p:nvPr/>
        </p:nvSpPr>
        <p:spPr>
          <a:xfrm>
            <a:off x="1524019" y="4872708"/>
            <a:ext cx="140072" cy="107288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595" dirty="0"/>
          </a:p>
        </p:txBody>
      </p:sp>
      <p:grpSp>
        <p:nvGrpSpPr>
          <p:cNvPr id="101" name="Arrow | hvox → attention_Q | editable route">
            <a:extLst>
              <a:ext uri="{FF2B5EF4-FFF2-40B4-BE49-F238E27FC236}">
                <a16:creationId xmlns:a16="http://schemas.microsoft.com/office/drawing/2014/main" id="{11BCBABB-7C7F-30B7-6E8D-4767C6D2FC14}"/>
              </a:ext>
            </a:extLst>
          </p:cNvPr>
          <p:cNvGrpSpPr/>
          <p:nvPr/>
        </p:nvGrpSpPr>
        <p:grpSpPr>
          <a:xfrm>
            <a:off x="2278906" y="2615852"/>
            <a:ext cx="204480" cy="1038240"/>
            <a:chOff x="2711520" y="3074760"/>
            <a:chExt cx="204480" cy="1038240"/>
          </a:xfrm>
        </p:grpSpPr>
        <p:sp>
          <p:nvSpPr>
            <p:cNvPr id="159" name="Arrow | hvox → attention_Q">
              <a:extLst>
                <a:ext uri="{FF2B5EF4-FFF2-40B4-BE49-F238E27FC236}">
                  <a16:creationId xmlns:a16="http://schemas.microsoft.com/office/drawing/2014/main" id="{BFB44A52-6616-8DEC-9F92-90F1D34A0AFB}"/>
                </a:ext>
              </a:extLst>
            </p:cNvPr>
            <p:cNvSpPr/>
            <p:nvPr/>
          </p:nvSpPr>
          <p:spPr>
            <a:xfrm>
              <a:off x="2737440" y="3074760"/>
              <a:ext cx="178560" cy="1028160"/>
            </a:xfrm>
            <a:custGeom>
              <a:avLst/>
              <a:gdLst/>
              <a:ahLst/>
              <a:cxnLst/>
              <a:rect l="0" t="0" r="r" b="b"/>
              <a:pathLst>
                <a:path w="178560" h="1028160" fill="none">
                  <a:moveTo>
                    <a:pt x="57960" y="0"/>
                  </a:moveTo>
                  <a:lnTo>
                    <a:pt x="178560" y="0"/>
                  </a:lnTo>
                  <a:lnTo>
                    <a:pt x="178560" y="1028160"/>
                  </a:lnTo>
                  <a:lnTo>
                    <a:pt x="0" y="1028160"/>
                  </a:lnTo>
                </a:path>
              </a:pathLst>
            </a:custGeom>
            <a:ln w="5760" cap="flat">
              <a:solidFill>
                <a:srgbClr val="438FC1"/>
              </a:solidFill>
              <a:miter lim="800000"/>
            </a:ln>
          </p:spPr>
        </p:sp>
        <p:sp>
          <p:nvSpPr>
            <p:cNvPr id="160" name="Arrow | hvox → attention_Q | arrowhead">
              <a:extLst>
                <a:ext uri="{FF2B5EF4-FFF2-40B4-BE49-F238E27FC236}">
                  <a16:creationId xmlns:a16="http://schemas.microsoft.com/office/drawing/2014/main" id="{9167376C-7F67-16FF-AC42-83F7B2524FDB}"/>
                </a:ext>
              </a:extLst>
            </p:cNvPr>
            <p:cNvSpPr/>
            <p:nvPr/>
          </p:nvSpPr>
          <p:spPr>
            <a:xfrm>
              <a:off x="2711520" y="4092840"/>
              <a:ext cx="25920" cy="20160"/>
            </a:xfrm>
            <a:custGeom>
              <a:avLst/>
              <a:gdLst/>
              <a:ahLst/>
              <a:cxnLst/>
              <a:rect l="0" t="0" r="0" b="0"/>
              <a:pathLst>
                <a:path w="25920" h="20160">
                  <a:moveTo>
                    <a:pt x="0" y="10080"/>
                  </a:moveTo>
                  <a:lnTo>
                    <a:pt x="25920" y="0"/>
                  </a:lnTo>
                  <a:lnTo>
                    <a:pt x="25920" y="20160"/>
                  </a:lnTo>
                  <a:close/>
                </a:path>
              </a:pathLst>
            </a:custGeom>
            <a:solidFill>
              <a:srgbClr val="438FC1"/>
            </a:solidFill>
            <a:ln>
              <a:noFill/>
            </a:ln>
          </p:spPr>
        </p:sp>
      </p:grpSp>
      <p:grpSp>
        <p:nvGrpSpPr>
          <p:cNvPr id="110" name="Arrow | conditioning_mlp → film_condition | editable route">
            <a:extLst>
              <a:ext uri="{FF2B5EF4-FFF2-40B4-BE49-F238E27FC236}">
                <a16:creationId xmlns:a16="http://schemas.microsoft.com/office/drawing/2014/main" id="{8B1F6913-E05E-B1FA-4CC6-5B4DB8474F4D}"/>
              </a:ext>
            </a:extLst>
          </p:cNvPr>
          <p:cNvGrpSpPr/>
          <p:nvPr/>
        </p:nvGrpSpPr>
        <p:grpSpPr>
          <a:xfrm>
            <a:off x="2123179" y="4022906"/>
            <a:ext cx="254520" cy="20160"/>
            <a:chOff x="2475360" y="4490280"/>
            <a:chExt cx="254520" cy="20160"/>
          </a:xfrm>
        </p:grpSpPr>
        <p:sp>
          <p:nvSpPr>
            <p:cNvPr id="147" name="Arrow | conditioning_mlp → film_condition">
              <a:extLst>
                <a:ext uri="{FF2B5EF4-FFF2-40B4-BE49-F238E27FC236}">
                  <a16:creationId xmlns:a16="http://schemas.microsoft.com/office/drawing/2014/main" id="{EC434364-5E39-CDA3-1551-91269180D7D7}"/>
                </a:ext>
              </a:extLst>
            </p:cNvPr>
            <p:cNvSpPr/>
            <p:nvPr/>
          </p:nvSpPr>
          <p:spPr>
            <a:xfrm>
              <a:off x="2475360" y="4500360"/>
              <a:ext cx="228600" cy="36"/>
            </a:xfrm>
            <a:custGeom>
              <a:avLst/>
              <a:gdLst/>
              <a:ahLst/>
              <a:cxnLst/>
              <a:rect l="0" t="0" r="r" b="b"/>
              <a:pathLst>
                <a:path w="228600" h="36" fill="none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148" name="Arrow | conditioning_mlp → film_condition | arrowhead">
              <a:extLst>
                <a:ext uri="{FF2B5EF4-FFF2-40B4-BE49-F238E27FC236}">
                  <a16:creationId xmlns:a16="http://schemas.microsoft.com/office/drawing/2014/main" id="{EA77CAF5-386E-0EF5-7264-300F84DA0F6F}"/>
                </a:ext>
              </a:extLst>
            </p:cNvPr>
            <p:cNvSpPr/>
            <p:nvPr/>
          </p:nvSpPr>
          <p:spPr>
            <a:xfrm>
              <a:off x="2703960" y="4490280"/>
              <a:ext cx="25920" cy="20160"/>
            </a:xfrm>
            <a:custGeom>
              <a:avLst/>
              <a:gdLst/>
              <a:ahLst/>
              <a:cxnLst/>
              <a:rect l="0" t="0" r="0" b="0"/>
              <a:pathLst>
                <a:path w="25920" h="20160">
                  <a:moveTo>
                    <a:pt x="25920" y="10080"/>
                  </a:moveTo>
                  <a:lnTo>
                    <a:pt x="0" y="2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11" name="Arrow | film → candidate_repr | editable route">
            <a:extLst>
              <a:ext uri="{FF2B5EF4-FFF2-40B4-BE49-F238E27FC236}">
                <a16:creationId xmlns:a16="http://schemas.microsoft.com/office/drawing/2014/main" id="{CEA81227-58EE-9311-5A26-54B0CC3D89CA}"/>
              </a:ext>
            </a:extLst>
          </p:cNvPr>
          <p:cNvGrpSpPr/>
          <p:nvPr/>
        </p:nvGrpSpPr>
        <p:grpSpPr>
          <a:xfrm>
            <a:off x="2475979" y="4141346"/>
            <a:ext cx="20160" cy="138240"/>
            <a:chOff x="2828160" y="4608720"/>
            <a:chExt cx="20160" cy="138240"/>
          </a:xfrm>
        </p:grpSpPr>
        <p:sp>
          <p:nvSpPr>
            <p:cNvPr id="145" name="Arrow | film → candidate_repr">
              <a:extLst>
                <a:ext uri="{FF2B5EF4-FFF2-40B4-BE49-F238E27FC236}">
                  <a16:creationId xmlns:a16="http://schemas.microsoft.com/office/drawing/2014/main" id="{E33E50CD-CD2D-3158-4CDC-D81912EFDD97}"/>
                </a:ext>
              </a:extLst>
            </p:cNvPr>
            <p:cNvSpPr/>
            <p:nvPr/>
          </p:nvSpPr>
          <p:spPr>
            <a:xfrm>
              <a:off x="2838240" y="4608720"/>
              <a:ext cx="36" cy="112320"/>
            </a:xfrm>
            <a:custGeom>
              <a:avLst/>
              <a:gdLst/>
              <a:ahLst/>
              <a:cxnLst/>
              <a:rect l="0" t="0" r="r" b="b"/>
              <a:pathLst>
                <a:path w="36" h="112320" fill="none">
                  <a:moveTo>
                    <a:pt x="0" y="0"/>
                  </a:moveTo>
                  <a:lnTo>
                    <a:pt x="0" y="11232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146" name="Arrow | film → candidate_repr | arrowhead">
              <a:extLst>
                <a:ext uri="{FF2B5EF4-FFF2-40B4-BE49-F238E27FC236}">
                  <a16:creationId xmlns:a16="http://schemas.microsoft.com/office/drawing/2014/main" id="{D63F511F-0880-03F4-C460-0177930F0B89}"/>
                </a:ext>
              </a:extLst>
            </p:cNvPr>
            <p:cNvSpPr/>
            <p:nvPr/>
          </p:nvSpPr>
          <p:spPr>
            <a:xfrm>
              <a:off x="2828160" y="472104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16" name="Arrow | graph_attention_out → identity_concat | editable route">
            <a:extLst>
              <a:ext uri="{FF2B5EF4-FFF2-40B4-BE49-F238E27FC236}">
                <a16:creationId xmlns:a16="http://schemas.microsoft.com/office/drawing/2014/main" id="{006DD8DF-9B78-C637-5E7C-DF6BC54C6B98}"/>
              </a:ext>
            </a:extLst>
          </p:cNvPr>
          <p:cNvGrpSpPr/>
          <p:nvPr/>
        </p:nvGrpSpPr>
        <p:grpSpPr>
          <a:xfrm>
            <a:off x="3295906" y="3854252"/>
            <a:ext cx="387720" cy="197280"/>
            <a:chOff x="3728520" y="4313160"/>
            <a:chExt cx="387720" cy="197280"/>
          </a:xfrm>
        </p:grpSpPr>
        <p:sp>
          <p:nvSpPr>
            <p:cNvPr id="135" name="Arrow | graph_attention_out → identity_concat">
              <a:extLst>
                <a:ext uri="{FF2B5EF4-FFF2-40B4-BE49-F238E27FC236}">
                  <a16:creationId xmlns:a16="http://schemas.microsoft.com/office/drawing/2014/main" id="{7353DBFF-471F-9AF6-4A08-62ADB6706044}"/>
                </a:ext>
              </a:extLst>
            </p:cNvPr>
            <p:cNvSpPr/>
            <p:nvPr/>
          </p:nvSpPr>
          <p:spPr>
            <a:xfrm>
              <a:off x="3728520" y="4313160"/>
              <a:ext cx="361800" cy="187200"/>
            </a:xfrm>
            <a:custGeom>
              <a:avLst/>
              <a:gdLst/>
              <a:ahLst/>
              <a:cxnLst/>
              <a:rect l="0" t="0" r="r" b="b"/>
              <a:pathLst>
                <a:path w="361800" h="187200" fill="none">
                  <a:moveTo>
                    <a:pt x="0" y="0"/>
                  </a:moveTo>
                  <a:lnTo>
                    <a:pt x="0" y="187200"/>
                  </a:lnTo>
                  <a:lnTo>
                    <a:pt x="361800" y="187200"/>
                  </a:lnTo>
                </a:path>
              </a:pathLst>
            </a:custGeom>
            <a:ln w="5040" cap="flat">
              <a:solidFill>
                <a:srgbClr val="398D80"/>
              </a:solidFill>
              <a:miter lim="800000"/>
            </a:ln>
          </p:spPr>
        </p:sp>
        <p:sp>
          <p:nvSpPr>
            <p:cNvPr id="136" name="Arrow | graph_attention_out → identity_concat | arrowhead">
              <a:extLst>
                <a:ext uri="{FF2B5EF4-FFF2-40B4-BE49-F238E27FC236}">
                  <a16:creationId xmlns:a16="http://schemas.microsoft.com/office/drawing/2014/main" id="{7A43E00B-8748-D912-E2C7-6ECE3C16F95A}"/>
                </a:ext>
              </a:extLst>
            </p:cNvPr>
            <p:cNvSpPr/>
            <p:nvPr/>
          </p:nvSpPr>
          <p:spPr>
            <a:xfrm>
              <a:off x="4090320" y="4490280"/>
              <a:ext cx="25920" cy="20160"/>
            </a:xfrm>
            <a:custGeom>
              <a:avLst/>
              <a:gdLst/>
              <a:ahLst/>
              <a:cxnLst/>
              <a:rect l="0" t="0" r="0" b="0"/>
              <a:pathLst>
                <a:path w="25920" h="20160">
                  <a:moveTo>
                    <a:pt x="25920" y="10080"/>
                  </a:moveTo>
                  <a:lnTo>
                    <a:pt x="0" y="2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17" name="Arrow | context_attention_out → identity_concat | editable route">
            <a:extLst>
              <a:ext uri="{FF2B5EF4-FFF2-40B4-BE49-F238E27FC236}">
                <a16:creationId xmlns:a16="http://schemas.microsoft.com/office/drawing/2014/main" id="{48202A88-661D-8E8A-6256-871C2B310E77}"/>
              </a:ext>
            </a:extLst>
          </p:cNvPr>
          <p:cNvGrpSpPr/>
          <p:nvPr/>
        </p:nvGrpSpPr>
        <p:grpSpPr>
          <a:xfrm>
            <a:off x="3795226" y="3854252"/>
            <a:ext cx="476280" cy="197280"/>
            <a:chOff x="4227840" y="4313160"/>
            <a:chExt cx="476280" cy="197280"/>
          </a:xfrm>
        </p:grpSpPr>
        <p:sp>
          <p:nvSpPr>
            <p:cNvPr id="133" name="Arrow | context_attention_out → identity_concat">
              <a:extLst>
                <a:ext uri="{FF2B5EF4-FFF2-40B4-BE49-F238E27FC236}">
                  <a16:creationId xmlns:a16="http://schemas.microsoft.com/office/drawing/2014/main" id="{0E09D198-0D44-5D79-09F3-D3C718A22200}"/>
                </a:ext>
              </a:extLst>
            </p:cNvPr>
            <p:cNvSpPr/>
            <p:nvPr/>
          </p:nvSpPr>
          <p:spPr>
            <a:xfrm>
              <a:off x="4253760" y="4313160"/>
              <a:ext cx="450360" cy="187200"/>
            </a:xfrm>
            <a:custGeom>
              <a:avLst/>
              <a:gdLst/>
              <a:ahLst/>
              <a:cxnLst/>
              <a:rect l="0" t="0" r="r" b="b"/>
              <a:pathLst>
                <a:path w="450360" h="187200" fill="none">
                  <a:moveTo>
                    <a:pt x="450360" y="0"/>
                  </a:moveTo>
                  <a:lnTo>
                    <a:pt x="450360" y="187200"/>
                  </a:lnTo>
                  <a:lnTo>
                    <a:pt x="0" y="187200"/>
                  </a:lnTo>
                </a:path>
              </a:pathLst>
            </a:custGeom>
            <a:ln w="5040" cap="flat">
              <a:solidFill>
                <a:srgbClr val="398D80"/>
              </a:solidFill>
              <a:miter lim="800000"/>
            </a:ln>
          </p:spPr>
        </p:sp>
        <p:sp>
          <p:nvSpPr>
            <p:cNvPr id="134" name="Arrow | context_attention_out → identity_concat | arrowhead">
              <a:extLst>
                <a:ext uri="{FF2B5EF4-FFF2-40B4-BE49-F238E27FC236}">
                  <a16:creationId xmlns:a16="http://schemas.microsoft.com/office/drawing/2014/main" id="{E22EF967-0F70-B24F-610B-4ECCF57AD25F}"/>
                </a:ext>
              </a:extLst>
            </p:cNvPr>
            <p:cNvSpPr/>
            <p:nvPr/>
          </p:nvSpPr>
          <p:spPr>
            <a:xfrm>
              <a:off x="4227840" y="4490280"/>
              <a:ext cx="25920" cy="20160"/>
            </a:xfrm>
            <a:custGeom>
              <a:avLst/>
              <a:gdLst/>
              <a:ahLst/>
              <a:cxnLst/>
              <a:rect l="0" t="0" r="0" b="0"/>
              <a:pathLst>
                <a:path w="25920" h="20160">
                  <a:moveTo>
                    <a:pt x="0" y="10080"/>
                  </a:moveTo>
                  <a:lnTo>
                    <a:pt x="25920" y="0"/>
                  </a:lnTo>
                  <a:lnTo>
                    <a:pt x="25920" y="2016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19" name="Arrow | identity_concat → identity_repr | editable route">
            <a:extLst>
              <a:ext uri="{FF2B5EF4-FFF2-40B4-BE49-F238E27FC236}">
                <a16:creationId xmlns:a16="http://schemas.microsoft.com/office/drawing/2014/main" id="{6D695B95-4710-8D52-2942-C967126FEFCC}"/>
              </a:ext>
            </a:extLst>
          </p:cNvPr>
          <p:cNvGrpSpPr/>
          <p:nvPr/>
        </p:nvGrpSpPr>
        <p:grpSpPr>
          <a:xfrm>
            <a:off x="3729346" y="4097252"/>
            <a:ext cx="20160" cy="190800"/>
            <a:chOff x="4161960" y="4556160"/>
            <a:chExt cx="20160" cy="190800"/>
          </a:xfrm>
        </p:grpSpPr>
        <p:sp>
          <p:nvSpPr>
            <p:cNvPr id="129" name="Arrow | identity_concat → identity_repr">
              <a:extLst>
                <a:ext uri="{FF2B5EF4-FFF2-40B4-BE49-F238E27FC236}">
                  <a16:creationId xmlns:a16="http://schemas.microsoft.com/office/drawing/2014/main" id="{1ABD307F-AEE4-BA34-8F9C-7482A6C4D8B9}"/>
                </a:ext>
              </a:extLst>
            </p:cNvPr>
            <p:cNvSpPr/>
            <p:nvPr/>
          </p:nvSpPr>
          <p:spPr>
            <a:xfrm>
              <a:off x="4172040" y="4556160"/>
              <a:ext cx="36" cy="164880"/>
            </a:xfrm>
            <a:custGeom>
              <a:avLst/>
              <a:gdLst/>
              <a:ahLst/>
              <a:cxnLst/>
              <a:rect l="0" t="0" r="r" b="b"/>
              <a:pathLst>
                <a:path w="36" h="164880" fill="none">
                  <a:moveTo>
                    <a:pt x="0" y="0"/>
                  </a:moveTo>
                  <a:lnTo>
                    <a:pt x="0" y="164880"/>
                  </a:lnTo>
                </a:path>
              </a:pathLst>
            </a:custGeom>
            <a:ln w="5040" cap="flat">
              <a:solidFill>
                <a:srgbClr val="398D80"/>
              </a:solidFill>
              <a:miter lim="800000"/>
            </a:ln>
          </p:spPr>
        </p:sp>
        <p:sp>
          <p:nvSpPr>
            <p:cNvPr id="130" name="Arrow | identity_concat → identity_repr | arrowhead">
              <a:extLst>
                <a:ext uri="{FF2B5EF4-FFF2-40B4-BE49-F238E27FC236}">
                  <a16:creationId xmlns:a16="http://schemas.microsoft.com/office/drawing/2014/main" id="{F9390322-6875-1C8C-6045-60B98D1BB88C}"/>
                </a:ext>
              </a:extLst>
            </p:cNvPr>
            <p:cNvSpPr/>
            <p:nvPr/>
          </p:nvSpPr>
          <p:spPr>
            <a:xfrm>
              <a:off x="4161960" y="472104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  <p:grpSp>
        <p:nvGrpSpPr>
          <p:cNvPr id="121" name="Arrow | identity_repr → scoring_identity | editable route">
            <a:extLst>
              <a:ext uri="{FF2B5EF4-FFF2-40B4-BE49-F238E27FC236}">
                <a16:creationId xmlns:a16="http://schemas.microsoft.com/office/drawing/2014/main" id="{B11ED3AF-309C-3A10-C906-8DD983813DAF}"/>
              </a:ext>
            </a:extLst>
          </p:cNvPr>
          <p:cNvGrpSpPr/>
          <p:nvPr/>
        </p:nvGrpSpPr>
        <p:grpSpPr>
          <a:xfrm>
            <a:off x="3269626" y="4360412"/>
            <a:ext cx="469800" cy="203400"/>
            <a:chOff x="3702240" y="4819320"/>
            <a:chExt cx="469800" cy="203400"/>
          </a:xfrm>
        </p:grpSpPr>
        <p:sp>
          <p:nvSpPr>
            <p:cNvPr id="125" name="Arrow | identity_repr → scoring_identity">
              <a:extLst>
                <a:ext uri="{FF2B5EF4-FFF2-40B4-BE49-F238E27FC236}">
                  <a16:creationId xmlns:a16="http://schemas.microsoft.com/office/drawing/2014/main" id="{B1F09FF3-E92D-90CD-8111-521AF793B225}"/>
                </a:ext>
              </a:extLst>
            </p:cNvPr>
            <p:cNvSpPr/>
            <p:nvPr/>
          </p:nvSpPr>
          <p:spPr>
            <a:xfrm>
              <a:off x="3712320" y="4819320"/>
              <a:ext cx="459720" cy="177480"/>
            </a:xfrm>
            <a:custGeom>
              <a:avLst/>
              <a:gdLst/>
              <a:ahLst/>
              <a:cxnLst/>
              <a:rect l="0" t="0" r="r" b="b"/>
              <a:pathLst>
                <a:path w="459720" h="177480" fill="none">
                  <a:moveTo>
                    <a:pt x="459720" y="0"/>
                  </a:moveTo>
                  <a:lnTo>
                    <a:pt x="459720" y="92880"/>
                  </a:lnTo>
                  <a:lnTo>
                    <a:pt x="0" y="92880"/>
                  </a:lnTo>
                  <a:lnTo>
                    <a:pt x="0" y="177480"/>
                  </a:lnTo>
                </a:path>
              </a:pathLst>
            </a:custGeom>
            <a:ln w="5400" cap="flat">
              <a:solidFill>
                <a:srgbClr val="398D80"/>
              </a:solidFill>
              <a:miter lim="800000"/>
            </a:ln>
          </p:spPr>
        </p:sp>
        <p:sp>
          <p:nvSpPr>
            <p:cNvPr id="126" name="Arrow | identity_repr → scoring_identity | arrowhead">
              <a:extLst>
                <a:ext uri="{FF2B5EF4-FFF2-40B4-BE49-F238E27FC236}">
                  <a16:creationId xmlns:a16="http://schemas.microsoft.com/office/drawing/2014/main" id="{995EDE6B-7330-B3CD-048D-01DA6F37823F}"/>
                </a:ext>
              </a:extLst>
            </p:cNvPr>
            <p:cNvSpPr/>
            <p:nvPr/>
          </p:nvSpPr>
          <p:spPr>
            <a:xfrm>
              <a:off x="3702240" y="4996800"/>
              <a:ext cx="20160" cy="25920"/>
            </a:xfrm>
            <a:custGeom>
              <a:avLst/>
              <a:gdLst/>
              <a:ahLst/>
              <a:cxnLst/>
              <a:rect l="0" t="0" r="0" b="0"/>
              <a:pathLst>
                <a:path w="20160" h="25920">
                  <a:moveTo>
                    <a:pt x="10080" y="25920"/>
                  </a:moveTo>
                  <a:lnTo>
                    <a:pt x="0" y="0"/>
                  </a:lnTo>
                  <a:lnTo>
                    <a:pt x="20160" y="0"/>
                  </a:lnTo>
                  <a:close/>
                </a:path>
              </a:pathLst>
            </a:custGeom>
            <a:solidFill>
              <a:srgbClr val="398D80"/>
            </a:solidFill>
            <a:ln>
              <a:noFill/>
            </a:ln>
          </p:spPr>
        </p:sp>
      </p:grpSp>
    </p:spTree>
    <p:extLst>
      <p:ext uri="{BB962C8B-B14F-4D97-AF65-F5344CB8AC3E}">
        <p14:creationId xmlns:p14="http://schemas.microsoft.com/office/powerpoint/2010/main" val="3856923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1" name="b | panel background">
            <a:extLst>
              <a:ext uri="{FF2B5EF4-FFF2-40B4-BE49-F238E27FC236}">
                <a16:creationId xmlns:a16="http://schemas.microsoft.com/office/drawing/2014/main" id="{CCF3DBC2-C595-4D5B-B7A3-726152118C1E}"/>
              </a:ext>
            </a:extLst>
          </p:cNvPr>
          <p:cNvSpPr>
            <a:spLocks noGrp="1"/>
          </p:cNvSpPr>
          <p:nvPr/>
        </p:nvSpPr>
        <p:spPr>
          <a:xfrm>
            <a:off x="664936" y="1193828"/>
            <a:ext cx="4139100" cy="2233800"/>
          </a:xfrm>
          <a:prstGeom prst="roundRect">
            <a:avLst>
              <a:gd name="adj" fmla="val 1737"/>
            </a:avLst>
          </a:prstGeom>
          <a:solidFill>
            <a:srgbClr val="F4F8FC"/>
          </a:solidFill>
          <a:ln w="5174">
            <a:solidFill>
              <a:srgbClr val="BCD3E4"/>
            </a:solidFill>
            <a:prstDash val="solid"/>
          </a:ln>
        </p:spPr>
      </p:sp>
      <p:pic>
        <p:nvPicPr>
          <p:cNvPr id="12018" name="图片 1201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799457" y="1863753"/>
            <a:ext cx="1953138" cy="382801"/>
          </a:xfrm>
          <a:prstGeom prst="rect">
            <a:avLst/>
          </a:prstGeom>
        </p:spPr>
      </p:pic>
      <p:sp>
        <p:nvSpPr>
          <p:cNvPr id="12002" name="b | panel label">
            <a:extLst>
              <a:ext uri="{FF2B5EF4-FFF2-40B4-BE49-F238E27FC236}">
                <a16:creationId xmlns:a16="http://schemas.microsoft.com/office/drawing/2014/main" id="{960FDC53-FFBB-4FEA-8C3D-C6967FA5A048}"/>
              </a:ext>
            </a:extLst>
          </p:cNvPr>
          <p:cNvSpPr>
            <a:spLocks noGrp="1"/>
          </p:cNvSpPr>
          <p:nvPr/>
        </p:nvSpPr>
        <p:spPr>
          <a:xfrm>
            <a:off x="721351" y="1196154"/>
            <a:ext cx="124173" cy="1552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78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978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003" name="b | title">
            <a:extLst>
              <a:ext uri="{FF2B5EF4-FFF2-40B4-BE49-F238E27FC236}">
                <a16:creationId xmlns:a16="http://schemas.microsoft.com/office/drawing/2014/main" id="{2A87DBFB-06C8-4026-8D23-9D882AB33281}"/>
              </a:ext>
            </a:extLst>
          </p:cNvPr>
          <p:cNvSpPr>
            <a:spLocks noGrp="1"/>
          </p:cNvSpPr>
          <p:nvPr/>
        </p:nvSpPr>
        <p:spPr>
          <a:xfrm>
            <a:off x="868806" y="1211675"/>
            <a:ext cx="3000848" cy="1422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76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876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Find: locate ligand area</a:t>
            </a:r>
          </a:p>
        </p:txBody>
      </p:sp>
      <p:sp>
        <p:nvSpPr>
          <p:cNvPr id="12004" name="b | density input frame">
            <a:extLst>
              <a:ext uri="{FF2B5EF4-FFF2-40B4-BE49-F238E27FC236}">
                <a16:creationId xmlns:a16="http://schemas.microsoft.com/office/drawing/2014/main" id="{59B4C9ED-55B7-4F77-890A-8DC63F441CB0}"/>
              </a:ext>
            </a:extLst>
          </p:cNvPr>
          <p:cNvSpPr>
            <a:spLocks noGrp="1"/>
          </p:cNvSpPr>
          <p:nvPr/>
        </p:nvSpPr>
        <p:spPr>
          <a:xfrm>
            <a:off x="726524" y="1555726"/>
            <a:ext cx="582061" cy="633778"/>
          </a:xfrm>
          <a:prstGeom prst="roundRect">
            <a:avLst>
              <a:gd name="adj" fmla="val 3556"/>
            </a:avLst>
          </a:prstGeom>
          <a:noFill/>
          <a:ln w="4010">
            <a:solidFill>
              <a:srgbClr val="B9D1E7"/>
            </a:solidFill>
            <a:prstDash val="solid"/>
          </a:ln>
        </p:spPr>
      </p:sp>
      <p:sp>
        <p:nvSpPr>
          <p:cNvPr id="12005" name="b | receptor input frame">
            <a:extLst>
              <a:ext uri="{FF2B5EF4-FFF2-40B4-BE49-F238E27FC236}">
                <a16:creationId xmlns:a16="http://schemas.microsoft.com/office/drawing/2014/main" id="{BD4FC1FA-5652-4DA1-AAAF-145D92B1A6D0}"/>
              </a:ext>
            </a:extLst>
          </p:cNvPr>
          <p:cNvSpPr>
            <a:spLocks noGrp="1"/>
          </p:cNvSpPr>
          <p:nvPr/>
        </p:nvSpPr>
        <p:spPr>
          <a:xfrm>
            <a:off x="726524" y="2310728"/>
            <a:ext cx="582061" cy="460459"/>
          </a:xfrm>
          <a:prstGeom prst="roundRect">
            <a:avLst>
              <a:gd name="adj" fmla="val 4494"/>
            </a:avLst>
          </a:prstGeom>
          <a:noFill/>
          <a:ln w="4010">
            <a:solidFill>
              <a:srgbClr val="C8BEDB"/>
            </a:solidFill>
            <a:prstDash val="solid"/>
          </a:ln>
        </p:spPr>
      </p:sp>
      <p:sp>
        <p:nvSpPr>
          <p:cNvPr id="12006" name="b | pseudo input frame">
            <a:extLst>
              <a:ext uri="{FF2B5EF4-FFF2-40B4-BE49-F238E27FC236}">
                <a16:creationId xmlns:a16="http://schemas.microsoft.com/office/drawing/2014/main" id="{E28EBBC9-4CFC-4469-AF7B-22257DB1AEDA}"/>
              </a:ext>
            </a:extLst>
          </p:cNvPr>
          <p:cNvSpPr>
            <a:spLocks noGrp="1"/>
          </p:cNvSpPr>
          <p:nvPr/>
        </p:nvSpPr>
        <p:spPr>
          <a:xfrm>
            <a:off x="726524" y="2973320"/>
            <a:ext cx="582061" cy="333704"/>
          </a:xfrm>
          <a:prstGeom prst="roundRect">
            <a:avLst>
              <a:gd name="adj" fmla="val 6202"/>
            </a:avLst>
          </a:prstGeom>
          <a:noFill/>
          <a:ln w="4010">
            <a:solidFill>
              <a:srgbClr val="DEC6A0"/>
            </a:solidFill>
            <a:prstDash val="solid"/>
          </a:ln>
        </p:spPr>
      </p:sp>
      <p:sp>
        <p:nvSpPr>
          <p:cNvPr id="12007" name="b | ligand probability frame">
            <a:extLst>
              <a:ext uri="{FF2B5EF4-FFF2-40B4-BE49-F238E27FC236}">
                <a16:creationId xmlns:a16="http://schemas.microsoft.com/office/drawing/2014/main" id="{056E1DB7-E2B0-4C2D-9831-ED415F341A16}"/>
              </a:ext>
            </a:extLst>
          </p:cNvPr>
          <p:cNvSpPr>
            <a:spLocks noGrp="1"/>
          </p:cNvSpPr>
          <p:nvPr/>
        </p:nvSpPr>
        <p:spPr>
          <a:xfrm>
            <a:off x="3895523" y="1550552"/>
            <a:ext cx="840755" cy="641539"/>
          </a:xfrm>
          <a:prstGeom prst="roundRect">
            <a:avLst>
              <a:gd name="adj" fmla="val 3226"/>
            </a:avLst>
          </a:prstGeom>
          <a:noFill/>
          <a:ln w="4398">
            <a:solidFill>
              <a:srgbClr val="AFC9DF"/>
            </a:solidFill>
            <a:prstDash val="solid"/>
          </a:ln>
        </p:spPr>
      </p:sp>
      <p:sp>
        <p:nvSpPr>
          <p:cNvPr id="12008" name="b | cues frame">
            <a:extLst>
              <a:ext uri="{FF2B5EF4-FFF2-40B4-BE49-F238E27FC236}">
                <a16:creationId xmlns:a16="http://schemas.microsoft.com/office/drawing/2014/main" id="{0AFEDD99-0A7E-4843-8372-BBE5DD01A8DA}"/>
              </a:ext>
            </a:extLst>
          </p:cNvPr>
          <p:cNvSpPr>
            <a:spLocks noGrp="1"/>
          </p:cNvSpPr>
          <p:nvPr/>
        </p:nvSpPr>
        <p:spPr>
          <a:xfrm>
            <a:off x="3895523" y="2249002"/>
            <a:ext cx="840755" cy="424244"/>
          </a:xfrm>
          <a:prstGeom prst="roundRect">
            <a:avLst>
              <a:gd name="adj" fmla="val 4878"/>
            </a:avLst>
          </a:prstGeom>
          <a:noFill/>
          <a:ln w="4139">
            <a:solidFill>
              <a:srgbClr val="AFC9DF"/>
            </a:solidFill>
            <a:prstDash val="dash"/>
          </a:ln>
        </p:spPr>
      </p:sp>
      <p:sp>
        <p:nvSpPr>
          <p:cNvPr id="12009" name="b | atom probability frame">
            <a:extLst>
              <a:ext uri="{FF2B5EF4-FFF2-40B4-BE49-F238E27FC236}">
                <a16:creationId xmlns:a16="http://schemas.microsoft.com/office/drawing/2014/main" id="{31D048D3-4EE4-43EB-91A5-BCEECAAEAADA}"/>
              </a:ext>
            </a:extLst>
          </p:cNvPr>
          <p:cNvSpPr>
            <a:spLocks noGrp="1"/>
          </p:cNvSpPr>
          <p:nvPr/>
        </p:nvSpPr>
        <p:spPr>
          <a:xfrm>
            <a:off x="3895523" y="2730156"/>
            <a:ext cx="840755" cy="576868"/>
          </a:xfrm>
          <a:prstGeom prst="roundRect">
            <a:avLst>
              <a:gd name="adj" fmla="val 3587"/>
            </a:avLst>
          </a:prstGeom>
          <a:noFill/>
          <a:ln w="4398">
            <a:solidFill>
              <a:srgbClr val="C2B8D4"/>
            </a:solidFill>
            <a:prstDash val="solid"/>
          </a:ln>
        </p:spPr>
      </p:sp>
      <p:sp>
        <p:nvSpPr>
          <p:cNvPr id="12010" name="b | point pathway frame">
            <a:extLst>
              <a:ext uri="{FF2B5EF4-FFF2-40B4-BE49-F238E27FC236}">
                <a16:creationId xmlns:a16="http://schemas.microsoft.com/office/drawing/2014/main" id="{59DA7623-4A92-4DA1-B1B3-5C4314CEA4D6}"/>
              </a:ext>
            </a:extLst>
          </p:cNvPr>
          <p:cNvSpPr>
            <a:spLocks noGrp="1"/>
          </p:cNvSpPr>
          <p:nvPr/>
        </p:nvSpPr>
        <p:spPr>
          <a:xfrm>
            <a:off x="1761299" y="2682305"/>
            <a:ext cx="2059202" cy="650587"/>
          </a:xfrm>
          <a:prstGeom prst="roundRect">
            <a:avLst>
              <a:gd name="adj" fmla="val 4202"/>
            </a:avLst>
          </a:prstGeom>
          <a:solidFill>
            <a:srgbClr val="F7F6FC"/>
          </a:solidFill>
          <a:ln w="4398">
            <a:solidFill>
              <a:srgbClr val="C6BCDA"/>
            </a:solidFill>
            <a:prstDash val="solid"/>
          </a:ln>
        </p:spPr>
      </p:sp>
      <p:sp>
        <p:nvSpPr>
          <p:cNvPr id="12011" name="Density bank">
            <a:extLst>
              <a:ext uri="{FF2B5EF4-FFF2-40B4-BE49-F238E27FC236}">
                <a16:creationId xmlns:a16="http://schemas.microsoft.com/office/drawing/2014/main" id="{0BB32265-71DF-4500-8D9D-1D6D10A51ED5}"/>
              </a:ext>
            </a:extLst>
          </p:cNvPr>
          <p:cNvSpPr>
            <a:spLocks noGrp="1"/>
          </p:cNvSpPr>
          <p:nvPr/>
        </p:nvSpPr>
        <p:spPr>
          <a:xfrm>
            <a:off x="762742" y="1576421"/>
            <a:ext cx="514801" cy="1034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11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611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Density bank</a:t>
            </a:r>
          </a:p>
        </p:txBody>
      </p:sp>
      <p:pic>
        <p:nvPicPr>
          <p:cNvPr id="12012" name="图片 120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6372" y="1708864"/>
            <a:ext cx="442366" cy="428390"/>
          </a:xfrm>
          <a:prstGeom prst="rect">
            <a:avLst/>
          </a:prstGeom>
        </p:spPr>
      </p:pic>
      <p:sp>
        <p:nvSpPr>
          <p:cNvPr id="12013" name="Receptor atoms">
            <a:extLst>
              <a:ext uri="{FF2B5EF4-FFF2-40B4-BE49-F238E27FC236}">
                <a16:creationId xmlns:a16="http://schemas.microsoft.com/office/drawing/2014/main" id="{FB4AA729-ACEC-4439-A9F7-CC6B3B211567}"/>
              </a:ext>
            </a:extLst>
          </p:cNvPr>
          <p:cNvSpPr>
            <a:spLocks noGrp="1"/>
          </p:cNvSpPr>
          <p:nvPr/>
        </p:nvSpPr>
        <p:spPr>
          <a:xfrm>
            <a:off x="757568" y="2334009"/>
            <a:ext cx="519974" cy="931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91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Receptor atoms</a:t>
            </a:r>
          </a:p>
        </p:txBody>
      </p:sp>
      <p:pic>
        <p:nvPicPr>
          <p:cNvPr id="12014" name="图片 120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3270" y="2440070"/>
            <a:ext cx="431156" cy="258685"/>
          </a:xfrm>
          <a:prstGeom prst="rect">
            <a:avLst/>
          </a:prstGeom>
        </p:spPr>
      </p:pic>
      <p:sp>
        <p:nvSpPr>
          <p:cNvPr id="12015" name="Atom encoding">
            <a:extLst>
              <a:ext uri="{FF2B5EF4-FFF2-40B4-BE49-F238E27FC236}">
                <a16:creationId xmlns:a16="http://schemas.microsoft.com/office/drawing/2014/main" id="{8C05BF9D-50FB-45CC-A282-C547340B58AE}"/>
              </a:ext>
            </a:extLst>
          </p:cNvPr>
          <p:cNvSpPr>
            <a:spLocks noGrp="1"/>
          </p:cNvSpPr>
          <p:nvPr/>
        </p:nvSpPr>
        <p:spPr>
          <a:xfrm>
            <a:off x="1334628" y="2431375"/>
            <a:ext cx="349237" cy="1733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50" b="0">
                <a:solidFill>
                  <a:srgbClr val="776399"/>
                </a:solidFill>
                <a:latin typeface="Arial"/>
                <a:ea typeface="Arial"/>
                <a:cs typeface="Arial"/>
              </a:defRPr>
            </a:pPr>
            <a:r>
              <a:rPr sz="550" b="0" dirty="0">
                <a:solidFill>
                  <a:srgbClr val="776399"/>
                </a:solidFill>
                <a:latin typeface="Arial"/>
                <a:ea typeface="Arial"/>
                <a:cs typeface="Arial"/>
              </a:rPr>
              <a:t>Atom</a:t>
            </a:r>
          </a:p>
          <a:p>
            <a:pPr algn="ctr">
              <a:defRPr sz="550" b="0">
                <a:solidFill>
                  <a:srgbClr val="776399"/>
                </a:solidFill>
                <a:latin typeface="Arial"/>
                <a:ea typeface="Arial"/>
                <a:cs typeface="Arial"/>
              </a:defRPr>
            </a:pPr>
            <a:r>
              <a:rPr sz="550" b="0" dirty="0">
                <a:solidFill>
                  <a:srgbClr val="776399"/>
                </a:solidFill>
                <a:latin typeface="Arial"/>
                <a:ea typeface="Arial"/>
                <a:cs typeface="Arial"/>
              </a:rPr>
              <a:t>encoding</a:t>
            </a:r>
          </a:p>
        </p:txBody>
      </p:sp>
      <p:sp>
        <p:nvSpPr>
          <p:cNvPr id="12016" name="Pseudo atoms">
            <a:extLst>
              <a:ext uri="{FF2B5EF4-FFF2-40B4-BE49-F238E27FC236}">
                <a16:creationId xmlns:a16="http://schemas.microsoft.com/office/drawing/2014/main" id="{51138507-9F32-4EC8-B63B-2AD5FB9CDA0A}"/>
              </a:ext>
            </a:extLst>
          </p:cNvPr>
          <p:cNvSpPr>
            <a:spLocks noGrp="1"/>
          </p:cNvSpPr>
          <p:nvPr/>
        </p:nvSpPr>
        <p:spPr>
          <a:xfrm>
            <a:off x="752394" y="2999189"/>
            <a:ext cx="530322" cy="98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91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Pseudo atoms</a:t>
            </a:r>
          </a:p>
        </p:txBody>
      </p:sp>
      <p:sp>
        <p:nvSpPr>
          <p:cNvPr id="12017" name="3D voxel U-Net">
            <a:extLst>
              <a:ext uri="{FF2B5EF4-FFF2-40B4-BE49-F238E27FC236}">
                <a16:creationId xmlns:a16="http://schemas.microsoft.com/office/drawing/2014/main" id="{266AFAA8-CC19-4E7E-9F6A-28A28CBE3D90}"/>
              </a:ext>
            </a:extLst>
          </p:cNvPr>
          <p:cNvSpPr>
            <a:spLocks noGrp="1"/>
          </p:cNvSpPr>
          <p:nvPr/>
        </p:nvSpPr>
        <p:spPr>
          <a:xfrm>
            <a:off x="2074319" y="1478121"/>
            <a:ext cx="1409881" cy="1138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13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3D voxel U-Net</a:t>
            </a:r>
          </a:p>
        </p:txBody>
      </p:sp>
      <p:sp>
        <p:nvSpPr>
          <p:cNvPr id="12019" name="Density bank to voxel input">
            <a:extLst>
              <a:ext uri="{FF2B5EF4-FFF2-40B4-BE49-F238E27FC236}">
                <a16:creationId xmlns:a16="http://schemas.microsoft.com/office/drawing/2014/main" id="{5BC7A662-E4A3-4D4B-80BB-89A0E0D6E89B}"/>
              </a:ext>
            </a:extLst>
          </p:cNvPr>
          <p:cNvSpPr>
            <a:spLocks noGrp="1"/>
          </p:cNvSpPr>
          <p:nvPr/>
        </p:nvSpPr>
        <p:spPr>
          <a:xfrm>
            <a:off x="1308585" y="2017365"/>
            <a:ext cx="483757" cy="129"/>
          </a:xfrm>
          <a:custGeom>
            <a:avLst/>
            <a:gdLst/>
            <a:ahLst/>
            <a:cxnLst/>
            <a:rect l="0" t="0" r="0" b="0"/>
            <a:pathLst>
              <a:path w="1781175" h="476">
                <a:moveTo>
                  <a:pt x="0" y="0"/>
                </a:moveTo>
                <a:lnTo>
                  <a:pt x="1781175" y="0"/>
                </a:lnTo>
              </a:path>
            </a:pathLst>
          </a:custGeom>
          <a:noFill/>
          <a:ln w="7243">
            <a:solidFill>
              <a:srgbClr val="388BBE"/>
            </a:solidFill>
            <a:prstDash val="solid"/>
          </a:ln>
        </p:spPr>
      </p:sp>
      <p:sp>
        <p:nvSpPr>
          <p:cNvPr id="12020" name="Density bank to voxel input | arrowhead">
            <a:extLst>
              <a:ext uri="{FF2B5EF4-FFF2-40B4-BE49-F238E27FC236}">
                <a16:creationId xmlns:a16="http://schemas.microsoft.com/office/drawing/2014/main" id="{6967CBEA-7B6E-446A-A4B6-32023CA8137C}"/>
              </a:ext>
            </a:extLst>
          </p:cNvPr>
          <p:cNvSpPr>
            <a:spLocks noGrp="1"/>
          </p:cNvSpPr>
          <p:nvPr/>
        </p:nvSpPr>
        <p:spPr>
          <a:xfrm>
            <a:off x="1768356" y="2005942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12021" name="Atom encoding shared trunk">
            <a:extLst>
              <a:ext uri="{FF2B5EF4-FFF2-40B4-BE49-F238E27FC236}">
                <a16:creationId xmlns:a16="http://schemas.microsoft.com/office/drawing/2014/main" id="{BD47F55A-3FBF-4EE7-8D2B-17C46C0024AB}"/>
              </a:ext>
            </a:extLst>
          </p:cNvPr>
          <p:cNvSpPr>
            <a:spLocks noGrp="1"/>
          </p:cNvSpPr>
          <p:nvPr/>
        </p:nvSpPr>
        <p:spPr>
          <a:xfrm>
            <a:off x="1308585" y="2516499"/>
            <a:ext cx="380280" cy="129"/>
          </a:xfrm>
          <a:custGeom>
            <a:avLst/>
            <a:gdLst/>
            <a:ahLst/>
            <a:cxnLst/>
            <a:rect l="0" t="0" r="0" b="0"/>
            <a:pathLst>
              <a:path w="1400175" h="476">
                <a:moveTo>
                  <a:pt x="0" y="0"/>
                </a:moveTo>
                <a:lnTo>
                  <a:pt x="1400175" y="0"/>
                </a:lnTo>
              </a:path>
            </a:pathLst>
          </a:custGeom>
          <a:noFill/>
          <a:ln w="6467">
            <a:solidFill>
              <a:srgbClr val="8C77B3"/>
            </a:solidFill>
            <a:prstDash val="solid"/>
          </a:ln>
        </p:spPr>
      </p:sp>
      <p:sp>
        <p:nvSpPr>
          <p:cNvPr id="12022" name="Atom encoding to voxel input">
            <a:extLst>
              <a:ext uri="{FF2B5EF4-FFF2-40B4-BE49-F238E27FC236}">
                <a16:creationId xmlns:a16="http://schemas.microsoft.com/office/drawing/2014/main" id="{C53CBF1C-FB20-4B02-ACB6-91E2453A1FD2}"/>
              </a:ext>
            </a:extLst>
          </p:cNvPr>
          <p:cNvSpPr>
            <a:spLocks noGrp="1"/>
          </p:cNvSpPr>
          <p:nvPr/>
        </p:nvSpPr>
        <p:spPr>
          <a:xfrm>
            <a:off x="1688865" y="2091204"/>
            <a:ext cx="103477" cy="517370"/>
          </a:xfrm>
          <a:custGeom>
            <a:avLst/>
            <a:gdLst/>
            <a:ahLst/>
            <a:cxnLst/>
            <a:rect l="0" t="0" r="0" b="0"/>
            <a:pathLst>
              <a:path w="381000" h="1905000">
                <a:moveTo>
                  <a:pt x="0" y="1905000"/>
                </a:moveTo>
                <a:lnTo>
                  <a:pt x="0" y="0"/>
                </a:lnTo>
                <a:lnTo>
                  <a:pt x="381000" y="0"/>
                </a:lnTo>
              </a:path>
            </a:pathLst>
          </a:custGeom>
          <a:noFill/>
          <a:ln w="6467">
            <a:solidFill>
              <a:srgbClr val="8C77B3"/>
            </a:solidFill>
            <a:prstDash val="solid"/>
          </a:ln>
        </p:spPr>
      </p:sp>
      <p:sp>
        <p:nvSpPr>
          <p:cNvPr id="12023" name="Atom encoding to voxel input | arrowhead">
            <a:extLst>
              <a:ext uri="{FF2B5EF4-FFF2-40B4-BE49-F238E27FC236}">
                <a16:creationId xmlns:a16="http://schemas.microsoft.com/office/drawing/2014/main" id="{651301F2-E7B7-4FA8-BDEE-5A7E8EC754AD}"/>
              </a:ext>
            </a:extLst>
          </p:cNvPr>
          <p:cNvSpPr>
            <a:spLocks noGrp="1"/>
          </p:cNvSpPr>
          <p:nvPr/>
        </p:nvSpPr>
        <p:spPr>
          <a:xfrm>
            <a:off x="1765180" y="2079253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2024" name="Atom encoding to point input">
            <a:extLst>
              <a:ext uri="{FF2B5EF4-FFF2-40B4-BE49-F238E27FC236}">
                <a16:creationId xmlns:a16="http://schemas.microsoft.com/office/drawing/2014/main" id="{82FE85D7-9572-45C7-AAD5-06F36A8A5F6B}"/>
              </a:ext>
            </a:extLst>
          </p:cNvPr>
          <p:cNvSpPr>
            <a:spLocks noGrp="1"/>
          </p:cNvSpPr>
          <p:nvPr/>
        </p:nvSpPr>
        <p:spPr>
          <a:xfrm>
            <a:off x="1688865" y="2608574"/>
            <a:ext cx="93130" cy="279380"/>
          </a:xfrm>
          <a:custGeom>
            <a:avLst/>
            <a:gdLst/>
            <a:ahLst/>
            <a:cxnLst/>
            <a:rect l="0" t="0" r="0" b="0"/>
            <a:pathLst>
              <a:path w="342900" h="1028700">
                <a:moveTo>
                  <a:pt x="0" y="0"/>
                </a:moveTo>
                <a:lnTo>
                  <a:pt x="0" y="1028700"/>
                </a:lnTo>
                <a:lnTo>
                  <a:pt x="342900" y="1028700"/>
                </a:lnTo>
              </a:path>
            </a:pathLst>
          </a:custGeom>
          <a:noFill/>
          <a:ln w="6467">
            <a:solidFill>
              <a:srgbClr val="8C77B3"/>
            </a:solidFill>
            <a:prstDash val="solid"/>
          </a:ln>
        </p:spPr>
      </p:sp>
      <p:sp>
        <p:nvSpPr>
          <p:cNvPr id="12025" name="Atom encoding to point input | arrowhead">
            <a:extLst>
              <a:ext uri="{FF2B5EF4-FFF2-40B4-BE49-F238E27FC236}">
                <a16:creationId xmlns:a16="http://schemas.microsoft.com/office/drawing/2014/main" id="{77C91194-495F-4F3D-8584-AA1D0C8AD437}"/>
              </a:ext>
            </a:extLst>
          </p:cNvPr>
          <p:cNvSpPr>
            <a:spLocks noGrp="1"/>
          </p:cNvSpPr>
          <p:nvPr/>
        </p:nvSpPr>
        <p:spPr>
          <a:xfrm>
            <a:off x="1754832" y="2876003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2027" name="Pseudo atoms to point input | arrowhead">
            <a:extLst>
              <a:ext uri="{FF2B5EF4-FFF2-40B4-BE49-F238E27FC236}">
                <a16:creationId xmlns:a16="http://schemas.microsoft.com/office/drawing/2014/main" id="{6E6C9524-C16F-404A-BB9D-BDD5B5B99EF4}"/>
              </a:ext>
            </a:extLst>
          </p:cNvPr>
          <p:cNvSpPr>
            <a:spLocks noGrp="1"/>
          </p:cNvSpPr>
          <p:nvPr/>
        </p:nvSpPr>
        <p:spPr>
          <a:xfrm>
            <a:off x="1754832" y="2953609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C78A2B"/>
          </a:solidFill>
          <a:ln w="0">
            <a:noFill/>
          </a:ln>
        </p:spPr>
      </p:sp>
      <p:sp>
        <p:nvSpPr>
          <p:cNvPr id="12028" name="U-Net forward">
            <a:extLst>
              <a:ext uri="{FF2B5EF4-FFF2-40B4-BE49-F238E27FC236}">
                <a16:creationId xmlns:a16="http://schemas.microsoft.com/office/drawing/2014/main" id="{174639A9-FBEA-425A-9082-3659F4EFC301}"/>
              </a:ext>
            </a:extLst>
          </p:cNvPr>
          <p:cNvSpPr>
            <a:spLocks noGrp="1"/>
          </p:cNvSpPr>
          <p:nvPr/>
        </p:nvSpPr>
        <p:spPr>
          <a:xfrm>
            <a:off x="1999298" y="2201979"/>
            <a:ext cx="23282" cy="129"/>
          </a:xfrm>
          <a:custGeom>
            <a:avLst/>
            <a:gdLst/>
            <a:ahLst/>
            <a:cxnLst/>
            <a:rect l="0" t="0" r="0" b="0"/>
            <a:pathLst>
              <a:path w="85725" h="476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2029" name="U-Net forward | arrowhead">
            <a:extLst>
              <a:ext uri="{FF2B5EF4-FFF2-40B4-BE49-F238E27FC236}">
                <a16:creationId xmlns:a16="http://schemas.microsoft.com/office/drawing/2014/main" id="{1E9B6F4C-4F59-4498-B38F-30BE305C3EF8}"/>
              </a:ext>
            </a:extLst>
          </p:cNvPr>
          <p:cNvSpPr>
            <a:spLocks noGrp="1"/>
          </p:cNvSpPr>
          <p:nvPr/>
        </p:nvSpPr>
        <p:spPr>
          <a:xfrm>
            <a:off x="2007447" y="2195320"/>
            <a:ext cx="15134" cy="13317"/>
          </a:xfrm>
          <a:custGeom>
            <a:avLst/>
            <a:gdLst/>
            <a:ahLst/>
            <a:cxnLst/>
            <a:rect l="0" t="0" r="0" b="0"/>
            <a:pathLst>
              <a:path w="55721" h="49035">
                <a:moveTo>
                  <a:pt x="55721" y="24517"/>
                </a:moveTo>
                <a:lnTo>
                  <a:pt x="0" y="0"/>
                </a:lnTo>
                <a:lnTo>
                  <a:pt x="0" y="49035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2030" name="U-Net forward">
            <a:extLst>
              <a:ext uri="{FF2B5EF4-FFF2-40B4-BE49-F238E27FC236}">
                <a16:creationId xmlns:a16="http://schemas.microsoft.com/office/drawing/2014/main" id="{689A6F69-F563-4F92-BF19-8450F2D9087D}"/>
              </a:ext>
            </a:extLst>
          </p:cNvPr>
          <p:cNvSpPr>
            <a:spLocks noGrp="1"/>
          </p:cNvSpPr>
          <p:nvPr/>
        </p:nvSpPr>
        <p:spPr>
          <a:xfrm>
            <a:off x="2164862" y="2201979"/>
            <a:ext cx="23282" cy="129"/>
          </a:xfrm>
          <a:custGeom>
            <a:avLst/>
            <a:gdLst/>
            <a:ahLst/>
            <a:cxnLst/>
            <a:rect l="0" t="0" r="0" b="0"/>
            <a:pathLst>
              <a:path w="85725" h="476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2031" name="U-Net forward | arrowhead">
            <a:extLst>
              <a:ext uri="{FF2B5EF4-FFF2-40B4-BE49-F238E27FC236}">
                <a16:creationId xmlns:a16="http://schemas.microsoft.com/office/drawing/2014/main" id="{E6A55EEF-B233-4C82-AA01-52E68FD31DA0}"/>
              </a:ext>
            </a:extLst>
          </p:cNvPr>
          <p:cNvSpPr>
            <a:spLocks noGrp="1"/>
          </p:cNvSpPr>
          <p:nvPr/>
        </p:nvSpPr>
        <p:spPr>
          <a:xfrm>
            <a:off x="2173011" y="2195320"/>
            <a:ext cx="15134" cy="13317"/>
          </a:xfrm>
          <a:custGeom>
            <a:avLst/>
            <a:gdLst/>
            <a:ahLst/>
            <a:cxnLst/>
            <a:rect l="0" t="0" r="0" b="0"/>
            <a:pathLst>
              <a:path w="55721" h="49035">
                <a:moveTo>
                  <a:pt x="55721" y="24517"/>
                </a:moveTo>
                <a:lnTo>
                  <a:pt x="0" y="0"/>
                </a:lnTo>
                <a:lnTo>
                  <a:pt x="0" y="49035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2032" name="U-Net forward">
            <a:extLst>
              <a:ext uri="{FF2B5EF4-FFF2-40B4-BE49-F238E27FC236}">
                <a16:creationId xmlns:a16="http://schemas.microsoft.com/office/drawing/2014/main" id="{ACD0931A-D09C-4D9F-8981-969E46BAA54B}"/>
              </a:ext>
            </a:extLst>
          </p:cNvPr>
          <p:cNvSpPr>
            <a:spLocks noGrp="1"/>
          </p:cNvSpPr>
          <p:nvPr/>
        </p:nvSpPr>
        <p:spPr>
          <a:xfrm>
            <a:off x="2371817" y="2201979"/>
            <a:ext cx="18109" cy="129"/>
          </a:xfrm>
          <a:custGeom>
            <a:avLst/>
            <a:gdLst/>
            <a:ahLst/>
            <a:cxnLst/>
            <a:rect l="0" t="0" r="0" b="0"/>
            <a:pathLst>
              <a:path w="66675" h="476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2033" name="U-Net forward | arrowhead">
            <a:extLst>
              <a:ext uri="{FF2B5EF4-FFF2-40B4-BE49-F238E27FC236}">
                <a16:creationId xmlns:a16="http://schemas.microsoft.com/office/drawing/2014/main" id="{F873024A-1356-4F15-A429-8E28DA94DFDF}"/>
              </a:ext>
            </a:extLst>
          </p:cNvPr>
          <p:cNvSpPr>
            <a:spLocks noGrp="1"/>
          </p:cNvSpPr>
          <p:nvPr/>
        </p:nvSpPr>
        <p:spPr>
          <a:xfrm>
            <a:off x="2378155" y="2196800"/>
            <a:ext cx="11771" cy="10358"/>
          </a:xfrm>
          <a:custGeom>
            <a:avLst/>
            <a:gdLst/>
            <a:ahLst/>
            <a:cxnLst/>
            <a:rect l="0" t="0" r="0" b="0"/>
            <a:pathLst>
              <a:path w="43339" h="38138">
                <a:moveTo>
                  <a:pt x="43339" y="19069"/>
                </a:moveTo>
                <a:lnTo>
                  <a:pt x="0" y="0"/>
                </a:lnTo>
                <a:lnTo>
                  <a:pt x="0" y="38138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2034" name="U-Net forward">
            <a:extLst>
              <a:ext uri="{FF2B5EF4-FFF2-40B4-BE49-F238E27FC236}">
                <a16:creationId xmlns:a16="http://schemas.microsoft.com/office/drawing/2014/main" id="{C6F0D6D3-6CC8-4C9E-9A32-111C720597E8}"/>
              </a:ext>
            </a:extLst>
          </p:cNvPr>
          <p:cNvSpPr>
            <a:spLocks noGrp="1"/>
          </p:cNvSpPr>
          <p:nvPr/>
        </p:nvSpPr>
        <p:spPr>
          <a:xfrm>
            <a:off x="2537381" y="2201979"/>
            <a:ext cx="18109" cy="129"/>
          </a:xfrm>
          <a:custGeom>
            <a:avLst/>
            <a:gdLst/>
            <a:ahLst/>
            <a:cxnLst/>
            <a:rect l="0" t="0" r="0" b="0"/>
            <a:pathLst>
              <a:path w="66675" h="476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2035" name="U-Net forward | arrowhead">
            <a:extLst>
              <a:ext uri="{FF2B5EF4-FFF2-40B4-BE49-F238E27FC236}">
                <a16:creationId xmlns:a16="http://schemas.microsoft.com/office/drawing/2014/main" id="{10E544B3-4B32-4EE8-909C-D7FD33FEFCEB}"/>
              </a:ext>
            </a:extLst>
          </p:cNvPr>
          <p:cNvSpPr>
            <a:spLocks noGrp="1"/>
          </p:cNvSpPr>
          <p:nvPr/>
        </p:nvSpPr>
        <p:spPr>
          <a:xfrm>
            <a:off x="2543719" y="2196800"/>
            <a:ext cx="11771" cy="10358"/>
          </a:xfrm>
          <a:custGeom>
            <a:avLst/>
            <a:gdLst/>
            <a:ahLst/>
            <a:cxnLst/>
            <a:rect l="0" t="0" r="0" b="0"/>
            <a:pathLst>
              <a:path w="43339" h="38138">
                <a:moveTo>
                  <a:pt x="43339" y="19069"/>
                </a:moveTo>
                <a:lnTo>
                  <a:pt x="0" y="0"/>
                </a:lnTo>
                <a:lnTo>
                  <a:pt x="0" y="38138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2036" name="U-Net forward">
            <a:extLst>
              <a:ext uri="{FF2B5EF4-FFF2-40B4-BE49-F238E27FC236}">
                <a16:creationId xmlns:a16="http://schemas.microsoft.com/office/drawing/2014/main" id="{3EFBD3D3-F65A-4FA6-A654-BEC7E4682A90}"/>
              </a:ext>
            </a:extLst>
          </p:cNvPr>
          <p:cNvSpPr>
            <a:spLocks noGrp="1"/>
          </p:cNvSpPr>
          <p:nvPr/>
        </p:nvSpPr>
        <p:spPr>
          <a:xfrm>
            <a:off x="2684836" y="2201979"/>
            <a:ext cx="20696" cy="129"/>
          </a:xfrm>
          <a:custGeom>
            <a:avLst/>
            <a:gdLst/>
            <a:ahLst/>
            <a:cxnLst/>
            <a:rect l="0" t="0" r="0" b="0"/>
            <a:pathLst>
              <a:path w="76200" h="476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2037" name="U-Net forward | arrowhead">
            <a:extLst>
              <a:ext uri="{FF2B5EF4-FFF2-40B4-BE49-F238E27FC236}">
                <a16:creationId xmlns:a16="http://schemas.microsoft.com/office/drawing/2014/main" id="{6053E7DB-1C31-47D6-A321-D8A18541B2DA}"/>
              </a:ext>
            </a:extLst>
          </p:cNvPr>
          <p:cNvSpPr>
            <a:spLocks noGrp="1"/>
          </p:cNvSpPr>
          <p:nvPr/>
        </p:nvSpPr>
        <p:spPr>
          <a:xfrm>
            <a:off x="2692080" y="2196060"/>
            <a:ext cx="13452" cy="11837"/>
          </a:xfrm>
          <a:custGeom>
            <a:avLst/>
            <a:gdLst/>
            <a:ahLst/>
            <a:cxnLst/>
            <a:rect l="0" t="0" r="0" b="0"/>
            <a:pathLst>
              <a:path w="49530" h="43586">
                <a:moveTo>
                  <a:pt x="49530" y="21793"/>
                </a:moveTo>
                <a:lnTo>
                  <a:pt x="0" y="0"/>
                </a:lnTo>
                <a:lnTo>
                  <a:pt x="0" y="43586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2038" name="U-Net forward">
            <a:extLst>
              <a:ext uri="{FF2B5EF4-FFF2-40B4-BE49-F238E27FC236}">
                <a16:creationId xmlns:a16="http://schemas.microsoft.com/office/drawing/2014/main" id="{EE4E1A4F-14B6-415F-83A3-78BD62AF9BB7}"/>
              </a:ext>
            </a:extLst>
          </p:cNvPr>
          <p:cNvSpPr>
            <a:spLocks noGrp="1"/>
          </p:cNvSpPr>
          <p:nvPr/>
        </p:nvSpPr>
        <p:spPr>
          <a:xfrm>
            <a:off x="2847813" y="2201979"/>
            <a:ext cx="20696" cy="129"/>
          </a:xfrm>
          <a:custGeom>
            <a:avLst/>
            <a:gdLst/>
            <a:ahLst/>
            <a:cxnLst/>
            <a:rect l="0" t="0" r="0" b="0"/>
            <a:pathLst>
              <a:path w="76200" h="476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2039" name="U-Net forward | arrowhead">
            <a:extLst>
              <a:ext uri="{FF2B5EF4-FFF2-40B4-BE49-F238E27FC236}">
                <a16:creationId xmlns:a16="http://schemas.microsoft.com/office/drawing/2014/main" id="{EAE9A666-555B-4954-A47E-8AE33C1B85B6}"/>
              </a:ext>
            </a:extLst>
          </p:cNvPr>
          <p:cNvSpPr>
            <a:spLocks noGrp="1"/>
          </p:cNvSpPr>
          <p:nvPr/>
        </p:nvSpPr>
        <p:spPr>
          <a:xfrm>
            <a:off x="2855057" y="2196060"/>
            <a:ext cx="13452" cy="11837"/>
          </a:xfrm>
          <a:custGeom>
            <a:avLst/>
            <a:gdLst/>
            <a:ahLst/>
            <a:cxnLst/>
            <a:rect l="0" t="0" r="0" b="0"/>
            <a:pathLst>
              <a:path w="49530" h="43586">
                <a:moveTo>
                  <a:pt x="49530" y="21793"/>
                </a:moveTo>
                <a:lnTo>
                  <a:pt x="0" y="0"/>
                </a:lnTo>
                <a:lnTo>
                  <a:pt x="0" y="43586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2040" name="U-Net forward">
            <a:extLst>
              <a:ext uri="{FF2B5EF4-FFF2-40B4-BE49-F238E27FC236}">
                <a16:creationId xmlns:a16="http://schemas.microsoft.com/office/drawing/2014/main" id="{C650054A-BA53-403F-9583-D841AEDDDFAE}"/>
              </a:ext>
            </a:extLst>
          </p:cNvPr>
          <p:cNvSpPr>
            <a:spLocks noGrp="1"/>
          </p:cNvSpPr>
          <p:nvPr/>
        </p:nvSpPr>
        <p:spPr>
          <a:xfrm>
            <a:off x="3005616" y="2201979"/>
            <a:ext cx="15522" cy="129"/>
          </a:xfrm>
          <a:custGeom>
            <a:avLst/>
            <a:gdLst/>
            <a:ahLst/>
            <a:cxnLst/>
            <a:rect l="0" t="0" r="0" b="0"/>
            <a:pathLst>
              <a:path w="57150" h="476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2041" name="U-Net forward | arrowhead">
            <a:extLst>
              <a:ext uri="{FF2B5EF4-FFF2-40B4-BE49-F238E27FC236}">
                <a16:creationId xmlns:a16="http://schemas.microsoft.com/office/drawing/2014/main" id="{B0A0FE20-0C26-4571-BD01-286690C913C2}"/>
              </a:ext>
            </a:extLst>
          </p:cNvPr>
          <p:cNvSpPr>
            <a:spLocks noGrp="1"/>
          </p:cNvSpPr>
          <p:nvPr/>
        </p:nvSpPr>
        <p:spPr>
          <a:xfrm>
            <a:off x="3009497" y="2196857"/>
            <a:ext cx="11641" cy="10244"/>
          </a:xfrm>
          <a:custGeom>
            <a:avLst/>
            <a:gdLst/>
            <a:ahLst/>
            <a:cxnLst/>
            <a:rect l="0" t="0" r="0" b="0"/>
            <a:pathLst>
              <a:path w="42863" h="37719">
                <a:moveTo>
                  <a:pt x="42863" y="18860"/>
                </a:moveTo>
                <a:lnTo>
                  <a:pt x="0" y="0"/>
                </a:lnTo>
                <a:lnTo>
                  <a:pt x="0" y="37719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2042" name="U-Net forward">
            <a:extLst>
              <a:ext uri="{FF2B5EF4-FFF2-40B4-BE49-F238E27FC236}">
                <a16:creationId xmlns:a16="http://schemas.microsoft.com/office/drawing/2014/main" id="{48FB8F2D-7D26-4931-AB7E-5AEC3101BFAD}"/>
              </a:ext>
            </a:extLst>
          </p:cNvPr>
          <p:cNvSpPr>
            <a:spLocks noGrp="1"/>
          </p:cNvSpPr>
          <p:nvPr/>
        </p:nvSpPr>
        <p:spPr>
          <a:xfrm>
            <a:off x="3168593" y="2201979"/>
            <a:ext cx="15522" cy="129"/>
          </a:xfrm>
          <a:custGeom>
            <a:avLst/>
            <a:gdLst/>
            <a:ahLst/>
            <a:cxnLst/>
            <a:rect l="0" t="0" r="0" b="0"/>
            <a:pathLst>
              <a:path w="57150" h="476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2043" name="U-Net forward | arrowhead">
            <a:extLst>
              <a:ext uri="{FF2B5EF4-FFF2-40B4-BE49-F238E27FC236}">
                <a16:creationId xmlns:a16="http://schemas.microsoft.com/office/drawing/2014/main" id="{CBCA5AC3-6FD2-475E-94A2-E884EB4A965A}"/>
              </a:ext>
            </a:extLst>
          </p:cNvPr>
          <p:cNvSpPr>
            <a:spLocks noGrp="1"/>
          </p:cNvSpPr>
          <p:nvPr/>
        </p:nvSpPr>
        <p:spPr>
          <a:xfrm>
            <a:off x="3172474" y="2196857"/>
            <a:ext cx="11641" cy="10244"/>
          </a:xfrm>
          <a:custGeom>
            <a:avLst/>
            <a:gdLst/>
            <a:ahLst/>
            <a:cxnLst/>
            <a:rect l="0" t="0" r="0" b="0"/>
            <a:pathLst>
              <a:path w="42863" h="37719">
                <a:moveTo>
                  <a:pt x="42863" y="18860"/>
                </a:moveTo>
                <a:lnTo>
                  <a:pt x="0" y="0"/>
                </a:lnTo>
                <a:lnTo>
                  <a:pt x="0" y="37719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2044" name="U-Net forward">
            <a:extLst>
              <a:ext uri="{FF2B5EF4-FFF2-40B4-BE49-F238E27FC236}">
                <a16:creationId xmlns:a16="http://schemas.microsoft.com/office/drawing/2014/main" id="{82F16BF7-37D2-482B-BD64-96A8A4B2DF7A}"/>
              </a:ext>
            </a:extLst>
          </p:cNvPr>
          <p:cNvSpPr>
            <a:spLocks noGrp="1"/>
          </p:cNvSpPr>
          <p:nvPr/>
        </p:nvSpPr>
        <p:spPr>
          <a:xfrm>
            <a:off x="3370375" y="2201979"/>
            <a:ext cx="20696" cy="129"/>
          </a:xfrm>
          <a:custGeom>
            <a:avLst/>
            <a:gdLst/>
            <a:ahLst/>
            <a:cxnLst/>
            <a:rect l="0" t="0" r="0" b="0"/>
            <a:pathLst>
              <a:path w="76200" h="476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2045" name="U-Net forward | arrowhead">
            <a:extLst>
              <a:ext uri="{FF2B5EF4-FFF2-40B4-BE49-F238E27FC236}">
                <a16:creationId xmlns:a16="http://schemas.microsoft.com/office/drawing/2014/main" id="{1F7225CE-D2CD-4BD3-9312-174E4A77C258}"/>
              </a:ext>
            </a:extLst>
          </p:cNvPr>
          <p:cNvSpPr>
            <a:spLocks noGrp="1"/>
          </p:cNvSpPr>
          <p:nvPr/>
        </p:nvSpPr>
        <p:spPr>
          <a:xfrm>
            <a:off x="3377618" y="2196060"/>
            <a:ext cx="13452" cy="11837"/>
          </a:xfrm>
          <a:custGeom>
            <a:avLst/>
            <a:gdLst/>
            <a:ahLst/>
            <a:cxnLst/>
            <a:rect l="0" t="0" r="0" b="0"/>
            <a:pathLst>
              <a:path w="49530" h="43586">
                <a:moveTo>
                  <a:pt x="49530" y="21793"/>
                </a:moveTo>
                <a:lnTo>
                  <a:pt x="0" y="0"/>
                </a:lnTo>
                <a:lnTo>
                  <a:pt x="0" y="43586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2046" name="U-Net forward">
            <a:extLst>
              <a:ext uri="{FF2B5EF4-FFF2-40B4-BE49-F238E27FC236}">
                <a16:creationId xmlns:a16="http://schemas.microsoft.com/office/drawing/2014/main" id="{3ADAB834-87F7-4289-9243-75FC643C975C}"/>
              </a:ext>
            </a:extLst>
          </p:cNvPr>
          <p:cNvSpPr>
            <a:spLocks noGrp="1"/>
          </p:cNvSpPr>
          <p:nvPr/>
        </p:nvSpPr>
        <p:spPr>
          <a:xfrm>
            <a:off x="3525591" y="2201979"/>
            <a:ext cx="33630" cy="129"/>
          </a:xfrm>
          <a:custGeom>
            <a:avLst/>
            <a:gdLst/>
            <a:ahLst/>
            <a:cxnLst/>
            <a:rect l="0" t="0" r="0" b="0"/>
            <a:pathLst>
              <a:path w="123825" h="476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2047" name="U-Net forward | arrowhead">
            <a:extLst>
              <a:ext uri="{FF2B5EF4-FFF2-40B4-BE49-F238E27FC236}">
                <a16:creationId xmlns:a16="http://schemas.microsoft.com/office/drawing/2014/main" id="{B4BBF6A6-53E4-4B41-A70A-F7AB4A5E96E6}"/>
              </a:ext>
            </a:extLst>
          </p:cNvPr>
          <p:cNvSpPr>
            <a:spLocks noGrp="1"/>
          </p:cNvSpPr>
          <p:nvPr/>
        </p:nvSpPr>
        <p:spPr>
          <a:xfrm>
            <a:off x="3537361" y="2192361"/>
            <a:ext cx="21860" cy="19236"/>
          </a:xfrm>
          <a:custGeom>
            <a:avLst/>
            <a:gdLst/>
            <a:ahLst/>
            <a:cxnLst/>
            <a:rect l="0" t="0" r="0" b="0"/>
            <a:pathLst>
              <a:path w="80486" h="70828">
                <a:moveTo>
                  <a:pt x="80486" y="35414"/>
                </a:moveTo>
                <a:lnTo>
                  <a:pt x="0" y="0"/>
                </a:lnTo>
                <a:lnTo>
                  <a:pt x="0" y="70828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2048" name="U-Net skip 1">
            <a:extLst>
              <a:ext uri="{FF2B5EF4-FFF2-40B4-BE49-F238E27FC236}">
                <a16:creationId xmlns:a16="http://schemas.microsoft.com/office/drawing/2014/main" id="{641D925B-F127-48F9-A7BE-66D08C73B21A}"/>
              </a:ext>
            </a:extLst>
          </p:cNvPr>
          <p:cNvSpPr>
            <a:spLocks noGrp="1"/>
          </p:cNvSpPr>
          <p:nvPr/>
        </p:nvSpPr>
        <p:spPr>
          <a:xfrm>
            <a:off x="1903581" y="1751272"/>
            <a:ext cx="1756531" cy="118995"/>
          </a:xfrm>
          <a:custGeom>
            <a:avLst/>
            <a:gdLst/>
            <a:ahLst/>
            <a:cxnLst/>
            <a:rect l="0" t="0" r="0" b="0"/>
            <a:pathLst>
              <a:path w="6467475" h="438150">
                <a:moveTo>
                  <a:pt x="0" y="438150"/>
                </a:moveTo>
                <a:lnTo>
                  <a:pt x="0" y="0"/>
                </a:lnTo>
                <a:lnTo>
                  <a:pt x="6467475" y="0"/>
                </a:lnTo>
                <a:lnTo>
                  <a:pt x="6467475" y="438150"/>
                </a:lnTo>
              </a:path>
            </a:pathLst>
          </a:custGeom>
          <a:noFill/>
          <a:ln w="4915">
            <a:solidFill>
              <a:srgbClr val="86A6C7"/>
            </a:solidFill>
            <a:prstDash val="dash"/>
          </a:ln>
        </p:spPr>
      </p:sp>
      <p:sp>
        <p:nvSpPr>
          <p:cNvPr id="12049" name="U-Net skip 1 | arrowhead">
            <a:extLst>
              <a:ext uri="{FF2B5EF4-FFF2-40B4-BE49-F238E27FC236}">
                <a16:creationId xmlns:a16="http://schemas.microsoft.com/office/drawing/2014/main" id="{A7C2FAFC-A155-41F6-8B23-AE1FA5AFEB4F}"/>
              </a:ext>
            </a:extLst>
          </p:cNvPr>
          <p:cNvSpPr>
            <a:spLocks noGrp="1"/>
          </p:cNvSpPr>
          <p:nvPr/>
        </p:nvSpPr>
        <p:spPr>
          <a:xfrm>
            <a:off x="3648690" y="1838872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5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6A6C7"/>
          </a:solidFill>
          <a:ln w="0">
            <a:noFill/>
          </a:ln>
        </p:spPr>
      </p:sp>
      <p:sp>
        <p:nvSpPr>
          <p:cNvPr id="12050" name="U-Net skip 2">
            <a:extLst>
              <a:ext uri="{FF2B5EF4-FFF2-40B4-BE49-F238E27FC236}">
                <a16:creationId xmlns:a16="http://schemas.microsoft.com/office/drawing/2014/main" id="{6D4CB1AF-AD6E-4EE4-A37F-C2D2AE18BF00}"/>
              </a:ext>
            </a:extLst>
          </p:cNvPr>
          <p:cNvSpPr>
            <a:spLocks noGrp="1"/>
          </p:cNvSpPr>
          <p:nvPr/>
        </p:nvSpPr>
        <p:spPr>
          <a:xfrm>
            <a:off x="2095014" y="1778081"/>
            <a:ext cx="1363316" cy="129289"/>
          </a:xfrm>
          <a:custGeom>
            <a:avLst/>
            <a:gdLst/>
            <a:ahLst/>
            <a:cxnLst/>
            <a:rect l="0" t="0" r="0" b="0"/>
            <a:pathLst>
              <a:path w="5019675" h="447675">
                <a:moveTo>
                  <a:pt x="0" y="447675"/>
                </a:moveTo>
                <a:lnTo>
                  <a:pt x="0" y="0"/>
                </a:lnTo>
                <a:lnTo>
                  <a:pt x="5019675" y="0"/>
                </a:lnTo>
                <a:lnTo>
                  <a:pt x="5019675" y="447675"/>
                </a:lnTo>
              </a:path>
            </a:pathLst>
          </a:custGeom>
          <a:noFill/>
          <a:ln w="4915">
            <a:solidFill>
              <a:srgbClr val="86A6C7"/>
            </a:solidFill>
            <a:prstDash val="dash"/>
          </a:ln>
        </p:spPr>
      </p:sp>
      <p:sp>
        <p:nvSpPr>
          <p:cNvPr id="12051" name="U-Net skip 2 | arrowhead">
            <a:extLst>
              <a:ext uri="{FF2B5EF4-FFF2-40B4-BE49-F238E27FC236}">
                <a16:creationId xmlns:a16="http://schemas.microsoft.com/office/drawing/2014/main" id="{567A3C01-4622-4B8F-AB7A-0224D345E65F}"/>
              </a:ext>
            </a:extLst>
          </p:cNvPr>
          <p:cNvSpPr>
            <a:spLocks noGrp="1"/>
          </p:cNvSpPr>
          <p:nvPr/>
        </p:nvSpPr>
        <p:spPr>
          <a:xfrm>
            <a:off x="3446379" y="1903543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5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6A6C7"/>
          </a:solidFill>
          <a:ln w="0">
            <a:noFill/>
          </a:ln>
        </p:spPr>
      </p:sp>
      <p:sp>
        <p:nvSpPr>
          <p:cNvPr id="12052" name="U-Net skip 3">
            <a:extLst>
              <a:ext uri="{FF2B5EF4-FFF2-40B4-BE49-F238E27FC236}">
                <a16:creationId xmlns:a16="http://schemas.microsoft.com/office/drawing/2014/main" id="{C0B5FC12-A1AE-4832-9059-4C293AB9A986}"/>
              </a:ext>
            </a:extLst>
          </p:cNvPr>
          <p:cNvSpPr>
            <a:spLocks noGrp="1"/>
          </p:cNvSpPr>
          <p:nvPr/>
        </p:nvSpPr>
        <p:spPr>
          <a:xfrm>
            <a:off x="2281274" y="1806536"/>
            <a:ext cx="1002035" cy="162225"/>
          </a:xfrm>
          <a:custGeom>
            <a:avLst/>
            <a:gdLst/>
            <a:ahLst/>
            <a:cxnLst/>
            <a:rect l="0" t="0" r="0" b="0"/>
            <a:pathLst>
              <a:path w="3667125" h="419100">
                <a:moveTo>
                  <a:pt x="0" y="419100"/>
                </a:moveTo>
                <a:lnTo>
                  <a:pt x="0" y="0"/>
                </a:lnTo>
                <a:lnTo>
                  <a:pt x="3667125" y="0"/>
                </a:lnTo>
                <a:lnTo>
                  <a:pt x="3667125" y="419100"/>
                </a:lnTo>
              </a:path>
            </a:pathLst>
          </a:custGeom>
          <a:noFill/>
          <a:ln w="4915">
            <a:solidFill>
              <a:srgbClr val="86A6C7"/>
            </a:solidFill>
            <a:prstDash val="dash"/>
          </a:ln>
        </p:spPr>
      </p:sp>
      <p:sp>
        <p:nvSpPr>
          <p:cNvPr id="12053" name="U-Net skip 3 | arrowhead">
            <a:extLst>
              <a:ext uri="{FF2B5EF4-FFF2-40B4-BE49-F238E27FC236}">
                <a16:creationId xmlns:a16="http://schemas.microsoft.com/office/drawing/2014/main" id="{75ED001C-6961-456F-B7E7-17CD536DF078}"/>
              </a:ext>
            </a:extLst>
          </p:cNvPr>
          <p:cNvSpPr>
            <a:spLocks noGrp="1"/>
          </p:cNvSpPr>
          <p:nvPr/>
        </p:nvSpPr>
        <p:spPr>
          <a:xfrm>
            <a:off x="3271114" y="1955280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6A6C7"/>
          </a:solidFill>
          <a:ln w="0">
            <a:noFill/>
          </a:ln>
        </p:spPr>
      </p:sp>
      <p:sp>
        <p:nvSpPr>
          <p:cNvPr id="12054" name="U-Net skip 4">
            <a:extLst>
              <a:ext uri="{FF2B5EF4-FFF2-40B4-BE49-F238E27FC236}">
                <a16:creationId xmlns:a16="http://schemas.microsoft.com/office/drawing/2014/main" id="{8686D6FB-F188-47F1-8230-2AF5F58DE003}"/>
              </a:ext>
            </a:extLst>
          </p:cNvPr>
          <p:cNvSpPr>
            <a:spLocks noGrp="1"/>
          </p:cNvSpPr>
          <p:nvPr/>
        </p:nvSpPr>
        <p:spPr>
          <a:xfrm>
            <a:off x="2464946" y="1831137"/>
            <a:ext cx="628626" cy="231498"/>
          </a:xfrm>
          <a:custGeom>
            <a:avLst/>
            <a:gdLst/>
            <a:ahLst/>
            <a:cxnLst/>
            <a:rect l="0" t="0" r="0" b="0"/>
            <a:pathLst>
              <a:path w="2314575" h="504825">
                <a:moveTo>
                  <a:pt x="0" y="504825"/>
                </a:moveTo>
                <a:lnTo>
                  <a:pt x="0" y="0"/>
                </a:lnTo>
                <a:lnTo>
                  <a:pt x="2314575" y="0"/>
                </a:lnTo>
                <a:lnTo>
                  <a:pt x="2314575" y="504825"/>
                </a:lnTo>
              </a:path>
            </a:pathLst>
          </a:custGeom>
          <a:noFill/>
          <a:ln w="4915">
            <a:solidFill>
              <a:srgbClr val="86A6C7"/>
            </a:solidFill>
            <a:prstDash val="dash"/>
          </a:ln>
        </p:spPr>
      </p:sp>
      <p:sp>
        <p:nvSpPr>
          <p:cNvPr id="12055" name="U-Net skip 4 | arrowhead">
            <a:extLst>
              <a:ext uri="{FF2B5EF4-FFF2-40B4-BE49-F238E27FC236}">
                <a16:creationId xmlns:a16="http://schemas.microsoft.com/office/drawing/2014/main" id="{2BD6E9C1-BFE5-4D09-9AFC-F7788E9C33C7}"/>
              </a:ext>
            </a:extLst>
          </p:cNvPr>
          <p:cNvSpPr>
            <a:spLocks noGrp="1"/>
          </p:cNvSpPr>
          <p:nvPr/>
        </p:nvSpPr>
        <p:spPr>
          <a:xfrm>
            <a:off x="3081621" y="2051347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6A6C7"/>
          </a:solidFill>
          <a:ln w="0">
            <a:noFill/>
          </a:ln>
        </p:spPr>
      </p:sp>
      <p:sp>
        <p:nvSpPr>
          <p:cNvPr id="12056" name="Skip connections">
            <a:extLst>
              <a:ext uri="{FF2B5EF4-FFF2-40B4-BE49-F238E27FC236}">
                <a16:creationId xmlns:a16="http://schemas.microsoft.com/office/drawing/2014/main" id="{8DECC1EA-DC98-459F-9D72-F786C933C894}"/>
              </a:ext>
            </a:extLst>
          </p:cNvPr>
          <p:cNvSpPr>
            <a:spLocks noGrp="1"/>
          </p:cNvSpPr>
          <p:nvPr/>
        </p:nvSpPr>
        <p:spPr>
          <a:xfrm>
            <a:off x="2364056" y="1643564"/>
            <a:ext cx="827820" cy="8795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09" b="0">
                <a:solidFill>
                  <a:srgbClr val="617F9F"/>
                </a:solidFill>
                <a:latin typeface="Arial"/>
                <a:ea typeface="Arial"/>
                <a:cs typeface="Arial"/>
              </a:defRPr>
            </a:pPr>
            <a:r>
              <a:rPr sz="509" b="0">
                <a:solidFill>
                  <a:srgbClr val="617F9F"/>
                </a:solidFill>
                <a:latin typeface="Arial"/>
                <a:ea typeface="Arial"/>
                <a:cs typeface="Arial"/>
              </a:rPr>
              <a:t>Skip connections</a:t>
            </a:r>
          </a:p>
        </p:txBody>
      </p:sp>
      <p:sp>
        <p:nvSpPr>
          <p:cNvPr id="12057" name="Encoder">
            <a:extLst>
              <a:ext uri="{FF2B5EF4-FFF2-40B4-BE49-F238E27FC236}">
                <a16:creationId xmlns:a16="http://schemas.microsoft.com/office/drawing/2014/main" id="{B64371F4-0F04-45A6-BF69-21AA09EBD04A}"/>
              </a:ext>
            </a:extLst>
          </p:cNvPr>
          <p:cNvSpPr>
            <a:spLocks noGrp="1"/>
          </p:cNvSpPr>
          <p:nvPr/>
        </p:nvSpPr>
        <p:spPr>
          <a:xfrm>
            <a:off x="1850226" y="2246554"/>
            <a:ext cx="602756" cy="1060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507CAB"/>
                </a:solidFill>
                <a:latin typeface="Arial"/>
                <a:ea typeface="Arial"/>
                <a:cs typeface="Arial"/>
              </a:defRPr>
            </a:pPr>
            <a:r>
              <a:rPr sz="591" b="0" dirty="0">
                <a:solidFill>
                  <a:srgbClr val="507CAB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2058" name="Bottleneck">
            <a:extLst>
              <a:ext uri="{FF2B5EF4-FFF2-40B4-BE49-F238E27FC236}">
                <a16:creationId xmlns:a16="http://schemas.microsoft.com/office/drawing/2014/main" id="{9C9A89D7-0630-4D4C-BE8E-940E7F28375F}"/>
              </a:ext>
            </a:extLst>
          </p:cNvPr>
          <p:cNvSpPr>
            <a:spLocks noGrp="1"/>
          </p:cNvSpPr>
          <p:nvPr/>
        </p:nvSpPr>
        <p:spPr>
          <a:xfrm>
            <a:off x="2539968" y="2233835"/>
            <a:ext cx="473410" cy="1060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8C72AC"/>
                </a:solidFill>
                <a:latin typeface="Arial"/>
                <a:ea typeface="Arial"/>
                <a:cs typeface="Arial"/>
              </a:defRPr>
            </a:pPr>
            <a:r>
              <a:rPr sz="591" b="0" dirty="0">
                <a:solidFill>
                  <a:srgbClr val="8C72AC"/>
                </a:solidFill>
                <a:latin typeface="Arial"/>
                <a:ea typeface="Arial"/>
                <a:cs typeface="Arial"/>
              </a:rPr>
              <a:t>Bottleneck</a:t>
            </a:r>
          </a:p>
        </p:txBody>
      </p:sp>
      <p:sp>
        <p:nvSpPr>
          <p:cNvPr id="12059" name="Decoder">
            <a:extLst>
              <a:ext uri="{FF2B5EF4-FFF2-40B4-BE49-F238E27FC236}">
                <a16:creationId xmlns:a16="http://schemas.microsoft.com/office/drawing/2014/main" id="{A94BCC40-9A3A-4DAD-B6C1-4EEA58A17686}"/>
              </a:ext>
            </a:extLst>
          </p:cNvPr>
          <p:cNvSpPr>
            <a:spLocks noGrp="1"/>
          </p:cNvSpPr>
          <p:nvPr/>
        </p:nvSpPr>
        <p:spPr>
          <a:xfrm>
            <a:off x="3130408" y="2241433"/>
            <a:ext cx="574300" cy="1060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4F8E84"/>
                </a:solidFill>
                <a:latin typeface="Arial"/>
                <a:ea typeface="Arial"/>
                <a:cs typeface="Arial"/>
              </a:defRPr>
            </a:pPr>
            <a:r>
              <a:rPr sz="591" b="0" dirty="0">
                <a:solidFill>
                  <a:srgbClr val="4F8E84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2060" name="Voxel-to-point fusion">
            <a:extLst>
              <a:ext uri="{FF2B5EF4-FFF2-40B4-BE49-F238E27FC236}">
                <a16:creationId xmlns:a16="http://schemas.microsoft.com/office/drawing/2014/main" id="{78FA9EE4-3F0E-4849-80F4-EF6D24B6DC39}"/>
              </a:ext>
            </a:extLst>
          </p:cNvPr>
          <p:cNvSpPr>
            <a:spLocks noGrp="1"/>
          </p:cNvSpPr>
          <p:nvPr/>
        </p:nvSpPr>
        <p:spPr>
          <a:xfrm>
            <a:off x="2344268" y="2351536"/>
            <a:ext cx="129" cy="411309"/>
          </a:xfrm>
          <a:custGeom>
            <a:avLst/>
            <a:gdLst/>
            <a:ahLst/>
            <a:cxnLst/>
            <a:rect l="0" t="0" r="0" b="0"/>
            <a:pathLst>
              <a:path w="476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8537">
            <a:solidFill>
              <a:srgbClr val="388BBE"/>
            </a:solidFill>
            <a:prstDash val="solid"/>
          </a:ln>
        </p:spPr>
      </p:sp>
      <p:sp>
        <p:nvSpPr>
          <p:cNvPr id="12061" name="Voxel-to-point fusion | arrowhead">
            <a:extLst>
              <a:ext uri="{FF2B5EF4-FFF2-40B4-BE49-F238E27FC236}">
                <a16:creationId xmlns:a16="http://schemas.microsoft.com/office/drawing/2014/main" id="{28FDC78F-FEA3-4D72-8F47-CE87B3F444B0}"/>
              </a:ext>
            </a:extLst>
          </p:cNvPr>
          <p:cNvSpPr>
            <a:spLocks noGrp="1"/>
          </p:cNvSpPr>
          <p:nvPr/>
        </p:nvSpPr>
        <p:spPr>
          <a:xfrm>
            <a:off x="2331636" y="2758520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12066" name="Voxel-to-point fusion">
            <a:extLst>
              <a:ext uri="{FF2B5EF4-FFF2-40B4-BE49-F238E27FC236}">
                <a16:creationId xmlns:a16="http://schemas.microsoft.com/office/drawing/2014/main" id="{0842A12E-9DBB-49B1-9D92-EE8D77ACDBD9}"/>
              </a:ext>
            </a:extLst>
          </p:cNvPr>
          <p:cNvSpPr>
            <a:spLocks noGrp="1"/>
          </p:cNvSpPr>
          <p:nvPr/>
        </p:nvSpPr>
        <p:spPr>
          <a:xfrm>
            <a:off x="2162275" y="2423897"/>
            <a:ext cx="1208746" cy="1914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388BBE"/>
                </a:solidFill>
                <a:latin typeface="Arial"/>
                <a:ea typeface="Arial"/>
                <a:cs typeface="Arial"/>
              </a:defRPr>
            </a:pPr>
            <a:r>
              <a:rPr sz="591" b="0" dirty="0">
                <a:solidFill>
                  <a:srgbClr val="388BBE"/>
                </a:solidFill>
                <a:latin typeface="Arial"/>
                <a:ea typeface="Arial"/>
                <a:cs typeface="Arial"/>
              </a:rPr>
              <a:t>Voxel-to-point</a:t>
            </a:r>
            <a:r>
              <a:rPr lang="en-US" sz="591" b="0" dirty="0">
                <a:solidFill>
                  <a:srgbClr val="388BBE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591" b="0" dirty="0">
                <a:solidFill>
                  <a:srgbClr val="388BBE"/>
                </a:solidFill>
                <a:latin typeface="Arial"/>
                <a:ea typeface="Arial"/>
                <a:cs typeface="Arial"/>
              </a:rPr>
              <a:t>fusion</a:t>
            </a:r>
            <a:endParaRPr sz="591" b="0" dirty="0">
              <a:solidFill>
                <a:srgbClr val="388BB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67" name="b | refined point stage">
            <a:extLst>
              <a:ext uri="{FF2B5EF4-FFF2-40B4-BE49-F238E27FC236}">
                <a16:creationId xmlns:a16="http://schemas.microsoft.com/office/drawing/2014/main" id="{AC787A14-0AA7-4121-B3F3-B6FA7A95CC76}"/>
              </a:ext>
            </a:extLst>
          </p:cNvPr>
          <p:cNvSpPr>
            <a:spLocks noGrp="1"/>
          </p:cNvSpPr>
          <p:nvPr/>
        </p:nvSpPr>
        <p:spPr>
          <a:xfrm>
            <a:off x="1794930" y="2792241"/>
            <a:ext cx="269042" cy="212122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</p:sp>
      <p:sp>
        <p:nvSpPr>
          <p:cNvPr id="12068" name="b | refined point stage">
            <a:extLst>
              <a:ext uri="{FF2B5EF4-FFF2-40B4-BE49-F238E27FC236}">
                <a16:creationId xmlns:a16="http://schemas.microsoft.com/office/drawing/2014/main" id="{E7C82707-893E-40C6-8ABC-7A1E1A67671D}"/>
              </a:ext>
            </a:extLst>
          </p:cNvPr>
          <p:cNvSpPr>
            <a:spLocks noGrp="1"/>
          </p:cNvSpPr>
          <p:nvPr/>
        </p:nvSpPr>
        <p:spPr>
          <a:xfrm>
            <a:off x="2219187" y="2792241"/>
            <a:ext cx="269042" cy="212122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</p:sp>
      <p:sp>
        <p:nvSpPr>
          <p:cNvPr id="12069" name="b | refined point stage">
            <a:extLst>
              <a:ext uri="{FF2B5EF4-FFF2-40B4-BE49-F238E27FC236}">
                <a16:creationId xmlns:a16="http://schemas.microsoft.com/office/drawing/2014/main" id="{DBDC2D80-81E7-4158-AC8B-99FFE268FEB3}"/>
              </a:ext>
            </a:extLst>
          </p:cNvPr>
          <p:cNvSpPr>
            <a:spLocks noGrp="1"/>
          </p:cNvSpPr>
          <p:nvPr/>
        </p:nvSpPr>
        <p:spPr>
          <a:xfrm>
            <a:off x="2643445" y="2792241"/>
            <a:ext cx="269042" cy="212122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</p:sp>
      <p:sp>
        <p:nvSpPr>
          <p:cNvPr id="12070" name="b | refined point stage">
            <a:extLst>
              <a:ext uri="{FF2B5EF4-FFF2-40B4-BE49-F238E27FC236}">
                <a16:creationId xmlns:a16="http://schemas.microsoft.com/office/drawing/2014/main" id="{6AEC36A8-892A-496D-B5FB-3B63393CA7E9}"/>
              </a:ext>
            </a:extLst>
          </p:cNvPr>
          <p:cNvSpPr>
            <a:spLocks noGrp="1"/>
          </p:cNvSpPr>
          <p:nvPr/>
        </p:nvSpPr>
        <p:spPr>
          <a:xfrm>
            <a:off x="3067703" y="2792241"/>
            <a:ext cx="269042" cy="212122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</p:sp>
      <p:sp>
        <p:nvSpPr>
          <p:cNvPr id="12071" name="b | refined point stage">
            <a:extLst>
              <a:ext uri="{FF2B5EF4-FFF2-40B4-BE49-F238E27FC236}">
                <a16:creationId xmlns:a16="http://schemas.microsoft.com/office/drawing/2014/main" id="{68C50C78-B9BE-4E85-944D-CDAC2FC28940}"/>
              </a:ext>
            </a:extLst>
          </p:cNvPr>
          <p:cNvSpPr>
            <a:spLocks noGrp="1"/>
          </p:cNvSpPr>
          <p:nvPr/>
        </p:nvSpPr>
        <p:spPr>
          <a:xfrm>
            <a:off x="3491961" y="2792241"/>
            <a:ext cx="269042" cy="212122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2072" name="Point pathway forward">
            <a:extLst>
              <a:ext uri="{FF2B5EF4-FFF2-40B4-BE49-F238E27FC236}">
                <a16:creationId xmlns:a16="http://schemas.microsoft.com/office/drawing/2014/main" id="{B9DAFF01-DA45-4A2C-B192-349B77992794}"/>
              </a:ext>
            </a:extLst>
          </p:cNvPr>
          <p:cNvSpPr>
            <a:spLocks noGrp="1"/>
          </p:cNvSpPr>
          <p:nvPr/>
        </p:nvSpPr>
        <p:spPr>
          <a:xfrm>
            <a:off x="2079493" y="2898302"/>
            <a:ext cx="121586" cy="129"/>
          </a:xfrm>
          <a:custGeom>
            <a:avLst/>
            <a:gdLst/>
            <a:ahLst/>
            <a:cxnLst/>
            <a:rect l="0" t="0" r="0" b="0"/>
            <a:pathLst>
              <a:path w="447675" h="476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726">
            <a:solidFill>
              <a:srgbClr val="8C77B3"/>
            </a:solidFill>
            <a:prstDash val="solid"/>
          </a:ln>
        </p:spPr>
      </p:sp>
      <p:sp>
        <p:nvSpPr>
          <p:cNvPr id="12073" name="Point pathway forward | arrowhead">
            <a:extLst>
              <a:ext uri="{FF2B5EF4-FFF2-40B4-BE49-F238E27FC236}">
                <a16:creationId xmlns:a16="http://schemas.microsoft.com/office/drawing/2014/main" id="{5747D815-4553-4BEC-9230-636D1493BD68}"/>
              </a:ext>
            </a:extLst>
          </p:cNvPr>
          <p:cNvSpPr>
            <a:spLocks noGrp="1"/>
          </p:cNvSpPr>
          <p:nvPr/>
        </p:nvSpPr>
        <p:spPr>
          <a:xfrm>
            <a:off x="2173916" y="2886350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2074" name="Point pathway forward">
            <a:extLst>
              <a:ext uri="{FF2B5EF4-FFF2-40B4-BE49-F238E27FC236}">
                <a16:creationId xmlns:a16="http://schemas.microsoft.com/office/drawing/2014/main" id="{ED63E370-4EA9-47D2-A7FD-2D7C154EF851}"/>
              </a:ext>
            </a:extLst>
          </p:cNvPr>
          <p:cNvSpPr>
            <a:spLocks noGrp="1"/>
          </p:cNvSpPr>
          <p:nvPr/>
        </p:nvSpPr>
        <p:spPr>
          <a:xfrm>
            <a:off x="2503751" y="2898302"/>
            <a:ext cx="121586" cy="129"/>
          </a:xfrm>
          <a:custGeom>
            <a:avLst/>
            <a:gdLst/>
            <a:ahLst/>
            <a:cxnLst/>
            <a:rect l="0" t="0" r="0" b="0"/>
            <a:pathLst>
              <a:path w="447675" h="476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726">
            <a:solidFill>
              <a:srgbClr val="8C77B3"/>
            </a:solidFill>
            <a:prstDash val="solid"/>
          </a:ln>
        </p:spPr>
      </p:sp>
      <p:sp>
        <p:nvSpPr>
          <p:cNvPr id="12075" name="Point pathway forward | arrowhead">
            <a:extLst>
              <a:ext uri="{FF2B5EF4-FFF2-40B4-BE49-F238E27FC236}">
                <a16:creationId xmlns:a16="http://schemas.microsoft.com/office/drawing/2014/main" id="{A8A4B4D2-437C-4827-A390-214D55F65696}"/>
              </a:ext>
            </a:extLst>
          </p:cNvPr>
          <p:cNvSpPr>
            <a:spLocks noGrp="1"/>
          </p:cNvSpPr>
          <p:nvPr/>
        </p:nvSpPr>
        <p:spPr>
          <a:xfrm>
            <a:off x="2598174" y="2886350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2076" name="Point pathway forward">
            <a:extLst>
              <a:ext uri="{FF2B5EF4-FFF2-40B4-BE49-F238E27FC236}">
                <a16:creationId xmlns:a16="http://schemas.microsoft.com/office/drawing/2014/main" id="{E55E981C-ACE2-45A5-94EC-045C6C397E56}"/>
              </a:ext>
            </a:extLst>
          </p:cNvPr>
          <p:cNvSpPr>
            <a:spLocks noGrp="1"/>
          </p:cNvSpPr>
          <p:nvPr/>
        </p:nvSpPr>
        <p:spPr>
          <a:xfrm>
            <a:off x="2928008" y="2898302"/>
            <a:ext cx="121586" cy="129"/>
          </a:xfrm>
          <a:custGeom>
            <a:avLst/>
            <a:gdLst/>
            <a:ahLst/>
            <a:cxnLst/>
            <a:rect l="0" t="0" r="0" b="0"/>
            <a:pathLst>
              <a:path w="447675" h="476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726">
            <a:solidFill>
              <a:srgbClr val="8C77B3"/>
            </a:solidFill>
            <a:prstDash val="solid"/>
          </a:ln>
        </p:spPr>
      </p:sp>
      <p:sp>
        <p:nvSpPr>
          <p:cNvPr id="12077" name="Point pathway forward | arrowhead">
            <a:extLst>
              <a:ext uri="{FF2B5EF4-FFF2-40B4-BE49-F238E27FC236}">
                <a16:creationId xmlns:a16="http://schemas.microsoft.com/office/drawing/2014/main" id="{03B4B2AA-EDA2-4DCA-BC97-01B54C795887}"/>
              </a:ext>
            </a:extLst>
          </p:cNvPr>
          <p:cNvSpPr>
            <a:spLocks noGrp="1"/>
          </p:cNvSpPr>
          <p:nvPr/>
        </p:nvSpPr>
        <p:spPr>
          <a:xfrm>
            <a:off x="3022432" y="2886350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2078" name="Point pathway forward">
            <a:extLst>
              <a:ext uri="{FF2B5EF4-FFF2-40B4-BE49-F238E27FC236}">
                <a16:creationId xmlns:a16="http://schemas.microsoft.com/office/drawing/2014/main" id="{76D7DF4E-C2F9-4522-8767-32BC37A9B476}"/>
              </a:ext>
            </a:extLst>
          </p:cNvPr>
          <p:cNvSpPr>
            <a:spLocks noGrp="1"/>
          </p:cNvSpPr>
          <p:nvPr/>
        </p:nvSpPr>
        <p:spPr>
          <a:xfrm>
            <a:off x="3352266" y="2898302"/>
            <a:ext cx="121586" cy="129"/>
          </a:xfrm>
          <a:custGeom>
            <a:avLst/>
            <a:gdLst/>
            <a:ahLst/>
            <a:cxnLst/>
            <a:rect l="0" t="0" r="0" b="0"/>
            <a:pathLst>
              <a:path w="447675" h="476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726">
            <a:solidFill>
              <a:srgbClr val="8C77B3"/>
            </a:solidFill>
            <a:prstDash val="solid"/>
          </a:ln>
        </p:spPr>
      </p:sp>
      <p:sp>
        <p:nvSpPr>
          <p:cNvPr id="12079" name="Point pathway forward | arrowhead">
            <a:extLst>
              <a:ext uri="{FF2B5EF4-FFF2-40B4-BE49-F238E27FC236}">
                <a16:creationId xmlns:a16="http://schemas.microsoft.com/office/drawing/2014/main" id="{233AC666-26ED-4EA7-A11C-833BD8039C32}"/>
              </a:ext>
            </a:extLst>
          </p:cNvPr>
          <p:cNvSpPr>
            <a:spLocks noGrp="1"/>
          </p:cNvSpPr>
          <p:nvPr/>
        </p:nvSpPr>
        <p:spPr>
          <a:xfrm>
            <a:off x="3446689" y="2886350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2080" name="Point recycling rounded return">
            <a:extLst>
              <a:ext uri="{FF2B5EF4-FFF2-40B4-BE49-F238E27FC236}">
                <a16:creationId xmlns:a16="http://schemas.microsoft.com/office/drawing/2014/main" id="{EC476154-DB5D-4076-8F03-FEB04DB9A625}"/>
              </a:ext>
            </a:extLst>
          </p:cNvPr>
          <p:cNvSpPr>
            <a:spLocks noGrp="1"/>
          </p:cNvSpPr>
          <p:nvPr/>
        </p:nvSpPr>
        <p:spPr>
          <a:xfrm>
            <a:off x="1929450" y="3027644"/>
            <a:ext cx="1697031" cy="147450"/>
          </a:xfrm>
          <a:custGeom>
            <a:avLst/>
            <a:gdLst/>
            <a:ahLst/>
            <a:cxnLst/>
            <a:rect l="0" t="0" r="0" b="0"/>
            <a:pathLst>
              <a:path w="6248400" h="542925">
                <a:moveTo>
                  <a:pt x="6248400" y="0"/>
                </a:moveTo>
                <a:lnTo>
                  <a:pt x="6248400" y="314325"/>
                </a:lnTo>
                <a:lnTo>
                  <a:pt x="6247148" y="338220"/>
                </a:lnTo>
                <a:lnTo>
                  <a:pt x="6243405" y="361854"/>
                </a:lnTo>
                <a:lnTo>
                  <a:pt x="6237212" y="384966"/>
                </a:lnTo>
                <a:lnTo>
                  <a:pt x="6228636" y="407305"/>
                </a:lnTo>
                <a:lnTo>
                  <a:pt x="6217773" y="428625"/>
                </a:lnTo>
                <a:lnTo>
                  <a:pt x="6204741" y="448693"/>
                </a:lnTo>
                <a:lnTo>
                  <a:pt x="6189683" y="467288"/>
                </a:lnTo>
                <a:lnTo>
                  <a:pt x="6172763" y="484208"/>
                </a:lnTo>
                <a:lnTo>
                  <a:pt x="6154168" y="499266"/>
                </a:lnTo>
                <a:lnTo>
                  <a:pt x="6134100" y="512298"/>
                </a:lnTo>
                <a:lnTo>
                  <a:pt x="6112780" y="523161"/>
                </a:lnTo>
                <a:lnTo>
                  <a:pt x="6090441" y="531737"/>
                </a:lnTo>
                <a:lnTo>
                  <a:pt x="6067329" y="537930"/>
                </a:lnTo>
                <a:lnTo>
                  <a:pt x="6043695" y="541673"/>
                </a:lnTo>
                <a:lnTo>
                  <a:pt x="6019800" y="542925"/>
                </a:lnTo>
                <a:lnTo>
                  <a:pt x="228600" y="542925"/>
                </a:lnTo>
                <a:lnTo>
                  <a:pt x="204705" y="541673"/>
                </a:lnTo>
                <a:lnTo>
                  <a:pt x="181071" y="537930"/>
                </a:lnTo>
                <a:lnTo>
                  <a:pt x="157959" y="531737"/>
                </a:lnTo>
                <a:lnTo>
                  <a:pt x="135620" y="523161"/>
                </a:lnTo>
                <a:lnTo>
                  <a:pt x="114300" y="512298"/>
                </a:lnTo>
                <a:lnTo>
                  <a:pt x="94232" y="499266"/>
                </a:lnTo>
                <a:lnTo>
                  <a:pt x="75637" y="484208"/>
                </a:lnTo>
                <a:lnTo>
                  <a:pt x="58717" y="467288"/>
                </a:lnTo>
                <a:lnTo>
                  <a:pt x="43659" y="448693"/>
                </a:lnTo>
                <a:lnTo>
                  <a:pt x="30627" y="428625"/>
                </a:lnTo>
                <a:lnTo>
                  <a:pt x="19764" y="407305"/>
                </a:lnTo>
                <a:lnTo>
                  <a:pt x="11188" y="384966"/>
                </a:lnTo>
                <a:lnTo>
                  <a:pt x="4995" y="361854"/>
                </a:lnTo>
                <a:lnTo>
                  <a:pt x="1252" y="338220"/>
                </a:lnTo>
                <a:lnTo>
                  <a:pt x="0" y="314325"/>
                </a:lnTo>
                <a:lnTo>
                  <a:pt x="0" y="0"/>
                </a:lnTo>
              </a:path>
            </a:pathLst>
          </a:custGeom>
          <a:noFill/>
          <a:ln w="7761">
            <a:solidFill>
              <a:srgbClr val="6B94B8"/>
            </a:solidFill>
            <a:prstDash val="solid"/>
          </a:ln>
        </p:spPr>
      </p:sp>
      <p:sp>
        <p:nvSpPr>
          <p:cNvPr id="12081" name="Point recycling rounded return | arrowhead">
            <a:extLst>
              <a:ext uri="{FF2B5EF4-FFF2-40B4-BE49-F238E27FC236}">
                <a16:creationId xmlns:a16="http://schemas.microsoft.com/office/drawing/2014/main" id="{69D4073E-BC9C-4F9F-87B4-A433D5C1D299}"/>
              </a:ext>
            </a:extLst>
          </p:cNvPr>
          <p:cNvSpPr>
            <a:spLocks noGrp="1"/>
          </p:cNvSpPr>
          <p:nvPr/>
        </p:nvSpPr>
        <p:spPr>
          <a:xfrm>
            <a:off x="1917499" y="3027644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0"/>
                </a:moveTo>
                <a:lnTo>
                  <a:pt x="0" y="100013"/>
                </a:lnTo>
                <a:lnTo>
                  <a:pt x="88011" y="100013"/>
                </a:lnTo>
                <a:close/>
              </a:path>
            </a:pathLst>
          </a:custGeom>
          <a:solidFill>
            <a:srgbClr val="6B94B8"/>
          </a:solidFill>
          <a:ln w="0">
            <a:noFill/>
          </a:ln>
        </p:spPr>
      </p:sp>
      <p:sp>
        <p:nvSpPr>
          <p:cNvPr id="12082" name="Recycle">
            <a:extLst>
              <a:ext uri="{FF2B5EF4-FFF2-40B4-BE49-F238E27FC236}">
                <a16:creationId xmlns:a16="http://schemas.microsoft.com/office/drawing/2014/main" id="{94D44F15-B4BF-4EC1-8523-3E34F5B75A0B}"/>
              </a:ext>
            </a:extLst>
          </p:cNvPr>
          <p:cNvSpPr>
            <a:spLocks noGrp="1"/>
          </p:cNvSpPr>
          <p:nvPr/>
        </p:nvSpPr>
        <p:spPr>
          <a:xfrm>
            <a:off x="2558076" y="3063860"/>
            <a:ext cx="439779" cy="90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4E769C"/>
                </a:solidFill>
                <a:latin typeface="Arial"/>
                <a:ea typeface="Arial"/>
                <a:cs typeface="Arial"/>
              </a:defRPr>
            </a:pPr>
            <a:r>
              <a:rPr sz="591" b="0" i="1">
                <a:solidFill>
                  <a:srgbClr val="4E769C"/>
                </a:solidFill>
                <a:latin typeface="Segoe UI"/>
                <a:ea typeface="Segoe UI"/>
                <a:cs typeface="Segoe UI"/>
              </a:rPr>
              <a:t>Recycle</a:t>
            </a:r>
          </a:p>
        </p:txBody>
      </p:sp>
      <p:sp>
        <p:nvSpPr>
          <p:cNvPr id="12083" name="Point Transformer V3">
            <a:extLst>
              <a:ext uri="{FF2B5EF4-FFF2-40B4-BE49-F238E27FC236}">
                <a16:creationId xmlns:a16="http://schemas.microsoft.com/office/drawing/2014/main" id="{4C1E722A-AAAE-4FE0-9393-9108969AEDAD}"/>
              </a:ext>
            </a:extLst>
          </p:cNvPr>
          <p:cNvSpPr>
            <a:spLocks noGrp="1"/>
          </p:cNvSpPr>
          <p:nvPr/>
        </p:nvSpPr>
        <p:spPr>
          <a:xfrm>
            <a:off x="1916516" y="3221658"/>
            <a:ext cx="1725487" cy="90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52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652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Point Transformer V3</a:t>
            </a:r>
          </a:p>
        </p:txBody>
      </p:sp>
      <p:sp>
        <p:nvSpPr>
          <p:cNvPr id="12084" name="Voxel pathway to ligand-area probability">
            <a:extLst>
              <a:ext uri="{FF2B5EF4-FFF2-40B4-BE49-F238E27FC236}">
                <a16:creationId xmlns:a16="http://schemas.microsoft.com/office/drawing/2014/main" id="{F60FB228-F85A-4555-9614-FB2FD6B5AE7C}"/>
              </a:ext>
            </a:extLst>
          </p:cNvPr>
          <p:cNvSpPr>
            <a:spLocks noGrp="1"/>
          </p:cNvSpPr>
          <p:nvPr/>
        </p:nvSpPr>
        <p:spPr>
          <a:xfrm>
            <a:off x="3763589" y="1987730"/>
            <a:ext cx="131934" cy="129"/>
          </a:xfrm>
          <a:custGeom>
            <a:avLst/>
            <a:gdLst/>
            <a:ahLst/>
            <a:cxnLst/>
            <a:rect l="0" t="0" r="0" b="0"/>
            <a:pathLst>
              <a:path w="485775" h="476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/>
          <a:ln w="7502">
            <a:solidFill>
              <a:srgbClr val="388BBE"/>
            </a:solidFill>
            <a:prstDash val="solid"/>
          </a:ln>
        </p:spPr>
      </p:sp>
      <p:sp>
        <p:nvSpPr>
          <p:cNvPr id="12085" name="Voxel pathway to ligand-area probability | arrowhead">
            <a:extLst>
              <a:ext uri="{FF2B5EF4-FFF2-40B4-BE49-F238E27FC236}">
                <a16:creationId xmlns:a16="http://schemas.microsoft.com/office/drawing/2014/main" id="{D6B32545-7B6C-4550-A991-068F729E8F0B}"/>
              </a:ext>
            </a:extLst>
          </p:cNvPr>
          <p:cNvSpPr>
            <a:spLocks noGrp="1"/>
          </p:cNvSpPr>
          <p:nvPr/>
        </p:nvSpPr>
        <p:spPr>
          <a:xfrm>
            <a:off x="3868360" y="1975779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12086" name="Point pathway to atom binding probability">
            <a:extLst>
              <a:ext uri="{FF2B5EF4-FFF2-40B4-BE49-F238E27FC236}">
                <a16:creationId xmlns:a16="http://schemas.microsoft.com/office/drawing/2014/main" id="{76436368-AB9B-472C-BA90-6AEF6224AEE2}"/>
              </a:ext>
            </a:extLst>
          </p:cNvPr>
          <p:cNvSpPr>
            <a:spLocks noGrp="1"/>
          </p:cNvSpPr>
          <p:nvPr/>
        </p:nvSpPr>
        <p:spPr>
          <a:xfrm>
            <a:off x="3781698" y="2898302"/>
            <a:ext cx="113825" cy="129"/>
          </a:xfrm>
          <a:custGeom>
            <a:avLst/>
            <a:gdLst/>
            <a:ahLst/>
            <a:cxnLst/>
            <a:rect l="0" t="0" r="0" b="0"/>
            <a:pathLst>
              <a:path w="419100" h="476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7502">
            <a:solidFill>
              <a:srgbClr val="8C77B3"/>
            </a:solidFill>
            <a:prstDash val="solid"/>
          </a:ln>
        </p:spPr>
      </p:sp>
      <p:sp>
        <p:nvSpPr>
          <p:cNvPr id="12087" name="Point pathway to atom binding probability | arrowhead">
            <a:extLst>
              <a:ext uri="{FF2B5EF4-FFF2-40B4-BE49-F238E27FC236}">
                <a16:creationId xmlns:a16="http://schemas.microsoft.com/office/drawing/2014/main" id="{6DFBB157-536E-4F9D-B253-EE23C480432A}"/>
              </a:ext>
            </a:extLst>
          </p:cNvPr>
          <p:cNvSpPr>
            <a:spLocks noGrp="1"/>
          </p:cNvSpPr>
          <p:nvPr/>
        </p:nvSpPr>
        <p:spPr>
          <a:xfrm>
            <a:off x="3868360" y="2886350"/>
            <a:ext cx="27163" cy="2390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2088" name="Ligand-area probability">
            <a:extLst>
              <a:ext uri="{FF2B5EF4-FFF2-40B4-BE49-F238E27FC236}">
                <a16:creationId xmlns:a16="http://schemas.microsoft.com/office/drawing/2014/main" id="{00C6F243-388A-4E2C-8876-9BFBEA7BF429}"/>
              </a:ext>
            </a:extLst>
          </p:cNvPr>
          <p:cNvSpPr>
            <a:spLocks noGrp="1"/>
          </p:cNvSpPr>
          <p:nvPr/>
        </p:nvSpPr>
        <p:spPr>
          <a:xfrm>
            <a:off x="3952436" y="1576421"/>
            <a:ext cx="726929" cy="160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Ligand-area</a:t>
            </a:r>
          </a:p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pic>
        <p:nvPicPr>
          <p:cNvPr id="12089" name="图片 1208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37370" y="1765261"/>
            <a:ext cx="373389" cy="377680"/>
          </a:xfrm>
          <a:prstGeom prst="rect">
            <a:avLst/>
          </a:prstGeom>
        </p:spPr>
      </p:pic>
      <p:sp>
        <p:nvSpPr>
          <p:cNvPr id="12090" name="Cues to Match">
            <a:extLst>
              <a:ext uri="{FF2B5EF4-FFF2-40B4-BE49-F238E27FC236}">
                <a16:creationId xmlns:a16="http://schemas.microsoft.com/office/drawing/2014/main" id="{5545E94E-0B0D-47B4-AD81-1B12E38FF740}"/>
              </a:ext>
            </a:extLst>
          </p:cNvPr>
          <p:cNvSpPr>
            <a:spLocks noGrp="1"/>
          </p:cNvSpPr>
          <p:nvPr/>
        </p:nvSpPr>
        <p:spPr>
          <a:xfrm>
            <a:off x="3952436" y="2274871"/>
            <a:ext cx="726929" cy="931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Cues to Match</a:t>
            </a:r>
          </a:p>
        </p:txBody>
      </p:sp>
      <p:sp>
        <p:nvSpPr>
          <p:cNvPr id="12091" name="Blob">
            <a:extLst>
              <a:ext uri="{FF2B5EF4-FFF2-40B4-BE49-F238E27FC236}">
                <a16:creationId xmlns:a16="http://schemas.microsoft.com/office/drawing/2014/main" id="{974F9CEE-E5C1-426D-B42C-8021198F8DE2}"/>
              </a:ext>
            </a:extLst>
          </p:cNvPr>
          <p:cNvSpPr>
            <a:spLocks noGrp="1"/>
          </p:cNvSpPr>
          <p:nvPr/>
        </p:nvSpPr>
        <p:spPr>
          <a:xfrm>
            <a:off x="3955022" y="2551664"/>
            <a:ext cx="289737" cy="90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09" b="0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09" b="0">
                <a:solidFill>
                  <a:srgbClr val="193044"/>
                </a:solidFill>
                <a:latin typeface="Arial"/>
                <a:ea typeface="Arial"/>
                <a:cs typeface="Arial"/>
              </a:rPr>
              <a:t>Blob</a:t>
            </a:r>
          </a:p>
        </p:txBody>
      </p:sp>
      <p:sp>
        <p:nvSpPr>
          <p:cNvPr id="12092" name="Pseudo atoms cue">
            <a:extLst>
              <a:ext uri="{FF2B5EF4-FFF2-40B4-BE49-F238E27FC236}">
                <a16:creationId xmlns:a16="http://schemas.microsoft.com/office/drawing/2014/main" id="{1F0EE212-CFF9-4017-A9AD-F0E330C09564}"/>
              </a:ext>
            </a:extLst>
          </p:cNvPr>
          <p:cNvSpPr>
            <a:spLocks noGrp="1"/>
          </p:cNvSpPr>
          <p:nvPr/>
        </p:nvSpPr>
        <p:spPr>
          <a:xfrm>
            <a:off x="4304259" y="2551664"/>
            <a:ext cx="390628" cy="90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09" b="0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09" b="0">
                <a:solidFill>
                  <a:srgbClr val="193044"/>
                </a:solidFill>
                <a:latin typeface="Arial"/>
                <a:ea typeface="Arial"/>
                <a:cs typeface="Arial"/>
              </a:rPr>
              <a:t>Pseudo atoms</a:t>
            </a:r>
          </a:p>
        </p:txBody>
      </p:sp>
      <p:sp>
        <p:nvSpPr>
          <p:cNvPr id="12093" name="Cues divider">
            <a:extLst>
              <a:ext uri="{FF2B5EF4-FFF2-40B4-BE49-F238E27FC236}">
                <a16:creationId xmlns:a16="http://schemas.microsoft.com/office/drawing/2014/main" id="{B07C0800-D1E4-4C86-BA20-569D9EBFD210}"/>
              </a:ext>
            </a:extLst>
          </p:cNvPr>
          <p:cNvSpPr>
            <a:spLocks noGrp="1"/>
          </p:cNvSpPr>
          <p:nvPr/>
        </p:nvSpPr>
        <p:spPr>
          <a:xfrm>
            <a:off x="4286150" y="2396453"/>
            <a:ext cx="129" cy="240577"/>
          </a:xfrm>
          <a:custGeom>
            <a:avLst/>
            <a:gdLst/>
            <a:ahLst/>
            <a:cxnLst/>
            <a:rect l="0" t="0" r="0" b="0"/>
            <a:pathLst>
              <a:path w="476" h="885825">
                <a:moveTo>
                  <a:pt x="0" y="0"/>
                </a:moveTo>
                <a:lnTo>
                  <a:pt x="0" y="885825"/>
                </a:lnTo>
              </a:path>
            </a:pathLst>
          </a:custGeom>
          <a:noFill/>
          <a:ln w="3104">
            <a:solidFill>
              <a:srgbClr val="D3DFEA"/>
            </a:solidFill>
            <a:prstDash val="solid"/>
          </a:ln>
        </p:spPr>
      </p:sp>
      <p:sp>
        <p:nvSpPr>
          <p:cNvPr id="12094" name="Atom binding probability">
            <a:extLst>
              <a:ext uri="{FF2B5EF4-FFF2-40B4-BE49-F238E27FC236}">
                <a16:creationId xmlns:a16="http://schemas.microsoft.com/office/drawing/2014/main" id="{D7A25114-22C6-474D-B75A-44D6BEBD6C15}"/>
              </a:ext>
            </a:extLst>
          </p:cNvPr>
          <p:cNvSpPr>
            <a:spLocks noGrp="1"/>
          </p:cNvSpPr>
          <p:nvPr/>
        </p:nvSpPr>
        <p:spPr>
          <a:xfrm>
            <a:off x="3952436" y="2758612"/>
            <a:ext cx="726929" cy="160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Atom binding</a:t>
            </a:r>
          </a:p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sp>
        <p:nvSpPr>
          <p:cNvPr id="12095" name="Probability scale">
            <a:extLst>
              <a:ext uri="{FF2B5EF4-FFF2-40B4-BE49-F238E27FC236}">
                <a16:creationId xmlns:a16="http://schemas.microsoft.com/office/drawing/2014/main" id="{655ABFAB-917E-45C0-BAFA-09DFC7508C05}"/>
              </a:ext>
            </a:extLst>
          </p:cNvPr>
          <p:cNvSpPr>
            <a:spLocks noGrp="1"/>
          </p:cNvSpPr>
          <p:nvPr/>
        </p:nvSpPr>
        <p:spPr>
          <a:xfrm>
            <a:off x="4508627" y="1811824"/>
            <a:ext cx="25869" cy="250925"/>
          </a:xfrm>
          <a:prstGeom prst="rect">
            <a:avLst/>
          </a:prstGeom>
          <a:gradFill>
            <a:gsLst>
              <a:gs pos="0">
                <a:srgbClr val="D54C69"/>
              </a:gs>
              <a:gs pos="50000">
                <a:srgbClr val="FCFCFE"/>
              </a:gs>
              <a:gs pos="100000">
                <a:srgbClr val="3481B4"/>
              </a:gs>
            </a:gsLst>
            <a:lin ang="5400000"/>
          </a:gradFill>
          <a:ln w="0">
            <a:noFill/>
          </a:ln>
        </p:spPr>
      </p:sp>
      <p:sp>
        <p:nvSpPr>
          <p:cNvPr id="12096" name="High">
            <a:extLst>
              <a:ext uri="{FF2B5EF4-FFF2-40B4-BE49-F238E27FC236}">
                <a16:creationId xmlns:a16="http://schemas.microsoft.com/office/drawing/2014/main" id="{72BCDAAF-0E0F-4696-8EA2-7BE27586C412}"/>
              </a:ext>
            </a:extLst>
          </p:cNvPr>
          <p:cNvSpPr>
            <a:spLocks noGrp="1"/>
          </p:cNvSpPr>
          <p:nvPr/>
        </p:nvSpPr>
        <p:spPr>
          <a:xfrm>
            <a:off x="4560366" y="1793716"/>
            <a:ext cx="147455" cy="827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09" b="0">
                <a:solidFill>
                  <a:srgbClr val="4E6579"/>
                </a:solidFill>
                <a:latin typeface="Arial"/>
                <a:ea typeface="Arial"/>
                <a:cs typeface="Arial"/>
              </a:defRPr>
            </a:pPr>
            <a:r>
              <a:rPr sz="509" b="0">
                <a:solidFill>
                  <a:srgbClr val="4E6579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2097" name="Low">
            <a:extLst>
              <a:ext uri="{FF2B5EF4-FFF2-40B4-BE49-F238E27FC236}">
                <a16:creationId xmlns:a16="http://schemas.microsoft.com/office/drawing/2014/main" id="{04F520F1-09B0-4D38-AE2E-7A7A39FCC7C9}"/>
              </a:ext>
            </a:extLst>
          </p:cNvPr>
          <p:cNvSpPr>
            <a:spLocks noGrp="1"/>
          </p:cNvSpPr>
          <p:nvPr/>
        </p:nvSpPr>
        <p:spPr>
          <a:xfrm>
            <a:off x="4560366" y="2005838"/>
            <a:ext cx="144869" cy="827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09" b="0">
                <a:solidFill>
                  <a:srgbClr val="4E6579"/>
                </a:solidFill>
                <a:latin typeface="Arial"/>
                <a:ea typeface="Arial"/>
                <a:cs typeface="Arial"/>
              </a:defRPr>
            </a:pPr>
            <a:r>
              <a:rPr sz="509" b="0">
                <a:solidFill>
                  <a:srgbClr val="4E6579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2098" name="Probability scale">
            <a:extLst>
              <a:ext uri="{FF2B5EF4-FFF2-40B4-BE49-F238E27FC236}">
                <a16:creationId xmlns:a16="http://schemas.microsoft.com/office/drawing/2014/main" id="{76A807F7-EA40-4BB1-B586-956E25221304}"/>
              </a:ext>
            </a:extLst>
          </p:cNvPr>
          <p:cNvSpPr>
            <a:spLocks noGrp="1"/>
          </p:cNvSpPr>
          <p:nvPr/>
        </p:nvSpPr>
        <p:spPr>
          <a:xfrm>
            <a:off x="4508627" y="2981081"/>
            <a:ext cx="25869" cy="250925"/>
          </a:xfrm>
          <a:prstGeom prst="rect">
            <a:avLst/>
          </a:prstGeom>
          <a:gradFill>
            <a:gsLst>
              <a:gs pos="0">
                <a:srgbClr val="D54C69"/>
              </a:gs>
              <a:gs pos="50000">
                <a:srgbClr val="FCFCFE"/>
              </a:gs>
              <a:gs pos="100000">
                <a:srgbClr val="3481B4"/>
              </a:gs>
            </a:gsLst>
            <a:lin ang="5400000"/>
          </a:gradFill>
          <a:ln w="0">
            <a:noFill/>
          </a:ln>
        </p:spPr>
      </p:sp>
      <p:sp>
        <p:nvSpPr>
          <p:cNvPr id="12099" name="High">
            <a:extLst>
              <a:ext uri="{FF2B5EF4-FFF2-40B4-BE49-F238E27FC236}">
                <a16:creationId xmlns:a16="http://schemas.microsoft.com/office/drawing/2014/main" id="{D21E4D4C-C6C9-4BF6-BF83-524496C9A547}"/>
              </a:ext>
            </a:extLst>
          </p:cNvPr>
          <p:cNvSpPr>
            <a:spLocks noGrp="1"/>
          </p:cNvSpPr>
          <p:nvPr/>
        </p:nvSpPr>
        <p:spPr>
          <a:xfrm>
            <a:off x="4560366" y="2962973"/>
            <a:ext cx="147455" cy="827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09" b="0">
                <a:solidFill>
                  <a:srgbClr val="4E6579"/>
                </a:solidFill>
                <a:latin typeface="Arial"/>
                <a:ea typeface="Arial"/>
                <a:cs typeface="Arial"/>
              </a:defRPr>
            </a:pPr>
            <a:r>
              <a:rPr sz="509" b="0">
                <a:solidFill>
                  <a:srgbClr val="4E6579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2100" name="Low">
            <a:extLst>
              <a:ext uri="{FF2B5EF4-FFF2-40B4-BE49-F238E27FC236}">
                <a16:creationId xmlns:a16="http://schemas.microsoft.com/office/drawing/2014/main" id="{7748EB47-8248-44CB-B7AA-A233BC695A21}"/>
              </a:ext>
            </a:extLst>
          </p:cNvPr>
          <p:cNvSpPr>
            <a:spLocks noGrp="1"/>
          </p:cNvSpPr>
          <p:nvPr/>
        </p:nvSpPr>
        <p:spPr>
          <a:xfrm>
            <a:off x="4560366" y="3175095"/>
            <a:ext cx="144869" cy="827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09" b="0">
                <a:solidFill>
                  <a:srgbClr val="4E6579"/>
                </a:solidFill>
                <a:latin typeface="Arial"/>
                <a:ea typeface="Arial"/>
                <a:cs typeface="Arial"/>
              </a:defRPr>
            </a:pPr>
            <a:r>
              <a:rPr sz="509" b="0">
                <a:solidFill>
                  <a:srgbClr val="4E6579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grpSp>
        <p:nvGrpSpPr>
          <p:cNvPr id="12101" name="b | PTV3 stage 1">
            <a:extLst>
              <a:ext uri="{FF2B5EF4-FFF2-40B4-BE49-F238E27FC236}">
                <a16:creationId xmlns:a16="http://schemas.microsoft.com/office/drawing/2014/main" id="{C45814B3-EFC9-43F3-86EA-9E90B55A5FA2}"/>
              </a:ext>
            </a:extLst>
          </p:cNvPr>
          <p:cNvGrpSpPr/>
          <p:nvPr/>
        </p:nvGrpSpPr>
        <p:grpSpPr>
          <a:xfrm>
            <a:off x="1794930" y="2792241"/>
            <a:ext cx="269042" cy="212122"/>
            <a:chOff x="1837958" y="1438830"/>
            <a:chExt cx="279225" cy="243090"/>
          </a:xfrm>
        </p:grpSpPr>
        <p:sp>
          <p:nvSpPr>
            <p:cNvPr id="12102" name="ellipse_1845">
              <a:extLst>
                <a:ext uri="{FF2B5EF4-FFF2-40B4-BE49-F238E27FC236}">
                  <a16:creationId xmlns:a16="http://schemas.microsoft.com/office/drawing/2014/main" id="{B50990B0-29D6-7AF9-F0C5-15002957B0B5}"/>
                </a:ext>
              </a:extLst>
            </p:cNvPr>
            <p:cNvSpPr/>
            <p:nvPr/>
          </p:nvSpPr>
          <p:spPr>
            <a:xfrm>
              <a:off x="1913865" y="1551247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03" name="ellipse_1846">
              <a:extLst>
                <a:ext uri="{FF2B5EF4-FFF2-40B4-BE49-F238E27FC236}">
                  <a16:creationId xmlns:a16="http://schemas.microsoft.com/office/drawing/2014/main" id="{FEFFD3D0-0BD7-DDF3-F532-55FA4DEE08AD}"/>
                </a:ext>
              </a:extLst>
            </p:cNvPr>
            <p:cNvSpPr/>
            <p:nvPr/>
          </p:nvSpPr>
          <p:spPr>
            <a:xfrm>
              <a:off x="2018743" y="1570535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04" name="ellipse_1847">
              <a:extLst>
                <a:ext uri="{FF2B5EF4-FFF2-40B4-BE49-F238E27FC236}">
                  <a16:creationId xmlns:a16="http://schemas.microsoft.com/office/drawing/2014/main" id="{5AC63B99-5AA2-748D-4B2A-8738E56838EE}"/>
                </a:ext>
              </a:extLst>
            </p:cNvPr>
            <p:cNvSpPr/>
            <p:nvPr/>
          </p:nvSpPr>
          <p:spPr>
            <a:xfrm>
              <a:off x="1903691" y="1464584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05" name="ellipse_1848">
              <a:extLst>
                <a:ext uri="{FF2B5EF4-FFF2-40B4-BE49-F238E27FC236}">
                  <a16:creationId xmlns:a16="http://schemas.microsoft.com/office/drawing/2014/main" id="{5E56F200-0481-CC61-DDAD-84339083D2F4}"/>
                </a:ext>
              </a:extLst>
            </p:cNvPr>
            <p:cNvSpPr/>
            <p:nvPr/>
          </p:nvSpPr>
          <p:spPr>
            <a:xfrm>
              <a:off x="1969603" y="1492581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06" name="ellipse_1849">
              <a:extLst>
                <a:ext uri="{FF2B5EF4-FFF2-40B4-BE49-F238E27FC236}">
                  <a16:creationId xmlns:a16="http://schemas.microsoft.com/office/drawing/2014/main" id="{79CD2A1E-1F24-0A68-968A-24B787463A8A}"/>
                </a:ext>
              </a:extLst>
            </p:cNvPr>
            <p:cNvSpPr/>
            <p:nvPr/>
          </p:nvSpPr>
          <p:spPr>
            <a:xfrm>
              <a:off x="1983888" y="1463335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07" name="ellipse_1850">
              <a:extLst>
                <a:ext uri="{FF2B5EF4-FFF2-40B4-BE49-F238E27FC236}">
                  <a16:creationId xmlns:a16="http://schemas.microsoft.com/office/drawing/2014/main" id="{838BE43E-7E48-FEF9-B8D3-053336C9A9B7}"/>
                </a:ext>
              </a:extLst>
            </p:cNvPr>
            <p:cNvSpPr/>
            <p:nvPr/>
          </p:nvSpPr>
          <p:spPr>
            <a:xfrm>
              <a:off x="2028487" y="1524139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08" name="ellipse_1851">
              <a:extLst>
                <a:ext uri="{FF2B5EF4-FFF2-40B4-BE49-F238E27FC236}">
                  <a16:creationId xmlns:a16="http://schemas.microsoft.com/office/drawing/2014/main" id="{21BEDD8C-EE87-E19B-DCA4-3B837D86767F}"/>
                </a:ext>
              </a:extLst>
            </p:cNvPr>
            <p:cNvSpPr/>
            <p:nvPr/>
          </p:nvSpPr>
          <p:spPr>
            <a:xfrm>
              <a:off x="1926343" y="1575448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09" name="ellipse_1852">
              <a:extLst>
                <a:ext uri="{FF2B5EF4-FFF2-40B4-BE49-F238E27FC236}">
                  <a16:creationId xmlns:a16="http://schemas.microsoft.com/office/drawing/2014/main" id="{FB7B6F56-6957-96B0-8FC6-8ADEC6EA375D}"/>
                </a:ext>
              </a:extLst>
            </p:cNvPr>
            <p:cNvSpPr/>
            <p:nvPr/>
          </p:nvSpPr>
          <p:spPr>
            <a:xfrm>
              <a:off x="2049637" y="1494041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10" name="ellipse_1853">
              <a:extLst>
                <a:ext uri="{FF2B5EF4-FFF2-40B4-BE49-F238E27FC236}">
                  <a16:creationId xmlns:a16="http://schemas.microsoft.com/office/drawing/2014/main" id="{9F548155-5A32-FA98-97D0-F474D5064CBD}"/>
                </a:ext>
              </a:extLst>
            </p:cNvPr>
            <p:cNvSpPr/>
            <p:nvPr/>
          </p:nvSpPr>
          <p:spPr>
            <a:xfrm>
              <a:off x="1974089" y="1622584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11" name="ellipse_1854">
              <a:extLst>
                <a:ext uri="{FF2B5EF4-FFF2-40B4-BE49-F238E27FC236}">
                  <a16:creationId xmlns:a16="http://schemas.microsoft.com/office/drawing/2014/main" id="{AABD4A82-C93A-7FD1-31B8-E344E1F4797F}"/>
                </a:ext>
              </a:extLst>
            </p:cNvPr>
            <p:cNvSpPr/>
            <p:nvPr/>
          </p:nvSpPr>
          <p:spPr>
            <a:xfrm>
              <a:off x="1919318" y="1485061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12" name="Pseudo atom | small solid diamond">
              <a:extLst>
                <a:ext uri="{FF2B5EF4-FFF2-40B4-BE49-F238E27FC236}">
                  <a16:creationId xmlns:a16="http://schemas.microsoft.com/office/drawing/2014/main" id="{DB67DBC7-DAB5-B477-3F1B-BDDE77209B28}"/>
                </a:ext>
              </a:extLst>
            </p:cNvPr>
            <p:cNvSpPr/>
            <p:nvPr/>
          </p:nvSpPr>
          <p:spPr>
            <a:xfrm>
              <a:off x="1936117" y="1496523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13" name="Pseudo atom | small solid diamond">
              <a:extLst>
                <a:ext uri="{FF2B5EF4-FFF2-40B4-BE49-F238E27FC236}">
                  <a16:creationId xmlns:a16="http://schemas.microsoft.com/office/drawing/2014/main" id="{CAC90253-5839-7BAD-4118-9C44FAA8A907}"/>
                </a:ext>
              </a:extLst>
            </p:cNvPr>
            <p:cNvSpPr/>
            <p:nvPr/>
          </p:nvSpPr>
          <p:spPr>
            <a:xfrm>
              <a:off x="2009328" y="1534365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14" name="Pseudo atom | small solid diamond">
              <a:extLst>
                <a:ext uri="{FF2B5EF4-FFF2-40B4-BE49-F238E27FC236}">
                  <a16:creationId xmlns:a16="http://schemas.microsoft.com/office/drawing/2014/main" id="{512A1101-FC32-A34B-94F4-3CDD54153C51}"/>
                </a:ext>
              </a:extLst>
            </p:cNvPr>
            <p:cNvSpPr/>
            <p:nvPr/>
          </p:nvSpPr>
          <p:spPr>
            <a:xfrm>
              <a:off x="2067998" y="1557129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15" name="Pseudo atom | small solid diamond">
              <a:extLst>
                <a:ext uri="{FF2B5EF4-FFF2-40B4-BE49-F238E27FC236}">
                  <a16:creationId xmlns:a16="http://schemas.microsoft.com/office/drawing/2014/main" id="{27158A7D-4742-9F4F-55A5-CB30E1635F9F}"/>
                </a:ext>
              </a:extLst>
            </p:cNvPr>
            <p:cNvSpPr/>
            <p:nvPr/>
          </p:nvSpPr>
          <p:spPr>
            <a:xfrm>
              <a:off x="1932440" y="1602598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16" name="Pseudo atom | small solid diamond">
              <a:extLst>
                <a:ext uri="{FF2B5EF4-FFF2-40B4-BE49-F238E27FC236}">
                  <a16:creationId xmlns:a16="http://schemas.microsoft.com/office/drawing/2014/main" id="{0337DFA3-0A52-3980-5B1C-1F8620AF6818}"/>
                </a:ext>
              </a:extLst>
            </p:cNvPr>
            <p:cNvSpPr/>
            <p:nvPr/>
          </p:nvSpPr>
          <p:spPr>
            <a:xfrm>
              <a:off x="2064662" y="1552465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2117" name="b | PTV3 stage 2">
            <a:extLst>
              <a:ext uri="{FF2B5EF4-FFF2-40B4-BE49-F238E27FC236}">
                <a16:creationId xmlns:a16="http://schemas.microsoft.com/office/drawing/2014/main" id="{169877C2-B1CC-E156-0617-4FF0702D3626}"/>
              </a:ext>
            </a:extLst>
          </p:cNvPr>
          <p:cNvGrpSpPr/>
          <p:nvPr/>
        </p:nvGrpSpPr>
        <p:grpSpPr>
          <a:xfrm>
            <a:off x="2219187" y="2792241"/>
            <a:ext cx="269042" cy="212122"/>
            <a:chOff x="2276505" y="1465110"/>
            <a:chExt cx="243090" cy="190530"/>
          </a:xfrm>
        </p:grpSpPr>
        <p:sp>
          <p:nvSpPr>
            <p:cNvPr id="12118" name="ellipse_1861">
              <a:extLst>
                <a:ext uri="{FF2B5EF4-FFF2-40B4-BE49-F238E27FC236}">
                  <a16:creationId xmlns:a16="http://schemas.microsoft.com/office/drawing/2014/main" id="{7A8053ED-9FB4-D759-96F2-9E81B11D938F}"/>
                </a:ext>
              </a:extLst>
            </p:cNvPr>
            <p:cNvSpPr/>
            <p:nvPr/>
          </p:nvSpPr>
          <p:spPr>
            <a:xfrm>
              <a:off x="2447720" y="1479783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19" name="ellipse_1862">
              <a:extLst>
                <a:ext uri="{FF2B5EF4-FFF2-40B4-BE49-F238E27FC236}">
                  <a16:creationId xmlns:a16="http://schemas.microsoft.com/office/drawing/2014/main" id="{246A1410-22A0-1622-383A-1A82C2C75BEE}"/>
                </a:ext>
              </a:extLst>
            </p:cNvPr>
            <p:cNvSpPr/>
            <p:nvPr/>
          </p:nvSpPr>
          <p:spPr>
            <a:xfrm>
              <a:off x="2338639" y="1494948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20" name="ellipse_1863">
              <a:extLst>
                <a:ext uri="{FF2B5EF4-FFF2-40B4-BE49-F238E27FC236}">
                  <a16:creationId xmlns:a16="http://schemas.microsoft.com/office/drawing/2014/main" id="{F264C225-B1F6-F8CF-CB2A-6E26C48FD7E1}"/>
                </a:ext>
              </a:extLst>
            </p:cNvPr>
            <p:cNvSpPr/>
            <p:nvPr/>
          </p:nvSpPr>
          <p:spPr>
            <a:xfrm>
              <a:off x="2425728" y="1522613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21" name="ellipse_1864">
              <a:extLst>
                <a:ext uri="{FF2B5EF4-FFF2-40B4-BE49-F238E27FC236}">
                  <a16:creationId xmlns:a16="http://schemas.microsoft.com/office/drawing/2014/main" id="{C565E44C-21A0-328D-C288-98104DD48C6D}"/>
                </a:ext>
              </a:extLst>
            </p:cNvPr>
            <p:cNvSpPr/>
            <p:nvPr/>
          </p:nvSpPr>
          <p:spPr>
            <a:xfrm>
              <a:off x="2400135" y="1486158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22" name="ellipse_1865">
              <a:extLst>
                <a:ext uri="{FF2B5EF4-FFF2-40B4-BE49-F238E27FC236}">
                  <a16:creationId xmlns:a16="http://schemas.microsoft.com/office/drawing/2014/main" id="{D943A76F-FB5A-511A-594A-83C075E1B54F}"/>
                </a:ext>
              </a:extLst>
            </p:cNvPr>
            <p:cNvSpPr/>
            <p:nvPr/>
          </p:nvSpPr>
          <p:spPr>
            <a:xfrm>
              <a:off x="2349408" y="1613290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23" name="ellipse_1866">
              <a:extLst>
                <a:ext uri="{FF2B5EF4-FFF2-40B4-BE49-F238E27FC236}">
                  <a16:creationId xmlns:a16="http://schemas.microsoft.com/office/drawing/2014/main" id="{61100D22-A04D-0416-D9DA-056C0CFE7F46}"/>
                </a:ext>
              </a:extLst>
            </p:cNvPr>
            <p:cNvSpPr/>
            <p:nvPr/>
          </p:nvSpPr>
          <p:spPr>
            <a:xfrm>
              <a:off x="2460264" y="1527944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24" name="ellipse_1867">
              <a:extLst>
                <a:ext uri="{FF2B5EF4-FFF2-40B4-BE49-F238E27FC236}">
                  <a16:creationId xmlns:a16="http://schemas.microsoft.com/office/drawing/2014/main" id="{7002FE02-268A-0E0A-05C6-D277F17E300F}"/>
                </a:ext>
              </a:extLst>
            </p:cNvPr>
            <p:cNvSpPr/>
            <p:nvPr/>
          </p:nvSpPr>
          <p:spPr>
            <a:xfrm>
              <a:off x="2419949" y="1542677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25" name="ellipse_1868">
              <a:extLst>
                <a:ext uri="{FF2B5EF4-FFF2-40B4-BE49-F238E27FC236}">
                  <a16:creationId xmlns:a16="http://schemas.microsoft.com/office/drawing/2014/main" id="{5F729E57-F126-90CA-A611-36B648F9412F}"/>
                </a:ext>
              </a:extLst>
            </p:cNvPr>
            <p:cNvSpPr/>
            <p:nvPr/>
          </p:nvSpPr>
          <p:spPr>
            <a:xfrm>
              <a:off x="2388499" y="1558252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26" name="Pseudo atom | small solid diamond">
              <a:extLst>
                <a:ext uri="{FF2B5EF4-FFF2-40B4-BE49-F238E27FC236}">
                  <a16:creationId xmlns:a16="http://schemas.microsoft.com/office/drawing/2014/main" id="{EB33EFD3-C061-488F-30C2-64DBAB17108D}"/>
                </a:ext>
              </a:extLst>
            </p:cNvPr>
            <p:cNvSpPr/>
            <p:nvPr/>
          </p:nvSpPr>
          <p:spPr>
            <a:xfrm>
              <a:off x="2441335" y="1556110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27" name="Pseudo atom | small solid diamond">
              <a:extLst>
                <a:ext uri="{FF2B5EF4-FFF2-40B4-BE49-F238E27FC236}">
                  <a16:creationId xmlns:a16="http://schemas.microsoft.com/office/drawing/2014/main" id="{846C3C46-9B13-3ABC-9457-051B6D2276D9}"/>
                </a:ext>
              </a:extLst>
            </p:cNvPr>
            <p:cNvSpPr/>
            <p:nvPr/>
          </p:nvSpPr>
          <p:spPr>
            <a:xfrm>
              <a:off x="2444088" y="1505517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28" name="Pseudo atom | small solid diamond">
              <a:extLst>
                <a:ext uri="{FF2B5EF4-FFF2-40B4-BE49-F238E27FC236}">
                  <a16:creationId xmlns:a16="http://schemas.microsoft.com/office/drawing/2014/main" id="{CC888648-2BE3-C210-6A05-8C2BE6E4FB70}"/>
                </a:ext>
              </a:extLst>
            </p:cNvPr>
            <p:cNvSpPr/>
            <p:nvPr/>
          </p:nvSpPr>
          <p:spPr>
            <a:xfrm>
              <a:off x="2476774" y="1497781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29" name="Pseudo atom | small solid diamond">
              <a:extLst>
                <a:ext uri="{FF2B5EF4-FFF2-40B4-BE49-F238E27FC236}">
                  <a16:creationId xmlns:a16="http://schemas.microsoft.com/office/drawing/2014/main" id="{4719F69F-ECDE-3472-2D1F-44EF2B2F7520}"/>
                </a:ext>
              </a:extLst>
            </p:cNvPr>
            <p:cNvSpPr/>
            <p:nvPr/>
          </p:nvSpPr>
          <p:spPr>
            <a:xfrm>
              <a:off x="2439608" y="1561702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30" name="Pseudo atom | small solid diamond">
              <a:extLst>
                <a:ext uri="{FF2B5EF4-FFF2-40B4-BE49-F238E27FC236}">
                  <a16:creationId xmlns:a16="http://schemas.microsoft.com/office/drawing/2014/main" id="{CB7AB8EF-6D54-F7CB-CD10-0A2B173E1C3F}"/>
                </a:ext>
              </a:extLst>
            </p:cNvPr>
            <p:cNvSpPr/>
            <p:nvPr/>
          </p:nvSpPr>
          <p:spPr>
            <a:xfrm>
              <a:off x="2309778" y="1549378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2131" name="b | PTV3 stage 3">
            <a:extLst>
              <a:ext uri="{FF2B5EF4-FFF2-40B4-BE49-F238E27FC236}">
                <a16:creationId xmlns:a16="http://schemas.microsoft.com/office/drawing/2014/main" id="{1A590DEC-001C-BAF0-B6DA-A88C3857ACE9}"/>
              </a:ext>
            </a:extLst>
          </p:cNvPr>
          <p:cNvGrpSpPr/>
          <p:nvPr/>
        </p:nvGrpSpPr>
        <p:grpSpPr>
          <a:xfrm>
            <a:off x="2643445" y="2792241"/>
            <a:ext cx="269042" cy="212122"/>
            <a:chOff x="2703555" y="1491390"/>
            <a:chExt cx="190530" cy="137970"/>
          </a:xfrm>
        </p:grpSpPr>
        <p:sp>
          <p:nvSpPr>
            <p:cNvPr id="12132" name="ellipse_1875">
              <a:extLst>
                <a:ext uri="{FF2B5EF4-FFF2-40B4-BE49-F238E27FC236}">
                  <a16:creationId xmlns:a16="http://schemas.microsoft.com/office/drawing/2014/main" id="{DCDF1F7A-9875-CB45-E4BB-28E7159BEFE0}"/>
                </a:ext>
              </a:extLst>
            </p:cNvPr>
            <p:cNvSpPr/>
            <p:nvPr/>
          </p:nvSpPr>
          <p:spPr>
            <a:xfrm>
              <a:off x="2789079" y="1532307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33" name="ellipse_1876">
              <a:extLst>
                <a:ext uri="{FF2B5EF4-FFF2-40B4-BE49-F238E27FC236}">
                  <a16:creationId xmlns:a16="http://schemas.microsoft.com/office/drawing/2014/main" id="{2E40DBB3-5E6B-1B85-F35C-D61294D7756B}"/>
                </a:ext>
              </a:extLst>
            </p:cNvPr>
            <p:cNvSpPr/>
            <p:nvPr/>
          </p:nvSpPr>
          <p:spPr>
            <a:xfrm>
              <a:off x="2757487" y="1601916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34" name="ellipse_1877">
              <a:extLst>
                <a:ext uri="{FF2B5EF4-FFF2-40B4-BE49-F238E27FC236}">
                  <a16:creationId xmlns:a16="http://schemas.microsoft.com/office/drawing/2014/main" id="{C883B191-F5C0-7BCC-FDFB-0D3E9E941B27}"/>
                </a:ext>
              </a:extLst>
            </p:cNvPr>
            <p:cNvSpPr/>
            <p:nvPr/>
          </p:nvSpPr>
          <p:spPr>
            <a:xfrm>
              <a:off x="2750624" y="1504602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35" name="ellipse_1878">
              <a:extLst>
                <a:ext uri="{FF2B5EF4-FFF2-40B4-BE49-F238E27FC236}">
                  <a16:creationId xmlns:a16="http://schemas.microsoft.com/office/drawing/2014/main" id="{72CD30D0-1E2E-2FDE-626B-6DB7F8A86C8A}"/>
                </a:ext>
              </a:extLst>
            </p:cNvPr>
            <p:cNvSpPr/>
            <p:nvPr/>
          </p:nvSpPr>
          <p:spPr>
            <a:xfrm>
              <a:off x="2840127" y="1518774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36" name="ellipse_1879">
              <a:extLst>
                <a:ext uri="{FF2B5EF4-FFF2-40B4-BE49-F238E27FC236}">
                  <a16:creationId xmlns:a16="http://schemas.microsoft.com/office/drawing/2014/main" id="{59AF83A6-5A8D-26D6-9A05-B582205C5033}"/>
                </a:ext>
              </a:extLst>
            </p:cNvPr>
            <p:cNvSpPr/>
            <p:nvPr/>
          </p:nvSpPr>
          <p:spPr>
            <a:xfrm>
              <a:off x="2838529" y="1575175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37" name="Pseudo atom | small solid diamond">
              <a:extLst>
                <a:ext uri="{FF2B5EF4-FFF2-40B4-BE49-F238E27FC236}">
                  <a16:creationId xmlns:a16="http://schemas.microsoft.com/office/drawing/2014/main" id="{690FD819-9463-B822-E74F-CD287892A2AF}"/>
                </a:ext>
              </a:extLst>
            </p:cNvPr>
            <p:cNvSpPr/>
            <p:nvPr/>
          </p:nvSpPr>
          <p:spPr>
            <a:xfrm>
              <a:off x="2732391" y="1513767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38" name="Pseudo atom | small solid diamond">
              <a:extLst>
                <a:ext uri="{FF2B5EF4-FFF2-40B4-BE49-F238E27FC236}">
                  <a16:creationId xmlns:a16="http://schemas.microsoft.com/office/drawing/2014/main" id="{5D124A7B-75E6-D988-B71F-DF6AF5A02C34}"/>
                </a:ext>
              </a:extLst>
            </p:cNvPr>
            <p:cNvSpPr/>
            <p:nvPr/>
          </p:nvSpPr>
          <p:spPr>
            <a:xfrm>
              <a:off x="2786505" y="1580800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39" name="Pseudo atom | small solid diamond">
              <a:extLst>
                <a:ext uri="{FF2B5EF4-FFF2-40B4-BE49-F238E27FC236}">
                  <a16:creationId xmlns:a16="http://schemas.microsoft.com/office/drawing/2014/main" id="{0ABF23B3-841B-82E4-C320-291E6E5D9EF0}"/>
                </a:ext>
              </a:extLst>
            </p:cNvPr>
            <p:cNvSpPr/>
            <p:nvPr/>
          </p:nvSpPr>
          <p:spPr>
            <a:xfrm>
              <a:off x="2737720" y="1521626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40" name="Pseudo atom | small solid diamond">
              <a:extLst>
                <a:ext uri="{FF2B5EF4-FFF2-40B4-BE49-F238E27FC236}">
                  <a16:creationId xmlns:a16="http://schemas.microsoft.com/office/drawing/2014/main" id="{25304FC7-CC4A-930C-BBBB-3EEC5167D80F}"/>
                </a:ext>
              </a:extLst>
            </p:cNvPr>
            <p:cNvSpPr/>
            <p:nvPr/>
          </p:nvSpPr>
          <p:spPr>
            <a:xfrm>
              <a:off x="2832745" y="1536936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41" name="Pseudo atom | small solid diamond">
              <a:extLst>
                <a:ext uri="{FF2B5EF4-FFF2-40B4-BE49-F238E27FC236}">
                  <a16:creationId xmlns:a16="http://schemas.microsoft.com/office/drawing/2014/main" id="{992B0518-C1F7-D4AC-D776-7215FCD2DE7C}"/>
                </a:ext>
              </a:extLst>
            </p:cNvPr>
            <p:cNvSpPr/>
            <p:nvPr/>
          </p:nvSpPr>
          <p:spPr>
            <a:xfrm>
              <a:off x="2837638" y="1514943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2142" name="b | PTV3 stage 4">
            <a:extLst>
              <a:ext uri="{FF2B5EF4-FFF2-40B4-BE49-F238E27FC236}">
                <a16:creationId xmlns:a16="http://schemas.microsoft.com/office/drawing/2014/main" id="{ECC7476B-F155-C211-4799-C0A223175A8F}"/>
              </a:ext>
            </a:extLst>
          </p:cNvPr>
          <p:cNvGrpSpPr/>
          <p:nvPr/>
        </p:nvGrpSpPr>
        <p:grpSpPr>
          <a:xfrm>
            <a:off x="3067703" y="2792241"/>
            <a:ext cx="269042" cy="212122"/>
            <a:chOff x="3097755" y="1465110"/>
            <a:chExt cx="243090" cy="190530"/>
          </a:xfrm>
        </p:grpSpPr>
        <p:sp>
          <p:nvSpPr>
            <p:cNvPr id="12143" name="ellipse_1886">
              <a:extLst>
                <a:ext uri="{FF2B5EF4-FFF2-40B4-BE49-F238E27FC236}">
                  <a16:creationId xmlns:a16="http://schemas.microsoft.com/office/drawing/2014/main" id="{920E56D4-53B9-7C0D-29FA-C7388E1FA8DF}"/>
                </a:ext>
              </a:extLst>
            </p:cNvPr>
            <p:cNvSpPr/>
            <p:nvPr/>
          </p:nvSpPr>
          <p:spPr>
            <a:xfrm>
              <a:off x="3279141" y="1552259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44" name="ellipse_1887">
              <a:extLst>
                <a:ext uri="{FF2B5EF4-FFF2-40B4-BE49-F238E27FC236}">
                  <a16:creationId xmlns:a16="http://schemas.microsoft.com/office/drawing/2014/main" id="{FDE3AFF9-C2E1-9B13-CF49-48A668AE383C}"/>
                </a:ext>
              </a:extLst>
            </p:cNvPr>
            <p:cNvSpPr/>
            <p:nvPr/>
          </p:nvSpPr>
          <p:spPr>
            <a:xfrm>
              <a:off x="3239930" y="1573193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45" name="ellipse_1888">
              <a:extLst>
                <a:ext uri="{FF2B5EF4-FFF2-40B4-BE49-F238E27FC236}">
                  <a16:creationId xmlns:a16="http://schemas.microsoft.com/office/drawing/2014/main" id="{F5C0CDCE-F94E-C9AA-4396-DAD22724EC7F}"/>
                </a:ext>
              </a:extLst>
            </p:cNvPr>
            <p:cNvSpPr/>
            <p:nvPr/>
          </p:nvSpPr>
          <p:spPr>
            <a:xfrm>
              <a:off x="3219861" y="1552797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46" name="ellipse_1889">
              <a:extLst>
                <a:ext uri="{FF2B5EF4-FFF2-40B4-BE49-F238E27FC236}">
                  <a16:creationId xmlns:a16="http://schemas.microsoft.com/office/drawing/2014/main" id="{B79FA953-B52D-4F3C-950E-25A9A14DB55B}"/>
                </a:ext>
              </a:extLst>
            </p:cNvPr>
            <p:cNvSpPr/>
            <p:nvPr/>
          </p:nvSpPr>
          <p:spPr>
            <a:xfrm>
              <a:off x="3118969" y="1584357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47" name="ellipse_1890">
              <a:extLst>
                <a:ext uri="{FF2B5EF4-FFF2-40B4-BE49-F238E27FC236}">
                  <a16:creationId xmlns:a16="http://schemas.microsoft.com/office/drawing/2014/main" id="{F20C37D6-71D4-25D7-854A-88A7C1438BCB}"/>
                </a:ext>
              </a:extLst>
            </p:cNvPr>
            <p:cNvSpPr/>
            <p:nvPr/>
          </p:nvSpPr>
          <p:spPr>
            <a:xfrm>
              <a:off x="3292564" y="1588542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48" name="ellipse_1891">
              <a:extLst>
                <a:ext uri="{FF2B5EF4-FFF2-40B4-BE49-F238E27FC236}">
                  <a16:creationId xmlns:a16="http://schemas.microsoft.com/office/drawing/2014/main" id="{4C85A09D-8DD7-3221-633D-CEF8BCCEB107}"/>
                </a:ext>
              </a:extLst>
            </p:cNvPr>
            <p:cNvSpPr/>
            <p:nvPr/>
          </p:nvSpPr>
          <p:spPr>
            <a:xfrm>
              <a:off x="3210805" y="1614479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49" name="ellipse_1892">
              <a:extLst>
                <a:ext uri="{FF2B5EF4-FFF2-40B4-BE49-F238E27FC236}">
                  <a16:creationId xmlns:a16="http://schemas.microsoft.com/office/drawing/2014/main" id="{F0D3C4ED-4604-B7A2-AE90-9F1D42DEC07E}"/>
                </a:ext>
              </a:extLst>
            </p:cNvPr>
            <p:cNvSpPr/>
            <p:nvPr/>
          </p:nvSpPr>
          <p:spPr>
            <a:xfrm>
              <a:off x="3229188" y="1616582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50" name="ellipse_1893">
              <a:extLst>
                <a:ext uri="{FF2B5EF4-FFF2-40B4-BE49-F238E27FC236}">
                  <a16:creationId xmlns:a16="http://schemas.microsoft.com/office/drawing/2014/main" id="{8D5CCA2A-D682-EE4A-4114-97E8CF3F1898}"/>
                </a:ext>
              </a:extLst>
            </p:cNvPr>
            <p:cNvSpPr/>
            <p:nvPr/>
          </p:nvSpPr>
          <p:spPr>
            <a:xfrm>
              <a:off x="3260194" y="1481644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51" name="Pseudo atom | small solid diamond">
              <a:extLst>
                <a:ext uri="{FF2B5EF4-FFF2-40B4-BE49-F238E27FC236}">
                  <a16:creationId xmlns:a16="http://schemas.microsoft.com/office/drawing/2014/main" id="{B85F552F-7106-EB19-0FA5-E61092B2352E}"/>
                </a:ext>
              </a:extLst>
            </p:cNvPr>
            <p:cNvSpPr/>
            <p:nvPr/>
          </p:nvSpPr>
          <p:spPr>
            <a:xfrm>
              <a:off x="3148094" y="1611532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52" name="Pseudo atom | small solid diamond">
              <a:extLst>
                <a:ext uri="{FF2B5EF4-FFF2-40B4-BE49-F238E27FC236}">
                  <a16:creationId xmlns:a16="http://schemas.microsoft.com/office/drawing/2014/main" id="{6A94B955-2783-5EF7-B9F2-086A2493F618}"/>
                </a:ext>
              </a:extLst>
            </p:cNvPr>
            <p:cNvSpPr/>
            <p:nvPr/>
          </p:nvSpPr>
          <p:spPr>
            <a:xfrm>
              <a:off x="3138576" y="1510364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53" name="Pseudo atom | small solid diamond">
              <a:extLst>
                <a:ext uri="{FF2B5EF4-FFF2-40B4-BE49-F238E27FC236}">
                  <a16:creationId xmlns:a16="http://schemas.microsoft.com/office/drawing/2014/main" id="{A8CD6C2E-F1E4-68B4-6833-3C46E6C12471}"/>
                </a:ext>
              </a:extLst>
            </p:cNvPr>
            <p:cNvSpPr/>
            <p:nvPr/>
          </p:nvSpPr>
          <p:spPr>
            <a:xfrm>
              <a:off x="3167444" y="1532517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54" name="Pseudo atom | small solid diamond">
              <a:extLst>
                <a:ext uri="{FF2B5EF4-FFF2-40B4-BE49-F238E27FC236}">
                  <a16:creationId xmlns:a16="http://schemas.microsoft.com/office/drawing/2014/main" id="{9F954409-FD76-6E2A-A8B7-72FF5FC8FBE0}"/>
                </a:ext>
              </a:extLst>
            </p:cNvPr>
            <p:cNvSpPr/>
            <p:nvPr/>
          </p:nvSpPr>
          <p:spPr>
            <a:xfrm>
              <a:off x="3192186" y="1545481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55" name="Pseudo atom | small solid diamond">
              <a:extLst>
                <a:ext uri="{FF2B5EF4-FFF2-40B4-BE49-F238E27FC236}">
                  <a16:creationId xmlns:a16="http://schemas.microsoft.com/office/drawing/2014/main" id="{C9C810BB-3795-C27D-C9F5-90FECEEFD52B}"/>
                </a:ext>
              </a:extLst>
            </p:cNvPr>
            <p:cNvSpPr/>
            <p:nvPr/>
          </p:nvSpPr>
          <p:spPr>
            <a:xfrm>
              <a:off x="3219021" y="1555020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2156" name="b | PTV3 stage 5">
            <a:extLst>
              <a:ext uri="{FF2B5EF4-FFF2-40B4-BE49-F238E27FC236}">
                <a16:creationId xmlns:a16="http://schemas.microsoft.com/office/drawing/2014/main" id="{4AD0C8DC-A514-12A0-E439-63682213958A}"/>
              </a:ext>
            </a:extLst>
          </p:cNvPr>
          <p:cNvGrpSpPr/>
          <p:nvPr/>
        </p:nvGrpSpPr>
        <p:grpSpPr>
          <a:xfrm>
            <a:off x="3491961" y="2792241"/>
            <a:ext cx="269042" cy="212122"/>
            <a:chOff x="3473888" y="1438830"/>
            <a:chExt cx="279225" cy="243090"/>
          </a:xfrm>
        </p:grpSpPr>
        <p:sp>
          <p:nvSpPr>
            <p:cNvPr id="12157" name="ellipse_1900">
              <a:extLst>
                <a:ext uri="{FF2B5EF4-FFF2-40B4-BE49-F238E27FC236}">
                  <a16:creationId xmlns:a16="http://schemas.microsoft.com/office/drawing/2014/main" id="{84447246-1C77-CF16-965F-5AD6D6E948CD}"/>
                </a:ext>
              </a:extLst>
            </p:cNvPr>
            <p:cNvSpPr/>
            <p:nvPr/>
          </p:nvSpPr>
          <p:spPr>
            <a:xfrm>
              <a:off x="3541505" y="1483896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58" name="ellipse_1901">
              <a:extLst>
                <a:ext uri="{FF2B5EF4-FFF2-40B4-BE49-F238E27FC236}">
                  <a16:creationId xmlns:a16="http://schemas.microsoft.com/office/drawing/2014/main" id="{B2C607F9-B4E3-9A75-1D50-0CD10019BBC9}"/>
                </a:ext>
              </a:extLst>
            </p:cNvPr>
            <p:cNvSpPr/>
            <p:nvPr/>
          </p:nvSpPr>
          <p:spPr>
            <a:xfrm>
              <a:off x="3634685" y="1579452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59" name="ellipse_1902">
              <a:extLst>
                <a:ext uri="{FF2B5EF4-FFF2-40B4-BE49-F238E27FC236}">
                  <a16:creationId xmlns:a16="http://schemas.microsoft.com/office/drawing/2014/main" id="{A2BFD919-74CF-DCDC-C125-7C9E5FE60162}"/>
                </a:ext>
              </a:extLst>
            </p:cNvPr>
            <p:cNvSpPr/>
            <p:nvPr/>
          </p:nvSpPr>
          <p:spPr>
            <a:xfrm>
              <a:off x="3690250" y="1591533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60" name="ellipse_1903">
              <a:extLst>
                <a:ext uri="{FF2B5EF4-FFF2-40B4-BE49-F238E27FC236}">
                  <a16:creationId xmlns:a16="http://schemas.microsoft.com/office/drawing/2014/main" id="{A797244C-7FAF-2BBB-BF4F-EDC22D846211}"/>
                </a:ext>
              </a:extLst>
            </p:cNvPr>
            <p:cNvSpPr/>
            <p:nvPr/>
          </p:nvSpPr>
          <p:spPr>
            <a:xfrm>
              <a:off x="3688948" y="1626754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61" name="ellipse_1904">
              <a:extLst>
                <a:ext uri="{FF2B5EF4-FFF2-40B4-BE49-F238E27FC236}">
                  <a16:creationId xmlns:a16="http://schemas.microsoft.com/office/drawing/2014/main" id="{E6427AB1-4923-2205-0F87-8582EA05BCAE}"/>
                </a:ext>
              </a:extLst>
            </p:cNvPr>
            <p:cNvSpPr/>
            <p:nvPr/>
          </p:nvSpPr>
          <p:spPr>
            <a:xfrm>
              <a:off x="3676533" y="1458617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62" name="ellipse_1905">
              <a:extLst>
                <a:ext uri="{FF2B5EF4-FFF2-40B4-BE49-F238E27FC236}">
                  <a16:creationId xmlns:a16="http://schemas.microsoft.com/office/drawing/2014/main" id="{DBFCBD51-D6EE-E69E-DE3B-535D237798CB}"/>
                </a:ext>
              </a:extLst>
            </p:cNvPr>
            <p:cNvSpPr/>
            <p:nvPr/>
          </p:nvSpPr>
          <p:spPr>
            <a:xfrm>
              <a:off x="3582836" y="1604405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63" name="ellipse_1906">
              <a:extLst>
                <a:ext uri="{FF2B5EF4-FFF2-40B4-BE49-F238E27FC236}">
                  <a16:creationId xmlns:a16="http://schemas.microsoft.com/office/drawing/2014/main" id="{BDC62FB4-8E9F-686F-3ED0-8FD8F60F392F}"/>
                </a:ext>
              </a:extLst>
            </p:cNvPr>
            <p:cNvSpPr/>
            <p:nvPr/>
          </p:nvSpPr>
          <p:spPr>
            <a:xfrm>
              <a:off x="3502117" y="1481357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64" name="ellipse_1907">
              <a:extLst>
                <a:ext uri="{FF2B5EF4-FFF2-40B4-BE49-F238E27FC236}">
                  <a16:creationId xmlns:a16="http://schemas.microsoft.com/office/drawing/2014/main" id="{2B020A4A-BDDA-C5D3-E502-AEF378A05360}"/>
                </a:ext>
              </a:extLst>
            </p:cNvPr>
            <p:cNvSpPr/>
            <p:nvPr/>
          </p:nvSpPr>
          <p:spPr>
            <a:xfrm>
              <a:off x="3701184" y="1635112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65" name="ellipse_1908">
              <a:extLst>
                <a:ext uri="{FF2B5EF4-FFF2-40B4-BE49-F238E27FC236}">
                  <a16:creationId xmlns:a16="http://schemas.microsoft.com/office/drawing/2014/main" id="{5342D734-D9B0-8CDD-54F5-B3A57C4BE8D5}"/>
                </a:ext>
              </a:extLst>
            </p:cNvPr>
            <p:cNvSpPr/>
            <p:nvPr/>
          </p:nvSpPr>
          <p:spPr>
            <a:xfrm>
              <a:off x="3667161" y="1608045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66" name="ellipse_1909">
              <a:extLst>
                <a:ext uri="{FF2B5EF4-FFF2-40B4-BE49-F238E27FC236}">
                  <a16:creationId xmlns:a16="http://schemas.microsoft.com/office/drawing/2014/main" id="{BDAC0A3D-49DD-B8DA-3D93-DA2B690353E3}"/>
                </a:ext>
              </a:extLst>
            </p:cNvPr>
            <p:cNvSpPr/>
            <p:nvPr/>
          </p:nvSpPr>
          <p:spPr>
            <a:xfrm>
              <a:off x="3580356" y="1576358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67" name="Pseudo atom | small solid diamond">
              <a:extLst>
                <a:ext uri="{FF2B5EF4-FFF2-40B4-BE49-F238E27FC236}">
                  <a16:creationId xmlns:a16="http://schemas.microsoft.com/office/drawing/2014/main" id="{A4FFCB6B-BD2F-FD0D-A612-4CCDE5FEBC3D}"/>
                </a:ext>
              </a:extLst>
            </p:cNvPr>
            <p:cNvSpPr/>
            <p:nvPr/>
          </p:nvSpPr>
          <p:spPr>
            <a:xfrm>
              <a:off x="3677032" y="1640896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68" name="Pseudo atom | small solid diamond">
              <a:extLst>
                <a:ext uri="{FF2B5EF4-FFF2-40B4-BE49-F238E27FC236}">
                  <a16:creationId xmlns:a16="http://schemas.microsoft.com/office/drawing/2014/main" id="{073769A3-A5DD-5642-DF5C-217B4347B624}"/>
                </a:ext>
              </a:extLst>
            </p:cNvPr>
            <p:cNvSpPr/>
            <p:nvPr/>
          </p:nvSpPr>
          <p:spPr>
            <a:xfrm>
              <a:off x="3542290" y="1523790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69" name="Pseudo atom | small solid diamond">
              <a:extLst>
                <a:ext uri="{FF2B5EF4-FFF2-40B4-BE49-F238E27FC236}">
                  <a16:creationId xmlns:a16="http://schemas.microsoft.com/office/drawing/2014/main" id="{91238D07-4314-8CF9-76FE-307C53B88E43}"/>
                </a:ext>
              </a:extLst>
            </p:cNvPr>
            <p:cNvSpPr/>
            <p:nvPr/>
          </p:nvSpPr>
          <p:spPr>
            <a:xfrm>
              <a:off x="3590254" y="1492059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70" name="Pseudo atom | small solid diamond">
              <a:extLst>
                <a:ext uri="{FF2B5EF4-FFF2-40B4-BE49-F238E27FC236}">
                  <a16:creationId xmlns:a16="http://schemas.microsoft.com/office/drawing/2014/main" id="{FD01334D-137A-5940-D8D0-049B940834F0}"/>
                </a:ext>
              </a:extLst>
            </p:cNvPr>
            <p:cNvSpPr/>
            <p:nvPr/>
          </p:nvSpPr>
          <p:spPr>
            <a:xfrm>
              <a:off x="3710724" y="1626781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71" name="Pseudo atom | small solid diamond">
              <a:extLst>
                <a:ext uri="{FF2B5EF4-FFF2-40B4-BE49-F238E27FC236}">
                  <a16:creationId xmlns:a16="http://schemas.microsoft.com/office/drawing/2014/main" id="{4433566D-14A5-C439-C7FB-365B01CECE9D}"/>
                </a:ext>
              </a:extLst>
            </p:cNvPr>
            <p:cNvSpPr/>
            <p:nvPr/>
          </p:nvSpPr>
          <p:spPr>
            <a:xfrm>
              <a:off x="3552701" y="1475941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2172" name="b | Receptor embedding feature bar">
            <a:extLst>
              <a:ext uri="{FF2B5EF4-FFF2-40B4-BE49-F238E27FC236}">
                <a16:creationId xmlns:a16="http://schemas.microsoft.com/office/drawing/2014/main" id="{2D030886-B9F1-7A02-63DC-DDCC9BC0419F}"/>
              </a:ext>
            </a:extLst>
          </p:cNvPr>
          <p:cNvGrpSpPr/>
          <p:nvPr/>
        </p:nvGrpSpPr>
        <p:grpSpPr>
          <a:xfrm>
            <a:off x="848111" y="2724624"/>
            <a:ext cx="338889" cy="20695"/>
            <a:chOff x="1258155" y="1540665"/>
            <a:chExt cx="325215" cy="42705"/>
          </a:xfrm>
        </p:grpSpPr>
        <p:sp>
          <p:nvSpPr>
            <p:cNvPr id="12173" name="feature_1">
              <a:extLst>
                <a:ext uri="{FF2B5EF4-FFF2-40B4-BE49-F238E27FC236}">
                  <a16:creationId xmlns:a16="http://schemas.microsoft.com/office/drawing/2014/main" id="{483764BB-0D53-2884-95E6-1D7E0B7F0393}"/>
                </a:ext>
              </a:extLst>
            </p:cNvPr>
            <p:cNvSpPr/>
            <p:nvPr/>
          </p:nvSpPr>
          <p:spPr>
            <a:xfrm>
              <a:off x="1258155" y="1540665"/>
              <a:ext cx="43644" cy="42705"/>
            </a:xfrm>
            <a:prstGeom prst="rect">
              <a:avLst/>
            </a:prstGeom>
            <a:solidFill>
              <a:srgbClr val="B2A4CD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74" name="feature_2">
              <a:extLst>
                <a:ext uri="{FF2B5EF4-FFF2-40B4-BE49-F238E27FC236}">
                  <a16:creationId xmlns:a16="http://schemas.microsoft.com/office/drawing/2014/main" id="{7EF8DAD8-A47F-169E-8803-D64D84663BEE}"/>
                </a:ext>
              </a:extLst>
            </p:cNvPr>
            <p:cNvSpPr/>
            <p:nvPr/>
          </p:nvSpPr>
          <p:spPr>
            <a:xfrm>
              <a:off x="1305084" y="1540665"/>
              <a:ext cx="43644" cy="42705"/>
            </a:xfrm>
            <a:prstGeom prst="rect">
              <a:avLst/>
            </a:prstGeom>
            <a:solidFill>
              <a:srgbClr val="C7BFE0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75" name="feature_3">
              <a:extLst>
                <a:ext uri="{FF2B5EF4-FFF2-40B4-BE49-F238E27FC236}">
                  <a16:creationId xmlns:a16="http://schemas.microsoft.com/office/drawing/2014/main" id="{87AD452F-51AB-FC5B-7A62-B065C000ED24}"/>
                </a:ext>
              </a:extLst>
            </p:cNvPr>
            <p:cNvSpPr/>
            <p:nvPr/>
          </p:nvSpPr>
          <p:spPr>
            <a:xfrm>
              <a:off x="1352012" y="1540665"/>
              <a:ext cx="43644" cy="42705"/>
            </a:xfrm>
            <a:prstGeom prst="rect">
              <a:avLst/>
            </a:prstGeom>
            <a:solidFill>
              <a:srgbClr val="AEBED6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76" name="feature_4">
              <a:extLst>
                <a:ext uri="{FF2B5EF4-FFF2-40B4-BE49-F238E27FC236}">
                  <a16:creationId xmlns:a16="http://schemas.microsoft.com/office/drawing/2014/main" id="{13A4B539-CD66-28B4-776C-C446B9BDDB99}"/>
                </a:ext>
              </a:extLst>
            </p:cNvPr>
            <p:cNvSpPr/>
            <p:nvPr/>
          </p:nvSpPr>
          <p:spPr>
            <a:xfrm>
              <a:off x="1398941" y="1540665"/>
              <a:ext cx="43644" cy="42705"/>
            </a:xfrm>
            <a:prstGeom prst="rect">
              <a:avLst/>
            </a:prstGeom>
            <a:solidFill>
              <a:srgbClr val="B2A4CD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77" name="feature_5">
              <a:extLst>
                <a:ext uri="{FF2B5EF4-FFF2-40B4-BE49-F238E27FC236}">
                  <a16:creationId xmlns:a16="http://schemas.microsoft.com/office/drawing/2014/main" id="{8307CCC4-F292-25F6-9209-94C2AD771DDF}"/>
                </a:ext>
              </a:extLst>
            </p:cNvPr>
            <p:cNvSpPr/>
            <p:nvPr/>
          </p:nvSpPr>
          <p:spPr>
            <a:xfrm>
              <a:off x="1445869" y="1540665"/>
              <a:ext cx="43644" cy="42705"/>
            </a:xfrm>
            <a:prstGeom prst="rect">
              <a:avLst/>
            </a:prstGeom>
            <a:solidFill>
              <a:srgbClr val="C7BFE0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78" name="feature_6">
              <a:extLst>
                <a:ext uri="{FF2B5EF4-FFF2-40B4-BE49-F238E27FC236}">
                  <a16:creationId xmlns:a16="http://schemas.microsoft.com/office/drawing/2014/main" id="{1B18565A-D938-A30C-EA12-0534C3DB0529}"/>
                </a:ext>
              </a:extLst>
            </p:cNvPr>
            <p:cNvSpPr/>
            <p:nvPr/>
          </p:nvSpPr>
          <p:spPr>
            <a:xfrm>
              <a:off x="1492798" y="1540665"/>
              <a:ext cx="43644" cy="42705"/>
            </a:xfrm>
            <a:prstGeom prst="rect">
              <a:avLst/>
            </a:prstGeom>
            <a:solidFill>
              <a:srgbClr val="AEBED6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79" name="feature_7">
              <a:extLst>
                <a:ext uri="{FF2B5EF4-FFF2-40B4-BE49-F238E27FC236}">
                  <a16:creationId xmlns:a16="http://schemas.microsoft.com/office/drawing/2014/main" id="{F12F7E13-9017-22E2-6893-FAE96CBF8204}"/>
                </a:ext>
              </a:extLst>
            </p:cNvPr>
            <p:cNvSpPr/>
            <p:nvPr/>
          </p:nvSpPr>
          <p:spPr>
            <a:xfrm>
              <a:off x="1539726" y="1540665"/>
              <a:ext cx="43644" cy="42705"/>
            </a:xfrm>
            <a:prstGeom prst="rect">
              <a:avLst/>
            </a:prstGeom>
            <a:solidFill>
              <a:srgbClr val="B2A4CD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2180" name="b | Pseudo atoms">
            <a:extLst>
              <a:ext uri="{FF2B5EF4-FFF2-40B4-BE49-F238E27FC236}">
                <a16:creationId xmlns:a16="http://schemas.microsoft.com/office/drawing/2014/main" id="{2E13E4FC-1B76-C014-8D33-7262582D458E}"/>
              </a:ext>
            </a:extLst>
          </p:cNvPr>
          <p:cNvGrpSpPr/>
          <p:nvPr/>
        </p:nvGrpSpPr>
        <p:grpSpPr>
          <a:xfrm>
            <a:off x="850697" y="3133705"/>
            <a:ext cx="336302" cy="126756"/>
            <a:chOff x="1224494" y="1827718"/>
            <a:chExt cx="319272" cy="160003"/>
          </a:xfrm>
        </p:grpSpPr>
        <p:sp>
          <p:nvSpPr>
            <p:cNvPr id="12181" name="Pseudo atom | small solid diamond">
              <a:extLst>
                <a:ext uri="{FF2B5EF4-FFF2-40B4-BE49-F238E27FC236}">
                  <a16:creationId xmlns:a16="http://schemas.microsoft.com/office/drawing/2014/main" id="{DE598664-A88A-827C-1CE8-B553C34B7EB4}"/>
                </a:ext>
              </a:extLst>
            </p:cNvPr>
            <p:cNvSpPr/>
            <p:nvPr/>
          </p:nvSpPr>
          <p:spPr>
            <a:xfrm>
              <a:off x="1238043" y="1863551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82" name="Pseudo atom | small solid diamond">
              <a:extLst>
                <a:ext uri="{FF2B5EF4-FFF2-40B4-BE49-F238E27FC236}">
                  <a16:creationId xmlns:a16="http://schemas.microsoft.com/office/drawing/2014/main" id="{BD3A012A-A43D-A0E8-8058-D488352D30B7}"/>
                </a:ext>
              </a:extLst>
            </p:cNvPr>
            <p:cNvSpPr/>
            <p:nvPr/>
          </p:nvSpPr>
          <p:spPr>
            <a:xfrm>
              <a:off x="1334797" y="1971936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83" name="Pseudo atom | small solid diamond">
              <a:extLst>
                <a:ext uri="{FF2B5EF4-FFF2-40B4-BE49-F238E27FC236}">
                  <a16:creationId xmlns:a16="http://schemas.microsoft.com/office/drawing/2014/main" id="{522776C4-AC78-2117-6EDD-2FADEB081BA1}"/>
                </a:ext>
              </a:extLst>
            </p:cNvPr>
            <p:cNvSpPr/>
            <p:nvPr/>
          </p:nvSpPr>
          <p:spPr>
            <a:xfrm>
              <a:off x="1251624" y="1954881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84" name="Pseudo atom | small solid diamond">
              <a:extLst>
                <a:ext uri="{FF2B5EF4-FFF2-40B4-BE49-F238E27FC236}">
                  <a16:creationId xmlns:a16="http://schemas.microsoft.com/office/drawing/2014/main" id="{E815F73F-0055-3B59-A3AF-A617DDCF0F87}"/>
                </a:ext>
              </a:extLst>
            </p:cNvPr>
            <p:cNvSpPr/>
            <p:nvPr/>
          </p:nvSpPr>
          <p:spPr>
            <a:xfrm>
              <a:off x="1251873" y="1875722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85" name="Pseudo atom | small solid diamond">
              <a:extLst>
                <a:ext uri="{FF2B5EF4-FFF2-40B4-BE49-F238E27FC236}">
                  <a16:creationId xmlns:a16="http://schemas.microsoft.com/office/drawing/2014/main" id="{E83FF45F-354E-286F-FB39-3964735BAF88}"/>
                </a:ext>
              </a:extLst>
            </p:cNvPr>
            <p:cNvSpPr/>
            <p:nvPr/>
          </p:nvSpPr>
          <p:spPr>
            <a:xfrm>
              <a:off x="1427707" y="1918183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86" name="Pseudo atom | small solid diamond">
              <a:extLst>
                <a:ext uri="{FF2B5EF4-FFF2-40B4-BE49-F238E27FC236}">
                  <a16:creationId xmlns:a16="http://schemas.microsoft.com/office/drawing/2014/main" id="{A626898D-F500-81EF-4EC9-9ABCAE83DAFC}"/>
                </a:ext>
              </a:extLst>
            </p:cNvPr>
            <p:cNvSpPr/>
            <p:nvPr/>
          </p:nvSpPr>
          <p:spPr>
            <a:xfrm>
              <a:off x="1522414" y="1886916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87" name="Pseudo atom | small solid diamond">
              <a:extLst>
                <a:ext uri="{FF2B5EF4-FFF2-40B4-BE49-F238E27FC236}">
                  <a16:creationId xmlns:a16="http://schemas.microsoft.com/office/drawing/2014/main" id="{3E037B7D-728F-4CFC-214E-574C512A9824}"/>
                </a:ext>
              </a:extLst>
            </p:cNvPr>
            <p:cNvSpPr/>
            <p:nvPr/>
          </p:nvSpPr>
          <p:spPr>
            <a:xfrm>
              <a:off x="1517189" y="1965468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88" name="Pseudo atom | small solid diamond">
              <a:extLst>
                <a:ext uri="{FF2B5EF4-FFF2-40B4-BE49-F238E27FC236}">
                  <a16:creationId xmlns:a16="http://schemas.microsoft.com/office/drawing/2014/main" id="{A43D3CF5-C84D-5E2C-2ECC-36EB923E3D9A}"/>
                </a:ext>
              </a:extLst>
            </p:cNvPr>
            <p:cNvSpPr/>
            <p:nvPr/>
          </p:nvSpPr>
          <p:spPr>
            <a:xfrm>
              <a:off x="1440638" y="1827175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89" name="Pseudo atom | small solid diamond">
              <a:extLst>
                <a:ext uri="{FF2B5EF4-FFF2-40B4-BE49-F238E27FC236}">
                  <a16:creationId xmlns:a16="http://schemas.microsoft.com/office/drawing/2014/main" id="{323E68B1-BF12-2EDE-8209-1C1C1BDC6E99}"/>
                </a:ext>
              </a:extLst>
            </p:cNvPr>
            <p:cNvSpPr/>
            <p:nvPr/>
          </p:nvSpPr>
          <p:spPr>
            <a:xfrm>
              <a:off x="1468593" y="1961506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90" name="Pseudo atom | small solid diamond">
              <a:extLst>
                <a:ext uri="{FF2B5EF4-FFF2-40B4-BE49-F238E27FC236}">
                  <a16:creationId xmlns:a16="http://schemas.microsoft.com/office/drawing/2014/main" id="{97D4DF72-6CE1-3782-4CFA-E616CFEA1F1D}"/>
                </a:ext>
              </a:extLst>
            </p:cNvPr>
            <p:cNvSpPr/>
            <p:nvPr/>
          </p:nvSpPr>
          <p:spPr>
            <a:xfrm>
              <a:off x="1375142" y="1854261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91" name="Pseudo atom | small solid diamond">
              <a:extLst>
                <a:ext uri="{FF2B5EF4-FFF2-40B4-BE49-F238E27FC236}">
                  <a16:creationId xmlns:a16="http://schemas.microsoft.com/office/drawing/2014/main" id="{87556519-7519-414A-BE8E-8160BD905A36}"/>
                </a:ext>
              </a:extLst>
            </p:cNvPr>
            <p:cNvSpPr/>
            <p:nvPr/>
          </p:nvSpPr>
          <p:spPr>
            <a:xfrm>
              <a:off x="1257936" y="1953067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92" name="Pseudo atom | small solid diamond">
              <a:extLst>
                <a:ext uri="{FF2B5EF4-FFF2-40B4-BE49-F238E27FC236}">
                  <a16:creationId xmlns:a16="http://schemas.microsoft.com/office/drawing/2014/main" id="{8DD19FA8-9BDC-087C-F556-F8AAFCC6D2A3}"/>
                </a:ext>
              </a:extLst>
            </p:cNvPr>
            <p:cNvSpPr/>
            <p:nvPr/>
          </p:nvSpPr>
          <p:spPr>
            <a:xfrm>
              <a:off x="1225975" y="1907464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93" name="Pseudo atom | small solid diamond">
              <a:extLst>
                <a:ext uri="{FF2B5EF4-FFF2-40B4-BE49-F238E27FC236}">
                  <a16:creationId xmlns:a16="http://schemas.microsoft.com/office/drawing/2014/main" id="{18BA0353-1A2E-5C01-3D88-557FA8BF8A3E}"/>
                </a:ext>
              </a:extLst>
            </p:cNvPr>
            <p:cNvSpPr/>
            <p:nvPr/>
          </p:nvSpPr>
          <p:spPr>
            <a:xfrm>
              <a:off x="1265668" y="1870131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94" name="Pseudo atom | small solid diamond">
              <a:extLst>
                <a:ext uri="{FF2B5EF4-FFF2-40B4-BE49-F238E27FC236}">
                  <a16:creationId xmlns:a16="http://schemas.microsoft.com/office/drawing/2014/main" id="{23E638F0-AAE5-C24A-374A-F6056D3607D5}"/>
                </a:ext>
              </a:extLst>
            </p:cNvPr>
            <p:cNvSpPr/>
            <p:nvPr/>
          </p:nvSpPr>
          <p:spPr>
            <a:xfrm>
              <a:off x="1530005" y="1866373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95" name="Pseudo atom | small solid diamond">
              <a:extLst>
                <a:ext uri="{FF2B5EF4-FFF2-40B4-BE49-F238E27FC236}">
                  <a16:creationId xmlns:a16="http://schemas.microsoft.com/office/drawing/2014/main" id="{9F34F518-46C0-A65F-E185-175A2E3942DE}"/>
                </a:ext>
              </a:extLst>
            </p:cNvPr>
            <p:cNvSpPr/>
            <p:nvPr/>
          </p:nvSpPr>
          <p:spPr>
            <a:xfrm>
              <a:off x="1429684" y="1941177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196" name="Pseudo atom | small solid diamond">
              <a:extLst>
                <a:ext uri="{FF2B5EF4-FFF2-40B4-BE49-F238E27FC236}">
                  <a16:creationId xmlns:a16="http://schemas.microsoft.com/office/drawing/2014/main" id="{81906AD3-556C-363A-3BFC-C63000B33A1E}"/>
                </a:ext>
              </a:extLst>
            </p:cNvPr>
            <p:cNvSpPr/>
            <p:nvPr/>
          </p:nvSpPr>
          <p:spPr>
            <a:xfrm>
              <a:off x="1294641" y="1846548"/>
              <a:ext cx="12280" cy="16327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12197" name="b | Candidate blob">
            <a:extLst>
              <a:ext uri="{FF2B5EF4-FFF2-40B4-BE49-F238E27FC236}">
                <a16:creationId xmlns:a16="http://schemas.microsoft.com/office/drawing/2014/main" id="{5018E914-8322-DB9C-C14B-79CC9104DD5F}"/>
              </a:ext>
            </a:extLst>
          </p:cNvPr>
          <p:cNvSpPr/>
          <p:nvPr/>
        </p:nvSpPr>
        <p:spPr>
          <a:xfrm>
            <a:off x="4014522" y="2409387"/>
            <a:ext cx="168151" cy="108648"/>
          </a:xfrm>
          <a:custGeom>
            <a:avLst/>
            <a:gdLst/>
            <a:ahLst/>
            <a:cxnLst/>
            <a:rect l="0" t="0" r="w" b="h"/>
            <a:pathLst>
              <a:path w="191433" h="121715" extrusionOk="0">
                <a:moveTo>
                  <a:pt x="4484" y="76513"/>
                </a:moveTo>
                <a:cubicBezTo>
                  <a:pt x="0" y="63094"/>
                  <a:pt x="15867" y="42612"/>
                  <a:pt x="25180" y="34137"/>
                </a:cubicBezTo>
                <a:cubicBezTo>
                  <a:pt x="34492" y="25661"/>
                  <a:pt x="49324" y="30841"/>
                  <a:pt x="60362" y="25661"/>
                </a:cubicBezTo>
                <a:cubicBezTo>
                  <a:pt x="71399" y="20482"/>
                  <a:pt x="77608" y="6121"/>
                  <a:pt x="91405" y="3061"/>
                </a:cubicBezTo>
                <a:cubicBezTo>
                  <a:pt x="105202" y="0"/>
                  <a:pt x="129347" y="2825"/>
                  <a:pt x="143144" y="7298"/>
                </a:cubicBezTo>
                <a:cubicBezTo>
                  <a:pt x="156941" y="11771"/>
                  <a:pt x="166599" y="20482"/>
                  <a:pt x="174187" y="29899"/>
                </a:cubicBezTo>
                <a:cubicBezTo>
                  <a:pt x="181775" y="39316"/>
                  <a:pt x="191433" y="52500"/>
                  <a:pt x="188674" y="63800"/>
                </a:cubicBezTo>
                <a:cubicBezTo>
                  <a:pt x="185915" y="75101"/>
                  <a:pt x="170738" y="88520"/>
                  <a:pt x="157631" y="97701"/>
                </a:cubicBezTo>
                <a:cubicBezTo>
                  <a:pt x="144524" y="106883"/>
                  <a:pt x="127622" y="116065"/>
                  <a:pt x="110031" y="118890"/>
                </a:cubicBezTo>
                <a:cubicBezTo>
                  <a:pt x="92440" y="121715"/>
                  <a:pt x="69675" y="121715"/>
                  <a:pt x="52084" y="114652"/>
                </a:cubicBezTo>
                <a:cubicBezTo>
                  <a:pt x="34492" y="107589"/>
                  <a:pt x="8968" y="89932"/>
                  <a:pt x="4484" y="76513"/>
                </a:cubicBezTo>
                <a:close/>
              </a:path>
            </a:pathLst>
          </a:custGeom>
          <a:gradFill flip="none" rotWithShape="1">
            <a:gsLst>
              <a:gs pos="0">
                <a:srgbClr val="E9F2F9"/>
              </a:gs>
              <a:gs pos="48000">
                <a:srgbClr val="85B7DD"/>
              </a:gs>
              <a:gs pos="100000">
                <a:srgbClr val="65A1CE"/>
              </a:gs>
            </a:gsLst>
            <a:lin ang="2700000" scaled="1"/>
            <a:tileRect/>
          </a:gradFill>
          <a:ln w="2540" cap="rnd" cmpd="sng" algn="ctr">
            <a:solidFill>
              <a:srgbClr val="71A9D4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grpSp>
        <p:nvGrpSpPr>
          <p:cNvPr id="12198" name="b | Pseudo atoms cue">
            <a:extLst>
              <a:ext uri="{FF2B5EF4-FFF2-40B4-BE49-F238E27FC236}">
                <a16:creationId xmlns:a16="http://schemas.microsoft.com/office/drawing/2014/main" id="{221DD6B1-6F3E-FB92-C9E2-A112F8E38EF1}"/>
              </a:ext>
            </a:extLst>
          </p:cNvPr>
          <p:cNvGrpSpPr/>
          <p:nvPr/>
        </p:nvGrpSpPr>
        <p:grpSpPr>
          <a:xfrm>
            <a:off x="4397389" y="2411974"/>
            <a:ext cx="212129" cy="100887"/>
            <a:chOff x="4590996" y="2053896"/>
            <a:chExt cx="222101" cy="100386"/>
          </a:xfrm>
        </p:grpSpPr>
        <p:sp>
          <p:nvSpPr>
            <p:cNvPr id="12199" name="Pseudo atom | small solid diamond">
              <a:extLst>
                <a:ext uri="{FF2B5EF4-FFF2-40B4-BE49-F238E27FC236}">
                  <a16:creationId xmlns:a16="http://schemas.microsoft.com/office/drawing/2014/main" id="{36280339-CAAB-6A72-3090-79ADF2302BBB}"/>
                </a:ext>
              </a:extLst>
            </p:cNvPr>
            <p:cNvSpPr/>
            <p:nvPr/>
          </p:nvSpPr>
          <p:spPr>
            <a:xfrm>
              <a:off x="4648269" y="2142459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00" name="Pseudo atom | small solid diamond">
              <a:extLst>
                <a:ext uri="{FF2B5EF4-FFF2-40B4-BE49-F238E27FC236}">
                  <a16:creationId xmlns:a16="http://schemas.microsoft.com/office/drawing/2014/main" id="{6387D384-2CF7-01F6-FA1D-298E4D309CED}"/>
                </a:ext>
              </a:extLst>
            </p:cNvPr>
            <p:cNvSpPr/>
            <p:nvPr/>
          </p:nvSpPr>
          <p:spPr>
            <a:xfrm>
              <a:off x="4633722" y="2059766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01" name="Pseudo atom | small solid diamond">
              <a:extLst>
                <a:ext uri="{FF2B5EF4-FFF2-40B4-BE49-F238E27FC236}">
                  <a16:creationId xmlns:a16="http://schemas.microsoft.com/office/drawing/2014/main" id="{5F135021-7A58-2899-64E6-3BFCA2283BD1}"/>
                </a:ext>
              </a:extLst>
            </p:cNvPr>
            <p:cNvSpPr/>
            <p:nvPr/>
          </p:nvSpPr>
          <p:spPr>
            <a:xfrm>
              <a:off x="4671699" y="2065288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02" name="Pseudo atom | small solid diamond">
              <a:extLst>
                <a:ext uri="{FF2B5EF4-FFF2-40B4-BE49-F238E27FC236}">
                  <a16:creationId xmlns:a16="http://schemas.microsoft.com/office/drawing/2014/main" id="{00C34ED0-4E8A-6127-1C9A-01737AF32DF9}"/>
                </a:ext>
              </a:extLst>
            </p:cNvPr>
            <p:cNvSpPr/>
            <p:nvPr/>
          </p:nvSpPr>
          <p:spPr>
            <a:xfrm>
              <a:off x="4747517" y="2052848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03" name="Pseudo atom | small solid diamond">
              <a:extLst>
                <a:ext uri="{FF2B5EF4-FFF2-40B4-BE49-F238E27FC236}">
                  <a16:creationId xmlns:a16="http://schemas.microsoft.com/office/drawing/2014/main" id="{DBF795BD-A1CF-4832-F7D8-2F3AF21D900A}"/>
                </a:ext>
              </a:extLst>
            </p:cNvPr>
            <p:cNvSpPr/>
            <p:nvPr/>
          </p:nvSpPr>
          <p:spPr>
            <a:xfrm>
              <a:off x="4800939" y="2132910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04" name="Pseudo atom | small solid diamond">
              <a:extLst>
                <a:ext uri="{FF2B5EF4-FFF2-40B4-BE49-F238E27FC236}">
                  <a16:creationId xmlns:a16="http://schemas.microsoft.com/office/drawing/2014/main" id="{B94A47A2-EE97-9FC3-BFC4-4003C0EDD113}"/>
                </a:ext>
              </a:extLst>
            </p:cNvPr>
            <p:cNvSpPr/>
            <p:nvPr/>
          </p:nvSpPr>
          <p:spPr>
            <a:xfrm>
              <a:off x="4589612" y="2098790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05" name="Pseudo atom | small solid diamond">
              <a:extLst>
                <a:ext uri="{FF2B5EF4-FFF2-40B4-BE49-F238E27FC236}">
                  <a16:creationId xmlns:a16="http://schemas.microsoft.com/office/drawing/2014/main" id="{7634D779-79D1-BC97-8F99-BB62E6E7FCD7}"/>
                </a:ext>
              </a:extLst>
            </p:cNvPr>
            <p:cNvSpPr/>
            <p:nvPr/>
          </p:nvSpPr>
          <p:spPr>
            <a:xfrm>
              <a:off x="4614216" y="2068242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06" name="Pseudo atom | small solid diamond">
              <a:extLst>
                <a:ext uri="{FF2B5EF4-FFF2-40B4-BE49-F238E27FC236}">
                  <a16:creationId xmlns:a16="http://schemas.microsoft.com/office/drawing/2014/main" id="{26F3DD01-FB15-EE1D-44A5-FDEBBB1276F2}"/>
                </a:ext>
              </a:extLst>
            </p:cNvPr>
            <p:cNvSpPr/>
            <p:nvPr/>
          </p:nvSpPr>
          <p:spPr>
            <a:xfrm>
              <a:off x="4687548" y="2089324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07" name="Pseudo atom | small solid diamond">
              <a:extLst>
                <a:ext uri="{FF2B5EF4-FFF2-40B4-BE49-F238E27FC236}">
                  <a16:creationId xmlns:a16="http://schemas.microsoft.com/office/drawing/2014/main" id="{E8039873-D6F4-E372-511B-31DD121F28B3}"/>
                </a:ext>
              </a:extLst>
            </p:cNvPr>
            <p:cNvSpPr/>
            <p:nvPr/>
          </p:nvSpPr>
          <p:spPr>
            <a:xfrm>
              <a:off x="4699670" y="2140386"/>
              <a:ext cx="13543" cy="12870"/>
            </a:xfrm>
            <a:custGeom>
              <a:avLst/>
              <a:gdLst/>
              <a:ahLst/>
              <a:cxnLst/>
              <a:rect l="0" t="0" r="w" b="h"/>
              <a:pathLst>
                <a:path w="10775" h="10775" extrusionOk="0">
                  <a:moveTo>
                    <a:pt x="5387" y="0"/>
                  </a:moveTo>
                  <a:lnTo>
                    <a:pt x="10775" y="5387"/>
                  </a:lnTo>
                  <a:lnTo>
                    <a:pt x="5387" y="10775"/>
                  </a:lnTo>
                  <a:lnTo>
                    <a:pt x="0" y="5387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2208" name="b | Atom binding probability atoms">
            <a:extLst>
              <a:ext uri="{FF2B5EF4-FFF2-40B4-BE49-F238E27FC236}">
                <a16:creationId xmlns:a16="http://schemas.microsoft.com/office/drawing/2014/main" id="{67863BEE-82D6-7281-C25B-E8DECFEEBC7F}"/>
              </a:ext>
            </a:extLst>
          </p:cNvPr>
          <p:cNvGrpSpPr/>
          <p:nvPr/>
        </p:nvGrpSpPr>
        <p:grpSpPr>
          <a:xfrm>
            <a:off x="3975718" y="2962973"/>
            <a:ext cx="486344" cy="276793"/>
            <a:chOff x="4048258" y="1358908"/>
            <a:chExt cx="619157" cy="354006"/>
          </a:xfrm>
        </p:grpSpPr>
        <p:sp>
          <p:nvSpPr>
            <p:cNvPr id="12209" name="ellipse_2090">
              <a:extLst>
                <a:ext uri="{FF2B5EF4-FFF2-40B4-BE49-F238E27FC236}">
                  <a16:creationId xmlns:a16="http://schemas.microsoft.com/office/drawing/2014/main" id="{2B3830D9-1626-1F84-D0FE-2FF851C913BA}"/>
                </a:ext>
              </a:extLst>
            </p:cNvPr>
            <p:cNvSpPr/>
            <p:nvPr/>
          </p:nvSpPr>
          <p:spPr>
            <a:xfrm>
              <a:off x="4258453" y="1489516"/>
              <a:ext cx="30094" cy="30094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DB6DC"/>
                </a:gs>
                <a:gs pos="100000">
                  <a:srgbClr val="59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10" name="ellipse_2091">
              <a:extLst>
                <a:ext uri="{FF2B5EF4-FFF2-40B4-BE49-F238E27FC236}">
                  <a16:creationId xmlns:a16="http://schemas.microsoft.com/office/drawing/2014/main" id="{21BE1228-999A-9399-82D7-996C145F7ABC}"/>
                </a:ext>
              </a:extLst>
            </p:cNvPr>
            <p:cNvSpPr/>
            <p:nvPr/>
          </p:nvSpPr>
          <p:spPr>
            <a:xfrm>
              <a:off x="4113367" y="1552446"/>
              <a:ext cx="36128" cy="36128"/>
            </a:xfrm>
            <a:prstGeom prst="ellipse">
              <a:avLst/>
            </a:prstGeom>
            <a:gradFill flip="none" rotWithShape="1">
              <a:gsLst>
                <a:gs pos="0">
                  <a:srgbClr val="F2F6FB"/>
                </a:gs>
                <a:gs pos="43000">
                  <a:srgbClr val="BFD5EB"/>
                </a:gs>
                <a:gs pos="100000">
                  <a:srgbClr val="93B0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11" name="ellipse_2092">
              <a:extLst>
                <a:ext uri="{FF2B5EF4-FFF2-40B4-BE49-F238E27FC236}">
                  <a16:creationId xmlns:a16="http://schemas.microsoft.com/office/drawing/2014/main" id="{17B068A9-2447-48C5-92C0-B12DAFEAEDCD}"/>
                </a:ext>
              </a:extLst>
            </p:cNvPr>
            <p:cNvSpPr/>
            <p:nvPr/>
          </p:nvSpPr>
          <p:spPr>
            <a:xfrm>
              <a:off x="4241603" y="1430960"/>
              <a:ext cx="24712" cy="24712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9A9D6"/>
                </a:gs>
                <a:gs pos="100000">
                  <a:srgbClr val="43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12" name="ellipse_2093">
              <a:extLst>
                <a:ext uri="{FF2B5EF4-FFF2-40B4-BE49-F238E27FC236}">
                  <a16:creationId xmlns:a16="http://schemas.microsoft.com/office/drawing/2014/main" id="{1F85805F-63EB-14E3-7380-919D12139388}"/>
                </a:ext>
              </a:extLst>
            </p:cNvPr>
            <p:cNvSpPr/>
            <p:nvPr/>
          </p:nvSpPr>
          <p:spPr>
            <a:xfrm>
              <a:off x="4416989" y="1399138"/>
              <a:ext cx="30911" cy="30911"/>
            </a:xfrm>
            <a:prstGeom prst="ellipse">
              <a:avLst/>
            </a:prstGeom>
            <a:gradFill flip="none" rotWithShape="1">
              <a:gsLst>
                <a:gs pos="0">
                  <a:srgbClr val="FEFEFE"/>
                </a:gs>
                <a:gs pos="43000">
                  <a:srgbClr val="F8F9FB"/>
                </a:gs>
                <a:gs pos="100000">
                  <a:srgbClr val="D5DAD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13" name="ellipse_2094">
              <a:extLst>
                <a:ext uri="{FF2B5EF4-FFF2-40B4-BE49-F238E27FC236}">
                  <a16:creationId xmlns:a16="http://schemas.microsoft.com/office/drawing/2014/main" id="{8336BFCC-820E-2B19-D689-28CBBBB8B82B}"/>
                </a:ext>
              </a:extLst>
            </p:cNvPr>
            <p:cNvSpPr/>
            <p:nvPr/>
          </p:nvSpPr>
          <p:spPr>
            <a:xfrm>
              <a:off x="4225009" y="1420091"/>
              <a:ext cx="23096" cy="23096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4A6D5"/>
                </a:gs>
                <a:gs pos="100000">
                  <a:srgbClr val="3D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14" name="ellipse_2095">
              <a:extLst>
                <a:ext uri="{FF2B5EF4-FFF2-40B4-BE49-F238E27FC236}">
                  <a16:creationId xmlns:a16="http://schemas.microsoft.com/office/drawing/2014/main" id="{14DB2149-EC00-5D23-19DE-BB1BBCDAF552}"/>
                </a:ext>
              </a:extLst>
            </p:cNvPr>
            <p:cNvSpPr/>
            <p:nvPr/>
          </p:nvSpPr>
          <p:spPr>
            <a:xfrm>
              <a:off x="4351890" y="1391469"/>
              <a:ext cx="20643" cy="20643"/>
            </a:xfrm>
            <a:prstGeom prst="ellipse">
              <a:avLst/>
            </a:prstGeom>
            <a:gradFill flip="none" rotWithShape="1">
              <a:gsLst>
                <a:gs pos="0">
                  <a:srgbClr val="ECF2F9"/>
                </a:gs>
                <a:gs pos="43000">
                  <a:srgbClr val="A1C3E1"/>
                </a:gs>
                <a:gs pos="100000">
                  <a:srgbClr val="719BC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15" name="ellipse_2096">
              <a:extLst>
                <a:ext uri="{FF2B5EF4-FFF2-40B4-BE49-F238E27FC236}">
                  <a16:creationId xmlns:a16="http://schemas.microsoft.com/office/drawing/2014/main" id="{AC5F1764-C87D-B432-3B98-9D25CEF78A00}"/>
                </a:ext>
              </a:extLst>
            </p:cNvPr>
            <p:cNvSpPr/>
            <p:nvPr/>
          </p:nvSpPr>
          <p:spPr>
            <a:xfrm>
              <a:off x="4500666" y="1563839"/>
              <a:ext cx="30169" cy="30169"/>
            </a:xfrm>
            <a:prstGeom prst="ellipse">
              <a:avLst/>
            </a:prstGeom>
            <a:gradFill flip="none" rotWithShape="1">
              <a:gsLst>
                <a:gs pos="0">
                  <a:srgbClr val="F0F5FA"/>
                </a:gs>
                <a:gs pos="43000">
                  <a:srgbClr val="B5CFE7"/>
                </a:gs>
                <a:gs pos="100000">
                  <a:srgbClr val="88A9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16" name="ellipse_2097">
              <a:extLst>
                <a:ext uri="{FF2B5EF4-FFF2-40B4-BE49-F238E27FC236}">
                  <a16:creationId xmlns:a16="http://schemas.microsoft.com/office/drawing/2014/main" id="{C3EFF02A-5DBF-293B-4CF8-425B9E44645D}"/>
                </a:ext>
              </a:extLst>
            </p:cNvPr>
            <p:cNvSpPr/>
            <p:nvPr/>
          </p:nvSpPr>
          <p:spPr>
            <a:xfrm>
              <a:off x="4285092" y="1531884"/>
              <a:ext cx="35504" cy="35504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DC0E1"/>
                </a:gs>
                <a:gs pos="100000">
                  <a:srgbClr val="6C97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17" name="ellipse_2098">
              <a:extLst>
                <a:ext uri="{FF2B5EF4-FFF2-40B4-BE49-F238E27FC236}">
                  <a16:creationId xmlns:a16="http://schemas.microsoft.com/office/drawing/2014/main" id="{7FE121BE-406C-B7F0-6588-68811588E062}"/>
                </a:ext>
              </a:extLst>
            </p:cNvPr>
            <p:cNvSpPr/>
            <p:nvPr/>
          </p:nvSpPr>
          <p:spPr>
            <a:xfrm>
              <a:off x="4478008" y="1554349"/>
              <a:ext cx="26505" cy="26505"/>
            </a:xfrm>
            <a:prstGeom prst="ellipse">
              <a:avLst/>
            </a:prstGeom>
            <a:gradFill flip="none" rotWithShape="1">
              <a:gsLst>
                <a:gs pos="0">
                  <a:srgbClr val="F9FBFD"/>
                </a:gs>
                <a:gs pos="43000">
                  <a:srgbClr val="E2ECF5"/>
                </a:gs>
                <a:gs pos="100000">
                  <a:srgbClr val="BCCAD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18" name="ellipse_2099">
              <a:extLst>
                <a:ext uri="{FF2B5EF4-FFF2-40B4-BE49-F238E27FC236}">
                  <a16:creationId xmlns:a16="http://schemas.microsoft.com/office/drawing/2014/main" id="{1AB6DDD3-5DF8-FB31-87B7-C71B35A08325}"/>
                </a:ext>
              </a:extLst>
            </p:cNvPr>
            <p:cNvSpPr/>
            <p:nvPr/>
          </p:nvSpPr>
          <p:spPr>
            <a:xfrm>
              <a:off x="4554728" y="1513181"/>
              <a:ext cx="25082" cy="25082"/>
            </a:xfrm>
            <a:prstGeom prst="ellipse">
              <a:avLst/>
            </a:prstGeom>
            <a:gradFill flip="none" rotWithShape="1">
              <a:gsLst>
                <a:gs pos="0">
                  <a:srgbClr val="F6F9FC"/>
                </a:gs>
                <a:gs pos="43000">
                  <a:srgbClr val="D3E2F1"/>
                </a:gs>
                <a:gs pos="100000">
                  <a:srgbClr val="AABFD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19" name="ellipse_2100">
              <a:extLst>
                <a:ext uri="{FF2B5EF4-FFF2-40B4-BE49-F238E27FC236}">
                  <a16:creationId xmlns:a16="http://schemas.microsoft.com/office/drawing/2014/main" id="{18032942-4A69-808B-7CCA-34C6989D718C}"/>
                </a:ext>
              </a:extLst>
            </p:cNvPr>
            <p:cNvSpPr/>
            <p:nvPr/>
          </p:nvSpPr>
          <p:spPr>
            <a:xfrm>
              <a:off x="4437339" y="1438245"/>
              <a:ext cx="26429" cy="26429"/>
            </a:xfrm>
            <a:prstGeom prst="ellipse">
              <a:avLst/>
            </a:prstGeom>
            <a:gradFill flip="none" rotWithShape="1">
              <a:gsLst>
                <a:gs pos="0">
                  <a:srgbClr val="F8E4E5"/>
                </a:gs>
                <a:gs pos="43000">
                  <a:srgbClr val="DD7C81"/>
                </a:gs>
                <a:gs pos="100000">
                  <a:srgbClr val="B6495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20" name="ellipse_2101">
              <a:extLst>
                <a:ext uri="{FF2B5EF4-FFF2-40B4-BE49-F238E27FC236}">
                  <a16:creationId xmlns:a16="http://schemas.microsoft.com/office/drawing/2014/main" id="{131AE690-D88E-7409-FBC3-7139B0FED790}"/>
                </a:ext>
              </a:extLst>
            </p:cNvPr>
            <p:cNvSpPr/>
            <p:nvPr/>
          </p:nvSpPr>
          <p:spPr>
            <a:xfrm>
              <a:off x="4540638" y="1512355"/>
              <a:ext cx="24065" cy="24065"/>
            </a:xfrm>
            <a:prstGeom prst="ellipse">
              <a:avLst/>
            </a:prstGeom>
            <a:gradFill flip="none" rotWithShape="1">
              <a:gsLst>
                <a:gs pos="0">
                  <a:srgbClr val="FCFDFE"/>
                </a:gs>
                <a:gs pos="43000">
                  <a:srgbClr val="F2F6FA"/>
                </a:gs>
                <a:gs pos="100000">
                  <a:srgbClr val="CED5D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21" name="ellipse_2102">
              <a:extLst>
                <a:ext uri="{FF2B5EF4-FFF2-40B4-BE49-F238E27FC236}">
                  <a16:creationId xmlns:a16="http://schemas.microsoft.com/office/drawing/2014/main" id="{28037DFA-4250-8D96-3A73-5456B22B2203}"/>
                </a:ext>
              </a:extLst>
            </p:cNvPr>
            <p:cNvSpPr/>
            <p:nvPr/>
          </p:nvSpPr>
          <p:spPr>
            <a:xfrm>
              <a:off x="4379933" y="1358908"/>
              <a:ext cx="19574" cy="19574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7B2DA"/>
                </a:gs>
                <a:gs pos="100000">
                  <a:srgbClr val="53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22" name="ellipse_2103">
              <a:extLst>
                <a:ext uri="{FF2B5EF4-FFF2-40B4-BE49-F238E27FC236}">
                  <a16:creationId xmlns:a16="http://schemas.microsoft.com/office/drawing/2014/main" id="{D7D05214-C003-61EF-0D5F-D1DE4CA377AB}"/>
                </a:ext>
              </a:extLst>
            </p:cNvPr>
            <p:cNvSpPr/>
            <p:nvPr/>
          </p:nvSpPr>
          <p:spPr>
            <a:xfrm>
              <a:off x="4136927" y="1409448"/>
              <a:ext cx="34734" cy="34734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23" name="ellipse_2104">
              <a:extLst>
                <a:ext uri="{FF2B5EF4-FFF2-40B4-BE49-F238E27FC236}">
                  <a16:creationId xmlns:a16="http://schemas.microsoft.com/office/drawing/2014/main" id="{4097D10B-E6ED-C77E-D00E-C91C11E7DEBD}"/>
                </a:ext>
              </a:extLst>
            </p:cNvPr>
            <p:cNvSpPr/>
            <p:nvPr/>
          </p:nvSpPr>
          <p:spPr>
            <a:xfrm>
              <a:off x="4185936" y="1432087"/>
              <a:ext cx="35247" cy="3524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24" name="ellipse_2105">
              <a:extLst>
                <a:ext uri="{FF2B5EF4-FFF2-40B4-BE49-F238E27FC236}">
                  <a16:creationId xmlns:a16="http://schemas.microsoft.com/office/drawing/2014/main" id="{CDCA2000-8A75-BC3C-B739-09843F04912A}"/>
                </a:ext>
              </a:extLst>
            </p:cNvPr>
            <p:cNvSpPr/>
            <p:nvPr/>
          </p:nvSpPr>
          <p:spPr>
            <a:xfrm>
              <a:off x="4160777" y="1485033"/>
              <a:ext cx="33010" cy="33010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8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25" name="ellipse_2106">
              <a:extLst>
                <a:ext uri="{FF2B5EF4-FFF2-40B4-BE49-F238E27FC236}">
                  <a16:creationId xmlns:a16="http://schemas.microsoft.com/office/drawing/2014/main" id="{4FD87725-889B-36C2-0696-F9BD76880B59}"/>
                </a:ext>
              </a:extLst>
            </p:cNvPr>
            <p:cNvSpPr/>
            <p:nvPr/>
          </p:nvSpPr>
          <p:spPr>
            <a:xfrm>
              <a:off x="4156764" y="1588952"/>
              <a:ext cx="33812" cy="33812"/>
            </a:xfrm>
            <a:prstGeom prst="ellipse">
              <a:avLst/>
            </a:prstGeom>
            <a:gradFill flip="none" rotWithShape="1">
              <a:gsLst>
                <a:gs pos="0">
                  <a:srgbClr val="FAFCFD"/>
                </a:gs>
                <a:gs pos="43000">
                  <a:srgbClr val="E7EFF6"/>
                </a:gs>
                <a:gs pos="100000">
                  <a:srgbClr val="C2CED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26" name="ellipse_2107">
              <a:extLst>
                <a:ext uri="{FF2B5EF4-FFF2-40B4-BE49-F238E27FC236}">
                  <a16:creationId xmlns:a16="http://schemas.microsoft.com/office/drawing/2014/main" id="{80ABBECD-BFD3-BA56-7095-4E79A57EA9EC}"/>
                </a:ext>
              </a:extLst>
            </p:cNvPr>
            <p:cNvSpPr/>
            <p:nvPr/>
          </p:nvSpPr>
          <p:spPr>
            <a:xfrm>
              <a:off x="4477325" y="1432896"/>
              <a:ext cx="23702" cy="23702"/>
            </a:xfrm>
            <a:prstGeom prst="ellipse">
              <a:avLst/>
            </a:prstGeom>
            <a:gradFill flip="none" rotWithShape="1">
              <a:gsLst>
                <a:gs pos="0">
                  <a:srgbClr val="FAECED"/>
                </a:gs>
                <a:gs pos="43000">
                  <a:srgbClr val="E6A5A9"/>
                </a:gs>
                <a:gs pos="100000">
                  <a:srgbClr val="C0788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27" name="ellipse_2108">
              <a:extLst>
                <a:ext uri="{FF2B5EF4-FFF2-40B4-BE49-F238E27FC236}">
                  <a16:creationId xmlns:a16="http://schemas.microsoft.com/office/drawing/2014/main" id="{109BA463-8936-BB87-C1B2-9C4C0E230AC6}"/>
                </a:ext>
              </a:extLst>
            </p:cNvPr>
            <p:cNvSpPr/>
            <p:nvPr/>
          </p:nvSpPr>
          <p:spPr>
            <a:xfrm>
              <a:off x="4277073" y="1643617"/>
              <a:ext cx="28926" cy="28926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EACD7"/>
                </a:gs>
                <a:gs pos="100000">
                  <a:srgbClr val="4881B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28" name="ellipse_2109">
              <a:extLst>
                <a:ext uri="{FF2B5EF4-FFF2-40B4-BE49-F238E27FC236}">
                  <a16:creationId xmlns:a16="http://schemas.microsoft.com/office/drawing/2014/main" id="{CC8AEAA2-497C-185E-A9BC-0C32E8A22B7F}"/>
                </a:ext>
              </a:extLst>
            </p:cNvPr>
            <p:cNvSpPr/>
            <p:nvPr/>
          </p:nvSpPr>
          <p:spPr>
            <a:xfrm>
              <a:off x="4232832" y="1587878"/>
              <a:ext cx="32331" cy="32331"/>
            </a:xfrm>
            <a:prstGeom prst="ellipse">
              <a:avLst/>
            </a:prstGeom>
            <a:gradFill flip="none" rotWithShape="1">
              <a:gsLst>
                <a:gs pos="0">
                  <a:srgbClr val="F2F6FB"/>
                </a:gs>
                <a:gs pos="43000">
                  <a:srgbClr val="C0D6EB"/>
                </a:gs>
                <a:gs pos="100000">
                  <a:srgbClr val="95B1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29" name="ellipse_2110">
              <a:extLst>
                <a:ext uri="{FF2B5EF4-FFF2-40B4-BE49-F238E27FC236}">
                  <a16:creationId xmlns:a16="http://schemas.microsoft.com/office/drawing/2014/main" id="{51D3B4DB-D528-230A-2EE0-4B2F01E04C5D}"/>
                </a:ext>
              </a:extLst>
            </p:cNvPr>
            <p:cNvSpPr/>
            <p:nvPr/>
          </p:nvSpPr>
          <p:spPr>
            <a:xfrm>
              <a:off x="4366549" y="1446303"/>
              <a:ext cx="19768" cy="19768"/>
            </a:xfrm>
            <a:prstGeom prst="ellipse">
              <a:avLst/>
            </a:prstGeom>
            <a:gradFill flip="none" rotWithShape="1">
              <a:gsLst>
                <a:gs pos="0">
                  <a:srgbClr val="FCF6F7"/>
                </a:gs>
                <a:gs pos="43000">
                  <a:srgbClr val="F0D6D9"/>
                </a:gs>
                <a:gs pos="100000">
                  <a:srgbClr val="CCB1B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30" name="ellipse_2111">
              <a:extLst>
                <a:ext uri="{FF2B5EF4-FFF2-40B4-BE49-F238E27FC236}">
                  <a16:creationId xmlns:a16="http://schemas.microsoft.com/office/drawing/2014/main" id="{D39ECB35-01E8-0E06-9926-A03204926228}"/>
                </a:ext>
              </a:extLst>
            </p:cNvPr>
            <p:cNvSpPr/>
            <p:nvPr/>
          </p:nvSpPr>
          <p:spPr>
            <a:xfrm>
              <a:off x="4319837" y="1616419"/>
              <a:ext cx="29048" cy="29048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7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31" name="ellipse_2112">
              <a:extLst>
                <a:ext uri="{FF2B5EF4-FFF2-40B4-BE49-F238E27FC236}">
                  <a16:creationId xmlns:a16="http://schemas.microsoft.com/office/drawing/2014/main" id="{51F26B1C-3B9D-7E7C-F6F7-F082F80023BB}"/>
                </a:ext>
              </a:extLst>
            </p:cNvPr>
            <p:cNvSpPr/>
            <p:nvPr/>
          </p:nvSpPr>
          <p:spPr>
            <a:xfrm>
              <a:off x="4162910" y="1486420"/>
              <a:ext cx="24489" cy="24489"/>
            </a:xfrm>
            <a:prstGeom prst="ellipse">
              <a:avLst/>
            </a:prstGeom>
            <a:gradFill flip="none" rotWithShape="1">
              <a:gsLst>
                <a:gs pos="0">
                  <a:srgbClr val="E4EDF7"/>
                </a:gs>
                <a:gs pos="43000">
                  <a:srgbClr val="7BABD7"/>
                </a:gs>
                <a:gs pos="100000">
                  <a:srgbClr val="457F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32" name="ellipse_2113">
              <a:extLst>
                <a:ext uri="{FF2B5EF4-FFF2-40B4-BE49-F238E27FC236}">
                  <a16:creationId xmlns:a16="http://schemas.microsoft.com/office/drawing/2014/main" id="{BD6B4897-5882-D9D9-FC05-D39528C98FFF}"/>
                </a:ext>
              </a:extLst>
            </p:cNvPr>
            <p:cNvSpPr/>
            <p:nvPr/>
          </p:nvSpPr>
          <p:spPr>
            <a:xfrm>
              <a:off x="4477711" y="1630434"/>
              <a:ext cx="31074" cy="31074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5A6D5"/>
                </a:gs>
                <a:gs pos="100000">
                  <a:srgbClr val="3E7A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33" name="ellipse_2114">
              <a:extLst>
                <a:ext uri="{FF2B5EF4-FFF2-40B4-BE49-F238E27FC236}">
                  <a16:creationId xmlns:a16="http://schemas.microsoft.com/office/drawing/2014/main" id="{106E12B7-22EC-AFAE-6E2E-E7F254CB1578}"/>
                </a:ext>
              </a:extLst>
            </p:cNvPr>
            <p:cNvSpPr/>
            <p:nvPr/>
          </p:nvSpPr>
          <p:spPr>
            <a:xfrm>
              <a:off x="4561895" y="1404845"/>
              <a:ext cx="32842" cy="32842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FC1E1"/>
                </a:gs>
                <a:gs pos="100000">
                  <a:srgbClr val="6F99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34" name="ellipse_2115">
              <a:extLst>
                <a:ext uri="{FF2B5EF4-FFF2-40B4-BE49-F238E27FC236}">
                  <a16:creationId xmlns:a16="http://schemas.microsoft.com/office/drawing/2014/main" id="{336A9DE0-688A-263D-8877-F6999AE273FD}"/>
                </a:ext>
              </a:extLst>
            </p:cNvPr>
            <p:cNvSpPr/>
            <p:nvPr/>
          </p:nvSpPr>
          <p:spPr>
            <a:xfrm>
              <a:off x="4215117" y="1531671"/>
              <a:ext cx="31068" cy="31068"/>
            </a:xfrm>
            <a:prstGeom prst="ellipse">
              <a:avLst/>
            </a:prstGeom>
            <a:gradFill flip="none" rotWithShape="1">
              <a:gsLst>
                <a:gs pos="0">
                  <a:srgbClr val="EDF3F9"/>
                </a:gs>
                <a:gs pos="43000">
                  <a:srgbClr val="A9C8E4"/>
                </a:gs>
                <a:gs pos="100000">
                  <a:srgbClr val="7AA0C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35" name="ellipse_2116">
              <a:extLst>
                <a:ext uri="{FF2B5EF4-FFF2-40B4-BE49-F238E27FC236}">
                  <a16:creationId xmlns:a16="http://schemas.microsoft.com/office/drawing/2014/main" id="{5136DE23-286D-18F3-0EF5-D3DC028F1A68}"/>
                </a:ext>
              </a:extLst>
            </p:cNvPr>
            <p:cNvSpPr/>
            <p:nvPr/>
          </p:nvSpPr>
          <p:spPr>
            <a:xfrm>
              <a:off x="4305476" y="1587179"/>
              <a:ext cx="22676" cy="22676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8FB6DC"/>
                </a:gs>
                <a:gs pos="100000">
                  <a:srgbClr val="5C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36" name="ellipse_2117">
              <a:extLst>
                <a:ext uri="{FF2B5EF4-FFF2-40B4-BE49-F238E27FC236}">
                  <a16:creationId xmlns:a16="http://schemas.microsoft.com/office/drawing/2014/main" id="{B6764111-0B1A-785B-232B-4B2E673C252D}"/>
                </a:ext>
              </a:extLst>
            </p:cNvPr>
            <p:cNvSpPr/>
            <p:nvPr/>
          </p:nvSpPr>
          <p:spPr>
            <a:xfrm>
              <a:off x="4603877" y="1581641"/>
              <a:ext cx="20231" cy="20231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8D5"/>
                </a:gs>
                <a:gs pos="100000">
                  <a:srgbClr val="41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37" name="ellipse_2118">
              <a:extLst>
                <a:ext uri="{FF2B5EF4-FFF2-40B4-BE49-F238E27FC236}">
                  <a16:creationId xmlns:a16="http://schemas.microsoft.com/office/drawing/2014/main" id="{79E4C40F-AF19-0B8F-CB72-7FCA57476A7E}"/>
                </a:ext>
              </a:extLst>
            </p:cNvPr>
            <p:cNvSpPr/>
            <p:nvPr/>
          </p:nvSpPr>
          <p:spPr>
            <a:xfrm>
              <a:off x="4148220" y="1473747"/>
              <a:ext cx="36222" cy="36222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8D5"/>
                </a:gs>
                <a:gs pos="100000">
                  <a:srgbClr val="41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38" name="ellipse_2119">
              <a:extLst>
                <a:ext uri="{FF2B5EF4-FFF2-40B4-BE49-F238E27FC236}">
                  <a16:creationId xmlns:a16="http://schemas.microsoft.com/office/drawing/2014/main" id="{52015E7F-29E3-3823-9D6C-5192365F64FE}"/>
                </a:ext>
              </a:extLst>
            </p:cNvPr>
            <p:cNvSpPr/>
            <p:nvPr/>
          </p:nvSpPr>
          <p:spPr>
            <a:xfrm>
              <a:off x="4552698" y="1554585"/>
              <a:ext cx="29289" cy="29289"/>
            </a:xfrm>
            <a:prstGeom prst="ellipse">
              <a:avLst/>
            </a:prstGeom>
            <a:gradFill flip="none" rotWithShape="1">
              <a:gsLst>
                <a:gs pos="0">
                  <a:srgbClr val="EAF2F9"/>
                </a:gs>
                <a:gs pos="43000">
                  <a:srgbClr val="9CBFE0"/>
                </a:gs>
                <a:gs pos="100000">
                  <a:srgbClr val="6A96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39" name="ellipse_2120">
              <a:extLst>
                <a:ext uri="{FF2B5EF4-FFF2-40B4-BE49-F238E27FC236}">
                  <a16:creationId xmlns:a16="http://schemas.microsoft.com/office/drawing/2014/main" id="{1DB9F3DA-CE4C-F9BB-30D8-BF3FE42DB962}"/>
                </a:ext>
              </a:extLst>
            </p:cNvPr>
            <p:cNvSpPr/>
            <p:nvPr/>
          </p:nvSpPr>
          <p:spPr>
            <a:xfrm>
              <a:off x="4303221" y="1630068"/>
              <a:ext cx="26948" cy="26948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7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40" name="ellipse_2121">
              <a:extLst>
                <a:ext uri="{FF2B5EF4-FFF2-40B4-BE49-F238E27FC236}">
                  <a16:creationId xmlns:a16="http://schemas.microsoft.com/office/drawing/2014/main" id="{F79395A1-3FD5-65CA-2956-E0150FBD5E21}"/>
                </a:ext>
              </a:extLst>
            </p:cNvPr>
            <p:cNvSpPr/>
            <p:nvPr/>
          </p:nvSpPr>
          <p:spPr>
            <a:xfrm>
              <a:off x="4478501" y="1592646"/>
              <a:ext cx="34960" cy="34960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CB5DB"/>
                </a:gs>
                <a:gs pos="100000">
                  <a:srgbClr val="588BB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41" name="ellipse_2122">
              <a:extLst>
                <a:ext uri="{FF2B5EF4-FFF2-40B4-BE49-F238E27FC236}">
                  <a16:creationId xmlns:a16="http://schemas.microsoft.com/office/drawing/2014/main" id="{D2200CD1-9D25-15CE-8D0B-264280C74176}"/>
                </a:ext>
              </a:extLst>
            </p:cNvPr>
            <p:cNvSpPr/>
            <p:nvPr/>
          </p:nvSpPr>
          <p:spPr>
            <a:xfrm>
              <a:off x="4565932" y="1590332"/>
              <a:ext cx="28306" cy="28306"/>
            </a:xfrm>
            <a:prstGeom prst="ellipse">
              <a:avLst/>
            </a:prstGeom>
            <a:gradFill flip="none" rotWithShape="1">
              <a:gsLst>
                <a:gs pos="0">
                  <a:srgbClr val="E4EDF6"/>
                </a:gs>
                <a:gs pos="43000">
                  <a:srgbClr val="7BAAD6"/>
                </a:gs>
                <a:gs pos="100000">
                  <a:srgbClr val="457E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42" name="ellipse_2123">
              <a:extLst>
                <a:ext uri="{FF2B5EF4-FFF2-40B4-BE49-F238E27FC236}">
                  <a16:creationId xmlns:a16="http://schemas.microsoft.com/office/drawing/2014/main" id="{D97B1542-8FA0-B4DC-F5A5-057FCE19A7A8}"/>
                </a:ext>
              </a:extLst>
            </p:cNvPr>
            <p:cNvSpPr/>
            <p:nvPr/>
          </p:nvSpPr>
          <p:spPr>
            <a:xfrm>
              <a:off x="4059567" y="1420321"/>
              <a:ext cx="25021" cy="25021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3D3"/>
                </a:gs>
                <a:gs pos="100000">
                  <a:srgbClr val="3876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43" name="ellipse_2124">
              <a:extLst>
                <a:ext uri="{FF2B5EF4-FFF2-40B4-BE49-F238E27FC236}">
                  <a16:creationId xmlns:a16="http://schemas.microsoft.com/office/drawing/2014/main" id="{8E30B7B1-D369-E960-649A-327F130BD73D}"/>
                </a:ext>
              </a:extLst>
            </p:cNvPr>
            <p:cNvSpPr/>
            <p:nvPr/>
          </p:nvSpPr>
          <p:spPr>
            <a:xfrm>
              <a:off x="4454981" y="1419123"/>
              <a:ext cx="20719" cy="20719"/>
            </a:xfrm>
            <a:prstGeom prst="ellipse">
              <a:avLst/>
            </a:prstGeom>
            <a:gradFill flip="none" rotWithShape="1">
              <a:gsLst>
                <a:gs pos="0">
                  <a:srgbClr val="FBF3F4"/>
                </a:gs>
                <a:gs pos="43000">
                  <a:srgbClr val="EDC5C9"/>
                </a:gs>
                <a:gs pos="100000">
                  <a:srgbClr val="C89EA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44" name="ellipse_2125">
              <a:extLst>
                <a:ext uri="{FF2B5EF4-FFF2-40B4-BE49-F238E27FC236}">
                  <a16:creationId xmlns:a16="http://schemas.microsoft.com/office/drawing/2014/main" id="{24627FA8-DC8B-16B1-FA7D-91338E3A6F90}"/>
                </a:ext>
              </a:extLst>
            </p:cNvPr>
            <p:cNvSpPr/>
            <p:nvPr/>
          </p:nvSpPr>
          <p:spPr>
            <a:xfrm>
              <a:off x="4213951" y="1613938"/>
              <a:ext cx="30623" cy="30623"/>
            </a:xfrm>
            <a:prstGeom prst="ellipse">
              <a:avLst/>
            </a:prstGeom>
            <a:gradFill flip="none" rotWithShape="1">
              <a:gsLst>
                <a:gs pos="0">
                  <a:srgbClr val="F1F6FA"/>
                </a:gs>
                <a:gs pos="43000">
                  <a:srgbClr val="BCD3E9"/>
                </a:gs>
                <a:gs pos="100000">
                  <a:srgbClr val="90AEC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45" name="ellipse_2126">
              <a:extLst>
                <a:ext uri="{FF2B5EF4-FFF2-40B4-BE49-F238E27FC236}">
                  <a16:creationId xmlns:a16="http://schemas.microsoft.com/office/drawing/2014/main" id="{4F34284F-3527-B756-C9E3-0FC52628CFA5}"/>
                </a:ext>
              </a:extLst>
            </p:cNvPr>
            <p:cNvSpPr/>
            <p:nvPr/>
          </p:nvSpPr>
          <p:spPr>
            <a:xfrm>
              <a:off x="4448861" y="1530866"/>
              <a:ext cx="30010" cy="30010"/>
            </a:xfrm>
            <a:prstGeom prst="ellipse">
              <a:avLst/>
            </a:prstGeom>
            <a:gradFill flip="none" rotWithShape="1">
              <a:gsLst>
                <a:gs pos="0">
                  <a:srgbClr val="FBF1F2"/>
                </a:gs>
                <a:gs pos="43000">
                  <a:srgbClr val="EBBDC0"/>
                </a:gs>
                <a:gs pos="100000">
                  <a:srgbClr val="C6949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46" name="ellipse_2127">
              <a:extLst>
                <a:ext uri="{FF2B5EF4-FFF2-40B4-BE49-F238E27FC236}">
                  <a16:creationId xmlns:a16="http://schemas.microsoft.com/office/drawing/2014/main" id="{3E9D0ACC-8422-CAFC-ADBC-16FED0739B06}"/>
                </a:ext>
              </a:extLst>
            </p:cNvPr>
            <p:cNvSpPr/>
            <p:nvPr/>
          </p:nvSpPr>
          <p:spPr>
            <a:xfrm>
              <a:off x="4187439" y="1437250"/>
              <a:ext cx="22091" cy="22091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47" name="ellipse_2128">
              <a:extLst>
                <a:ext uri="{FF2B5EF4-FFF2-40B4-BE49-F238E27FC236}">
                  <a16:creationId xmlns:a16="http://schemas.microsoft.com/office/drawing/2014/main" id="{F544F1C8-CF7D-C99E-336E-34A53E03791D}"/>
                </a:ext>
              </a:extLst>
            </p:cNvPr>
            <p:cNvSpPr/>
            <p:nvPr/>
          </p:nvSpPr>
          <p:spPr>
            <a:xfrm>
              <a:off x="4156267" y="1447360"/>
              <a:ext cx="27517" cy="2751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48" name="ellipse_2129">
              <a:extLst>
                <a:ext uri="{FF2B5EF4-FFF2-40B4-BE49-F238E27FC236}">
                  <a16:creationId xmlns:a16="http://schemas.microsoft.com/office/drawing/2014/main" id="{E5D64892-1D43-5B53-7A21-84FEFCB7B869}"/>
                </a:ext>
              </a:extLst>
            </p:cNvPr>
            <p:cNvSpPr/>
            <p:nvPr/>
          </p:nvSpPr>
          <p:spPr>
            <a:xfrm>
              <a:off x="4513687" y="1593956"/>
              <a:ext cx="26924" cy="26924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7B2DA"/>
                </a:gs>
                <a:gs pos="100000">
                  <a:srgbClr val="53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49" name="ellipse_2130">
              <a:extLst>
                <a:ext uri="{FF2B5EF4-FFF2-40B4-BE49-F238E27FC236}">
                  <a16:creationId xmlns:a16="http://schemas.microsoft.com/office/drawing/2014/main" id="{5822C808-2F4C-0196-94D6-274BF01594F4}"/>
                </a:ext>
              </a:extLst>
            </p:cNvPr>
            <p:cNvSpPr/>
            <p:nvPr/>
          </p:nvSpPr>
          <p:spPr>
            <a:xfrm>
              <a:off x="4475672" y="1534775"/>
              <a:ext cx="19735" cy="19735"/>
            </a:xfrm>
            <a:prstGeom prst="ellipse">
              <a:avLst/>
            </a:prstGeom>
            <a:gradFill flip="none" rotWithShape="1">
              <a:gsLst>
                <a:gs pos="0">
                  <a:srgbClr val="FBF3F4"/>
                </a:gs>
                <a:gs pos="43000">
                  <a:srgbClr val="ECC5C8"/>
                </a:gs>
                <a:gs pos="100000">
                  <a:srgbClr val="C79DA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50" name="ellipse_2131">
              <a:extLst>
                <a:ext uri="{FF2B5EF4-FFF2-40B4-BE49-F238E27FC236}">
                  <a16:creationId xmlns:a16="http://schemas.microsoft.com/office/drawing/2014/main" id="{A96082D6-F143-7133-2174-088EDD1328E6}"/>
                </a:ext>
              </a:extLst>
            </p:cNvPr>
            <p:cNvSpPr/>
            <p:nvPr/>
          </p:nvSpPr>
          <p:spPr>
            <a:xfrm>
              <a:off x="4177150" y="1479714"/>
              <a:ext cx="34047" cy="34047"/>
            </a:xfrm>
            <a:prstGeom prst="ellipse">
              <a:avLst/>
            </a:prstGeom>
            <a:gradFill flip="none" rotWithShape="1">
              <a:gsLst>
                <a:gs pos="0">
                  <a:srgbClr val="E4EDF7"/>
                </a:gs>
                <a:gs pos="43000">
                  <a:srgbClr val="7BAAD7"/>
                </a:gs>
                <a:gs pos="100000">
                  <a:srgbClr val="457E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51" name="ellipse_2132">
              <a:extLst>
                <a:ext uri="{FF2B5EF4-FFF2-40B4-BE49-F238E27FC236}">
                  <a16:creationId xmlns:a16="http://schemas.microsoft.com/office/drawing/2014/main" id="{BECCFD14-E283-AF9F-6704-782A5E0085CD}"/>
                </a:ext>
              </a:extLst>
            </p:cNvPr>
            <p:cNvSpPr/>
            <p:nvPr/>
          </p:nvSpPr>
          <p:spPr>
            <a:xfrm>
              <a:off x="4169230" y="1457714"/>
              <a:ext cx="24475" cy="24475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52" name="ellipse_2133">
              <a:extLst>
                <a:ext uri="{FF2B5EF4-FFF2-40B4-BE49-F238E27FC236}">
                  <a16:creationId xmlns:a16="http://schemas.microsoft.com/office/drawing/2014/main" id="{3AFFBEBF-F045-EF10-437E-963B5990C9B3}"/>
                </a:ext>
              </a:extLst>
            </p:cNvPr>
            <p:cNvSpPr/>
            <p:nvPr/>
          </p:nvSpPr>
          <p:spPr>
            <a:xfrm>
              <a:off x="4250267" y="1611599"/>
              <a:ext cx="27208" cy="27208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4C5E3"/>
                </a:gs>
                <a:gs pos="100000">
                  <a:srgbClr val="749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53" name="ellipse_2134">
              <a:extLst>
                <a:ext uri="{FF2B5EF4-FFF2-40B4-BE49-F238E27FC236}">
                  <a16:creationId xmlns:a16="http://schemas.microsoft.com/office/drawing/2014/main" id="{D926B1AB-4829-A8A6-FD77-2B23784BF90A}"/>
                </a:ext>
              </a:extLst>
            </p:cNvPr>
            <p:cNvSpPr/>
            <p:nvPr/>
          </p:nvSpPr>
          <p:spPr>
            <a:xfrm>
              <a:off x="4316540" y="1649280"/>
              <a:ext cx="31638" cy="31638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54" name="ellipse_2135">
              <a:extLst>
                <a:ext uri="{FF2B5EF4-FFF2-40B4-BE49-F238E27FC236}">
                  <a16:creationId xmlns:a16="http://schemas.microsoft.com/office/drawing/2014/main" id="{6135182A-8B68-1A2A-0385-565F8EAD53D0}"/>
                </a:ext>
              </a:extLst>
            </p:cNvPr>
            <p:cNvSpPr/>
            <p:nvPr/>
          </p:nvSpPr>
          <p:spPr>
            <a:xfrm>
              <a:off x="4145317" y="1562114"/>
              <a:ext cx="29616" cy="29616"/>
            </a:xfrm>
            <a:prstGeom prst="ellipse">
              <a:avLst/>
            </a:prstGeom>
            <a:gradFill flip="none" rotWithShape="1">
              <a:gsLst>
                <a:gs pos="0">
                  <a:srgbClr val="F8FAFC"/>
                </a:gs>
                <a:gs pos="43000">
                  <a:srgbClr val="DBE7F3"/>
                </a:gs>
                <a:gs pos="100000">
                  <a:srgbClr val="B4C4D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55" name="ellipse_2136">
              <a:extLst>
                <a:ext uri="{FF2B5EF4-FFF2-40B4-BE49-F238E27FC236}">
                  <a16:creationId xmlns:a16="http://schemas.microsoft.com/office/drawing/2014/main" id="{A1869B9D-46EF-7344-E717-5FDA13CCA7E6}"/>
                </a:ext>
              </a:extLst>
            </p:cNvPr>
            <p:cNvSpPr/>
            <p:nvPr/>
          </p:nvSpPr>
          <p:spPr>
            <a:xfrm>
              <a:off x="4212479" y="1534532"/>
              <a:ext cx="21239" cy="21239"/>
            </a:xfrm>
            <a:prstGeom prst="ellipse">
              <a:avLst/>
            </a:prstGeom>
            <a:gradFill flip="none" rotWithShape="1">
              <a:gsLst>
                <a:gs pos="0">
                  <a:srgbClr val="EDF3F9"/>
                </a:gs>
                <a:gs pos="43000">
                  <a:srgbClr val="A9C8E4"/>
                </a:gs>
                <a:gs pos="100000">
                  <a:srgbClr val="7AA0C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56" name="ellipse_2137">
              <a:extLst>
                <a:ext uri="{FF2B5EF4-FFF2-40B4-BE49-F238E27FC236}">
                  <a16:creationId xmlns:a16="http://schemas.microsoft.com/office/drawing/2014/main" id="{515DDD5B-20B3-83B4-1CFF-E3180C5B0725}"/>
                </a:ext>
              </a:extLst>
            </p:cNvPr>
            <p:cNvSpPr/>
            <p:nvPr/>
          </p:nvSpPr>
          <p:spPr>
            <a:xfrm>
              <a:off x="4296928" y="1660530"/>
              <a:ext cx="21078" cy="21078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6A7D5"/>
                </a:gs>
                <a:gs pos="100000">
                  <a:srgbClr val="3F7B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57" name="ellipse_2138">
              <a:extLst>
                <a:ext uri="{FF2B5EF4-FFF2-40B4-BE49-F238E27FC236}">
                  <a16:creationId xmlns:a16="http://schemas.microsoft.com/office/drawing/2014/main" id="{11ECF583-6CEE-CFFC-178D-9C4F527E641D}"/>
                </a:ext>
              </a:extLst>
            </p:cNvPr>
            <p:cNvSpPr/>
            <p:nvPr/>
          </p:nvSpPr>
          <p:spPr>
            <a:xfrm>
              <a:off x="4387132" y="1397727"/>
              <a:ext cx="22984" cy="22984"/>
            </a:xfrm>
            <a:prstGeom prst="ellipse">
              <a:avLst/>
            </a:prstGeom>
            <a:gradFill flip="none" rotWithShape="1">
              <a:gsLst>
                <a:gs pos="0">
                  <a:srgbClr val="F5F8FC"/>
                </a:gs>
                <a:gs pos="43000">
                  <a:srgbClr val="CFDFEF"/>
                </a:gs>
                <a:gs pos="100000">
                  <a:srgbClr val="A5BCD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58" name="ellipse_2139">
              <a:extLst>
                <a:ext uri="{FF2B5EF4-FFF2-40B4-BE49-F238E27FC236}">
                  <a16:creationId xmlns:a16="http://schemas.microsoft.com/office/drawing/2014/main" id="{49FD3AE7-6DB9-4B86-D495-CF3D8BB87646}"/>
                </a:ext>
              </a:extLst>
            </p:cNvPr>
            <p:cNvSpPr/>
            <p:nvPr/>
          </p:nvSpPr>
          <p:spPr>
            <a:xfrm>
              <a:off x="4423607" y="1603144"/>
              <a:ext cx="26321" cy="26321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8B3DA"/>
                </a:gs>
                <a:gs pos="100000">
                  <a:srgbClr val="5488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59" name="ellipse_2140">
              <a:extLst>
                <a:ext uri="{FF2B5EF4-FFF2-40B4-BE49-F238E27FC236}">
                  <a16:creationId xmlns:a16="http://schemas.microsoft.com/office/drawing/2014/main" id="{5934B38C-9728-D313-F343-CF2E3AF7F080}"/>
                </a:ext>
              </a:extLst>
            </p:cNvPr>
            <p:cNvSpPr/>
            <p:nvPr/>
          </p:nvSpPr>
          <p:spPr>
            <a:xfrm>
              <a:off x="4143066" y="1454342"/>
              <a:ext cx="33754" cy="33754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60" name="ellipse_2141">
              <a:extLst>
                <a:ext uri="{FF2B5EF4-FFF2-40B4-BE49-F238E27FC236}">
                  <a16:creationId xmlns:a16="http://schemas.microsoft.com/office/drawing/2014/main" id="{C5E3193F-1DD9-9C32-D862-A9AA112B4902}"/>
                </a:ext>
              </a:extLst>
            </p:cNvPr>
            <p:cNvSpPr/>
            <p:nvPr/>
          </p:nvSpPr>
          <p:spPr>
            <a:xfrm>
              <a:off x="4172222" y="1529575"/>
              <a:ext cx="28626" cy="28626"/>
            </a:xfrm>
            <a:prstGeom prst="ellipse">
              <a:avLst/>
            </a:prstGeom>
            <a:gradFill flip="none" rotWithShape="1">
              <a:gsLst>
                <a:gs pos="0">
                  <a:srgbClr val="EEF4FA"/>
                </a:gs>
                <a:gs pos="43000">
                  <a:srgbClr val="AECBE6"/>
                </a:gs>
                <a:gs pos="100000">
                  <a:srgbClr val="80A4C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61" name="ellipse_2142">
              <a:extLst>
                <a:ext uri="{FF2B5EF4-FFF2-40B4-BE49-F238E27FC236}">
                  <a16:creationId xmlns:a16="http://schemas.microsoft.com/office/drawing/2014/main" id="{F96D29F7-AA71-32A6-4EEA-FD4A2125738D}"/>
                </a:ext>
              </a:extLst>
            </p:cNvPr>
            <p:cNvSpPr/>
            <p:nvPr/>
          </p:nvSpPr>
          <p:spPr>
            <a:xfrm>
              <a:off x="4543531" y="1594407"/>
              <a:ext cx="30468" cy="30468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8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62" name="ellipse_2143">
              <a:extLst>
                <a:ext uri="{FF2B5EF4-FFF2-40B4-BE49-F238E27FC236}">
                  <a16:creationId xmlns:a16="http://schemas.microsoft.com/office/drawing/2014/main" id="{8BE586D9-7DE4-3340-B524-BBB2C90A51C4}"/>
                </a:ext>
              </a:extLst>
            </p:cNvPr>
            <p:cNvSpPr/>
            <p:nvPr/>
          </p:nvSpPr>
          <p:spPr>
            <a:xfrm>
              <a:off x="4485018" y="1527843"/>
              <a:ext cx="27018" cy="27018"/>
            </a:xfrm>
            <a:prstGeom prst="ellipse">
              <a:avLst/>
            </a:prstGeom>
            <a:gradFill flip="none" rotWithShape="1">
              <a:gsLst>
                <a:gs pos="0">
                  <a:srgbClr val="FBF4F4"/>
                </a:gs>
                <a:gs pos="43000">
                  <a:srgbClr val="EDC8CC"/>
                </a:gs>
                <a:gs pos="100000">
                  <a:srgbClr val="C8A1A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63" name="ellipse_2144">
              <a:extLst>
                <a:ext uri="{FF2B5EF4-FFF2-40B4-BE49-F238E27FC236}">
                  <a16:creationId xmlns:a16="http://schemas.microsoft.com/office/drawing/2014/main" id="{DED54DC6-64F6-0A5D-06E7-C523F7EF78BF}"/>
                </a:ext>
              </a:extLst>
            </p:cNvPr>
            <p:cNvSpPr/>
            <p:nvPr/>
          </p:nvSpPr>
          <p:spPr>
            <a:xfrm>
              <a:off x="4197746" y="1447194"/>
              <a:ext cx="24842" cy="24842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C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64" name="ellipse_2145">
              <a:extLst>
                <a:ext uri="{FF2B5EF4-FFF2-40B4-BE49-F238E27FC236}">
                  <a16:creationId xmlns:a16="http://schemas.microsoft.com/office/drawing/2014/main" id="{26B0A837-D1DD-16DD-0839-EE6B8880BF6B}"/>
                </a:ext>
              </a:extLst>
            </p:cNvPr>
            <p:cNvSpPr/>
            <p:nvPr/>
          </p:nvSpPr>
          <p:spPr>
            <a:xfrm>
              <a:off x="4457750" y="1465726"/>
              <a:ext cx="30821" cy="30821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65" name="ellipse_2146">
              <a:extLst>
                <a:ext uri="{FF2B5EF4-FFF2-40B4-BE49-F238E27FC236}">
                  <a16:creationId xmlns:a16="http://schemas.microsoft.com/office/drawing/2014/main" id="{2004ECD3-280E-3601-C40B-B804EC1B31F7}"/>
                </a:ext>
              </a:extLst>
            </p:cNvPr>
            <p:cNvSpPr/>
            <p:nvPr/>
          </p:nvSpPr>
          <p:spPr>
            <a:xfrm>
              <a:off x="4451010" y="1568162"/>
              <a:ext cx="23766" cy="23766"/>
            </a:xfrm>
            <a:prstGeom prst="ellipse">
              <a:avLst/>
            </a:prstGeom>
            <a:gradFill flip="none" rotWithShape="1">
              <a:gsLst>
                <a:gs pos="0">
                  <a:srgbClr val="F4F8FB"/>
                </a:gs>
                <a:gs pos="43000">
                  <a:srgbClr val="CADCEE"/>
                </a:gs>
                <a:gs pos="100000">
                  <a:srgbClr val="A0B8C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66" name="ellipse_2147">
              <a:extLst>
                <a:ext uri="{FF2B5EF4-FFF2-40B4-BE49-F238E27FC236}">
                  <a16:creationId xmlns:a16="http://schemas.microsoft.com/office/drawing/2014/main" id="{66D8A866-6FDA-4FF8-583F-220EB68293B8}"/>
                </a:ext>
              </a:extLst>
            </p:cNvPr>
            <p:cNvSpPr/>
            <p:nvPr/>
          </p:nvSpPr>
          <p:spPr>
            <a:xfrm>
              <a:off x="4223815" y="1435525"/>
              <a:ext cx="33315" cy="33315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7A7D5"/>
                </a:gs>
                <a:gs pos="100000">
                  <a:srgbClr val="407B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67" name="ellipse_2148">
              <a:extLst>
                <a:ext uri="{FF2B5EF4-FFF2-40B4-BE49-F238E27FC236}">
                  <a16:creationId xmlns:a16="http://schemas.microsoft.com/office/drawing/2014/main" id="{CEA825B0-6EFA-4A4F-1F3E-45279163E11F}"/>
                </a:ext>
              </a:extLst>
            </p:cNvPr>
            <p:cNvSpPr/>
            <p:nvPr/>
          </p:nvSpPr>
          <p:spPr>
            <a:xfrm>
              <a:off x="4429682" y="1587437"/>
              <a:ext cx="20909" cy="20909"/>
            </a:xfrm>
            <a:prstGeom prst="ellipse">
              <a:avLst/>
            </a:prstGeom>
            <a:gradFill flip="none" rotWithShape="1">
              <a:gsLst>
                <a:gs pos="0">
                  <a:srgbClr val="ECF2F9"/>
                </a:gs>
                <a:gs pos="43000">
                  <a:srgbClr val="A1C3E1"/>
                </a:gs>
                <a:gs pos="100000">
                  <a:srgbClr val="719BC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68" name="ellipse_2149">
              <a:extLst>
                <a:ext uri="{FF2B5EF4-FFF2-40B4-BE49-F238E27FC236}">
                  <a16:creationId xmlns:a16="http://schemas.microsoft.com/office/drawing/2014/main" id="{288DBC4B-4AD1-7025-5536-5CC02DE53ED4}"/>
                </a:ext>
              </a:extLst>
            </p:cNvPr>
            <p:cNvSpPr/>
            <p:nvPr/>
          </p:nvSpPr>
          <p:spPr>
            <a:xfrm>
              <a:off x="4200321" y="1424891"/>
              <a:ext cx="21059" cy="21059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69" name="ellipse_2150">
              <a:extLst>
                <a:ext uri="{FF2B5EF4-FFF2-40B4-BE49-F238E27FC236}">
                  <a16:creationId xmlns:a16="http://schemas.microsoft.com/office/drawing/2014/main" id="{10AD0FB7-205B-E727-90DB-2DF062D9F73A}"/>
                </a:ext>
              </a:extLst>
            </p:cNvPr>
            <p:cNvSpPr/>
            <p:nvPr/>
          </p:nvSpPr>
          <p:spPr>
            <a:xfrm>
              <a:off x="4265269" y="1675294"/>
              <a:ext cx="32963" cy="32963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70" name="ellipse_2151">
              <a:extLst>
                <a:ext uri="{FF2B5EF4-FFF2-40B4-BE49-F238E27FC236}">
                  <a16:creationId xmlns:a16="http://schemas.microsoft.com/office/drawing/2014/main" id="{0547CB18-A772-4CFF-1314-F1A0C9D5C41D}"/>
                </a:ext>
              </a:extLst>
            </p:cNvPr>
            <p:cNvSpPr/>
            <p:nvPr/>
          </p:nvSpPr>
          <p:spPr>
            <a:xfrm>
              <a:off x="4255395" y="1464436"/>
              <a:ext cx="30049" cy="30049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7B1DA"/>
                </a:gs>
                <a:gs pos="100000">
                  <a:srgbClr val="52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71" name="ellipse_2152">
              <a:extLst>
                <a:ext uri="{FF2B5EF4-FFF2-40B4-BE49-F238E27FC236}">
                  <a16:creationId xmlns:a16="http://schemas.microsoft.com/office/drawing/2014/main" id="{E98CB507-AB0F-35B7-0A7D-53403385A060}"/>
                </a:ext>
              </a:extLst>
            </p:cNvPr>
            <p:cNvSpPr/>
            <p:nvPr/>
          </p:nvSpPr>
          <p:spPr>
            <a:xfrm>
              <a:off x="4442577" y="1583236"/>
              <a:ext cx="34593" cy="34593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EC0E1"/>
                </a:gs>
                <a:gs pos="100000">
                  <a:srgbClr val="6D98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72" name="ellipse_2153">
              <a:extLst>
                <a:ext uri="{FF2B5EF4-FFF2-40B4-BE49-F238E27FC236}">
                  <a16:creationId xmlns:a16="http://schemas.microsoft.com/office/drawing/2014/main" id="{A0958F9B-2188-84D5-A77E-B61C000AE92E}"/>
                </a:ext>
              </a:extLst>
            </p:cNvPr>
            <p:cNvSpPr/>
            <p:nvPr/>
          </p:nvSpPr>
          <p:spPr>
            <a:xfrm>
              <a:off x="4487089" y="1605392"/>
              <a:ext cx="21701" cy="21701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5B1DA"/>
                </a:gs>
                <a:gs pos="100000">
                  <a:srgbClr val="5186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73" name="ellipse_2154">
              <a:extLst>
                <a:ext uri="{FF2B5EF4-FFF2-40B4-BE49-F238E27FC236}">
                  <a16:creationId xmlns:a16="http://schemas.microsoft.com/office/drawing/2014/main" id="{52C154AE-C748-7773-EF90-10C6B2A3A121}"/>
                </a:ext>
              </a:extLst>
            </p:cNvPr>
            <p:cNvSpPr/>
            <p:nvPr/>
          </p:nvSpPr>
          <p:spPr>
            <a:xfrm>
              <a:off x="4496800" y="1560661"/>
              <a:ext cx="29011" cy="29011"/>
            </a:xfrm>
            <a:prstGeom prst="ellipse">
              <a:avLst/>
            </a:prstGeom>
            <a:gradFill flip="none" rotWithShape="1">
              <a:gsLst>
                <a:gs pos="0">
                  <a:srgbClr val="F2F6FB"/>
                </a:gs>
                <a:gs pos="43000">
                  <a:srgbClr val="C0D6EB"/>
                </a:gs>
                <a:gs pos="100000">
                  <a:srgbClr val="95B1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74" name="ellipse_2155">
              <a:extLst>
                <a:ext uri="{FF2B5EF4-FFF2-40B4-BE49-F238E27FC236}">
                  <a16:creationId xmlns:a16="http://schemas.microsoft.com/office/drawing/2014/main" id="{DCFF1DFA-0E9F-5334-4605-6279F2256252}"/>
                </a:ext>
              </a:extLst>
            </p:cNvPr>
            <p:cNvSpPr/>
            <p:nvPr/>
          </p:nvSpPr>
          <p:spPr>
            <a:xfrm>
              <a:off x="4296447" y="1640205"/>
              <a:ext cx="28855" cy="28855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BAAD6"/>
                </a:gs>
                <a:gs pos="100000">
                  <a:srgbClr val="447E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75" name="ellipse_2156">
              <a:extLst>
                <a:ext uri="{FF2B5EF4-FFF2-40B4-BE49-F238E27FC236}">
                  <a16:creationId xmlns:a16="http://schemas.microsoft.com/office/drawing/2014/main" id="{04779C17-9CB6-6764-ECC6-C97ECC489274}"/>
                </a:ext>
              </a:extLst>
            </p:cNvPr>
            <p:cNvSpPr/>
            <p:nvPr/>
          </p:nvSpPr>
          <p:spPr>
            <a:xfrm>
              <a:off x="4517139" y="1596962"/>
              <a:ext cx="32658" cy="32658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1AED8"/>
                </a:gs>
                <a:gs pos="100000">
                  <a:srgbClr val="4C82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76" name="ellipse_2157">
              <a:extLst>
                <a:ext uri="{FF2B5EF4-FFF2-40B4-BE49-F238E27FC236}">
                  <a16:creationId xmlns:a16="http://schemas.microsoft.com/office/drawing/2014/main" id="{5B1C90CD-85DA-5992-11B9-CA1FC29BD029}"/>
                </a:ext>
              </a:extLst>
            </p:cNvPr>
            <p:cNvSpPr/>
            <p:nvPr/>
          </p:nvSpPr>
          <p:spPr>
            <a:xfrm>
              <a:off x="4387488" y="1548169"/>
              <a:ext cx="31558" cy="31558"/>
            </a:xfrm>
            <a:prstGeom prst="ellipse">
              <a:avLst/>
            </a:prstGeom>
            <a:gradFill flip="none" rotWithShape="1">
              <a:gsLst>
                <a:gs pos="0">
                  <a:srgbClr val="F9FBFD"/>
                </a:gs>
                <a:gs pos="43000">
                  <a:srgbClr val="E1EAF4"/>
                </a:gs>
                <a:gs pos="100000">
                  <a:srgbClr val="BAC8D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77" name="ellipse_2158">
              <a:extLst>
                <a:ext uri="{FF2B5EF4-FFF2-40B4-BE49-F238E27FC236}">
                  <a16:creationId xmlns:a16="http://schemas.microsoft.com/office/drawing/2014/main" id="{B3CCEA19-C99E-4E61-6527-435E2FE07799}"/>
                </a:ext>
              </a:extLst>
            </p:cNvPr>
            <p:cNvSpPr/>
            <p:nvPr/>
          </p:nvSpPr>
          <p:spPr>
            <a:xfrm>
              <a:off x="4404494" y="1366310"/>
              <a:ext cx="20661" cy="20661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7BCDF"/>
                </a:gs>
                <a:gs pos="100000">
                  <a:srgbClr val="6593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78" name="ellipse_2159">
              <a:extLst>
                <a:ext uri="{FF2B5EF4-FFF2-40B4-BE49-F238E27FC236}">
                  <a16:creationId xmlns:a16="http://schemas.microsoft.com/office/drawing/2014/main" id="{85713D9A-DE77-D5D3-9F5B-B1D43F605A7B}"/>
                </a:ext>
              </a:extLst>
            </p:cNvPr>
            <p:cNvSpPr/>
            <p:nvPr/>
          </p:nvSpPr>
          <p:spPr>
            <a:xfrm>
              <a:off x="4287847" y="1579304"/>
              <a:ext cx="21637" cy="21637"/>
            </a:xfrm>
            <a:prstGeom prst="ellipse">
              <a:avLst/>
            </a:prstGeom>
            <a:gradFill flip="none" rotWithShape="1">
              <a:gsLst>
                <a:gs pos="0">
                  <a:srgbClr val="EAF1F8"/>
                </a:gs>
                <a:gs pos="43000">
                  <a:srgbClr val="99BDDF"/>
                </a:gs>
                <a:gs pos="100000">
                  <a:srgbClr val="6794B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79" name="ellipse_2160">
              <a:extLst>
                <a:ext uri="{FF2B5EF4-FFF2-40B4-BE49-F238E27FC236}">
                  <a16:creationId xmlns:a16="http://schemas.microsoft.com/office/drawing/2014/main" id="{EE0E8D99-E077-A5B4-61D2-18A440592654}"/>
                </a:ext>
              </a:extLst>
            </p:cNvPr>
            <p:cNvSpPr/>
            <p:nvPr/>
          </p:nvSpPr>
          <p:spPr>
            <a:xfrm>
              <a:off x="4247333" y="1542048"/>
              <a:ext cx="20042" cy="20042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3C3E2"/>
                </a:gs>
                <a:gs pos="100000">
                  <a:srgbClr val="739B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80" name="ellipse_2161">
              <a:extLst>
                <a:ext uri="{FF2B5EF4-FFF2-40B4-BE49-F238E27FC236}">
                  <a16:creationId xmlns:a16="http://schemas.microsoft.com/office/drawing/2014/main" id="{114C1979-7CD6-7398-FB7B-F91CD9E10FFB}"/>
                </a:ext>
              </a:extLst>
            </p:cNvPr>
            <p:cNvSpPr/>
            <p:nvPr/>
          </p:nvSpPr>
          <p:spPr>
            <a:xfrm>
              <a:off x="4457286" y="1441037"/>
              <a:ext cx="30843" cy="30843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81" name="ellipse_2162">
              <a:extLst>
                <a:ext uri="{FF2B5EF4-FFF2-40B4-BE49-F238E27FC236}">
                  <a16:creationId xmlns:a16="http://schemas.microsoft.com/office/drawing/2014/main" id="{FB733135-9C69-5D09-BFDE-74B438F7E663}"/>
                </a:ext>
              </a:extLst>
            </p:cNvPr>
            <p:cNvSpPr/>
            <p:nvPr/>
          </p:nvSpPr>
          <p:spPr>
            <a:xfrm>
              <a:off x="4174540" y="1565987"/>
              <a:ext cx="25424" cy="25424"/>
            </a:xfrm>
            <a:prstGeom prst="ellipse">
              <a:avLst/>
            </a:prstGeom>
            <a:gradFill flip="none" rotWithShape="1">
              <a:gsLst>
                <a:gs pos="0">
                  <a:srgbClr val="F9FBFD"/>
                </a:gs>
                <a:gs pos="43000">
                  <a:srgbClr val="E3ECF5"/>
                </a:gs>
                <a:gs pos="100000">
                  <a:srgbClr val="BDCBD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82" name="ellipse_2163">
              <a:extLst>
                <a:ext uri="{FF2B5EF4-FFF2-40B4-BE49-F238E27FC236}">
                  <a16:creationId xmlns:a16="http://schemas.microsoft.com/office/drawing/2014/main" id="{DAFD0B01-8A80-2D62-77FE-5D07E397DA8E}"/>
                </a:ext>
              </a:extLst>
            </p:cNvPr>
            <p:cNvSpPr/>
            <p:nvPr/>
          </p:nvSpPr>
          <p:spPr>
            <a:xfrm>
              <a:off x="4283446" y="1527651"/>
              <a:ext cx="34254" cy="34254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DC0E1"/>
                </a:gs>
                <a:gs pos="100000">
                  <a:srgbClr val="6C97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83" name="ellipse_2164">
              <a:extLst>
                <a:ext uri="{FF2B5EF4-FFF2-40B4-BE49-F238E27FC236}">
                  <a16:creationId xmlns:a16="http://schemas.microsoft.com/office/drawing/2014/main" id="{54C02785-4A30-6FBD-9C55-60C8475C24FC}"/>
                </a:ext>
              </a:extLst>
            </p:cNvPr>
            <p:cNvSpPr/>
            <p:nvPr/>
          </p:nvSpPr>
          <p:spPr>
            <a:xfrm>
              <a:off x="4643589" y="1587283"/>
              <a:ext cx="23827" cy="2382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84" name="ellipse_2165">
              <a:extLst>
                <a:ext uri="{FF2B5EF4-FFF2-40B4-BE49-F238E27FC236}">
                  <a16:creationId xmlns:a16="http://schemas.microsoft.com/office/drawing/2014/main" id="{FAEBE3D4-21A9-C2B2-3042-3EACFC36753A}"/>
                </a:ext>
              </a:extLst>
            </p:cNvPr>
            <p:cNvSpPr/>
            <p:nvPr/>
          </p:nvSpPr>
          <p:spPr>
            <a:xfrm>
              <a:off x="4362350" y="1394370"/>
              <a:ext cx="36100" cy="36100"/>
            </a:xfrm>
            <a:prstGeom prst="ellipse">
              <a:avLst/>
            </a:prstGeom>
            <a:gradFill flip="none" rotWithShape="1">
              <a:gsLst>
                <a:gs pos="0">
                  <a:srgbClr val="F3F7FB"/>
                </a:gs>
                <a:gs pos="43000">
                  <a:srgbClr val="C5D9EC"/>
                </a:gs>
                <a:gs pos="100000">
                  <a:srgbClr val="9AB4C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85" name="ellipse_2166">
              <a:extLst>
                <a:ext uri="{FF2B5EF4-FFF2-40B4-BE49-F238E27FC236}">
                  <a16:creationId xmlns:a16="http://schemas.microsoft.com/office/drawing/2014/main" id="{FCA61CF6-A6E9-8C23-05E2-D4C559F2C50A}"/>
                </a:ext>
              </a:extLst>
            </p:cNvPr>
            <p:cNvSpPr/>
            <p:nvPr/>
          </p:nvSpPr>
          <p:spPr>
            <a:xfrm>
              <a:off x="4308980" y="1614559"/>
              <a:ext cx="24285" cy="24285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2AED8"/>
                </a:gs>
                <a:gs pos="100000">
                  <a:srgbClr val="4D83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86" name="ellipse_2167">
              <a:extLst>
                <a:ext uri="{FF2B5EF4-FFF2-40B4-BE49-F238E27FC236}">
                  <a16:creationId xmlns:a16="http://schemas.microsoft.com/office/drawing/2014/main" id="{D6FAFB3F-A677-62FA-90ED-598A727680F8}"/>
                </a:ext>
              </a:extLst>
            </p:cNvPr>
            <p:cNvSpPr/>
            <p:nvPr/>
          </p:nvSpPr>
          <p:spPr>
            <a:xfrm>
              <a:off x="4258920" y="1604652"/>
              <a:ext cx="35727" cy="35727"/>
            </a:xfrm>
            <a:prstGeom prst="ellipse">
              <a:avLst/>
            </a:prstGeom>
            <a:gradFill flip="none" rotWithShape="1">
              <a:gsLst>
                <a:gs pos="0">
                  <a:srgbClr val="EAF2F9"/>
                </a:gs>
                <a:gs pos="43000">
                  <a:srgbClr val="9CBFE0"/>
                </a:gs>
                <a:gs pos="100000">
                  <a:srgbClr val="6B96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87" name="ellipse_2168">
              <a:extLst>
                <a:ext uri="{FF2B5EF4-FFF2-40B4-BE49-F238E27FC236}">
                  <a16:creationId xmlns:a16="http://schemas.microsoft.com/office/drawing/2014/main" id="{D72CDA6F-083B-AD9D-B504-37C8FB97C915}"/>
                </a:ext>
              </a:extLst>
            </p:cNvPr>
            <p:cNvSpPr/>
            <p:nvPr/>
          </p:nvSpPr>
          <p:spPr>
            <a:xfrm>
              <a:off x="4055626" y="1445608"/>
              <a:ext cx="27529" cy="27529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88" name="ellipse_2169">
              <a:extLst>
                <a:ext uri="{FF2B5EF4-FFF2-40B4-BE49-F238E27FC236}">
                  <a16:creationId xmlns:a16="http://schemas.microsoft.com/office/drawing/2014/main" id="{2A64BCD0-2B1B-0389-FCDB-0EA30FCAF45A}"/>
                </a:ext>
              </a:extLst>
            </p:cNvPr>
            <p:cNvSpPr/>
            <p:nvPr/>
          </p:nvSpPr>
          <p:spPr>
            <a:xfrm>
              <a:off x="4246396" y="1460762"/>
              <a:ext cx="31802" cy="31802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2AED8"/>
                </a:gs>
                <a:gs pos="100000">
                  <a:srgbClr val="4D83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89" name="ellipse_2170">
              <a:extLst>
                <a:ext uri="{FF2B5EF4-FFF2-40B4-BE49-F238E27FC236}">
                  <a16:creationId xmlns:a16="http://schemas.microsoft.com/office/drawing/2014/main" id="{3CDED8CF-AEDA-6440-2D8A-B1C45D26DABC}"/>
                </a:ext>
              </a:extLst>
            </p:cNvPr>
            <p:cNvSpPr/>
            <p:nvPr/>
          </p:nvSpPr>
          <p:spPr>
            <a:xfrm>
              <a:off x="4488487" y="1463669"/>
              <a:ext cx="19500" cy="19500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90" name="ellipse_2171">
              <a:extLst>
                <a:ext uri="{FF2B5EF4-FFF2-40B4-BE49-F238E27FC236}">
                  <a16:creationId xmlns:a16="http://schemas.microsoft.com/office/drawing/2014/main" id="{EA1107E8-E7BE-3C99-CB8A-6E7AC2BEB22D}"/>
                </a:ext>
              </a:extLst>
            </p:cNvPr>
            <p:cNvSpPr/>
            <p:nvPr/>
          </p:nvSpPr>
          <p:spPr>
            <a:xfrm>
              <a:off x="4378658" y="1411914"/>
              <a:ext cx="25207" cy="25207"/>
            </a:xfrm>
            <a:prstGeom prst="ellipse">
              <a:avLst/>
            </a:prstGeom>
            <a:gradFill flip="none" rotWithShape="1">
              <a:gsLst>
                <a:gs pos="0">
                  <a:srgbClr val="FCFDFE"/>
                </a:gs>
                <a:gs pos="43000">
                  <a:srgbClr val="EEF3F9"/>
                </a:gs>
                <a:gs pos="100000">
                  <a:srgbClr val="CAD3D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91" name="ellipse_2172">
              <a:extLst>
                <a:ext uri="{FF2B5EF4-FFF2-40B4-BE49-F238E27FC236}">
                  <a16:creationId xmlns:a16="http://schemas.microsoft.com/office/drawing/2014/main" id="{967C3B32-4AEE-EC4A-9643-99F75794E0BD}"/>
                </a:ext>
              </a:extLst>
            </p:cNvPr>
            <p:cNvSpPr/>
            <p:nvPr/>
          </p:nvSpPr>
          <p:spPr>
            <a:xfrm>
              <a:off x="4369328" y="1415476"/>
              <a:ext cx="35743" cy="35743"/>
            </a:xfrm>
            <a:prstGeom prst="ellipse">
              <a:avLst/>
            </a:prstGeom>
            <a:gradFill flip="none" rotWithShape="1">
              <a:gsLst>
                <a:gs pos="0">
                  <a:srgbClr val="FDFCFD"/>
                </a:gs>
                <a:gs pos="43000">
                  <a:srgbClr val="F6F2F4"/>
                </a:gs>
                <a:gs pos="100000">
                  <a:srgbClr val="D3D1D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92" name="ellipse_2173">
              <a:extLst>
                <a:ext uri="{FF2B5EF4-FFF2-40B4-BE49-F238E27FC236}">
                  <a16:creationId xmlns:a16="http://schemas.microsoft.com/office/drawing/2014/main" id="{3E277177-AA17-FFEF-17DC-FA0CD6E8BF81}"/>
                </a:ext>
              </a:extLst>
            </p:cNvPr>
            <p:cNvSpPr/>
            <p:nvPr/>
          </p:nvSpPr>
          <p:spPr>
            <a:xfrm>
              <a:off x="4108720" y="1553209"/>
              <a:ext cx="23944" cy="23944"/>
            </a:xfrm>
            <a:prstGeom prst="ellipse">
              <a:avLst/>
            </a:prstGeom>
            <a:gradFill flip="none" rotWithShape="1">
              <a:gsLst>
                <a:gs pos="0">
                  <a:srgbClr val="EFF4FA"/>
                </a:gs>
                <a:gs pos="43000">
                  <a:srgbClr val="B1CCE7"/>
                </a:gs>
                <a:gs pos="100000">
                  <a:srgbClr val="83A5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93" name="ellipse_2174">
              <a:extLst>
                <a:ext uri="{FF2B5EF4-FFF2-40B4-BE49-F238E27FC236}">
                  <a16:creationId xmlns:a16="http://schemas.microsoft.com/office/drawing/2014/main" id="{07B4C19D-2C7B-75A5-7E4D-4F88BF9D5303}"/>
                </a:ext>
              </a:extLst>
            </p:cNvPr>
            <p:cNvSpPr/>
            <p:nvPr/>
          </p:nvSpPr>
          <p:spPr>
            <a:xfrm>
              <a:off x="4471741" y="1503867"/>
              <a:ext cx="25632" cy="25632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94" name="ellipse_2175">
              <a:extLst>
                <a:ext uri="{FF2B5EF4-FFF2-40B4-BE49-F238E27FC236}">
                  <a16:creationId xmlns:a16="http://schemas.microsoft.com/office/drawing/2014/main" id="{995CE5D0-7F5E-A315-D2F1-C9358A95E1D1}"/>
                </a:ext>
              </a:extLst>
            </p:cNvPr>
            <p:cNvSpPr/>
            <p:nvPr/>
          </p:nvSpPr>
          <p:spPr>
            <a:xfrm>
              <a:off x="4318731" y="1540689"/>
              <a:ext cx="28238" cy="28238"/>
            </a:xfrm>
            <a:prstGeom prst="ellipse">
              <a:avLst/>
            </a:prstGeom>
            <a:gradFill flip="none" rotWithShape="1">
              <a:gsLst>
                <a:gs pos="0">
                  <a:srgbClr val="EDF4F9"/>
                </a:gs>
                <a:gs pos="43000">
                  <a:srgbClr val="ABC8E4"/>
                </a:gs>
                <a:gs pos="100000">
                  <a:srgbClr val="7CA1C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95" name="ellipse_2176">
              <a:extLst>
                <a:ext uri="{FF2B5EF4-FFF2-40B4-BE49-F238E27FC236}">
                  <a16:creationId xmlns:a16="http://schemas.microsoft.com/office/drawing/2014/main" id="{08AC265A-2C24-4AD5-6EA7-702A5938DA87}"/>
                </a:ext>
              </a:extLst>
            </p:cNvPr>
            <p:cNvSpPr/>
            <p:nvPr/>
          </p:nvSpPr>
          <p:spPr>
            <a:xfrm>
              <a:off x="4264380" y="1516974"/>
              <a:ext cx="22493" cy="22493"/>
            </a:xfrm>
            <a:prstGeom prst="ellipse">
              <a:avLst/>
            </a:prstGeom>
            <a:gradFill flip="none" rotWithShape="1">
              <a:gsLst>
                <a:gs pos="0">
                  <a:srgbClr val="E8F1F8"/>
                </a:gs>
                <a:gs pos="43000">
                  <a:srgbClr val="93BADD"/>
                </a:gs>
                <a:gs pos="100000">
                  <a:srgbClr val="6091B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96" name="ellipse_2177">
              <a:extLst>
                <a:ext uri="{FF2B5EF4-FFF2-40B4-BE49-F238E27FC236}">
                  <a16:creationId xmlns:a16="http://schemas.microsoft.com/office/drawing/2014/main" id="{16239F87-89EA-51B8-2D53-65A9F833E75E}"/>
                </a:ext>
              </a:extLst>
            </p:cNvPr>
            <p:cNvSpPr/>
            <p:nvPr/>
          </p:nvSpPr>
          <p:spPr>
            <a:xfrm>
              <a:off x="4223323" y="1483184"/>
              <a:ext cx="26490" cy="26490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EACD7"/>
                </a:gs>
                <a:gs pos="100000">
                  <a:srgbClr val="4881B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97" name="ellipse_2178">
              <a:extLst>
                <a:ext uri="{FF2B5EF4-FFF2-40B4-BE49-F238E27FC236}">
                  <a16:creationId xmlns:a16="http://schemas.microsoft.com/office/drawing/2014/main" id="{293AC68A-36EA-EC4D-6287-A89A18C8804D}"/>
                </a:ext>
              </a:extLst>
            </p:cNvPr>
            <p:cNvSpPr/>
            <p:nvPr/>
          </p:nvSpPr>
          <p:spPr>
            <a:xfrm>
              <a:off x="4401541" y="1664126"/>
              <a:ext cx="25319" cy="25319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98" name="ellipse_2179">
              <a:extLst>
                <a:ext uri="{FF2B5EF4-FFF2-40B4-BE49-F238E27FC236}">
                  <a16:creationId xmlns:a16="http://schemas.microsoft.com/office/drawing/2014/main" id="{FBB52403-5F96-94D6-646A-5FD430AB3A63}"/>
                </a:ext>
              </a:extLst>
            </p:cNvPr>
            <p:cNvSpPr/>
            <p:nvPr/>
          </p:nvSpPr>
          <p:spPr>
            <a:xfrm>
              <a:off x="4339068" y="1457481"/>
              <a:ext cx="35401" cy="35401"/>
            </a:xfrm>
            <a:prstGeom prst="ellipse">
              <a:avLst/>
            </a:prstGeom>
            <a:gradFill flip="none" rotWithShape="1">
              <a:gsLst>
                <a:gs pos="0">
                  <a:srgbClr val="FDFBFB"/>
                </a:gs>
                <a:gs pos="43000">
                  <a:srgbClr val="F5EAED"/>
                </a:gs>
                <a:gs pos="100000">
                  <a:srgbClr val="D1C8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299" name="ellipse_2180">
              <a:extLst>
                <a:ext uri="{FF2B5EF4-FFF2-40B4-BE49-F238E27FC236}">
                  <a16:creationId xmlns:a16="http://schemas.microsoft.com/office/drawing/2014/main" id="{6A202012-6143-4899-A753-882F3FD87586}"/>
                </a:ext>
              </a:extLst>
            </p:cNvPr>
            <p:cNvSpPr/>
            <p:nvPr/>
          </p:nvSpPr>
          <p:spPr>
            <a:xfrm>
              <a:off x="4147487" y="1616286"/>
              <a:ext cx="26099" cy="26099"/>
            </a:xfrm>
            <a:prstGeom prst="ellipse">
              <a:avLst/>
            </a:prstGeom>
            <a:gradFill flip="none" rotWithShape="1">
              <a:gsLst>
                <a:gs pos="0">
                  <a:srgbClr val="F4F8FB"/>
                </a:gs>
                <a:gs pos="43000">
                  <a:srgbClr val="C8DBED"/>
                </a:gs>
                <a:gs pos="100000">
                  <a:srgbClr val="9EB7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00" name="ellipse_2181">
              <a:extLst>
                <a:ext uri="{FF2B5EF4-FFF2-40B4-BE49-F238E27FC236}">
                  <a16:creationId xmlns:a16="http://schemas.microsoft.com/office/drawing/2014/main" id="{19B54EF6-7067-D7F7-A745-E7E7EC72CAE3}"/>
                </a:ext>
              </a:extLst>
            </p:cNvPr>
            <p:cNvSpPr/>
            <p:nvPr/>
          </p:nvSpPr>
          <p:spPr>
            <a:xfrm>
              <a:off x="4421275" y="1403443"/>
              <a:ext cx="35162" cy="35162"/>
            </a:xfrm>
            <a:prstGeom prst="ellipse">
              <a:avLst/>
            </a:prstGeom>
            <a:gradFill flip="none" rotWithShape="1">
              <a:gsLst>
                <a:gs pos="0">
                  <a:srgbClr val="FCF9FA"/>
                </a:gs>
                <a:gs pos="43000">
                  <a:srgbClr val="F3E3E6"/>
                </a:gs>
                <a:gs pos="100000">
                  <a:srgbClr val="CFC0C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01" name="ellipse_2182">
              <a:extLst>
                <a:ext uri="{FF2B5EF4-FFF2-40B4-BE49-F238E27FC236}">
                  <a16:creationId xmlns:a16="http://schemas.microsoft.com/office/drawing/2014/main" id="{2FCEEF14-23ED-C5BD-10D2-C8519316D9C6}"/>
                </a:ext>
              </a:extLst>
            </p:cNvPr>
            <p:cNvSpPr/>
            <p:nvPr/>
          </p:nvSpPr>
          <p:spPr>
            <a:xfrm>
              <a:off x="4115470" y="1492277"/>
              <a:ext cx="31229" cy="31229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7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02" name="ellipse_2183">
              <a:extLst>
                <a:ext uri="{FF2B5EF4-FFF2-40B4-BE49-F238E27FC236}">
                  <a16:creationId xmlns:a16="http://schemas.microsoft.com/office/drawing/2014/main" id="{DF89F25A-490D-5405-4ABC-9EB78BECFA50}"/>
                </a:ext>
              </a:extLst>
            </p:cNvPr>
            <p:cNvSpPr/>
            <p:nvPr/>
          </p:nvSpPr>
          <p:spPr>
            <a:xfrm>
              <a:off x="4091744" y="1552009"/>
              <a:ext cx="22492" cy="22492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A0C2E1"/>
                </a:gs>
                <a:gs pos="100000">
                  <a:srgbClr val="6F9AC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03" name="ellipse_2184">
              <a:extLst>
                <a:ext uri="{FF2B5EF4-FFF2-40B4-BE49-F238E27FC236}">
                  <a16:creationId xmlns:a16="http://schemas.microsoft.com/office/drawing/2014/main" id="{1286CA37-F417-3D88-2C51-055DD432F1E7}"/>
                </a:ext>
              </a:extLst>
            </p:cNvPr>
            <p:cNvSpPr/>
            <p:nvPr/>
          </p:nvSpPr>
          <p:spPr>
            <a:xfrm>
              <a:off x="4133493" y="1548733"/>
              <a:ext cx="25991" cy="25991"/>
            </a:xfrm>
            <a:prstGeom prst="ellipse">
              <a:avLst/>
            </a:prstGeom>
            <a:gradFill flip="none" rotWithShape="1">
              <a:gsLst>
                <a:gs pos="0">
                  <a:srgbClr val="F2F6FB"/>
                </a:gs>
                <a:gs pos="43000">
                  <a:srgbClr val="C0D6EB"/>
                </a:gs>
                <a:gs pos="100000">
                  <a:srgbClr val="94B1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04" name="ellipse_2185">
              <a:extLst>
                <a:ext uri="{FF2B5EF4-FFF2-40B4-BE49-F238E27FC236}">
                  <a16:creationId xmlns:a16="http://schemas.microsoft.com/office/drawing/2014/main" id="{633E462D-A965-1814-68D6-3F717D7B4E5E}"/>
                </a:ext>
              </a:extLst>
            </p:cNvPr>
            <p:cNvSpPr/>
            <p:nvPr/>
          </p:nvSpPr>
          <p:spPr>
            <a:xfrm>
              <a:off x="4250858" y="1579120"/>
              <a:ext cx="23959" cy="23959"/>
            </a:xfrm>
            <a:prstGeom prst="ellipse">
              <a:avLst/>
            </a:prstGeom>
            <a:gradFill flip="none" rotWithShape="1">
              <a:gsLst>
                <a:gs pos="0">
                  <a:srgbClr val="EFF5FA"/>
                </a:gs>
                <a:gs pos="43000">
                  <a:srgbClr val="B4CEE7"/>
                </a:gs>
                <a:gs pos="100000">
                  <a:srgbClr val="87A8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05" name="ellipse_2186">
              <a:extLst>
                <a:ext uri="{FF2B5EF4-FFF2-40B4-BE49-F238E27FC236}">
                  <a16:creationId xmlns:a16="http://schemas.microsoft.com/office/drawing/2014/main" id="{DA9FC66B-9383-6367-2DD0-1B03665E9CB3}"/>
                </a:ext>
              </a:extLst>
            </p:cNvPr>
            <p:cNvSpPr/>
            <p:nvPr/>
          </p:nvSpPr>
          <p:spPr>
            <a:xfrm>
              <a:off x="4273408" y="1643014"/>
              <a:ext cx="27291" cy="27291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0AED8"/>
                </a:gs>
                <a:gs pos="100000">
                  <a:srgbClr val="4B82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06" name="ellipse_2187">
              <a:extLst>
                <a:ext uri="{FF2B5EF4-FFF2-40B4-BE49-F238E27FC236}">
                  <a16:creationId xmlns:a16="http://schemas.microsoft.com/office/drawing/2014/main" id="{8B04DEAA-DC50-06DD-903C-307B7F294D2C}"/>
                </a:ext>
              </a:extLst>
            </p:cNvPr>
            <p:cNvSpPr/>
            <p:nvPr/>
          </p:nvSpPr>
          <p:spPr>
            <a:xfrm>
              <a:off x="4321059" y="1463010"/>
              <a:ext cx="28730" cy="28730"/>
            </a:xfrm>
            <a:prstGeom prst="ellipse">
              <a:avLst/>
            </a:prstGeom>
            <a:gradFill flip="none" rotWithShape="1">
              <a:gsLst>
                <a:gs pos="0">
                  <a:srgbClr val="F7FAFC"/>
                </a:gs>
                <a:gs pos="43000">
                  <a:srgbClr val="D9E6F2"/>
                </a:gs>
                <a:gs pos="100000">
                  <a:srgbClr val="B1C3D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07" name="ellipse_2188">
              <a:extLst>
                <a:ext uri="{FF2B5EF4-FFF2-40B4-BE49-F238E27FC236}">
                  <a16:creationId xmlns:a16="http://schemas.microsoft.com/office/drawing/2014/main" id="{2798A792-FDA8-0DF5-6F3A-3DB1EF28DB51}"/>
                </a:ext>
              </a:extLst>
            </p:cNvPr>
            <p:cNvSpPr/>
            <p:nvPr/>
          </p:nvSpPr>
          <p:spPr>
            <a:xfrm>
              <a:off x="4421172" y="1439570"/>
              <a:ext cx="30726" cy="30726"/>
            </a:xfrm>
            <a:prstGeom prst="ellipse">
              <a:avLst/>
            </a:prstGeom>
            <a:gradFill flip="none" rotWithShape="1">
              <a:gsLst>
                <a:gs pos="0">
                  <a:srgbClr val="F8E3E4"/>
                </a:gs>
                <a:gs pos="43000">
                  <a:srgbClr val="DC797E"/>
                </a:gs>
                <a:gs pos="100000">
                  <a:srgbClr val="B5464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08" name="ellipse_2189">
              <a:extLst>
                <a:ext uri="{FF2B5EF4-FFF2-40B4-BE49-F238E27FC236}">
                  <a16:creationId xmlns:a16="http://schemas.microsoft.com/office/drawing/2014/main" id="{CB539DF9-B134-CD44-1CD0-C2243B757170}"/>
                </a:ext>
              </a:extLst>
            </p:cNvPr>
            <p:cNvSpPr/>
            <p:nvPr/>
          </p:nvSpPr>
          <p:spPr>
            <a:xfrm>
              <a:off x="4229887" y="1669778"/>
              <a:ext cx="23937" cy="23937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8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09" name="ellipse_2190">
              <a:extLst>
                <a:ext uri="{FF2B5EF4-FFF2-40B4-BE49-F238E27FC236}">
                  <a16:creationId xmlns:a16="http://schemas.microsoft.com/office/drawing/2014/main" id="{0999FFEB-2895-CA36-330D-F9B7DED6DA13}"/>
                </a:ext>
              </a:extLst>
            </p:cNvPr>
            <p:cNvSpPr/>
            <p:nvPr/>
          </p:nvSpPr>
          <p:spPr>
            <a:xfrm>
              <a:off x="4374353" y="1632975"/>
              <a:ext cx="24495" cy="24495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5A6D5"/>
                </a:gs>
                <a:gs pos="100000">
                  <a:srgbClr val="3E7A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10" name="ellipse_2191">
              <a:extLst>
                <a:ext uri="{FF2B5EF4-FFF2-40B4-BE49-F238E27FC236}">
                  <a16:creationId xmlns:a16="http://schemas.microsoft.com/office/drawing/2014/main" id="{E62D6AA6-5808-C202-5F1F-4A5E39F42033}"/>
                </a:ext>
              </a:extLst>
            </p:cNvPr>
            <p:cNvSpPr/>
            <p:nvPr/>
          </p:nvSpPr>
          <p:spPr>
            <a:xfrm>
              <a:off x="4300902" y="1684368"/>
              <a:ext cx="24743" cy="24743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11" name="ellipse_2192">
              <a:extLst>
                <a:ext uri="{FF2B5EF4-FFF2-40B4-BE49-F238E27FC236}">
                  <a16:creationId xmlns:a16="http://schemas.microsoft.com/office/drawing/2014/main" id="{49D051B7-0807-F835-3A2B-59C9A85AB225}"/>
                </a:ext>
              </a:extLst>
            </p:cNvPr>
            <p:cNvSpPr/>
            <p:nvPr/>
          </p:nvSpPr>
          <p:spPr>
            <a:xfrm>
              <a:off x="4211047" y="1622071"/>
              <a:ext cx="27475" cy="27475"/>
            </a:xfrm>
            <a:prstGeom prst="ellipse">
              <a:avLst/>
            </a:prstGeom>
            <a:gradFill flip="none" rotWithShape="1">
              <a:gsLst>
                <a:gs pos="0">
                  <a:srgbClr val="F0F5FA"/>
                </a:gs>
                <a:gs pos="43000">
                  <a:srgbClr val="B6CFE8"/>
                </a:gs>
                <a:gs pos="100000">
                  <a:srgbClr val="88A9C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12" name="ellipse_2193">
              <a:extLst>
                <a:ext uri="{FF2B5EF4-FFF2-40B4-BE49-F238E27FC236}">
                  <a16:creationId xmlns:a16="http://schemas.microsoft.com/office/drawing/2014/main" id="{7A6869B7-DB0F-9C9A-3E04-F87AFE43B593}"/>
                </a:ext>
              </a:extLst>
            </p:cNvPr>
            <p:cNvSpPr/>
            <p:nvPr/>
          </p:nvSpPr>
          <p:spPr>
            <a:xfrm>
              <a:off x="4395435" y="1581312"/>
              <a:ext cx="29624" cy="29624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EC0E1"/>
                </a:gs>
                <a:gs pos="100000">
                  <a:srgbClr val="6D98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13" name="ellipse_2194">
              <a:extLst>
                <a:ext uri="{FF2B5EF4-FFF2-40B4-BE49-F238E27FC236}">
                  <a16:creationId xmlns:a16="http://schemas.microsoft.com/office/drawing/2014/main" id="{CCF4DCF5-45CE-E562-7889-06038685E46B}"/>
                </a:ext>
              </a:extLst>
            </p:cNvPr>
            <p:cNvSpPr/>
            <p:nvPr/>
          </p:nvSpPr>
          <p:spPr>
            <a:xfrm>
              <a:off x="4048258" y="1480126"/>
              <a:ext cx="35829" cy="35829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14" name="ellipse_2195">
              <a:extLst>
                <a:ext uri="{FF2B5EF4-FFF2-40B4-BE49-F238E27FC236}">
                  <a16:creationId xmlns:a16="http://schemas.microsoft.com/office/drawing/2014/main" id="{18169261-C46A-3E4E-E6B0-1B3DBC4874DC}"/>
                </a:ext>
              </a:extLst>
            </p:cNvPr>
            <p:cNvSpPr/>
            <p:nvPr/>
          </p:nvSpPr>
          <p:spPr>
            <a:xfrm>
              <a:off x="4492338" y="1548882"/>
              <a:ext cx="24345" cy="24345"/>
            </a:xfrm>
            <a:prstGeom prst="ellipse">
              <a:avLst/>
            </a:prstGeom>
            <a:gradFill flip="none" rotWithShape="1">
              <a:gsLst>
                <a:gs pos="0">
                  <a:srgbClr val="FBFCFD"/>
                </a:gs>
                <a:gs pos="43000">
                  <a:srgbClr val="EAF1F7"/>
                </a:gs>
                <a:gs pos="100000">
                  <a:srgbClr val="C5D0D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15" name="ellipse_2196">
              <a:extLst>
                <a:ext uri="{FF2B5EF4-FFF2-40B4-BE49-F238E27FC236}">
                  <a16:creationId xmlns:a16="http://schemas.microsoft.com/office/drawing/2014/main" id="{782EF87B-4E89-BC2F-9718-A7B778A47EAE}"/>
                </a:ext>
              </a:extLst>
            </p:cNvPr>
            <p:cNvSpPr/>
            <p:nvPr/>
          </p:nvSpPr>
          <p:spPr>
            <a:xfrm>
              <a:off x="4303160" y="1607853"/>
              <a:ext cx="30281" cy="30281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4B0D9"/>
                </a:gs>
                <a:gs pos="100000">
                  <a:srgbClr val="4F85B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16" name="ellipse_2197">
              <a:extLst>
                <a:ext uri="{FF2B5EF4-FFF2-40B4-BE49-F238E27FC236}">
                  <a16:creationId xmlns:a16="http://schemas.microsoft.com/office/drawing/2014/main" id="{DD63809B-47EE-593E-5166-E164C5E2281B}"/>
                </a:ext>
              </a:extLst>
            </p:cNvPr>
            <p:cNvSpPr/>
            <p:nvPr/>
          </p:nvSpPr>
          <p:spPr>
            <a:xfrm>
              <a:off x="4353888" y="1597620"/>
              <a:ext cx="20715" cy="20715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6B1DA"/>
                </a:gs>
                <a:gs pos="100000">
                  <a:srgbClr val="52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17" name="ellipse_2198">
              <a:extLst>
                <a:ext uri="{FF2B5EF4-FFF2-40B4-BE49-F238E27FC236}">
                  <a16:creationId xmlns:a16="http://schemas.microsoft.com/office/drawing/2014/main" id="{DF427E3C-D3C9-0167-1D0B-73B2B069EED8}"/>
                </a:ext>
              </a:extLst>
            </p:cNvPr>
            <p:cNvSpPr/>
            <p:nvPr/>
          </p:nvSpPr>
          <p:spPr>
            <a:xfrm>
              <a:off x="4339685" y="1653492"/>
              <a:ext cx="30582" cy="30582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4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18" name="ellipse_2199">
              <a:extLst>
                <a:ext uri="{FF2B5EF4-FFF2-40B4-BE49-F238E27FC236}">
                  <a16:creationId xmlns:a16="http://schemas.microsoft.com/office/drawing/2014/main" id="{4D32368D-4FF1-81D2-8393-8B2BB995C24D}"/>
                </a:ext>
              </a:extLst>
            </p:cNvPr>
            <p:cNvSpPr/>
            <p:nvPr/>
          </p:nvSpPr>
          <p:spPr>
            <a:xfrm>
              <a:off x="4211176" y="1555263"/>
              <a:ext cx="22426" cy="22426"/>
            </a:xfrm>
            <a:prstGeom prst="ellipse">
              <a:avLst/>
            </a:prstGeom>
            <a:gradFill flip="none" rotWithShape="1">
              <a:gsLst>
                <a:gs pos="0">
                  <a:srgbClr val="F3F7FB"/>
                </a:gs>
                <a:gs pos="43000">
                  <a:srgbClr val="C7DAED"/>
                </a:gs>
                <a:gs pos="100000">
                  <a:srgbClr val="9CB6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19" name="ellipse_2200">
              <a:extLst>
                <a:ext uri="{FF2B5EF4-FFF2-40B4-BE49-F238E27FC236}">
                  <a16:creationId xmlns:a16="http://schemas.microsoft.com/office/drawing/2014/main" id="{44193CEF-164E-CBFE-F600-F8A0753F5BCF}"/>
                </a:ext>
              </a:extLst>
            </p:cNvPr>
            <p:cNvSpPr/>
            <p:nvPr/>
          </p:nvSpPr>
          <p:spPr>
            <a:xfrm>
              <a:off x="4462884" y="1435914"/>
              <a:ext cx="31220" cy="31220"/>
            </a:xfrm>
            <a:prstGeom prst="ellipse">
              <a:avLst/>
            </a:prstGeom>
            <a:gradFill flip="none" rotWithShape="1">
              <a:gsLst>
                <a:gs pos="0">
                  <a:srgbClr val="F8E6E7"/>
                </a:gs>
                <a:gs pos="43000">
                  <a:srgbClr val="DF878B"/>
                </a:gs>
                <a:gs pos="100000">
                  <a:srgbClr val="B8565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20" name="ellipse_2201">
              <a:extLst>
                <a:ext uri="{FF2B5EF4-FFF2-40B4-BE49-F238E27FC236}">
                  <a16:creationId xmlns:a16="http://schemas.microsoft.com/office/drawing/2014/main" id="{8ABB50C0-7163-1327-F86B-153CD89A687E}"/>
                </a:ext>
              </a:extLst>
            </p:cNvPr>
            <p:cNvSpPr/>
            <p:nvPr/>
          </p:nvSpPr>
          <p:spPr>
            <a:xfrm>
              <a:off x="4266414" y="1692646"/>
              <a:ext cx="20268" cy="20268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21" name="ellipse_2202">
              <a:extLst>
                <a:ext uri="{FF2B5EF4-FFF2-40B4-BE49-F238E27FC236}">
                  <a16:creationId xmlns:a16="http://schemas.microsoft.com/office/drawing/2014/main" id="{CD087B7B-A320-BFF7-FF55-0898BCC6908E}"/>
                </a:ext>
              </a:extLst>
            </p:cNvPr>
            <p:cNvSpPr/>
            <p:nvPr/>
          </p:nvSpPr>
          <p:spPr>
            <a:xfrm>
              <a:off x="4483555" y="1615434"/>
              <a:ext cx="25340" cy="25340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7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22" name="ellipse_2203">
              <a:extLst>
                <a:ext uri="{FF2B5EF4-FFF2-40B4-BE49-F238E27FC236}">
                  <a16:creationId xmlns:a16="http://schemas.microsoft.com/office/drawing/2014/main" id="{D06D365B-7BC4-A70E-8C19-00620B0B5656}"/>
                </a:ext>
              </a:extLst>
            </p:cNvPr>
            <p:cNvSpPr/>
            <p:nvPr/>
          </p:nvSpPr>
          <p:spPr>
            <a:xfrm>
              <a:off x="4529828" y="1504880"/>
              <a:ext cx="34733" cy="34733"/>
            </a:xfrm>
            <a:prstGeom prst="ellipse">
              <a:avLst/>
            </a:prstGeom>
            <a:gradFill flip="none" rotWithShape="1">
              <a:gsLst>
                <a:gs pos="0">
                  <a:srgbClr val="FDFCFD"/>
                </a:gs>
                <a:gs pos="43000">
                  <a:srgbClr val="F6F1F3"/>
                </a:gs>
                <a:gs pos="100000">
                  <a:srgbClr val="D3D0D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23" name="ellipse_2204">
              <a:extLst>
                <a:ext uri="{FF2B5EF4-FFF2-40B4-BE49-F238E27FC236}">
                  <a16:creationId xmlns:a16="http://schemas.microsoft.com/office/drawing/2014/main" id="{D28023EA-491E-477A-93C9-5138C986718B}"/>
                </a:ext>
              </a:extLst>
            </p:cNvPr>
            <p:cNvSpPr/>
            <p:nvPr/>
          </p:nvSpPr>
          <p:spPr>
            <a:xfrm>
              <a:off x="4259420" y="1662443"/>
              <a:ext cx="32679" cy="32679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9A9D6"/>
                </a:gs>
                <a:gs pos="100000">
                  <a:srgbClr val="43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24" name="ellipse_2205">
              <a:extLst>
                <a:ext uri="{FF2B5EF4-FFF2-40B4-BE49-F238E27FC236}">
                  <a16:creationId xmlns:a16="http://schemas.microsoft.com/office/drawing/2014/main" id="{56D29FBB-2D54-D8A2-7D8E-1FFFEEC0DBCA}"/>
                </a:ext>
              </a:extLst>
            </p:cNvPr>
            <p:cNvSpPr/>
            <p:nvPr/>
          </p:nvSpPr>
          <p:spPr>
            <a:xfrm>
              <a:off x="4164350" y="1623047"/>
              <a:ext cx="36365" cy="36365"/>
            </a:xfrm>
            <a:prstGeom prst="ellipse">
              <a:avLst/>
            </a:prstGeom>
            <a:gradFill flip="none" rotWithShape="1">
              <a:gsLst>
                <a:gs pos="0">
                  <a:srgbClr val="F0F6FA"/>
                </a:gs>
                <a:gs pos="43000">
                  <a:srgbClr val="B9D2E9"/>
                </a:gs>
                <a:gs pos="100000">
                  <a:srgbClr val="8CACC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25" name="ellipse_2206">
              <a:extLst>
                <a:ext uri="{FF2B5EF4-FFF2-40B4-BE49-F238E27FC236}">
                  <a16:creationId xmlns:a16="http://schemas.microsoft.com/office/drawing/2014/main" id="{88EEBD0D-42B7-6CEC-AEF3-A72D5BC5E5A5}"/>
                </a:ext>
              </a:extLst>
            </p:cNvPr>
            <p:cNvSpPr/>
            <p:nvPr/>
          </p:nvSpPr>
          <p:spPr>
            <a:xfrm>
              <a:off x="4174720" y="1571707"/>
              <a:ext cx="20339" cy="20339"/>
            </a:xfrm>
            <a:prstGeom prst="ellipse">
              <a:avLst/>
            </a:prstGeom>
            <a:gradFill flip="none" rotWithShape="1">
              <a:gsLst>
                <a:gs pos="0">
                  <a:srgbClr val="FAFBFD"/>
                </a:gs>
                <a:gs pos="43000">
                  <a:srgbClr val="E6EEF6"/>
                </a:gs>
                <a:gs pos="100000">
                  <a:srgbClr val="C0CCD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26" name="ellipse_2207">
              <a:extLst>
                <a:ext uri="{FF2B5EF4-FFF2-40B4-BE49-F238E27FC236}">
                  <a16:creationId xmlns:a16="http://schemas.microsoft.com/office/drawing/2014/main" id="{4121A63A-5EE6-33D0-6D7E-AEE93CE883A1}"/>
                </a:ext>
              </a:extLst>
            </p:cNvPr>
            <p:cNvSpPr/>
            <p:nvPr/>
          </p:nvSpPr>
          <p:spPr>
            <a:xfrm>
              <a:off x="4442759" y="1467880"/>
              <a:ext cx="28267" cy="28267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27" name="ellipse_2208">
              <a:extLst>
                <a:ext uri="{FF2B5EF4-FFF2-40B4-BE49-F238E27FC236}">
                  <a16:creationId xmlns:a16="http://schemas.microsoft.com/office/drawing/2014/main" id="{C0FA963D-45D0-9CD8-000F-8DC6B7AB8E15}"/>
                </a:ext>
              </a:extLst>
            </p:cNvPr>
            <p:cNvSpPr/>
            <p:nvPr/>
          </p:nvSpPr>
          <p:spPr>
            <a:xfrm>
              <a:off x="4216943" y="1625920"/>
              <a:ext cx="35489" cy="35489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5C5E3"/>
                </a:gs>
                <a:gs pos="100000">
                  <a:srgbClr val="759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28" name="ellipse_2209">
              <a:extLst>
                <a:ext uri="{FF2B5EF4-FFF2-40B4-BE49-F238E27FC236}">
                  <a16:creationId xmlns:a16="http://schemas.microsoft.com/office/drawing/2014/main" id="{856FA47A-CBD9-37DF-0950-589D0E3F8679}"/>
                </a:ext>
              </a:extLst>
            </p:cNvPr>
            <p:cNvSpPr/>
            <p:nvPr/>
          </p:nvSpPr>
          <p:spPr>
            <a:xfrm>
              <a:off x="4372327" y="1669257"/>
              <a:ext cx="36395" cy="36395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29" name="ellipse_2210">
              <a:extLst>
                <a:ext uri="{FF2B5EF4-FFF2-40B4-BE49-F238E27FC236}">
                  <a16:creationId xmlns:a16="http://schemas.microsoft.com/office/drawing/2014/main" id="{6F9CCA70-F001-74CE-DDB1-EFEB88317B04}"/>
                </a:ext>
              </a:extLst>
            </p:cNvPr>
            <p:cNvSpPr/>
            <p:nvPr/>
          </p:nvSpPr>
          <p:spPr>
            <a:xfrm>
              <a:off x="4169640" y="1618732"/>
              <a:ext cx="34055" cy="34055"/>
            </a:xfrm>
            <a:prstGeom prst="ellipse">
              <a:avLst/>
            </a:prstGeom>
            <a:gradFill flip="none" rotWithShape="1">
              <a:gsLst>
                <a:gs pos="0">
                  <a:srgbClr val="F2F7FB"/>
                </a:gs>
                <a:gs pos="43000">
                  <a:srgbClr val="C3D7EC"/>
                </a:gs>
                <a:gs pos="100000">
                  <a:srgbClr val="97B3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30" name="ellipse_2211">
              <a:extLst>
                <a:ext uri="{FF2B5EF4-FFF2-40B4-BE49-F238E27FC236}">
                  <a16:creationId xmlns:a16="http://schemas.microsoft.com/office/drawing/2014/main" id="{AE44E654-2226-B896-FEDB-13519B8C9B6F}"/>
                </a:ext>
              </a:extLst>
            </p:cNvPr>
            <p:cNvSpPr/>
            <p:nvPr/>
          </p:nvSpPr>
          <p:spPr>
            <a:xfrm>
              <a:off x="4313792" y="1396283"/>
              <a:ext cx="29270" cy="29270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92B9DD"/>
                </a:gs>
                <a:gs pos="100000">
                  <a:srgbClr val="6090B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31" name="ellipse_2212">
              <a:extLst>
                <a:ext uri="{FF2B5EF4-FFF2-40B4-BE49-F238E27FC236}">
                  <a16:creationId xmlns:a16="http://schemas.microsoft.com/office/drawing/2014/main" id="{76EE4B6C-F622-A70D-F2EF-4758854BA494}"/>
                </a:ext>
              </a:extLst>
            </p:cNvPr>
            <p:cNvSpPr/>
            <p:nvPr/>
          </p:nvSpPr>
          <p:spPr>
            <a:xfrm>
              <a:off x="4179309" y="1432837"/>
              <a:ext cx="30914" cy="30914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8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32" name="ellipse_2213">
              <a:extLst>
                <a:ext uri="{FF2B5EF4-FFF2-40B4-BE49-F238E27FC236}">
                  <a16:creationId xmlns:a16="http://schemas.microsoft.com/office/drawing/2014/main" id="{244F519C-1F7D-C33E-1735-36DD3A958D15}"/>
                </a:ext>
              </a:extLst>
            </p:cNvPr>
            <p:cNvSpPr/>
            <p:nvPr/>
          </p:nvSpPr>
          <p:spPr>
            <a:xfrm>
              <a:off x="4119488" y="1533108"/>
              <a:ext cx="29184" cy="29184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5C5E3"/>
                </a:gs>
                <a:gs pos="100000">
                  <a:srgbClr val="759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33" name="ellipse_2214">
              <a:extLst>
                <a:ext uri="{FF2B5EF4-FFF2-40B4-BE49-F238E27FC236}">
                  <a16:creationId xmlns:a16="http://schemas.microsoft.com/office/drawing/2014/main" id="{24C4170B-7065-4376-3FFB-595A28F0E60F}"/>
                </a:ext>
              </a:extLst>
            </p:cNvPr>
            <p:cNvSpPr/>
            <p:nvPr/>
          </p:nvSpPr>
          <p:spPr>
            <a:xfrm>
              <a:off x="4374279" y="1463343"/>
              <a:ext cx="31808" cy="31808"/>
            </a:xfrm>
            <a:prstGeom prst="ellipse">
              <a:avLst/>
            </a:prstGeom>
            <a:gradFill flip="none" rotWithShape="1">
              <a:gsLst>
                <a:gs pos="0">
                  <a:srgbClr val="F9EAEB"/>
                </a:gs>
                <a:gs pos="43000">
                  <a:srgbClr val="E49A9F"/>
                </a:gs>
                <a:gs pos="100000">
                  <a:srgbClr val="BD6C7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34" name="ellipse_2215">
              <a:extLst>
                <a:ext uri="{FF2B5EF4-FFF2-40B4-BE49-F238E27FC236}">
                  <a16:creationId xmlns:a16="http://schemas.microsoft.com/office/drawing/2014/main" id="{12087069-1CD8-BB42-1875-ABA99D4B4F43}"/>
                </a:ext>
              </a:extLst>
            </p:cNvPr>
            <p:cNvSpPr/>
            <p:nvPr/>
          </p:nvSpPr>
          <p:spPr>
            <a:xfrm>
              <a:off x="4554980" y="1612685"/>
              <a:ext cx="33803" cy="33803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35" name="ellipse_2216">
              <a:extLst>
                <a:ext uri="{FF2B5EF4-FFF2-40B4-BE49-F238E27FC236}">
                  <a16:creationId xmlns:a16="http://schemas.microsoft.com/office/drawing/2014/main" id="{0A9D3A65-EAC9-679A-09BA-06B4CE25C662}"/>
                </a:ext>
              </a:extLst>
            </p:cNvPr>
            <p:cNvSpPr/>
            <p:nvPr/>
          </p:nvSpPr>
          <p:spPr>
            <a:xfrm>
              <a:off x="4259972" y="1386621"/>
              <a:ext cx="36239" cy="36239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9D5"/>
                </a:gs>
                <a:gs pos="100000">
                  <a:srgbClr val="42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36" name="ellipse_2217">
              <a:extLst>
                <a:ext uri="{FF2B5EF4-FFF2-40B4-BE49-F238E27FC236}">
                  <a16:creationId xmlns:a16="http://schemas.microsoft.com/office/drawing/2014/main" id="{CE871C81-E9BC-014B-CF16-7C50EA79F7C6}"/>
                </a:ext>
              </a:extLst>
            </p:cNvPr>
            <p:cNvSpPr/>
            <p:nvPr/>
          </p:nvSpPr>
          <p:spPr>
            <a:xfrm>
              <a:off x="4388705" y="1575308"/>
              <a:ext cx="32684" cy="32684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4C4E2"/>
                </a:gs>
                <a:gs pos="100000">
                  <a:srgbClr val="749C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37" name="ellipse_2218">
              <a:extLst>
                <a:ext uri="{FF2B5EF4-FFF2-40B4-BE49-F238E27FC236}">
                  <a16:creationId xmlns:a16="http://schemas.microsoft.com/office/drawing/2014/main" id="{CD1328F3-E354-590A-8C36-2C41ADEFBC9D}"/>
                </a:ext>
              </a:extLst>
            </p:cNvPr>
            <p:cNvSpPr/>
            <p:nvPr/>
          </p:nvSpPr>
          <p:spPr>
            <a:xfrm>
              <a:off x="4479568" y="1395923"/>
              <a:ext cx="34044" cy="34044"/>
            </a:xfrm>
            <a:prstGeom prst="ellipse">
              <a:avLst/>
            </a:prstGeom>
            <a:gradFill flip="none" rotWithShape="1">
              <a:gsLst>
                <a:gs pos="0">
                  <a:srgbClr val="FAFBFD"/>
                </a:gs>
                <a:gs pos="43000">
                  <a:srgbClr val="E6EEF6"/>
                </a:gs>
                <a:gs pos="100000">
                  <a:srgbClr val="C0CCD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38" name="ellipse_2219">
              <a:extLst>
                <a:ext uri="{FF2B5EF4-FFF2-40B4-BE49-F238E27FC236}">
                  <a16:creationId xmlns:a16="http://schemas.microsoft.com/office/drawing/2014/main" id="{63312EB8-3663-8DF9-C51D-6B79A507BED0}"/>
                </a:ext>
              </a:extLst>
            </p:cNvPr>
            <p:cNvSpPr/>
            <p:nvPr/>
          </p:nvSpPr>
          <p:spPr>
            <a:xfrm>
              <a:off x="4284660" y="1602255"/>
              <a:ext cx="21197" cy="21197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4BADE"/>
                </a:gs>
                <a:gs pos="100000">
                  <a:srgbClr val="6191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39" name="ellipse_2220">
              <a:extLst>
                <a:ext uri="{FF2B5EF4-FFF2-40B4-BE49-F238E27FC236}">
                  <a16:creationId xmlns:a16="http://schemas.microsoft.com/office/drawing/2014/main" id="{20B3B6CA-C7B9-1B1A-91CC-0FD5666B07D9}"/>
                </a:ext>
              </a:extLst>
            </p:cNvPr>
            <p:cNvSpPr/>
            <p:nvPr/>
          </p:nvSpPr>
          <p:spPr>
            <a:xfrm>
              <a:off x="4165774" y="1531813"/>
              <a:ext cx="25912" cy="25912"/>
            </a:xfrm>
            <a:prstGeom prst="ellipse">
              <a:avLst/>
            </a:prstGeom>
            <a:gradFill flip="none" rotWithShape="1">
              <a:gsLst>
                <a:gs pos="0">
                  <a:srgbClr val="EEF4FA"/>
                </a:gs>
                <a:gs pos="43000">
                  <a:srgbClr val="B0CCE6"/>
                </a:gs>
                <a:gs pos="100000">
                  <a:srgbClr val="82A5C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40" name="ellipse_2221">
              <a:extLst>
                <a:ext uri="{FF2B5EF4-FFF2-40B4-BE49-F238E27FC236}">
                  <a16:creationId xmlns:a16="http://schemas.microsoft.com/office/drawing/2014/main" id="{86C7F20D-5749-0DC9-0BBE-4C85B710E669}"/>
                </a:ext>
              </a:extLst>
            </p:cNvPr>
            <p:cNvSpPr/>
            <p:nvPr/>
          </p:nvSpPr>
          <p:spPr>
            <a:xfrm>
              <a:off x="4496640" y="1596997"/>
              <a:ext cx="32682" cy="32682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5B1DA"/>
                </a:gs>
                <a:gs pos="100000">
                  <a:srgbClr val="5186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41" name="ellipse_2222">
              <a:extLst>
                <a:ext uri="{FF2B5EF4-FFF2-40B4-BE49-F238E27FC236}">
                  <a16:creationId xmlns:a16="http://schemas.microsoft.com/office/drawing/2014/main" id="{3DD2AE64-D96A-1EFA-84D9-1603F806133E}"/>
                </a:ext>
              </a:extLst>
            </p:cNvPr>
            <p:cNvSpPr/>
            <p:nvPr/>
          </p:nvSpPr>
          <p:spPr>
            <a:xfrm>
              <a:off x="4080569" y="1562154"/>
              <a:ext cx="29306" cy="29306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2C3E2"/>
                </a:gs>
                <a:gs pos="100000">
                  <a:srgbClr val="729B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42" name="ellipse_2223">
              <a:extLst>
                <a:ext uri="{FF2B5EF4-FFF2-40B4-BE49-F238E27FC236}">
                  <a16:creationId xmlns:a16="http://schemas.microsoft.com/office/drawing/2014/main" id="{957A4D09-8505-0D88-A9D8-43B73D95E50A}"/>
                </a:ext>
              </a:extLst>
            </p:cNvPr>
            <p:cNvSpPr/>
            <p:nvPr/>
          </p:nvSpPr>
          <p:spPr>
            <a:xfrm>
              <a:off x="4109818" y="1517906"/>
              <a:ext cx="20219" cy="20219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9B3DA"/>
                </a:gs>
                <a:gs pos="100000">
                  <a:srgbClr val="5588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43" name="ellipse_2224">
              <a:extLst>
                <a:ext uri="{FF2B5EF4-FFF2-40B4-BE49-F238E27FC236}">
                  <a16:creationId xmlns:a16="http://schemas.microsoft.com/office/drawing/2014/main" id="{4B34DEA8-012A-20A4-16D9-032E236635DE}"/>
                </a:ext>
              </a:extLst>
            </p:cNvPr>
            <p:cNvSpPr/>
            <p:nvPr/>
          </p:nvSpPr>
          <p:spPr>
            <a:xfrm>
              <a:off x="4485896" y="1407592"/>
              <a:ext cx="26944" cy="26944"/>
            </a:xfrm>
            <a:prstGeom prst="ellipse">
              <a:avLst/>
            </a:prstGeom>
            <a:gradFill flip="none" rotWithShape="1">
              <a:gsLst>
                <a:gs pos="0">
                  <a:srgbClr val="FDFDFE"/>
                </a:gs>
                <a:gs pos="43000">
                  <a:srgbClr val="F7F6F8"/>
                </a:gs>
                <a:gs pos="100000">
                  <a:srgbClr val="D4D5D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44" name="ellipse_2225">
              <a:extLst>
                <a:ext uri="{FF2B5EF4-FFF2-40B4-BE49-F238E27FC236}">
                  <a16:creationId xmlns:a16="http://schemas.microsoft.com/office/drawing/2014/main" id="{E81306C3-B529-FF6F-0472-497C8E9B2008}"/>
                </a:ext>
              </a:extLst>
            </p:cNvPr>
            <p:cNvSpPr/>
            <p:nvPr/>
          </p:nvSpPr>
          <p:spPr>
            <a:xfrm>
              <a:off x="4195814" y="1538945"/>
              <a:ext cx="28500" cy="28500"/>
            </a:xfrm>
            <a:prstGeom prst="ellipse">
              <a:avLst/>
            </a:prstGeom>
            <a:gradFill flip="none" rotWithShape="1">
              <a:gsLst>
                <a:gs pos="0">
                  <a:srgbClr val="F1F6FA"/>
                </a:gs>
                <a:gs pos="43000">
                  <a:srgbClr val="BAD2E9"/>
                </a:gs>
                <a:gs pos="100000">
                  <a:srgbClr val="8DACC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45" name="ellipse_2226">
              <a:extLst>
                <a:ext uri="{FF2B5EF4-FFF2-40B4-BE49-F238E27FC236}">
                  <a16:creationId xmlns:a16="http://schemas.microsoft.com/office/drawing/2014/main" id="{DE991EFC-408C-C0E2-618A-6FE83CF95A37}"/>
                </a:ext>
              </a:extLst>
            </p:cNvPr>
            <p:cNvSpPr/>
            <p:nvPr/>
          </p:nvSpPr>
          <p:spPr>
            <a:xfrm>
              <a:off x="4140216" y="1445463"/>
              <a:ext cx="30909" cy="30909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8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46" name="ellipse_2227">
              <a:extLst>
                <a:ext uri="{FF2B5EF4-FFF2-40B4-BE49-F238E27FC236}">
                  <a16:creationId xmlns:a16="http://schemas.microsoft.com/office/drawing/2014/main" id="{ECBCE7E4-6CB0-271F-A4A8-355A6267752F}"/>
                </a:ext>
              </a:extLst>
            </p:cNvPr>
            <p:cNvSpPr/>
            <p:nvPr/>
          </p:nvSpPr>
          <p:spPr>
            <a:xfrm>
              <a:off x="4218177" y="1435070"/>
              <a:ext cx="24835" cy="24835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47" name="ellipse_2228">
              <a:extLst>
                <a:ext uri="{FF2B5EF4-FFF2-40B4-BE49-F238E27FC236}">
                  <a16:creationId xmlns:a16="http://schemas.microsoft.com/office/drawing/2014/main" id="{10DE4F44-E5EB-52D4-1CC5-C56F433070CC}"/>
                </a:ext>
              </a:extLst>
            </p:cNvPr>
            <p:cNvSpPr/>
            <p:nvPr/>
          </p:nvSpPr>
          <p:spPr>
            <a:xfrm>
              <a:off x="4396992" y="1424174"/>
              <a:ext cx="31572" cy="31572"/>
            </a:xfrm>
            <a:prstGeom prst="ellipse">
              <a:avLst/>
            </a:prstGeom>
            <a:gradFill flip="none" rotWithShape="1">
              <a:gsLst>
                <a:gs pos="0">
                  <a:srgbClr val="FBF1F2"/>
                </a:gs>
                <a:gs pos="43000">
                  <a:srgbClr val="EBBDC1"/>
                </a:gs>
                <a:gs pos="100000">
                  <a:srgbClr val="C6959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48" name="ellipse_2229">
              <a:extLst>
                <a:ext uri="{FF2B5EF4-FFF2-40B4-BE49-F238E27FC236}">
                  <a16:creationId xmlns:a16="http://schemas.microsoft.com/office/drawing/2014/main" id="{C04713DF-63E3-FCFB-6788-C083E5D2675D}"/>
                </a:ext>
              </a:extLst>
            </p:cNvPr>
            <p:cNvSpPr/>
            <p:nvPr/>
          </p:nvSpPr>
          <p:spPr>
            <a:xfrm>
              <a:off x="4450606" y="1519243"/>
              <a:ext cx="22570" cy="22570"/>
            </a:xfrm>
            <a:prstGeom prst="ellipse">
              <a:avLst/>
            </a:prstGeom>
            <a:gradFill flip="none" rotWithShape="1">
              <a:gsLst>
                <a:gs pos="0">
                  <a:srgbClr val="F9E6E7"/>
                </a:gs>
                <a:gs pos="43000">
                  <a:srgbClr val="E0898E"/>
                </a:gs>
                <a:gs pos="100000">
                  <a:srgbClr val="B9586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49" name="ellipse_2230">
              <a:extLst>
                <a:ext uri="{FF2B5EF4-FFF2-40B4-BE49-F238E27FC236}">
                  <a16:creationId xmlns:a16="http://schemas.microsoft.com/office/drawing/2014/main" id="{661A1425-5FC2-167E-E2E1-C2569A066189}"/>
                </a:ext>
              </a:extLst>
            </p:cNvPr>
            <p:cNvSpPr/>
            <p:nvPr/>
          </p:nvSpPr>
          <p:spPr>
            <a:xfrm>
              <a:off x="4493511" y="1391803"/>
              <a:ext cx="30887" cy="30887"/>
            </a:xfrm>
            <a:prstGeom prst="ellipse">
              <a:avLst/>
            </a:prstGeom>
            <a:gradFill flip="none" rotWithShape="1">
              <a:gsLst>
                <a:gs pos="0">
                  <a:srgbClr val="F4F8FC"/>
                </a:gs>
                <a:gs pos="43000">
                  <a:srgbClr val="CDDEEE"/>
                </a:gs>
                <a:gs pos="100000">
                  <a:srgbClr val="A3BAD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50" name="ellipse_2231">
              <a:extLst>
                <a:ext uri="{FF2B5EF4-FFF2-40B4-BE49-F238E27FC236}">
                  <a16:creationId xmlns:a16="http://schemas.microsoft.com/office/drawing/2014/main" id="{22FCF6A6-982D-E83F-9857-532A92299F0F}"/>
                </a:ext>
              </a:extLst>
            </p:cNvPr>
            <p:cNvSpPr/>
            <p:nvPr/>
          </p:nvSpPr>
          <p:spPr>
            <a:xfrm>
              <a:off x="4365893" y="1649463"/>
              <a:ext cx="23524" cy="23524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51" name="ellipse_2232">
              <a:extLst>
                <a:ext uri="{FF2B5EF4-FFF2-40B4-BE49-F238E27FC236}">
                  <a16:creationId xmlns:a16="http://schemas.microsoft.com/office/drawing/2014/main" id="{4D0DCC31-EEDB-170A-5A74-342ADF6E075E}"/>
                </a:ext>
              </a:extLst>
            </p:cNvPr>
            <p:cNvSpPr/>
            <p:nvPr/>
          </p:nvSpPr>
          <p:spPr>
            <a:xfrm>
              <a:off x="4343626" y="1628381"/>
              <a:ext cx="24226" cy="24226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7A8D5"/>
                </a:gs>
                <a:gs pos="100000">
                  <a:srgbClr val="40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52" name="ellipse_2233">
              <a:extLst>
                <a:ext uri="{FF2B5EF4-FFF2-40B4-BE49-F238E27FC236}">
                  <a16:creationId xmlns:a16="http://schemas.microsoft.com/office/drawing/2014/main" id="{66EB970A-7D83-E5B8-EC96-1EFFEE7EA997}"/>
                </a:ext>
              </a:extLst>
            </p:cNvPr>
            <p:cNvSpPr/>
            <p:nvPr/>
          </p:nvSpPr>
          <p:spPr>
            <a:xfrm>
              <a:off x="4369163" y="1423006"/>
              <a:ext cx="20129" cy="20129"/>
            </a:xfrm>
            <a:prstGeom prst="ellipse">
              <a:avLst/>
            </a:prstGeom>
            <a:gradFill flip="none" rotWithShape="1">
              <a:gsLst>
                <a:gs pos="0">
                  <a:srgbClr val="FCFDFE"/>
                </a:gs>
                <a:gs pos="43000">
                  <a:srgbClr val="F2F6FA"/>
                </a:gs>
                <a:gs pos="100000">
                  <a:srgbClr val="CED5D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53" name="ellipse_2234">
              <a:extLst>
                <a:ext uri="{FF2B5EF4-FFF2-40B4-BE49-F238E27FC236}">
                  <a16:creationId xmlns:a16="http://schemas.microsoft.com/office/drawing/2014/main" id="{0760B534-F81E-65FC-8F6F-A8652F592D1D}"/>
                </a:ext>
              </a:extLst>
            </p:cNvPr>
            <p:cNvSpPr/>
            <p:nvPr/>
          </p:nvSpPr>
          <p:spPr>
            <a:xfrm>
              <a:off x="4319544" y="1450468"/>
              <a:ext cx="22903" cy="22903"/>
            </a:xfrm>
            <a:prstGeom prst="ellipse">
              <a:avLst/>
            </a:prstGeom>
            <a:gradFill flip="none" rotWithShape="1">
              <a:gsLst>
                <a:gs pos="0">
                  <a:srgbClr val="F3F7FB"/>
                </a:gs>
                <a:gs pos="43000">
                  <a:srgbClr val="C7DAED"/>
                </a:gs>
                <a:gs pos="100000">
                  <a:srgbClr val="9CB6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54" name="ellipse_2235">
              <a:extLst>
                <a:ext uri="{FF2B5EF4-FFF2-40B4-BE49-F238E27FC236}">
                  <a16:creationId xmlns:a16="http://schemas.microsoft.com/office/drawing/2014/main" id="{3E71F41B-25A8-CD9E-7022-A29505BB2C02}"/>
                </a:ext>
              </a:extLst>
            </p:cNvPr>
            <p:cNvSpPr/>
            <p:nvPr/>
          </p:nvSpPr>
          <p:spPr>
            <a:xfrm>
              <a:off x="4341136" y="1630187"/>
              <a:ext cx="33821" cy="33821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5A6D5"/>
                </a:gs>
                <a:gs pos="100000">
                  <a:srgbClr val="3E7A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55" name="ellipse_2236">
              <a:extLst>
                <a:ext uri="{FF2B5EF4-FFF2-40B4-BE49-F238E27FC236}">
                  <a16:creationId xmlns:a16="http://schemas.microsoft.com/office/drawing/2014/main" id="{96DFE199-8370-E0F6-7FC4-313E2392F232}"/>
                </a:ext>
              </a:extLst>
            </p:cNvPr>
            <p:cNvSpPr/>
            <p:nvPr/>
          </p:nvSpPr>
          <p:spPr>
            <a:xfrm>
              <a:off x="4161225" y="1530942"/>
              <a:ext cx="25121" cy="25121"/>
            </a:xfrm>
            <a:prstGeom prst="ellipse">
              <a:avLst/>
            </a:prstGeom>
            <a:gradFill flip="none" rotWithShape="1">
              <a:gsLst>
                <a:gs pos="0">
                  <a:srgbClr val="EEF4FA"/>
                </a:gs>
                <a:gs pos="43000">
                  <a:srgbClr val="ADCAE5"/>
                </a:gs>
                <a:gs pos="100000">
                  <a:srgbClr val="7EA3C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56" name="ellipse_2237">
              <a:extLst>
                <a:ext uri="{FF2B5EF4-FFF2-40B4-BE49-F238E27FC236}">
                  <a16:creationId xmlns:a16="http://schemas.microsoft.com/office/drawing/2014/main" id="{6B8C317D-88A6-2242-38B4-BE11F0713CA7}"/>
                </a:ext>
              </a:extLst>
            </p:cNvPr>
            <p:cNvSpPr/>
            <p:nvPr/>
          </p:nvSpPr>
          <p:spPr>
            <a:xfrm>
              <a:off x="4203426" y="1536802"/>
              <a:ext cx="26566" cy="26566"/>
            </a:xfrm>
            <a:prstGeom prst="ellipse">
              <a:avLst/>
            </a:prstGeom>
            <a:gradFill flip="none" rotWithShape="1">
              <a:gsLst>
                <a:gs pos="0">
                  <a:srgbClr val="EFF5FA"/>
                </a:gs>
                <a:gs pos="43000">
                  <a:srgbClr val="B3CDE7"/>
                </a:gs>
                <a:gs pos="100000">
                  <a:srgbClr val="85A7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57" name="ellipse_2238">
              <a:extLst>
                <a:ext uri="{FF2B5EF4-FFF2-40B4-BE49-F238E27FC236}">
                  <a16:creationId xmlns:a16="http://schemas.microsoft.com/office/drawing/2014/main" id="{BA45A550-50AA-E923-46F3-83B491D1780C}"/>
                </a:ext>
              </a:extLst>
            </p:cNvPr>
            <p:cNvSpPr/>
            <p:nvPr/>
          </p:nvSpPr>
          <p:spPr>
            <a:xfrm>
              <a:off x="4482696" y="1603333"/>
              <a:ext cx="28320" cy="28320"/>
            </a:xfrm>
            <a:prstGeom prst="ellipse">
              <a:avLst/>
            </a:prstGeom>
            <a:gradFill flip="none" rotWithShape="1">
              <a:gsLst>
                <a:gs pos="0">
                  <a:srgbClr val="E6EEF7"/>
                </a:gs>
                <a:gs pos="43000">
                  <a:srgbClr val="85B0D9"/>
                </a:gs>
                <a:gs pos="100000">
                  <a:srgbClr val="5085B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58" name="ellipse_2239">
              <a:extLst>
                <a:ext uri="{FF2B5EF4-FFF2-40B4-BE49-F238E27FC236}">
                  <a16:creationId xmlns:a16="http://schemas.microsoft.com/office/drawing/2014/main" id="{D9224D6A-B8AB-214D-A468-891259FA29F0}"/>
                </a:ext>
              </a:extLst>
            </p:cNvPr>
            <p:cNvSpPr/>
            <p:nvPr/>
          </p:nvSpPr>
          <p:spPr>
            <a:xfrm>
              <a:off x="4197066" y="1522229"/>
              <a:ext cx="22601" cy="22601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DC0E0"/>
                </a:gs>
                <a:gs pos="100000">
                  <a:srgbClr val="6C97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59" name="ellipse_2240">
              <a:extLst>
                <a:ext uri="{FF2B5EF4-FFF2-40B4-BE49-F238E27FC236}">
                  <a16:creationId xmlns:a16="http://schemas.microsoft.com/office/drawing/2014/main" id="{A1DD6D3F-8C4E-E4BB-11BD-AE239A874252}"/>
                </a:ext>
              </a:extLst>
            </p:cNvPr>
            <p:cNvSpPr/>
            <p:nvPr/>
          </p:nvSpPr>
          <p:spPr>
            <a:xfrm>
              <a:off x="4144638" y="1578773"/>
              <a:ext cx="26817" cy="26817"/>
            </a:xfrm>
            <a:prstGeom prst="ellipse">
              <a:avLst/>
            </a:prstGeom>
            <a:gradFill flip="none" rotWithShape="1">
              <a:gsLst>
                <a:gs pos="0">
                  <a:srgbClr val="F9FBFD"/>
                </a:gs>
                <a:gs pos="43000">
                  <a:srgbClr val="E4ECF6"/>
                </a:gs>
                <a:gs pos="100000">
                  <a:srgbClr val="BDCBD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60" name="ellipse_2241">
              <a:extLst>
                <a:ext uri="{FF2B5EF4-FFF2-40B4-BE49-F238E27FC236}">
                  <a16:creationId xmlns:a16="http://schemas.microsoft.com/office/drawing/2014/main" id="{79E6F97D-B2FE-79ED-44D2-68DE45252C63}"/>
                </a:ext>
              </a:extLst>
            </p:cNvPr>
            <p:cNvSpPr/>
            <p:nvPr/>
          </p:nvSpPr>
          <p:spPr>
            <a:xfrm>
              <a:off x="4441221" y="1606601"/>
              <a:ext cx="26804" cy="26804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5B1DA"/>
                </a:gs>
                <a:gs pos="100000">
                  <a:srgbClr val="5186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61" name="ellipse_2242">
              <a:extLst>
                <a:ext uri="{FF2B5EF4-FFF2-40B4-BE49-F238E27FC236}">
                  <a16:creationId xmlns:a16="http://schemas.microsoft.com/office/drawing/2014/main" id="{040A9FB4-C348-DCD7-ED76-D157008A3AE5}"/>
                </a:ext>
              </a:extLst>
            </p:cNvPr>
            <p:cNvSpPr/>
            <p:nvPr/>
          </p:nvSpPr>
          <p:spPr>
            <a:xfrm>
              <a:off x="4334837" y="1431903"/>
              <a:ext cx="27902" cy="27902"/>
            </a:xfrm>
            <a:prstGeom prst="ellipse">
              <a:avLst/>
            </a:prstGeom>
            <a:gradFill flip="none" rotWithShape="1">
              <a:gsLst>
                <a:gs pos="0">
                  <a:srgbClr val="F6F9FC"/>
                </a:gs>
                <a:gs pos="43000">
                  <a:srgbClr val="D5E4F1"/>
                </a:gs>
                <a:gs pos="100000">
                  <a:srgbClr val="ADC1D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62" name="ellipse_2243">
              <a:extLst>
                <a:ext uri="{FF2B5EF4-FFF2-40B4-BE49-F238E27FC236}">
                  <a16:creationId xmlns:a16="http://schemas.microsoft.com/office/drawing/2014/main" id="{BB7B208A-5309-8724-5F06-3FCE67928366}"/>
                </a:ext>
              </a:extLst>
            </p:cNvPr>
            <p:cNvSpPr/>
            <p:nvPr/>
          </p:nvSpPr>
          <p:spPr>
            <a:xfrm>
              <a:off x="4400306" y="1450110"/>
              <a:ext cx="32534" cy="32534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63" name="ellipse_2244">
              <a:extLst>
                <a:ext uri="{FF2B5EF4-FFF2-40B4-BE49-F238E27FC236}">
                  <a16:creationId xmlns:a16="http://schemas.microsoft.com/office/drawing/2014/main" id="{625D2313-006F-AFCE-4553-7341F5417917}"/>
                </a:ext>
              </a:extLst>
            </p:cNvPr>
            <p:cNvSpPr/>
            <p:nvPr/>
          </p:nvSpPr>
          <p:spPr>
            <a:xfrm>
              <a:off x="4216796" y="1447370"/>
              <a:ext cx="23756" cy="23756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5A6D5"/>
                </a:gs>
                <a:gs pos="100000">
                  <a:srgbClr val="3E7A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64" name="ellipse_2245">
              <a:extLst>
                <a:ext uri="{FF2B5EF4-FFF2-40B4-BE49-F238E27FC236}">
                  <a16:creationId xmlns:a16="http://schemas.microsoft.com/office/drawing/2014/main" id="{9CEAAAE2-F163-DAB5-7ED7-C27F4BCFCA0A}"/>
                </a:ext>
              </a:extLst>
            </p:cNvPr>
            <p:cNvSpPr/>
            <p:nvPr/>
          </p:nvSpPr>
          <p:spPr>
            <a:xfrm>
              <a:off x="4370480" y="1659527"/>
              <a:ext cx="19803" cy="19803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65" name="ellipse_2246">
              <a:extLst>
                <a:ext uri="{FF2B5EF4-FFF2-40B4-BE49-F238E27FC236}">
                  <a16:creationId xmlns:a16="http://schemas.microsoft.com/office/drawing/2014/main" id="{6F8FB301-8BCB-33C7-D1E5-CB30D4F3A01D}"/>
                </a:ext>
              </a:extLst>
            </p:cNvPr>
            <p:cNvSpPr/>
            <p:nvPr/>
          </p:nvSpPr>
          <p:spPr>
            <a:xfrm>
              <a:off x="4529718" y="1436043"/>
              <a:ext cx="27552" cy="27552"/>
            </a:xfrm>
            <a:prstGeom prst="ellipse">
              <a:avLst/>
            </a:prstGeom>
            <a:gradFill flip="none" rotWithShape="1">
              <a:gsLst>
                <a:gs pos="0">
                  <a:srgbClr val="FDFCFD"/>
                </a:gs>
                <a:gs pos="43000">
                  <a:srgbClr val="F6F3F6"/>
                </a:gs>
                <a:gs pos="100000">
                  <a:srgbClr val="D3D2D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66" name="ellipse_2247">
              <a:extLst>
                <a:ext uri="{FF2B5EF4-FFF2-40B4-BE49-F238E27FC236}">
                  <a16:creationId xmlns:a16="http://schemas.microsoft.com/office/drawing/2014/main" id="{D612CB75-2FF2-6935-6BD3-818081024990}"/>
                </a:ext>
              </a:extLst>
            </p:cNvPr>
            <p:cNvSpPr/>
            <p:nvPr/>
          </p:nvSpPr>
          <p:spPr>
            <a:xfrm>
              <a:off x="4155808" y="1608147"/>
              <a:ext cx="21024" cy="21024"/>
            </a:xfrm>
            <a:prstGeom prst="ellipse">
              <a:avLst/>
            </a:prstGeom>
            <a:gradFill flip="none" rotWithShape="1">
              <a:gsLst>
                <a:gs pos="0">
                  <a:srgbClr val="F7FAFC"/>
                </a:gs>
                <a:gs pos="43000">
                  <a:srgbClr val="D9E6F2"/>
                </a:gs>
                <a:gs pos="100000">
                  <a:srgbClr val="B1C3D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67" name="ellipse_2248">
              <a:extLst>
                <a:ext uri="{FF2B5EF4-FFF2-40B4-BE49-F238E27FC236}">
                  <a16:creationId xmlns:a16="http://schemas.microsoft.com/office/drawing/2014/main" id="{5DF45FB5-01C5-58A4-E2A9-3C2EE7F53ADC}"/>
                </a:ext>
              </a:extLst>
            </p:cNvPr>
            <p:cNvSpPr/>
            <p:nvPr/>
          </p:nvSpPr>
          <p:spPr>
            <a:xfrm>
              <a:off x="4430114" y="1433963"/>
              <a:ext cx="19388" cy="19388"/>
            </a:xfrm>
            <a:prstGeom prst="ellipse">
              <a:avLst/>
            </a:prstGeom>
            <a:gradFill flip="none" rotWithShape="1">
              <a:gsLst>
                <a:gs pos="0">
                  <a:srgbClr val="F9EAEB"/>
                </a:gs>
                <a:gs pos="43000">
                  <a:srgbClr val="E3999D"/>
                </a:gs>
                <a:gs pos="100000">
                  <a:srgbClr val="BD6A7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68" name="ellipse_2249">
              <a:extLst>
                <a:ext uri="{FF2B5EF4-FFF2-40B4-BE49-F238E27FC236}">
                  <a16:creationId xmlns:a16="http://schemas.microsoft.com/office/drawing/2014/main" id="{61A4843D-1D54-E141-2097-B084306235A7}"/>
                </a:ext>
              </a:extLst>
            </p:cNvPr>
            <p:cNvSpPr/>
            <p:nvPr/>
          </p:nvSpPr>
          <p:spPr>
            <a:xfrm>
              <a:off x="4348582" y="1617385"/>
              <a:ext cx="30384" cy="30384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9A9D6"/>
                </a:gs>
                <a:gs pos="100000">
                  <a:srgbClr val="43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69" name="ellipse_2250">
              <a:extLst>
                <a:ext uri="{FF2B5EF4-FFF2-40B4-BE49-F238E27FC236}">
                  <a16:creationId xmlns:a16="http://schemas.microsoft.com/office/drawing/2014/main" id="{7E8DA8B0-C413-E336-107D-05878113C197}"/>
                </a:ext>
              </a:extLst>
            </p:cNvPr>
            <p:cNvSpPr/>
            <p:nvPr/>
          </p:nvSpPr>
          <p:spPr>
            <a:xfrm>
              <a:off x="4463319" y="1574688"/>
              <a:ext cx="25872" cy="25872"/>
            </a:xfrm>
            <a:prstGeom prst="ellipse">
              <a:avLst/>
            </a:prstGeom>
            <a:gradFill flip="none" rotWithShape="1">
              <a:gsLst>
                <a:gs pos="0">
                  <a:srgbClr val="F0F5FA"/>
                </a:gs>
                <a:gs pos="43000">
                  <a:srgbClr val="B5CFE7"/>
                </a:gs>
                <a:gs pos="100000">
                  <a:srgbClr val="88A9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70" name="ellipse_2251">
              <a:extLst>
                <a:ext uri="{FF2B5EF4-FFF2-40B4-BE49-F238E27FC236}">
                  <a16:creationId xmlns:a16="http://schemas.microsoft.com/office/drawing/2014/main" id="{8FCA32F9-5B72-D135-B11A-6C758772444F}"/>
                </a:ext>
              </a:extLst>
            </p:cNvPr>
            <p:cNvSpPr/>
            <p:nvPr/>
          </p:nvSpPr>
          <p:spPr>
            <a:xfrm>
              <a:off x="4531596" y="1568921"/>
              <a:ext cx="28919" cy="28919"/>
            </a:xfrm>
            <a:prstGeom prst="ellipse">
              <a:avLst/>
            </a:prstGeom>
            <a:gradFill flip="none" rotWithShape="1">
              <a:gsLst>
                <a:gs pos="0">
                  <a:srgbClr val="EAF1F8"/>
                </a:gs>
                <a:gs pos="43000">
                  <a:srgbClr val="99BDDF"/>
                </a:gs>
                <a:gs pos="100000">
                  <a:srgbClr val="6895B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71" name="ellipse_2252">
              <a:extLst>
                <a:ext uri="{FF2B5EF4-FFF2-40B4-BE49-F238E27FC236}">
                  <a16:creationId xmlns:a16="http://schemas.microsoft.com/office/drawing/2014/main" id="{F8A04D59-50E6-AA39-2F36-C13C8E9F0D08}"/>
                </a:ext>
              </a:extLst>
            </p:cNvPr>
            <p:cNvSpPr/>
            <p:nvPr/>
          </p:nvSpPr>
          <p:spPr>
            <a:xfrm>
              <a:off x="4374229" y="1660093"/>
              <a:ext cx="34954" cy="34954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72" name="ellipse_2253">
              <a:extLst>
                <a:ext uri="{FF2B5EF4-FFF2-40B4-BE49-F238E27FC236}">
                  <a16:creationId xmlns:a16="http://schemas.microsoft.com/office/drawing/2014/main" id="{DB165CDD-B4BF-3459-D824-D4DDE306F5F6}"/>
                </a:ext>
              </a:extLst>
            </p:cNvPr>
            <p:cNvSpPr/>
            <p:nvPr/>
          </p:nvSpPr>
          <p:spPr>
            <a:xfrm>
              <a:off x="4263352" y="1508604"/>
              <a:ext cx="27274" cy="27274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92B8DD"/>
                </a:gs>
                <a:gs pos="100000">
                  <a:srgbClr val="608FB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73" name="ellipse_2254">
              <a:extLst>
                <a:ext uri="{FF2B5EF4-FFF2-40B4-BE49-F238E27FC236}">
                  <a16:creationId xmlns:a16="http://schemas.microsoft.com/office/drawing/2014/main" id="{979BC237-407E-1C7E-F172-0A8E9A87C6F5}"/>
                </a:ext>
              </a:extLst>
            </p:cNvPr>
            <p:cNvSpPr/>
            <p:nvPr/>
          </p:nvSpPr>
          <p:spPr>
            <a:xfrm>
              <a:off x="4379064" y="1465078"/>
              <a:ext cx="29615" cy="29615"/>
            </a:xfrm>
            <a:prstGeom prst="ellipse">
              <a:avLst/>
            </a:prstGeom>
            <a:gradFill flip="none" rotWithShape="1">
              <a:gsLst>
                <a:gs pos="0">
                  <a:srgbClr val="F9E8E9"/>
                </a:gs>
                <a:gs pos="43000">
                  <a:srgbClr val="E19296"/>
                </a:gs>
                <a:gs pos="100000">
                  <a:srgbClr val="BB626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74" name="ellipse_2255">
              <a:extLst>
                <a:ext uri="{FF2B5EF4-FFF2-40B4-BE49-F238E27FC236}">
                  <a16:creationId xmlns:a16="http://schemas.microsoft.com/office/drawing/2014/main" id="{42662FEA-C62E-ED89-EBC7-EBE18C8322BC}"/>
                </a:ext>
              </a:extLst>
            </p:cNvPr>
            <p:cNvSpPr/>
            <p:nvPr/>
          </p:nvSpPr>
          <p:spPr>
            <a:xfrm>
              <a:off x="4333679" y="1393440"/>
              <a:ext cx="26335" cy="26335"/>
            </a:xfrm>
            <a:prstGeom prst="ellipse">
              <a:avLst/>
            </a:prstGeom>
            <a:gradFill flip="none" rotWithShape="1">
              <a:gsLst>
                <a:gs pos="0">
                  <a:srgbClr val="EAF2F9"/>
                </a:gs>
                <a:gs pos="43000">
                  <a:srgbClr val="9CBFE0"/>
                </a:gs>
                <a:gs pos="100000">
                  <a:srgbClr val="6A96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75" name="ellipse_2256">
              <a:extLst>
                <a:ext uri="{FF2B5EF4-FFF2-40B4-BE49-F238E27FC236}">
                  <a16:creationId xmlns:a16="http://schemas.microsoft.com/office/drawing/2014/main" id="{A76BE70C-A855-161F-FF80-0D8491306705}"/>
                </a:ext>
              </a:extLst>
            </p:cNvPr>
            <p:cNvSpPr/>
            <p:nvPr/>
          </p:nvSpPr>
          <p:spPr>
            <a:xfrm>
              <a:off x="4603700" y="1511648"/>
              <a:ext cx="33300" cy="33300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DB6DC"/>
                </a:gs>
                <a:gs pos="100000">
                  <a:srgbClr val="59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76" name="ellipse_2257">
              <a:extLst>
                <a:ext uri="{FF2B5EF4-FFF2-40B4-BE49-F238E27FC236}">
                  <a16:creationId xmlns:a16="http://schemas.microsoft.com/office/drawing/2014/main" id="{15FD3C46-6953-14AD-59AB-9C6A5E33B2DE}"/>
                </a:ext>
              </a:extLst>
            </p:cNvPr>
            <p:cNvSpPr/>
            <p:nvPr/>
          </p:nvSpPr>
          <p:spPr>
            <a:xfrm>
              <a:off x="4612515" y="1554699"/>
              <a:ext cx="35513" cy="35513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9A9D6"/>
                </a:gs>
                <a:gs pos="100000">
                  <a:srgbClr val="43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77" name="ellipse_2258">
              <a:extLst>
                <a:ext uri="{FF2B5EF4-FFF2-40B4-BE49-F238E27FC236}">
                  <a16:creationId xmlns:a16="http://schemas.microsoft.com/office/drawing/2014/main" id="{C7A68AAC-4EFF-713E-A867-A90115522155}"/>
                </a:ext>
              </a:extLst>
            </p:cNvPr>
            <p:cNvSpPr/>
            <p:nvPr/>
          </p:nvSpPr>
          <p:spPr>
            <a:xfrm>
              <a:off x="4293316" y="1609491"/>
              <a:ext cx="35894" cy="35894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5B1DA"/>
                </a:gs>
                <a:gs pos="100000">
                  <a:srgbClr val="5186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78" name="ellipse_2259">
              <a:extLst>
                <a:ext uri="{FF2B5EF4-FFF2-40B4-BE49-F238E27FC236}">
                  <a16:creationId xmlns:a16="http://schemas.microsoft.com/office/drawing/2014/main" id="{3C8899FA-67F3-126C-4248-77344A030114}"/>
                </a:ext>
              </a:extLst>
            </p:cNvPr>
            <p:cNvSpPr/>
            <p:nvPr/>
          </p:nvSpPr>
          <p:spPr>
            <a:xfrm>
              <a:off x="4465841" y="1446603"/>
              <a:ext cx="29343" cy="29343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79" name="ellipse_2260">
              <a:extLst>
                <a:ext uri="{FF2B5EF4-FFF2-40B4-BE49-F238E27FC236}">
                  <a16:creationId xmlns:a16="http://schemas.microsoft.com/office/drawing/2014/main" id="{90D87F51-DF59-1EA6-85EC-36311D3AB077}"/>
                </a:ext>
              </a:extLst>
            </p:cNvPr>
            <p:cNvSpPr/>
            <p:nvPr/>
          </p:nvSpPr>
          <p:spPr>
            <a:xfrm>
              <a:off x="4395565" y="1451343"/>
              <a:ext cx="34062" cy="34062"/>
            </a:xfrm>
            <a:prstGeom prst="ellipse">
              <a:avLst/>
            </a:prstGeom>
            <a:gradFill flip="none" rotWithShape="1">
              <a:gsLst>
                <a:gs pos="0">
                  <a:srgbClr val="F8E3E4"/>
                </a:gs>
                <a:gs pos="43000">
                  <a:srgbClr val="DC797E"/>
                </a:gs>
                <a:gs pos="100000">
                  <a:srgbClr val="B5464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80" name="ellipse_2261">
              <a:extLst>
                <a:ext uri="{FF2B5EF4-FFF2-40B4-BE49-F238E27FC236}">
                  <a16:creationId xmlns:a16="http://schemas.microsoft.com/office/drawing/2014/main" id="{BE5A68D1-377F-D875-FE42-17FD201EC122}"/>
                </a:ext>
              </a:extLst>
            </p:cNvPr>
            <p:cNvSpPr/>
            <p:nvPr/>
          </p:nvSpPr>
          <p:spPr>
            <a:xfrm>
              <a:off x="4447971" y="1453977"/>
              <a:ext cx="20526" cy="20526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81" name="ellipse_2262">
              <a:extLst>
                <a:ext uri="{FF2B5EF4-FFF2-40B4-BE49-F238E27FC236}">
                  <a16:creationId xmlns:a16="http://schemas.microsoft.com/office/drawing/2014/main" id="{B876050C-6B3A-F301-7B1B-FA3829A54D8C}"/>
                </a:ext>
              </a:extLst>
            </p:cNvPr>
            <p:cNvSpPr/>
            <p:nvPr/>
          </p:nvSpPr>
          <p:spPr>
            <a:xfrm>
              <a:off x="4414105" y="1439212"/>
              <a:ext cx="23231" cy="23231"/>
            </a:xfrm>
            <a:prstGeom prst="ellipse">
              <a:avLst/>
            </a:prstGeom>
            <a:gradFill flip="none" rotWithShape="1">
              <a:gsLst>
                <a:gs pos="0">
                  <a:srgbClr val="F9E8E8"/>
                </a:gs>
                <a:gs pos="43000">
                  <a:srgbClr val="E18F93"/>
                </a:gs>
                <a:gs pos="100000">
                  <a:srgbClr val="BA5F6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82" name="ellipse_2263">
              <a:extLst>
                <a:ext uri="{FF2B5EF4-FFF2-40B4-BE49-F238E27FC236}">
                  <a16:creationId xmlns:a16="http://schemas.microsoft.com/office/drawing/2014/main" id="{961EE492-A948-C5EF-9277-1C977CCB822A}"/>
                </a:ext>
              </a:extLst>
            </p:cNvPr>
            <p:cNvSpPr/>
            <p:nvPr/>
          </p:nvSpPr>
          <p:spPr>
            <a:xfrm>
              <a:off x="4382949" y="1613377"/>
              <a:ext cx="25360" cy="25360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8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83" name="ellipse_2264">
              <a:extLst>
                <a:ext uri="{FF2B5EF4-FFF2-40B4-BE49-F238E27FC236}">
                  <a16:creationId xmlns:a16="http://schemas.microsoft.com/office/drawing/2014/main" id="{46EC269C-CEC1-ED7A-466E-091DDBDCCB7D}"/>
                </a:ext>
              </a:extLst>
            </p:cNvPr>
            <p:cNvSpPr/>
            <p:nvPr/>
          </p:nvSpPr>
          <p:spPr>
            <a:xfrm>
              <a:off x="4431400" y="1599480"/>
              <a:ext cx="21660" cy="21660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8FB7DC"/>
                </a:gs>
                <a:gs pos="100000">
                  <a:srgbClr val="5C8DB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84" name="ellipse_2265">
              <a:extLst>
                <a:ext uri="{FF2B5EF4-FFF2-40B4-BE49-F238E27FC236}">
                  <a16:creationId xmlns:a16="http://schemas.microsoft.com/office/drawing/2014/main" id="{55725C04-8FEA-AD8E-DD85-891F4A6810E9}"/>
                </a:ext>
              </a:extLst>
            </p:cNvPr>
            <p:cNvSpPr/>
            <p:nvPr/>
          </p:nvSpPr>
          <p:spPr>
            <a:xfrm>
              <a:off x="4137969" y="1490081"/>
              <a:ext cx="25196" cy="25196"/>
            </a:xfrm>
            <a:prstGeom prst="ellipse">
              <a:avLst/>
            </a:prstGeom>
            <a:gradFill flip="none" rotWithShape="1">
              <a:gsLst>
                <a:gs pos="0">
                  <a:srgbClr val="E4EDF7"/>
                </a:gs>
                <a:gs pos="43000">
                  <a:srgbClr val="7CABD7"/>
                </a:gs>
                <a:gs pos="100000">
                  <a:srgbClr val="467F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85" name="ellipse_2266">
              <a:extLst>
                <a:ext uri="{FF2B5EF4-FFF2-40B4-BE49-F238E27FC236}">
                  <a16:creationId xmlns:a16="http://schemas.microsoft.com/office/drawing/2014/main" id="{42115FD6-26BE-0181-3DA8-57FF5E517AC5}"/>
                </a:ext>
              </a:extLst>
            </p:cNvPr>
            <p:cNvSpPr/>
            <p:nvPr/>
          </p:nvSpPr>
          <p:spPr>
            <a:xfrm>
              <a:off x="4390923" y="1523400"/>
              <a:ext cx="28756" cy="28756"/>
            </a:xfrm>
            <a:prstGeom prst="ellipse">
              <a:avLst/>
            </a:prstGeom>
            <a:gradFill flip="none" rotWithShape="1">
              <a:gsLst>
                <a:gs pos="0">
                  <a:srgbClr val="FBF3F4"/>
                </a:gs>
                <a:gs pos="43000">
                  <a:srgbClr val="EDC6CA"/>
                </a:gs>
                <a:gs pos="100000">
                  <a:srgbClr val="C89FA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86" name="ellipse_2267">
              <a:extLst>
                <a:ext uri="{FF2B5EF4-FFF2-40B4-BE49-F238E27FC236}">
                  <a16:creationId xmlns:a16="http://schemas.microsoft.com/office/drawing/2014/main" id="{3BDDE6BE-5C08-FC10-AEB0-74D680B8FD29}"/>
                </a:ext>
              </a:extLst>
            </p:cNvPr>
            <p:cNvSpPr/>
            <p:nvPr/>
          </p:nvSpPr>
          <p:spPr>
            <a:xfrm>
              <a:off x="4421907" y="1413437"/>
              <a:ext cx="21785" cy="21785"/>
            </a:xfrm>
            <a:prstGeom prst="ellipse">
              <a:avLst/>
            </a:prstGeom>
            <a:gradFill flip="none" rotWithShape="1">
              <a:gsLst>
                <a:gs pos="0">
                  <a:srgbClr val="FCF8F8"/>
                </a:gs>
                <a:gs pos="43000">
                  <a:srgbClr val="F1DCDF"/>
                </a:gs>
                <a:gs pos="100000">
                  <a:srgbClr val="CDB8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87" name="ellipse_2268">
              <a:extLst>
                <a:ext uri="{FF2B5EF4-FFF2-40B4-BE49-F238E27FC236}">
                  <a16:creationId xmlns:a16="http://schemas.microsoft.com/office/drawing/2014/main" id="{EC40A038-44BC-6EB6-42CC-2D7CFC880184}"/>
                </a:ext>
              </a:extLst>
            </p:cNvPr>
            <p:cNvSpPr/>
            <p:nvPr/>
          </p:nvSpPr>
          <p:spPr>
            <a:xfrm>
              <a:off x="4389016" y="1638974"/>
              <a:ext cx="32977" cy="3297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C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88" name="ellipse_2269">
              <a:extLst>
                <a:ext uri="{FF2B5EF4-FFF2-40B4-BE49-F238E27FC236}">
                  <a16:creationId xmlns:a16="http://schemas.microsoft.com/office/drawing/2014/main" id="{CD149784-DF08-1EE3-2451-AB393DCB362E}"/>
                </a:ext>
              </a:extLst>
            </p:cNvPr>
            <p:cNvSpPr/>
            <p:nvPr/>
          </p:nvSpPr>
          <p:spPr>
            <a:xfrm>
              <a:off x="4134968" y="1559389"/>
              <a:ext cx="34498" cy="34498"/>
            </a:xfrm>
            <a:prstGeom prst="ellipse">
              <a:avLst/>
            </a:prstGeom>
            <a:gradFill flip="none" rotWithShape="1">
              <a:gsLst>
                <a:gs pos="0">
                  <a:srgbClr val="F6F9FC"/>
                </a:gs>
                <a:gs pos="43000">
                  <a:srgbClr val="D6E4F1"/>
                </a:gs>
                <a:gs pos="100000">
                  <a:srgbClr val="AEC1D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89" name="ellipse_2270">
              <a:extLst>
                <a:ext uri="{FF2B5EF4-FFF2-40B4-BE49-F238E27FC236}">
                  <a16:creationId xmlns:a16="http://schemas.microsoft.com/office/drawing/2014/main" id="{EE6FD8B8-D728-23B5-5EFE-A4A74FB34002}"/>
                </a:ext>
              </a:extLst>
            </p:cNvPr>
            <p:cNvSpPr/>
            <p:nvPr/>
          </p:nvSpPr>
          <p:spPr>
            <a:xfrm>
              <a:off x="4362437" y="1655067"/>
              <a:ext cx="32745" cy="32745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90" name="ellipse_2271">
              <a:extLst>
                <a:ext uri="{FF2B5EF4-FFF2-40B4-BE49-F238E27FC236}">
                  <a16:creationId xmlns:a16="http://schemas.microsoft.com/office/drawing/2014/main" id="{59E74F9F-59E5-55C0-4645-B9EDAC28E496}"/>
                </a:ext>
              </a:extLst>
            </p:cNvPr>
            <p:cNvSpPr/>
            <p:nvPr/>
          </p:nvSpPr>
          <p:spPr>
            <a:xfrm>
              <a:off x="4190384" y="1452612"/>
              <a:ext cx="23442" cy="23442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C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91" name="ellipse_2272">
              <a:extLst>
                <a:ext uri="{FF2B5EF4-FFF2-40B4-BE49-F238E27FC236}">
                  <a16:creationId xmlns:a16="http://schemas.microsoft.com/office/drawing/2014/main" id="{8A6BEF51-3218-D5BE-EB33-322F535401D3}"/>
                </a:ext>
              </a:extLst>
            </p:cNvPr>
            <p:cNvSpPr/>
            <p:nvPr/>
          </p:nvSpPr>
          <p:spPr>
            <a:xfrm>
              <a:off x="4191528" y="1431318"/>
              <a:ext cx="28918" cy="28918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92" name="ellipse_2273">
              <a:extLst>
                <a:ext uri="{FF2B5EF4-FFF2-40B4-BE49-F238E27FC236}">
                  <a16:creationId xmlns:a16="http://schemas.microsoft.com/office/drawing/2014/main" id="{CA9B883F-2E6D-32B6-0DD4-67B2D60E9A32}"/>
                </a:ext>
              </a:extLst>
            </p:cNvPr>
            <p:cNvSpPr/>
            <p:nvPr/>
          </p:nvSpPr>
          <p:spPr>
            <a:xfrm>
              <a:off x="4069030" y="1464721"/>
              <a:ext cx="29833" cy="29833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8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93" name="ellipse_2274">
              <a:extLst>
                <a:ext uri="{FF2B5EF4-FFF2-40B4-BE49-F238E27FC236}">
                  <a16:creationId xmlns:a16="http://schemas.microsoft.com/office/drawing/2014/main" id="{8FDAA8A5-0ABF-8265-C5F9-5E2F4FF39934}"/>
                </a:ext>
              </a:extLst>
            </p:cNvPr>
            <p:cNvSpPr/>
            <p:nvPr/>
          </p:nvSpPr>
          <p:spPr>
            <a:xfrm>
              <a:off x="4366890" y="1406820"/>
              <a:ext cx="36480" cy="36480"/>
            </a:xfrm>
            <a:prstGeom prst="ellipse">
              <a:avLst/>
            </a:prstGeom>
            <a:gradFill flip="none" rotWithShape="1">
              <a:gsLst>
                <a:gs pos="0">
                  <a:srgbClr val="FAFCFD"/>
                </a:gs>
                <a:gs pos="43000">
                  <a:srgbClr val="E8EFF6"/>
                </a:gs>
                <a:gs pos="100000">
                  <a:srgbClr val="C2CED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94" name="ellipse_2275">
              <a:extLst>
                <a:ext uri="{FF2B5EF4-FFF2-40B4-BE49-F238E27FC236}">
                  <a16:creationId xmlns:a16="http://schemas.microsoft.com/office/drawing/2014/main" id="{598D257B-D9D4-E7FC-E84F-5465B83312C6}"/>
                </a:ext>
              </a:extLst>
            </p:cNvPr>
            <p:cNvSpPr/>
            <p:nvPr/>
          </p:nvSpPr>
          <p:spPr>
            <a:xfrm>
              <a:off x="4539539" y="1639101"/>
              <a:ext cx="31994" cy="31994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95" name="ellipse_2276">
              <a:extLst>
                <a:ext uri="{FF2B5EF4-FFF2-40B4-BE49-F238E27FC236}">
                  <a16:creationId xmlns:a16="http://schemas.microsoft.com/office/drawing/2014/main" id="{0C69F19B-2398-D65F-FFD8-99C5CADDD5A1}"/>
                </a:ext>
              </a:extLst>
            </p:cNvPr>
            <p:cNvSpPr/>
            <p:nvPr/>
          </p:nvSpPr>
          <p:spPr>
            <a:xfrm>
              <a:off x="4549589" y="1539226"/>
              <a:ext cx="29499" cy="29499"/>
            </a:xfrm>
            <a:prstGeom prst="ellipse">
              <a:avLst/>
            </a:prstGeom>
            <a:gradFill flip="none" rotWithShape="1">
              <a:gsLst>
                <a:gs pos="0">
                  <a:srgbClr val="EFF4FA"/>
                </a:gs>
                <a:gs pos="43000">
                  <a:srgbClr val="B2CDE7"/>
                </a:gs>
                <a:gs pos="100000">
                  <a:srgbClr val="84A6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96" name="ellipse_2277">
              <a:extLst>
                <a:ext uri="{FF2B5EF4-FFF2-40B4-BE49-F238E27FC236}">
                  <a16:creationId xmlns:a16="http://schemas.microsoft.com/office/drawing/2014/main" id="{9A9A674D-E069-577E-8458-D2B265468280}"/>
                </a:ext>
              </a:extLst>
            </p:cNvPr>
            <p:cNvSpPr/>
            <p:nvPr/>
          </p:nvSpPr>
          <p:spPr>
            <a:xfrm>
              <a:off x="4446293" y="1479918"/>
              <a:ext cx="27511" cy="27511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97" name="ellipse_2278">
              <a:extLst>
                <a:ext uri="{FF2B5EF4-FFF2-40B4-BE49-F238E27FC236}">
                  <a16:creationId xmlns:a16="http://schemas.microsoft.com/office/drawing/2014/main" id="{F84E03F8-04BD-D91A-E921-4FE24309885B}"/>
                </a:ext>
              </a:extLst>
            </p:cNvPr>
            <p:cNvSpPr/>
            <p:nvPr/>
          </p:nvSpPr>
          <p:spPr>
            <a:xfrm>
              <a:off x="4355108" y="1592089"/>
              <a:ext cx="22851" cy="22851"/>
            </a:xfrm>
            <a:prstGeom prst="ellipse">
              <a:avLst/>
            </a:prstGeom>
            <a:gradFill flip="none" rotWithShape="1">
              <a:gsLst>
                <a:gs pos="0">
                  <a:srgbClr val="E7EFF7"/>
                </a:gs>
                <a:gs pos="43000">
                  <a:srgbClr val="8AB3DA"/>
                </a:gs>
                <a:gs pos="100000">
                  <a:srgbClr val="5689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98" name="ellipse_2279">
              <a:extLst>
                <a:ext uri="{FF2B5EF4-FFF2-40B4-BE49-F238E27FC236}">
                  <a16:creationId xmlns:a16="http://schemas.microsoft.com/office/drawing/2014/main" id="{B2F178A0-9562-C513-7070-8A5A786F54E6}"/>
                </a:ext>
              </a:extLst>
            </p:cNvPr>
            <p:cNvSpPr/>
            <p:nvPr/>
          </p:nvSpPr>
          <p:spPr>
            <a:xfrm>
              <a:off x="4334201" y="1374235"/>
              <a:ext cx="33937" cy="33937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EB6DC"/>
                </a:gs>
                <a:gs pos="100000">
                  <a:srgbClr val="5B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399" name="ellipse_2280">
              <a:extLst>
                <a:ext uri="{FF2B5EF4-FFF2-40B4-BE49-F238E27FC236}">
                  <a16:creationId xmlns:a16="http://schemas.microsoft.com/office/drawing/2014/main" id="{B54ACA45-60C2-DDF9-5088-BBD1CF8A5A92}"/>
                </a:ext>
              </a:extLst>
            </p:cNvPr>
            <p:cNvSpPr/>
            <p:nvPr/>
          </p:nvSpPr>
          <p:spPr>
            <a:xfrm>
              <a:off x="4208173" y="1505071"/>
              <a:ext cx="28611" cy="28611"/>
            </a:xfrm>
            <a:prstGeom prst="ellipse">
              <a:avLst/>
            </a:prstGeom>
            <a:gradFill flip="none" rotWithShape="1">
              <a:gsLst>
                <a:gs pos="0">
                  <a:srgbClr val="E7EFF8"/>
                </a:gs>
                <a:gs pos="43000">
                  <a:srgbClr val="8BB4DB"/>
                </a:gs>
                <a:gs pos="100000">
                  <a:srgbClr val="578AB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00" name="ellipse_2281">
              <a:extLst>
                <a:ext uri="{FF2B5EF4-FFF2-40B4-BE49-F238E27FC236}">
                  <a16:creationId xmlns:a16="http://schemas.microsoft.com/office/drawing/2014/main" id="{9DC697D8-BD04-23AD-A84A-80BFF6151455}"/>
                </a:ext>
              </a:extLst>
            </p:cNvPr>
            <p:cNvSpPr/>
            <p:nvPr/>
          </p:nvSpPr>
          <p:spPr>
            <a:xfrm>
              <a:off x="4351038" y="1462430"/>
              <a:ext cx="22124" cy="22124"/>
            </a:xfrm>
            <a:prstGeom prst="ellipse">
              <a:avLst/>
            </a:prstGeom>
            <a:gradFill flip="none" rotWithShape="1">
              <a:gsLst>
                <a:gs pos="0">
                  <a:srgbClr val="FCF9F9"/>
                </a:gs>
                <a:gs pos="43000">
                  <a:srgbClr val="F2E0E2"/>
                </a:gs>
                <a:gs pos="100000">
                  <a:srgbClr val="CEB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01" name="ellipse_2282">
              <a:extLst>
                <a:ext uri="{FF2B5EF4-FFF2-40B4-BE49-F238E27FC236}">
                  <a16:creationId xmlns:a16="http://schemas.microsoft.com/office/drawing/2014/main" id="{4C14E0A0-30D2-667B-E61C-ECD6C7806775}"/>
                </a:ext>
              </a:extLst>
            </p:cNvPr>
            <p:cNvSpPr/>
            <p:nvPr/>
          </p:nvSpPr>
          <p:spPr>
            <a:xfrm>
              <a:off x="4165466" y="1438010"/>
              <a:ext cx="20358" cy="20358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02" name="ellipse_2283">
              <a:extLst>
                <a:ext uri="{FF2B5EF4-FFF2-40B4-BE49-F238E27FC236}">
                  <a16:creationId xmlns:a16="http://schemas.microsoft.com/office/drawing/2014/main" id="{0AA5EF0A-3CF9-0DB5-BB59-ADF57EAE2433}"/>
                </a:ext>
              </a:extLst>
            </p:cNvPr>
            <p:cNvSpPr/>
            <p:nvPr/>
          </p:nvSpPr>
          <p:spPr>
            <a:xfrm>
              <a:off x="4536548" y="1543850"/>
              <a:ext cx="20077" cy="20077"/>
            </a:xfrm>
            <a:prstGeom prst="ellipse">
              <a:avLst/>
            </a:prstGeom>
            <a:gradFill flip="none" rotWithShape="1">
              <a:gsLst>
                <a:gs pos="0">
                  <a:srgbClr val="F4F8FB"/>
                </a:gs>
                <a:gs pos="43000">
                  <a:srgbClr val="C8DBED"/>
                </a:gs>
                <a:gs pos="100000">
                  <a:srgbClr val="9EB7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03" name="ellipse_2284">
              <a:extLst>
                <a:ext uri="{FF2B5EF4-FFF2-40B4-BE49-F238E27FC236}">
                  <a16:creationId xmlns:a16="http://schemas.microsoft.com/office/drawing/2014/main" id="{392BB639-E35F-F935-1C88-CAF4CA123E86}"/>
                </a:ext>
              </a:extLst>
            </p:cNvPr>
            <p:cNvSpPr/>
            <p:nvPr/>
          </p:nvSpPr>
          <p:spPr>
            <a:xfrm>
              <a:off x="4385205" y="1582957"/>
              <a:ext cx="35418" cy="35418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5BBDE"/>
                </a:gs>
                <a:gs pos="100000">
                  <a:srgbClr val="6391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04" name="ellipse_2285">
              <a:extLst>
                <a:ext uri="{FF2B5EF4-FFF2-40B4-BE49-F238E27FC236}">
                  <a16:creationId xmlns:a16="http://schemas.microsoft.com/office/drawing/2014/main" id="{FD08CAA3-E009-6933-4B87-C8939E14E50B}"/>
                </a:ext>
              </a:extLst>
            </p:cNvPr>
            <p:cNvSpPr/>
            <p:nvPr/>
          </p:nvSpPr>
          <p:spPr>
            <a:xfrm>
              <a:off x="4454362" y="1598960"/>
              <a:ext cx="22052" cy="22052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90B7DC"/>
                </a:gs>
                <a:gs pos="100000">
                  <a:srgbClr val="5D8DB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05" name="ellipse_2286">
              <a:extLst>
                <a:ext uri="{FF2B5EF4-FFF2-40B4-BE49-F238E27FC236}">
                  <a16:creationId xmlns:a16="http://schemas.microsoft.com/office/drawing/2014/main" id="{4AD0E781-21B2-F3FA-627F-84AF45683451}"/>
                </a:ext>
              </a:extLst>
            </p:cNvPr>
            <p:cNvSpPr/>
            <p:nvPr/>
          </p:nvSpPr>
          <p:spPr>
            <a:xfrm>
              <a:off x="4291069" y="1582444"/>
              <a:ext cx="24245" cy="24245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5BBDE"/>
                </a:gs>
                <a:gs pos="100000">
                  <a:srgbClr val="6391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06" name="ellipse_2287">
              <a:extLst>
                <a:ext uri="{FF2B5EF4-FFF2-40B4-BE49-F238E27FC236}">
                  <a16:creationId xmlns:a16="http://schemas.microsoft.com/office/drawing/2014/main" id="{253AA24F-994A-A57A-3910-1155918841A0}"/>
                </a:ext>
              </a:extLst>
            </p:cNvPr>
            <p:cNvSpPr/>
            <p:nvPr/>
          </p:nvSpPr>
          <p:spPr>
            <a:xfrm>
              <a:off x="4344184" y="1617285"/>
              <a:ext cx="22334" cy="22334"/>
            </a:xfrm>
            <a:prstGeom prst="ellipse">
              <a:avLst/>
            </a:prstGeom>
            <a:gradFill flip="none" rotWithShape="1">
              <a:gsLst>
                <a:gs pos="0">
                  <a:srgbClr val="E4EDF6"/>
                </a:gs>
                <a:gs pos="43000">
                  <a:srgbClr val="7BAAD6"/>
                </a:gs>
                <a:gs pos="100000">
                  <a:srgbClr val="457E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07" name="ellipse_2288">
              <a:extLst>
                <a:ext uri="{FF2B5EF4-FFF2-40B4-BE49-F238E27FC236}">
                  <a16:creationId xmlns:a16="http://schemas.microsoft.com/office/drawing/2014/main" id="{43B94F58-480F-4C8B-125B-065DDEC4EDED}"/>
                </a:ext>
              </a:extLst>
            </p:cNvPr>
            <p:cNvSpPr/>
            <p:nvPr/>
          </p:nvSpPr>
          <p:spPr>
            <a:xfrm>
              <a:off x="4426069" y="1482377"/>
              <a:ext cx="19818" cy="19818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08" name="ellipse_2289">
              <a:extLst>
                <a:ext uri="{FF2B5EF4-FFF2-40B4-BE49-F238E27FC236}">
                  <a16:creationId xmlns:a16="http://schemas.microsoft.com/office/drawing/2014/main" id="{08D9680C-F865-BE66-D39E-9E6A51E1A466}"/>
                </a:ext>
              </a:extLst>
            </p:cNvPr>
            <p:cNvSpPr/>
            <p:nvPr/>
          </p:nvSpPr>
          <p:spPr>
            <a:xfrm>
              <a:off x="4442307" y="1575762"/>
              <a:ext cx="27470" cy="27470"/>
            </a:xfrm>
            <a:prstGeom prst="ellipse">
              <a:avLst/>
            </a:prstGeom>
            <a:gradFill flip="none" rotWithShape="1">
              <a:gsLst>
                <a:gs pos="0">
                  <a:srgbClr val="EFF5FA"/>
                </a:gs>
                <a:gs pos="43000">
                  <a:srgbClr val="B3CEE7"/>
                </a:gs>
                <a:gs pos="100000">
                  <a:srgbClr val="86A8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09" name="ellipse_2290">
              <a:extLst>
                <a:ext uri="{FF2B5EF4-FFF2-40B4-BE49-F238E27FC236}">
                  <a16:creationId xmlns:a16="http://schemas.microsoft.com/office/drawing/2014/main" id="{B3C08194-D7F9-CB22-D536-FB0DC41DAAB3}"/>
                </a:ext>
              </a:extLst>
            </p:cNvPr>
            <p:cNvSpPr/>
            <p:nvPr/>
          </p:nvSpPr>
          <p:spPr>
            <a:xfrm>
              <a:off x="4523153" y="1390255"/>
              <a:ext cx="35635" cy="35635"/>
            </a:xfrm>
            <a:prstGeom prst="ellipse">
              <a:avLst/>
            </a:prstGeom>
            <a:gradFill flip="none" rotWithShape="1">
              <a:gsLst>
                <a:gs pos="0">
                  <a:srgbClr val="EFF4FA"/>
                </a:gs>
                <a:gs pos="43000">
                  <a:srgbClr val="B1CDE7"/>
                </a:gs>
                <a:gs pos="100000">
                  <a:srgbClr val="83A6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10" name="ellipse_2291">
              <a:extLst>
                <a:ext uri="{FF2B5EF4-FFF2-40B4-BE49-F238E27FC236}">
                  <a16:creationId xmlns:a16="http://schemas.microsoft.com/office/drawing/2014/main" id="{70CE7A59-4412-60F1-77BF-DBF1D1BA64EF}"/>
                </a:ext>
              </a:extLst>
            </p:cNvPr>
            <p:cNvSpPr/>
            <p:nvPr/>
          </p:nvSpPr>
          <p:spPr>
            <a:xfrm>
              <a:off x="4236158" y="1526463"/>
              <a:ext cx="28446" cy="28446"/>
            </a:xfrm>
            <a:prstGeom prst="ellipse">
              <a:avLst/>
            </a:prstGeom>
            <a:gradFill flip="none" rotWithShape="1">
              <a:gsLst>
                <a:gs pos="0">
                  <a:srgbClr val="EAF2F9"/>
                </a:gs>
                <a:gs pos="43000">
                  <a:srgbClr val="9CBFE0"/>
                </a:gs>
                <a:gs pos="100000">
                  <a:srgbClr val="6A96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11" name="ellipse_2292">
              <a:extLst>
                <a:ext uri="{FF2B5EF4-FFF2-40B4-BE49-F238E27FC236}">
                  <a16:creationId xmlns:a16="http://schemas.microsoft.com/office/drawing/2014/main" id="{59A2E113-543F-6B4B-6B02-A03665A53710}"/>
                </a:ext>
              </a:extLst>
            </p:cNvPr>
            <p:cNvSpPr/>
            <p:nvPr/>
          </p:nvSpPr>
          <p:spPr>
            <a:xfrm>
              <a:off x="4170501" y="1585016"/>
              <a:ext cx="25613" cy="25613"/>
            </a:xfrm>
            <a:prstGeom prst="ellipse">
              <a:avLst/>
            </a:prstGeom>
            <a:gradFill flip="none" rotWithShape="1">
              <a:gsLst>
                <a:gs pos="0">
                  <a:srgbClr val="FBFCFE"/>
                </a:gs>
                <a:gs pos="43000">
                  <a:srgbClr val="ECF2F8"/>
                </a:gs>
                <a:gs pos="100000">
                  <a:srgbClr val="C7D1D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12" name="ellipse_2293">
              <a:extLst>
                <a:ext uri="{FF2B5EF4-FFF2-40B4-BE49-F238E27FC236}">
                  <a16:creationId xmlns:a16="http://schemas.microsoft.com/office/drawing/2014/main" id="{8A73232B-382F-B81A-36E4-912278444259}"/>
                </a:ext>
              </a:extLst>
            </p:cNvPr>
            <p:cNvSpPr/>
            <p:nvPr/>
          </p:nvSpPr>
          <p:spPr>
            <a:xfrm>
              <a:off x="4426597" y="1550333"/>
              <a:ext cx="33399" cy="33399"/>
            </a:xfrm>
            <a:prstGeom prst="ellipse">
              <a:avLst/>
            </a:prstGeom>
            <a:gradFill flip="none" rotWithShape="1">
              <a:gsLst>
                <a:gs pos="0">
                  <a:srgbClr val="FCFDFE"/>
                </a:gs>
                <a:gs pos="43000">
                  <a:srgbClr val="F0F4F9"/>
                </a:gs>
                <a:gs pos="100000">
                  <a:srgbClr val="CCD4D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13" name="ellipse_2294">
              <a:extLst>
                <a:ext uri="{FF2B5EF4-FFF2-40B4-BE49-F238E27FC236}">
                  <a16:creationId xmlns:a16="http://schemas.microsoft.com/office/drawing/2014/main" id="{7193E0C7-BCE3-D10A-E81E-883020761A18}"/>
                </a:ext>
              </a:extLst>
            </p:cNvPr>
            <p:cNvSpPr/>
            <p:nvPr/>
          </p:nvSpPr>
          <p:spPr>
            <a:xfrm>
              <a:off x="4455596" y="1563737"/>
              <a:ext cx="21726" cy="21726"/>
            </a:xfrm>
            <a:prstGeom prst="ellipse">
              <a:avLst/>
            </a:prstGeom>
            <a:gradFill flip="none" rotWithShape="1">
              <a:gsLst>
                <a:gs pos="0">
                  <a:srgbClr val="F7FAFC"/>
                </a:gs>
                <a:gs pos="43000">
                  <a:srgbClr val="D8E5F2"/>
                </a:gs>
                <a:gs pos="100000">
                  <a:srgbClr val="B0C2D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14" name="ellipse_2295">
              <a:extLst>
                <a:ext uri="{FF2B5EF4-FFF2-40B4-BE49-F238E27FC236}">
                  <a16:creationId xmlns:a16="http://schemas.microsoft.com/office/drawing/2014/main" id="{2ACE80A4-512A-5CB7-1C92-2DDD69B64D62}"/>
                </a:ext>
              </a:extLst>
            </p:cNvPr>
            <p:cNvSpPr/>
            <p:nvPr/>
          </p:nvSpPr>
          <p:spPr>
            <a:xfrm>
              <a:off x="4206873" y="1503948"/>
              <a:ext cx="19608" cy="19608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7B1DA"/>
                </a:gs>
                <a:gs pos="100000">
                  <a:srgbClr val="52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15" name="ellipse_2296">
              <a:extLst>
                <a:ext uri="{FF2B5EF4-FFF2-40B4-BE49-F238E27FC236}">
                  <a16:creationId xmlns:a16="http://schemas.microsoft.com/office/drawing/2014/main" id="{B7A7B16E-0A91-F357-6C78-3E7B4933FF71}"/>
                </a:ext>
              </a:extLst>
            </p:cNvPr>
            <p:cNvSpPr/>
            <p:nvPr/>
          </p:nvSpPr>
          <p:spPr>
            <a:xfrm>
              <a:off x="4164462" y="1485793"/>
              <a:ext cx="22000" cy="22000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BAAD6"/>
                </a:gs>
                <a:gs pos="100000">
                  <a:srgbClr val="447E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16" name="ellipse_2297">
              <a:extLst>
                <a:ext uri="{FF2B5EF4-FFF2-40B4-BE49-F238E27FC236}">
                  <a16:creationId xmlns:a16="http://schemas.microsoft.com/office/drawing/2014/main" id="{A31BEB6F-A7DD-6B35-887A-EDCB2F9B4D40}"/>
                </a:ext>
              </a:extLst>
            </p:cNvPr>
            <p:cNvSpPr/>
            <p:nvPr/>
          </p:nvSpPr>
          <p:spPr>
            <a:xfrm>
              <a:off x="4121930" y="1427187"/>
              <a:ext cx="36580" cy="36580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17" name="ellipse_2298">
              <a:extLst>
                <a:ext uri="{FF2B5EF4-FFF2-40B4-BE49-F238E27FC236}">
                  <a16:creationId xmlns:a16="http://schemas.microsoft.com/office/drawing/2014/main" id="{30975C5D-7570-5FAA-7B87-0728F5F12419}"/>
                </a:ext>
              </a:extLst>
            </p:cNvPr>
            <p:cNvSpPr/>
            <p:nvPr/>
          </p:nvSpPr>
          <p:spPr>
            <a:xfrm>
              <a:off x="4439517" y="1446263"/>
              <a:ext cx="30433" cy="30433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18" name="ellipse_2299">
              <a:extLst>
                <a:ext uri="{FF2B5EF4-FFF2-40B4-BE49-F238E27FC236}">
                  <a16:creationId xmlns:a16="http://schemas.microsoft.com/office/drawing/2014/main" id="{7504A012-0A7D-8AA8-74BE-1777535616E4}"/>
                </a:ext>
              </a:extLst>
            </p:cNvPr>
            <p:cNvSpPr/>
            <p:nvPr/>
          </p:nvSpPr>
          <p:spPr>
            <a:xfrm>
              <a:off x="4187240" y="1542165"/>
              <a:ext cx="30589" cy="30589"/>
            </a:xfrm>
            <a:prstGeom prst="ellipse">
              <a:avLst/>
            </a:prstGeom>
            <a:gradFill flip="none" rotWithShape="1">
              <a:gsLst>
                <a:gs pos="0">
                  <a:srgbClr val="F3F7FB"/>
                </a:gs>
                <a:gs pos="43000">
                  <a:srgbClr val="C3D7EC"/>
                </a:gs>
                <a:gs pos="100000">
                  <a:srgbClr val="98B3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19" name="ellipse_2300">
              <a:extLst>
                <a:ext uri="{FF2B5EF4-FFF2-40B4-BE49-F238E27FC236}">
                  <a16:creationId xmlns:a16="http://schemas.microsoft.com/office/drawing/2014/main" id="{52A737BC-C43F-656D-2D99-AFAF04785036}"/>
                </a:ext>
              </a:extLst>
            </p:cNvPr>
            <p:cNvSpPr/>
            <p:nvPr/>
          </p:nvSpPr>
          <p:spPr>
            <a:xfrm>
              <a:off x="4382159" y="1608073"/>
              <a:ext cx="23377" cy="23377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1AED8"/>
                </a:gs>
                <a:gs pos="100000">
                  <a:srgbClr val="4C82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20" name="ellipse_2301">
              <a:extLst>
                <a:ext uri="{FF2B5EF4-FFF2-40B4-BE49-F238E27FC236}">
                  <a16:creationId xmlns:a16="http://schemas.microsoft.com/office/drawing/2014/main" id="{F9F2B9CE-5ACF-875D-0881-C9E29EC84642}"/>
                </a:ext>
              </a:extLst>
            </p:cNvPr>
            <p:cNvSpPr/>
            <p:nvPr/>
          </p:nvSpPr>
          <p:spPr>
            <a:xfrm>
              <a:off x="4245686" y="1551510"/>
              <a:ext cx="28620" cy="28620"/>
            </a:xfrm>
            <a:prstGeom prst="ellipse">
              <a:avLst/>
            </a:prstGeom>
            <a:gradFill flip="none" rotWithShape="1">
              <a:gsLst>
                <a:gs pos="0">
                  <a:srgbClr val="EEF4FA"/>
                </a:gs>
                <a:gs pos="43000">
                  <a:srgbClr val="ACC9E5"/>
                </a:gs>
                <a:gs pos="100000">
                  <a:srgbClr val="7EA2C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21" name="ellipse_2302">
              <a:extLst>
                <a:ext uri="{FF2B5EF4-FFF2-40B4-BE49-F238E27FC236}">
                  <a16:creationId xmlns:a16="http://schemas.microsoft.com/office/drawing/2014/main" id="{6853A3A4-9BE3-CDFF-A9AB-8253CADD06B7}"/>
                </a:ext>
              </a:extLst>
            </p:cNvPr>
            <p:cNvSpPr/>
            <p:nvPr/>
          </p:nvSpPr>
          <p:spPr>
            <a:xfrm>
              <a:off x="4125026" y="1435844"/>
              <a:ext cx="31657" cy="31657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22" name="ellipse_2303">
              <a:extLst>
                <a:ext uri="{FF2B5EF4-FFF2-40B4-BE49-F238E27FC236}">
                  <a16:creationId xmlns:a16="http://schemas.microsoft.com/office/drawing/2014/main" id="{7AB280F1-40D1-6343-C609-22B22CFDA1D1}"/>
                </a:ext>
              </a:extLst>
            </p:cNvPr>
            <p:cNvSpPr/>
            <p:nvPr/>
          </p:nvSpPr>
          <p:spPr>
            <a:xfrm>
              <a:off x="4319199" y="1400240"/>
              <a:ext cx="22469" cy="22469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4BBDE"/>
                </a:gs>
                <a:gs pos="100000">
                  <a:srgbClr val="6291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23" name="ellipse_2304">
              <a:extLst>
                <a:ext uri="{FF2B5EF4-FFF2-40B4-BE49-F238E27FC236}">
                  <a16:creationId xmlns:a16="http://schemas.microsoft.com/office/drawing/2014/main" id="{46F0B9F9-87A7-F33E-6656-A9C3C403D728}"/>
                </a:ext>
              </a:extLst>
            </p:cNvPr>
            <p:cNvSpPr/>
            <p:nvPr/>
          </p:nvSpPr>
          <p:spPr>
            <a:xfrm>
              <a:off x="4310408" y="1650641"/>
              <a:ext cx="33967" cy="3396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24" name="ellipse_2305">
              <a:extLst>
                <a:ext uri="{FF2B5EF4-FFF2-40B4-BE49-F238E27FC236}">
                  <a16:creationId xmlns:a16="http://schemas.microsoft.com/office/drawing/2014/main" id="{408AC0DE-E50D-F340-2B7B-391903247FD3}"/>
                </a:ext>
              </a:extLst>
            </p:cNvPr>
            <p:cNvSpPr/>
            <p:nvPr/>
          </p:nvSpPr>
          <p:spPr>
            <a:xfrm>
              <a:off x="4296212" y="1597039"/>
              <a:ext cx="25772" cy="25772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DB6DC"/>
                </a:gs>
                <a:gs pos="100000">
                  <a:srgbClr val="5A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25" name="ellipse_2306">
              <a:extLst>
                <a:ext uri="{FF2B5EF4-FFF2-40B4-BE49-F238E27FC236}">
                  <a16:creationId xmlns:a16="http://schemas.microsoft.com/office/drawing/2014/main" id="{AD085B50-C1D7-8FBE-0312-9394704C2E59}"/>
                </a:ext>
              </a:extLst>
            </p:cNvPr>
            <p:cNvSpPr/>
            <p:nvPr/>
          </p:nvSpPr>
          <p:spPr>
            <a:xfrm>
              <a:off x="4408152" y="1634290"/>
              <a:ext cx="19526" cy="19526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6A7D5"/>
                </a:gs>
                <a:gs pos="100000">
                  <a:srgbClr val="3F7B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26" name="ellipse_2307">
              <a:extLst>
                <a:ext uri="{FF2B5EF4-FFF2-40B4-BE49-F238E27FC236}">
                  <a16:creationId xmlns:a16="http://schemas.microsoft.com/office/drawing/2014/main" id="{65345B58-8165-AA73-759D-612BD5146C5D}"/>
                </a:ext>
              </a:extLst>
            </p:cNvPr>
            <p:cNvSpPr/>
            <p:nvPr/>
          </p:nvSpPr>
          <p:spPr>
            <a:xfrm>
              <a:off x="4292052" y="1602925"/>
              <a:ext cx="27039" cy="27039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DB5DC"/>
                </a:gs>
                <a:gs pos="100000">
                  <a:srgbClr val="598B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27" name="ellipse_2308">
              <a:extLst>
                <a:ext uri="{FF2B5EF4-FFF2-40B4-BE49-F238E27FC236}">
                  <a16:creationId xmlns:a16="http://schemas.microsoft.com/office/drawing/2014/main" id="{E8D2777F-4912-194A-C1E0-C6F692339C22}"/>
                </a:ext>
              </a:extLst>
            </p:cNvPr>
            <p:cNvSpPr/>
            <p:nvPr/>
          </p:nvSpPr>
          <p:spPr>
            <a:xfrm>
              <a:off x="4487851" y="1368093"/>
              <a:ext cx="29410" cy="29410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FC0E1"/>
                </a:gs>
                <a:gs pos="100000">
                  <a:srgbClr val="6E98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28" name="ellipse_2309">
              <a:extLst>
                <a:ext uri="{FF2B5EF4-FFF2-40B4-BE49-F238E27FC236}">
                  <a16:creationId xmlns:a16="http://schemas.microsoft.com/office/drawing/2014/main" id="{B3B2AC70-DD97-0D27-BE79-97C208159589}"/>
                </a:ext>
              </a:extLst>
            </p:cNvPr>
            <p:cNvSpPr/>
            <p:nvPr/>
          </p:nvSpPr>
          <p:spPr>
            <a:xfrm>
              <a:off x="4373452" y="1624571"/>
              <a:ext cx="28823" cy="28823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7A8D5"/>
                </a:gs>
                <a:gs pos="100000">
                  <a:srgbClr val="40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29" name="ellipse_2310">
              <a:extLst>
                <a:ext uri="{FF2B5EF4-FFF2-40B4-BE49-F238E27FC236}">
                  <a16:creationId xmlns:a16="http://schemas.microsoft.com/office/drawing/2014/main" id="{A3CDDEE0-C2AC-7252-82D4-9C8896827B1A}"/>
                </a:ext>
              </a:extLst>
            </p:cNvPr>
            <p:cNvSpPr/>
            <p:nvPr/>
          </p:nvSpPr>
          <p:spPr>
            <a:xfrm>
              <a:off x="4442845" y="1573986"/>
              <a:ext cx="33095" cy="33095"/>
            </a:xfrm>
            <a:prstGeom prst="ellipse">
              <a:avLst/>
            </a:prstGeom>
            <a:gradFill flip="none" rotWithShape="1">
              <a:gsLst>
                <a:gs pos="0">
                  <a:srgbClr val="EFF4FA"/>
                </a:gs>
                <a:gs pos="43000">
                  <a:srgbClr val="B1CDE7"/>
                </a:gs>
                <a:gs pos="100000">
                  <a:srgbClr val="83A6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30" name="ellipse_2311">
              <a:extLst>
                <a:ext uri="{FF2B5EF4-FFF2-40B4-BE49-F238E27FC236}">
                  <a16:creationId xmlns:a16="http://schemas.microsoft.com/office/drawing/2014/main" id="{19FDE5D4-A79A-BAB3-699D-934123196260}"/>
                </a:ext>
              </a:extLst>
            </p:cNvPr>
            <p:cNvSpPr/>
            <p:nvPr/>
          </p:nvSpPr>
          <p:spPr>
            <a:xfrm>
              <a:off x="4142514" y="1474122"/>
              <a:ext cx="33416" cy="33416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7A8D5"/>
                </a:gs>
                <a:gs pos="100000">
                  <a:srgbClr val="40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31" name="ellipse_2312">
              <a:extLst>
                <a:ext uri="{FF2B5EF4-FFF2-40B4-BE49-F238E27FC236}">
                  <a16:creationId xmlns:a16="http://schemas.microsoft.com/office/drawing/2014/main" id="{1CB58910-8CB3-3E8B-2A8C-D497AD8B1A33}"/>
                </a:ext>
              </a:extLst>
            </p:cNvPr>
            <p:cNvSpPr/>
            <p:nvPr/>
          </p:nvSpPr>
          <p:spPr>
            <a:xfrm>
              <a:off x="4441787" y="1628137"/>
              <a:ext cx="24264" cy="24264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9D5"/>
                </a:gs>
                <a:gs pos="100000">
                  <a:srgbClr val="42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32" name="ellipse_2313">
              <a:extLst>
                <a:ext uri="{FF2B5EF4-FFF2-40B4-BE49-F238E27FC236}">
                  <a16:creationId xmlns:a16="http://schemas.microsoft.com/office/drawing/2014/main" id="{183E0386-0E25-0A37-D0EA-204B0CB14AFD}"/>
                </a:ext>
              </a:extLst>
            </p:cNvPr>
            <p:cNvSpPr/>
            <p:nvPr/>
          </p:nvSpPr>
          <p:spPr>
            <a:xfrm>
              <a:off x="4210200" y="1605956"/>
              <a:ext cx="25913" cy="25913"/>
            </a:xfrm>
            <a:prstGeom prst="ellipse">
              <a:avLst/>
            </a:prstGeom>
            <a:gradFill flip="none" rotWithShape="1">
              <a:gsLst>
                <a:gs pos="0">
                  <a:srgbClr val="F4F8FC"/>
                </a:gs>
                <a:gs pos="43000">
                  <a:srgbClr val="CDDEEE"/>
                </a:gs>
                <a:gs pos="100000">
                  <a:srgbClr val="A3BAD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33" name="ellipse_2314">
              <a:extLst>
                <a:ext uri="{FF2B5EF4-FFF2-40B4-BE49-F238E27FC236}">
                  <a16:creationId xmlns:a16="http://schemas.microsoft.com/office/drawing/2014/main" id="{51C94930-566A-03EB-907A-151D8E71AD1C}"/>
                </a:ext>
              </a:extLst>
            </p:cNvPr>
            <p:cNvSpPr/>
            <p:nvPr/>
          </p:nvSpPr>
          <p:spPr>
            <a:xfrm>
              <a:off x="4389420" y="1621757"/>
              <a:ext cx="29758" cy="29758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9D5"/>
                </a:gs>
                <a:gs pos="100000">
                  <a:srgbClr val="42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34" name="ellipse_2315">
              <a:extLst>
                <a:ext uri="{FF2B5EF4-FFF2-40B4-BE49-F238E27FC236}">
                  <a16:creationId xmlns:a16="http://schemas.microsoft.com/office/drawing/2014/main" id="{914F855C-3003-10FD-9BDC-417F2B96C15C}"/>
                </a:ext>
              </a:extLst>
            </p:cNvPr>
            <p:cNvSpPr/>
            <p:nvPr/>
          </p:nvSpPr>
          <p:spPr>
            <a:xfrm>
              <a:off x="4357703" y="1564816"/>
              <a:ext cx="31476" cy="31476"/>
            </a:xfrm>
            <a:prstGeom prst="ellipse">
              <a:avLst/>
            </a:prstGeom>
            <a:gradFill flip="none" rotWithShape="1">
              <a:gsLst>
                <a:gs pos="0">
                  <a:srgbClr val="EDF3F9"/>
                </a:gs>
                <a:gs pos="43000">
                  <a:srgbClr val="A6C5E3"/>
                </a:gs>
                <a:gs pos="100000">
                  <a:srgbClr val="779E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35" name="ellipse_2316">
              <a:extLst>
                <a:ext uri="{FF2B5EF4-FFF2-40B4-BE49-F238E27FC236}">
                  <a16:creationId xmlns:a16="http://schemas.microsoft.com/office/drawing/2014/main" id="{6757CFCE-C03C-58AC-7150-E0845E73EBF2}"/>
                </a:ext>
              </a:extLst>
            </p:cNvPr>
            <p:cNvSpPr/>
            <p:nvPr/>
          </p:nvSpPr>
          <p:spPr>
            <a:xfrm>
              <a:off x="4551183" y="1555710"/>
              <a:ext cx="19732" cy="19732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5C5E3"/>
                </a:gs>
                <a:gs pos="100000">
                  <a:srgbClr val="759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36" name="ellipse_2317">
              <a:extLst>
                <a:ext uri="{FF2B5EF4-FFF2-40B4-BE49-F238E27FC236}">
                  <a16:creationId xmlns:a16="http://schemas.microsoft.com/office/drawing/2014/main" id="{8AA527AC-AB6B-E4EF-2B08-1684D8BADB09}"/>
                </a:ext>
              </a:extLst>
            </p:cNvPr>
            <p:cNvSpPr/>
            <p:nvPr/>
          </p:nvSpPr>
          <p:spPr>
            <a:xfrm>
              <a:off x="4268846" y="1396019"/>
              <a:ext cx="29486" cy="29486"/>
            </a:xfrm>
            <a:prstGeom prst="ellipse">
              <a:avLst/>
            </a:prstGeom>
            <a:gradFill flip="none" rotWithShape="1">
              <a:gsLst>
                <a:gs pos="0">
                  <a:srgbClr val="E4EDF7"/>
                </a:gs>
                <a:gs pos="43000">
                  <a:srgbClr val="7BAAD7"/>
                </a:gs>
                <a:gs pos="100000">
                  <a:srgbClr val="457E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37" name="ellipse_2318">
              <a:extLst>
                <a:ext uri="{FF2B5EF4-FFF2-40B4-BE49-F238E27FC236}">
                  <a16:creationId xmlns:a16="http://schemas.microsoft.com/office/drawing/2014/main" id="{3EAA6AD6-B6BC-AFB5-AA33-80EA9F8B669C}"/>
                </a:ext>
              </a:extLst>
            </p:cNvPr>
            <p:cNvSpPr/>
            <p:nvPr/>
          </p:nvSpPr>
          <p:spPr>
            <a:xfrm>
              <a:off x="4147675" y="1517892"/>
              <a:ext cx="26511" cy="26511"/>
            </a:xfrm>
            <a:prstGeom prst="ellipse">
              <a:avLst/>
            </a:prstGeom>
            <a:gradFill flip="none" rotWithShape="1">
              <a:gsLst>
                <a:gs pos="0">
                  <a:srgbClr val="EAF1F8"/>
                </a:gs>
                <a:gs pos="43000">
                  <a:srgbClr val="98BDDF"/>
                </a:gs>
                <a:gs pos="100000">
                  <a:srgbClr val="6694B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2438" name="ellipse_2319">
              <a:extLst>
                <a:ext uri="{FF2B5EF4-FFF2-40B4-BE49-F238E27FC236}">
                  <a16:creationId xmlns:a16="http://schemas.microsoft.com/office/drawing/2014/main" id="{D102539D-7B00-8EC6-7DB2-8F80D83A3B37}"/>
                </a:ext>
              </a:extLst>
            </p:cNvPr>
            <p:cNvSpPr/>
            <p:nvPr/>
          </p:nvSpPr>
          <p:spPr>
            <a:xfrm>
              <a:off x="4181039" y="1509495"/>
              <a:ext cx="31700" cy="31700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93B9DD"/>
                </a:gs>
                <a:gs pos="100000">
                  <a:srgbClr val="6090B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12" name="Voxel-to-point fusion">
            <a:extLst>
              <a:ext uri="{FF2B5EF4-FFF2-40B4-BE49-F238E27FC236}">
                <a16:creationId xmlns:a16="http://schemas.microsoft.com/office/drawing/2014/main" id="{5E9B0DD2-AAB7-FC2C-721D-2289EF2D74BA}"/>
              </a:ext>
            </a:extLst>
          </p:cNvPr>
          <p:cNvSpPr>
            <a:spLocks noGrp="1"/>
          </p:cNvSpPr>
          <p:nvPr/>
        </p:nvSpPr>
        <p:spPr>
          <a:xfrm>
            <a:off x="1924170" y="2357651"/>
            <a:ext cx="129" cy="411309"/>
          </a:xfrm>
          <a:custGeom>
            <a:avLst/>
            <a:gdLst/>
            <a:ahLst/>
            <a:cxnLst/>
            <a:rect l="0" t="0" r="0" b="0"/>
            <a:pathLst>
              <a:path w="476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8537">
            <a:solidFill>
              <a:srgbClr val="388BBE"/>
            </a:solidFill>
            <a:prstDash val="solid"/>
          </a:ln>
        </p:spPr>
      </p:sp>
      <p:sp>
        <p:nvSpPr>
          <p:cNvPr id="14" name="Voxel-to-point fusion | arrowhead">
            <a:extLst>
              <a:ext uri="{FF2B5EF4-FFF2-40B4-BE49-F238E27FC236}">
                <a16:creationId xmlns:a16="http://schemas.microsoft.com/office/drawing/2014/main" id="{1ACAAB50-622F-1A71-F87B-BEA76809EDAC}"/>
              </a:ext>
            </a:extLst>
          </p:cNvPr>
          <p:cNvSpPr>
            <a:spLocks noGrp="1"/>
          </p:cNvSpPr>
          <p:nvPr/>
        </p:nvSpPr>
        <p:spPr>
          <a:xfrm>
            <a:off x="1911538" y="2764635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16" name="Voxel-to-point fusion">
            <a:extLst>
              <a:ext uri="{FF2B5EF4-FFF2-40B4-BE49-F238E27FC236}">
                <a16:creationId xmlns:a16="http://schemas.microsoft.com/office/drawing/2014/main" id="{20D7C5BB-3CBB-9E33-3CA3-9D72C69C2EBE}"/>
              </a:ext>
            </a:extLst>
          </p:cNvPr>
          <p:cNvSpPr>
            <a:spLocks noGrp="1"/>
          </p:cNvSpPr>
          <p:nvPr/>
        </p:nvSpPr>
        <p:spPr>
          <a:xfrm>
            <a:off x="3195279" y="2355063"/>
            <a:ext cx="129" cy="411309"/>
          </a:xfrm>
          <a:custGeom>
            <a:avLst/>
            <a:gdLst/>
            <a:ahLst/>
            <a:cxnLst/>
            <a:rect l="0" t="0" r="0" b="0"/>
            <a:pathLst>
              <a:path w="476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8537">
            <a:solidFill>
              <a:srgbClr val="388BBE"/>
            </a:solidFill>
            <a:prstDash val="solid"/>
          </a:ln>
        </p:spPr>
      </p:sp>
      <p:sp>
        <p:nvSpPr>
          <p:cNvPr id="18" name="Voxel-to-point fusion | arrowhead">
            <a:extLst>
              <a:ext uri="{FF2B5EF4-FFF2-40B4-BE49-F238E27FC236}">
                <a16:creationId xmlns:a16="http://schemas.microsoft.com/office/drawing/2014/main" id="{8678AA09-5859-CECB-8BE4-A0D809767B52}"/>
              </a:ext>
            </a:extLst>
          </p:cNvPr>
          <p:cNvSpPr>
            <a:spLocks noGrp="1"/>
          </p:cNvSpPr>
          <p:nvPr/>
        </p:nvSpPr>
        <p:spPr>
          <a:xfrm>
            <a:off x="3182647" y="2762047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20" name="Voxel-to-point fusion">
            <a:extLst>
              <a:ext uri="{FF2B5EF4-FFF2-40B4-BE49-F238E27FC236}">
                <a16:creationId xmlns:a16="http://schemas.microsoft.com/office/drawing/2014/main" id="{C4E8F53C-D4EA-C17D-43B1-3A166796ABF5}"/>
              </a:ext>
            </a:extLst>
          </p:cNvPr>
          <p:cNvSpPr>
            <a:spLocks noGrp="1"/>
          </p:cNvSpPr>
          <p:nvPr/>
        </p:nvSpPr>
        <p:spPr>
          <a:xfrm>
            <a:off x="3618993" y="2350738"/>
            <a:ext cx="129" cy="411309"/>
          </a:xfrm>
          <a:custGeom>
            <a:avLst/>
            <a:gdLst/>
            <a:ahLst/>
            <a:cxnLst/>
            <a:rect l="0" t="0" r="0" b="0"/>
            <a:pathLst>
              <a:path w="476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8537">
            <a:solidFill>
              <a:srgbClr val="388BBE"/>
            </a:solidFill>
            <a:prstDash val="solid"/>
          </a:ln>
        </p:spPr>
      </p:sp>
      <p:sp>
        <p:nvSpPr>
          <p:cNvPr id="22" name="Voxel-to-point fusion | arrowhead">
            <a:extLst>
              <a:ext uri="{FF2B5EF4-FFF2-40B4-BE49-F238E27FC236}">
                <a16:creationId xmlns:a16="http://schemas.microsoft.com/office/drawing/2014/main" id="{43F2F394-22B7-5C7D-D1D4-A72EA6BF0FEB}"/>
              </a:ext>
            </a:extLst>
          </p:cNvPr>
          <p:cNvSpPr>
            <a:spLocks noGrp="1"/>
          </p:cNvSpPr>
          <p:nvPr/>
        </p:nvSpPr>
        <p:spPr>
          <a:xfrm>
            <a:off x="3606361" y="2757722"/>
            <a:ext cx="23903" cy="27162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3666BC8E-4534-29EF-F367-3DBC76DA3B40}"/>
              </a:ext>
            </a:extLst>
          </p:cNvPr>
          <p:cNvCxnSpPr>
            <a:stCxn id="12006" idx="3"/>
          </p:cNvCxnSpPr>
          <p:nvPr/>
        </p:nvCxnSpPr>
        <p:spPr>
          <a:xfrm flipV="1">
            <a:off x="1308585" y="2963518"/>
            <a:ext cx="446247" cy="176654"/>
          </a:xfrm>
          <a:prstGeom prst="bentConnector3">
            <a:avLst>
              <a:gd name="adj1" fmla="val 85575"/>
            </a:avLst>
          </a:prstGeom>
          <a:noFill/>
          <a:ln w="6467">
            <a:solidFill>
              <a:srgbClr val="C78A2B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3473596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993</Words>
  <Application>Microsoft Office PowerPoint</Application>
  <PresentationFormat>自定义</PresentationFormat>
  <Paragraphs>320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AdaLigand Methods figure — three composition studies</dc:title>
  <dc:subject>Find and Match mechanism studies with fully editable vector objects</dc:subject>
  <dc:creator>Hongen Peng</dc:creator>
  <cp:keywords/>
  <dc:description>All molecular objects are schematics. No bitmap media are embedded. Documents and annotations provided in the conversation are the scientific and editorial basis.</dc:description>
  <cp:lastModifiedBy>Hongen Peng</cp:lastModifiedBy>
  <cp:revision>30</cp:revision>
  <dcterms:created xsi:type="dcterms:W3CDTF">2013-01-27T09:14:16Z</dcterms:created>
  <dcterms:modified xsi:type="dcterms:W3CDTF">2026-10-02T04:37:14Z</dcterms:modified>
  <cp:category/>
</cp:coreProperties>
</file>