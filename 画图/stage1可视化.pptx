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067" autoAdjust="0"/>
  </p:normalViewPr>
  <p:slideViewPr>
    <p:cSldViewPr snapToGrid="0">
      <p:cViewPr varScale="1">
        <p:scale>
          <a:sx n="23" d="100"/>
          <a:sy n="23" d="100"/>
        </p:scale>
        <p:origin x="2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@@stage1-seven-group1-baseline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@@stage1-seven-group2-baseline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@@stage1-seven-group1-contrast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@@stage1-seven-group2-contrast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@@stage1-seven-group1-density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@@stage1-seven-group2-density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@@stage1-fourcase-main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stage1-fourcase-main｜四例真实配体区域与预测的三维比较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当前正文引用 `画图/stage1可视化.pptx` 第 7 页。生成时选定的四个病例身份如下；表中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@@stage1-threecase-main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stage1-threecase-main｜三例真实配体区域与预测的三维比较</a:t>
        </a:r>
      </a:p>
      <a:p>
        <a:r>
          <a:t/>
        </a:r>
      </a:p>
      <a:p>
        <a:r>
          <a:t>当前中英文正文引用 `画图/stage1可视化.pptx` 第8页，面板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</a:t>
            </a:r>
            <a:r>
              <a:rPr dirty="0" err="1"/>
              <a:t/>
            </a:r>
            <a:r>
              <a:rPr dirty="0"/>
              <a:t>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1737</Words>
  <Application>Microsoft Office PowerPoint</Application>
  <DocSecurity>0</DocSecurity>
  <PresentationFormat>自定义</PresentationFormat>
  <Paragraphs>45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7</cp:revision>
  <dcterms:created xsi:type="dcterms:W3CDTF">2026-09-30T07:02:47Z</dcterms:created>
  <dcterms:modified xsi:type="dcterms:W3CDTF">2026-10-24T05:31:10Z</dcterms:modified>
</cp:coreProperties>
</file>