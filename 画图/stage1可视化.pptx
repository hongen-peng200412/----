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7C3D7600.xml" ContentType="application/vnd.ms-powerpoint.comments+xml"/>
  <Override PartName="/ppt/notesSlides/notesSlide2.xml" ContentType="application/vnd.openxmlformats-officedocument.presentationml.notesSlide+xml"/>
  <Override PartName="/ppt/comments/modernComment_101_642BD2FB.xml" ContentType="application/vnd.ms-powerpoint.comments+xml"/>
  <Override PartName="/ppt/notesSlides/notesSlide3.xml" ContentType="application/vnd.openxmlformats-officedocument.presentationml.notesSlide+xml"/>
  <Override PartName="/ppt/comments/modernComment_102_423427B3.xml" ContentType="application/vnd.ms-powerpoint.comments+xml"/>
  <Override PartName="/ppt/notesSlides/notesSlide4.xml" ContentType="application/vnd.openxmlformats-officedocument.presentationml.notesSlide+xml"/>
  <Override PartName="/ppt/comments/modernComment_103_72994BA8.xml" ContentType="application/vnd.ms-powerpoint.comments+xml"/>
  <Override PartName="/ppt/notesSlides/notesSlide5.xml" ContentType="application/vnd.openxmlformats-officedocument.presentationml.notesSlide+xml"/>
  <Override PartName="/ppt/comments/modernComment_104_19814A52.xml" ContentType="application/vnd.ms-powerpoint.comments+xml"/>
  <Override PartName="/ppt/notesSlides/notesSlide6.xml" ContentType="application/vnd.openxmlformats-officedocument.presentationml.notesSlide+xml"/>
  <Override PartName="/ppt/comments/modernComment_105_2D3B928B.xml" ContentType="application/vnd.ms-powerpoint.comments+xml"/>
  <Override PartName="/ppt/notesSlides/notesSlide7.xml" ContentType="application/vnd.openxmlformats-officedocument.presentationml.notesSlide+xml"/>
  <Override PartName="/ppt/comments/modernComment_106_2246EA2D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240000" cy="18669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8067" autoAdjust="0"/>
  </p:normalViewPr>
  <p:slideViewPr>
    <p:cSldViewPr snapToGrid="0">
      <p:cViewPr varScale="1">
        <p:scale>
          <a:sx n="23" d="100"/>
          <a:sy n="23" d="100"/>
        </p:scale>
        <p:origin x="216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8/10/relationships/authors" Target="authors.xml"/></Relationships>
</file>

<file path=ppt/comments/modernComment_100_7C3D760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B702886-DCC1-4CE4-9C80-44D490A8E4AF}" authorId="{D3F71A66-0C34-DF1A-5236-FECDBC820DCB}" created="2026-09-30T07:03:29.608">
    <pc:sldMkLst xmlns:pc="http://schemas.microsoft.com/office/powerpoint/2013/main/command">
      <pc:docMk/>
      <pc:sldMk cId="2084402688" sldId="256"/>
    </pc:sldMkLst>
    <p188:pos x="0" y="0"/>
    <p188:txBody>
      <a:bodyPr/>
      <a:lstStyle/>
      <a:p>
        <a:r>
          <a:rPr lang="zh-CN" altLang="en-US"/>
          <a:t>@@stage1-seven-group1-baseline</a:t>
        </a:r>
      </a:p>
    </p188:txBody>
  </p188:cm>
  <p188:cm id="{790A6C81-658A-4C5A-A62C-F2169E57ECFA}" authorId="{D3F71A66-0C34-DF1A-5236-FECDBC820DCB}" created="2026-09-30T07:03:29.619">
    <pc:sldMkLst xmlns:pc="http://schemas.microsoft.com/office/powerpoint/2013/main/command">
      <pc:docMk/>
      <pc:sldMk cId="2084402688" sldId="256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1_642BD2F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4AA303E-ADBB-4D1F-A8DC-F9DDB67FF148}" authorId="{D3F71A66-0C34-DF1A-5236-FECDBC820DCB}" created="2026-09-30T07:03:30.252">
    <pc:sldMkLst xmlns:pc="http://schemas.microsoft.com/office/powerpoint/2013/main/command">
      <pc:docMk/>
      <pc:sldMk cId="1680593659" sldId="257"/>
    </pc:sldMkLst>
    <p188:pos x="0" y="0"/>
    <p188:txBody>
      <a:bodyPr/>
      <a:lstStyle/>
      <a:p>
        <a:r>
          <a:rPr lang="zh-CN" altLang="en-US"/>
          <a:t>@@stage1-seven-group2-baseline</a:t>
        </a:r>
      </a:p>
    </p188:txBody>
  </p188:cm>
  <p188:cm id="{F3589B7E-97DF-4EC8-A3CF-58080122AFEC}" authorId="{D3F71A66-0C34-DF1A-5236-FECDBC820DCB}" created="2026-09-30T07:03:30.253">
    <pc:sldMkLst xmlns:pc="http://schemas.microsoft.com/office/powerpoint/2013/main/command">
      <pc:docMk/>
      <pc:sldMk cId="1680593659" sldId="257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2_423427B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65D2119-50CD-447D-9CD2-306A422EDA02}" authorId="{D3F71A66-0C34-DF1A-5236-FECDBC820DCB}" created="2026-09-30T07:03:30.657">
    <pc:sldMkLst xmlns:pc="http://schemas.microsoft.com/office/powerpoint/2013/main/command">
      <pc:docMk/>
      <pc:sldMk cId="1110714291" sldId="258"/>
    </pc:sldMkLst>
    <p188:pos x="0" y="0"/>
    <p188:txBody>
      <a:bodyPr/>
      <a:lstStyle/>
      <a:p>
        <a:r>
          <a:rPr lang="zh-CN" altLang="en-US"/>
          <a:t>@@stage1-seven-group1-contrast</a:t>
        </a:r>
      </a:p>
    </p188:txBody>
  </p188:cm>
  <p188:cm id="{E447D5BB-380F-4E75-82D7-D9CEF23F7730}" authorId="{D3F71A66-0C34-DF1A-5236-FECDBC820DCB}" created="2026-09-30T07:03:30.658">
    <pc:sldMkLst xmlns:pc="http://schemas.microsoft.com/office/powerpoint/2013/main/command">
      <pc:docMk/>
      <pc:sldMk cId="1110714291" sldId="258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3_72994BA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8239C68-FEC5-4DA1-8E1B-981079A579EE}" authorId="{D3F71A66-0C34-DF1A-5236-FECDBC820DCB}" created="2026-09-30T07:03:31.187">
    <pc:sldMkLst xmlns:pc="http://schemas.microsoft.com/office/powerpoint/2013/main/command">
      <pc:docMk/>
      <pc:sldMk cId="1922649000" sldId="259"/>
    </pc:sldMkLst>
    <p188:pos x="0" y="0"/>
    <p188:txBody>
      <a:bodyPr/>
      <a:lstStyle/>
      <a:p>
        <a:r>
          <a:rPr lang="zh-CN" altLang="en-US"/>
          <a:t>@@stage1-seven-group2-contrast</a:t>
        </a:r>
      </a:p>
    </p188:txBody>
  </p188:cm>
  <p188:cm id="{CD2C872F-3004-41FF-AC01-5CDFA2F99DF0}" authorId="{D3F71A66-0C34-DF1A-5236-FECDBC820DCB}" created="2026-09-30T07:03:31.188">
    <pc:sldMkLst xmlns:pc="http://schemas.microsoft.com/office/powerpoint/2013/main/command">
      <pc:docMk/>
      <pc:sldMk cId="1922649000" sldId="259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4_19814A5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A534EFF-7818-4B29-ABFE-F025D73E687C}" authorId="{D3F71A66-0C34-DF1A-5236-FECDBC820DCB}" created="2026-09-30T07:03:31.621">
    <pc:sldMkLst xmlns:pc="http://schemas.microsoft.com/office/powerpoint/2013/main/command">
      <pc:docMk/>
      <pc:sldMk cId="427903570" sldId="260"/>
    </pc:sldMkLst>
    <p188:pos x="0" y="0"/>
    <p188:txBody>
      <a:bodyPr/>
      <a:lstStyle/>
      <a:p>
        <a:r>
          <a:rPr lang="zh-CN" altLang="en-US"/>
          <a:t>@@stage1-seven-group1-density</a:t>
        </a:r>
      </a:p>
    </p188:txBody>
  </p188:cm>
  <p188:cm id="{9C545667-49F5-4FA8-89C2-7092A1DC97B2}" authorId="{D3F71A66-0C34-DF1A-5236-FECDBC820DCB}" created="2026-09-30T07:03:31.622">
    <pc:sldMkLst xmlns:pc="http://schemas.microsoft.com/office/powerpoint/2013/main/command">
      <pc:docMk/>
      <pc:sldMk cId="427903570" sldId="260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5_2D3B928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01F8EAE-ABE4-4241-A6D2-8B087A22E075}" authorId="{D3F71A66-0C34-DF1A-5236-FECDBC820DCB}" created="2026-09-30T07:03:32.166">
    <pc:sldMkLst xmlns:pc="http://schemas.microsoft.com/office/powerpoint/2013/main/command">
      <pc:docMk/>
      <pc:sldMk cId="758878859" sldId="261"/>
    </pc:sldMkLst>
    <p188:pos x="0" y="0"/>
    <p188:txBody>
      <a:bodyPr/>
      <a:lstStyle/>
      <a:p>
        <a:r>
          <a:rPr lang="zh-CN" altLang="en-US"/>
          <a:t>@@stage1-seven-group2-density</a:t>
        </a:r>
      </a:p>
    </p188:txBody>
  </p188:cm>
  <p188:cm id="{F859B8D7-44CB-455F-BA5A-90BD668D3B46}" authorId="{D3F71A66-0C34-DF1A-5236-FECDBC820DCB}" created="2026-09-30T07:03:32.166">
    <pc:sldMkLst xmlns:pc="http://schemas.microsoft.com/office/powerpoint/2013/main/command">
      <pc:docMk/>
      <pc:sldMk cId="758878859" sldId="261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6_2246EA2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10BECFD-288B-45B0-88C1-DA095D914589}" authorId="{D3F71A66-0C34-DF1A-5236-FECDBC820DCB}" created="2026-09-30T07:03:32.589">
    <pc:sldMkLst xmlns:pc="http://schemas.microsoft.com/office/powerpoint/2013/main/command">
      <pc:docMk/>
      <pc:sldMk cId="575072813" sldId="262"/>
    </pc:sldMkLst>
    <p188:pos x="0" y="0"/>
    <p188:txBody>
      <a:bodyPr/>
      <a:lstStyle/>
      <a:p>
        <a:r>
          <a:rPr lang="zh-CN" altLang="en-US"/>
          <a:t>@@stage1-fourcase-main</a:t>
        </a:r>
      </a:p>
    </p188:txBody>
  </p188:cm>
  <p188:cm id="{585F4551-5D70-4B26-92EA-90261F8F41AC}" authorId="{D3F71A66-0C34-DF1A-5236-FECDBC820DCB}" created="2026-09-30T07:03:32.590">
    <pc:sldMkLst xmlns:pc="http://schemas.microsoft.com/office/powerpoint/2013/main/command">
      <pc:docMk/>
      <pc:sldMk cId="575072813" sldId="262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  <p188:cm id="{AFF808BA-AE40-41A0-AFEA-46FA4A219E78}" authorId="{D3F71A66-0C34-DF1A-5236-FECDBC820DCB}" created="2026-10-22T15:53:22.979Z">
    <pc:sldMkLst xmlns:pc="http://schemas.microsoft.com/office/powerpoint/2013/main/command">
      <pc:docMk/>
      <pc:sldMk cId="575072813" sldId="262"/>
    </pc:sldMkLst>
    <p188:pos x="0" y="0"/>
    <p188:txBody>
      <a:bodyPr/>
      <a:lstStyle/>
      <a:p>
        <a:r>
          <a:t>PROVENANCE v1</a:t>
        </a:r>
      </a:p>
      <a:p>
        <a:r>
          <a:t>id: stage1-fourcase-main</a:t>
        </a:r>
      </a:p>
      <a:p>
        <a:r>
          <a:t>source: 画图/画图代码/stage1/visualization/图表追溯.md</a:t>
        </a:r>
      </a:p>
      <a:p>
        <a:r>
          <a:t/>
        </a:r>
      </a:p>
      <a:p>
        <a:r>
          <a:t>## stage1-fourcase-main｜四例真实配体区域与预测的三维比较</a:t>
        </a:r>
      </a:p>
      <a:p>
        <a:r>
          <a:t/>
        </a:r>
      </a:p>
      <a:p>
        <a:r>
          <a:t>**共享关系与本图选择。** 本图的直接生成逻辑保存在本图长期目录；其冻结来源可能同时被其他实验使用，但当前入口不转发到其他具体图目录。 本次完整入口按稳定图名 `stage1-fourcase-main` 选择图或所在共享图组。</a:t>
        </a:r>
      </a:p>
      <a:p>
        <a:r>
          <a:t/>
        </a:r>
      </a:p>
      <a:p>
        <a:r>
          <a:t>**清空temp后的完整重建。** 从仓库根执行 `python -X utf8 -B 转换工具/ops/rebuild_figures.py --figure stage1-fourcase-main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当前正文引用 `画图/stage1可视化.pptx` 第 7 页。生成时选定的四个病例身份如下；表中 GT／CA2／Emap 是三种条件的原生 blob 编号，不是候选排名。</a:t>
        </a:r>
      </a:p>
      <a:p>
        <a:r>
          <a:t/>
        </a:r>
      </a:p>
      <a:p>
        <a:r>
          <a:t>| PDB | 真实配体身份与沉积编号 | occurrence 编号 | GT blob | CA2 blob | Emap blob |</a:t>
        </a:r>
      </a:p>
      <a:p>
        <a:r>
          <a:t>| --- | --- | ---: | ---: | ---: | ---: |</a:t>
        </a:r>
      </a:p>
      <a:p>
        <a:r>
          <a:t>| 9PQM | ATPγS／AGS，A:401 | 0 | 4 | 1 | 138 |</a:t>
        </a:r>
      </a:p>
      <a:p>
        <a:r>
          <a:t>| 9UWI | 胆固醇／CLR，B:502 | 3 | 2 | 3 | 80 |</a:t>
        </a:r>
      </a:p>
      <a:p>
        <a:r>
          <a:t>| 9WUP | NADPH／NDP，A:1104 | 3 | 5 | 5 | 91 |</a:t>
        </a:r>
      </a:p>
      <a:p>
        <a:r>
          <a:t>| 9RMI | ADP，C:401 | 2 | 2 | 2 | 468 |</a:t>
        </a:r>
      </a:p>
      <a:p>
        <a:r>
          <a:t/>
        </a:r>
      </a:p>
      <a:p>
        <a:r>
          <a:t>直接图像生成由每个 `&lt;pdb&gt;_reproduce.cxc` 中的 UCSF ChimeraX 1.10.1 原生命令承担；`open_data.py` 只按固定顺序加载十二个基础模型并保存含密度的会话。`common_style.cxc/contrast_style.cxc/density_style.cxc` 管颜色、透明度和密度表示，`&lt;pdb&gt;_local.cxc` 管相机。`build_deck.mjs` 将真实 PNG、原生框线、连接线和图注装入七页 PPT；`page.main` 明确选择 9pqm、9uwi、9wup、9rmi，稳定图名为 `stage1-fourcase-main`。三维渲染没有一个 Matplotlib 绘图函数，应追到这些原生命令。</a:t>
        </a:r>
      </a:p>
      <a:p>
        <a:r>
          <a:t/>
        </a:r>
      </a:p>
      <a:p>
        <a:r>
          <a:t>完整链为：</a:t>
        </a:r>
      </a:p>
      <a:p>
        <a:r>
          <a:t/>
        </a:r>
      </a:p>
      <a:p>
        <a:r>
          <a:t>```text</a:t>
        </a:r>
      </a:p>
      <a:p>
        <a:r>
          <a:t>冻结密度/occurrence/CIF/受体token + real/cryo/emap blobs.npz/evaluation.npz</a:t>
        </a:r>
      </a:p>
      <a:p>
        <a:r>
          <a:t>→ base/fetch_data.py（只读下载与source_manifest）</a:t>
        </a:r>
      </a:p>
      <a:p>
        <a:r>
          <a:t>→ base/prepare_data.py（MRC/mmCIF及交集核对）</a:t>
        </a:r>
      </a:p>
      <a:p>
        <a:r>
          <a:t>→ output/stage1-fourcase-main/base/&lt;pdb&gt;/assets</a:t>
        </a:r>
      </a:p>
      <a:p>
        <a:r>
          <a:t>→ open_data.py → &lt;pdb&gt;_reproduce.cxc</a:t>
        </a:r>
      </a:p>
      <a:p>
        <a:r>
          <a:t>→ output/stage1-fourcase-main/display/&lt;pdb&gt;/{contrast,baseline,density}/PNG</a:t>
        </a:r>
      </a:p>
      <a:p>
        <a:r>
          <a:t>→ build_deck.mjs → 当前PPT页</a:t>
        </a:r>
      </a:p>
      <a:p>
        <a:r>
          <a:t>```</a:t>
        </a:r>
      </a:p>
      <a:p>
        <a:r>
          <a:t/>
        </a:r>
      </a:p>
      <a:p>
        <a:r>
          <a:t>源文件有历史复用关系：base 的原转换与下载程序在已有文件存在时复用 `source_history/source/&lt;pdb&gt;`，否则读取 `base/source/&lt;pdb&gt;`；display 的 `open_data.py` 读取 base assets。整理时这三个 output 区均保留，不因目录名含旧版而删除仍被当前病例使用的源数组。`source_manifest.json` 保存逐件服务器路径、字节数和 SHA-256；每例 `data.json` 保存最终模型顺序、contour、坐标和交集检查，`scene_checks.json` 保存相机投影与定位框的依据，`session.cxs` 嵌入密度，可离线打开。</a:t>
        </a:r>
      </a:p>
      <a:p>
        <a:r>
          <a:t/>
        </a:r>
      </a:p>
      <a:p>
        <a:r>
          <a:t>数组是 ZYX，原子世界坐标是 XYZ，单位 Å；源 corner origin 加半个 spacing 后写为 MRC 首体素中心。稀疏掩码裁掉外围零体素时同步调整 origin，保留非零体素与世界坐标。预测和 GT 使用二值 0.5 等值面、step 1、关闭表面平滑。每例六格共用同一相机；正文选用 contrast 风格，即绿色受体与灰色密度网格。改变相机不重新计算交集。</a:t>
        </a:r>
      </a:p>
      <a:p>
        <a:r>
          <a:t/>
        </a:r>
      </a:p>
      <a:p>
        <a:r>
          <a:t>正文局部数值来自被展示实例的掩码交集，非 PDB 等权宏平均。例如 9PQM 的 GT／CA2／Emap Dice 是 0.816489／0.816216／0.766017；9UWI Emap precision=99/100=0.990、recall=99/330=0.300，GT recall=268/330=0.812121；9WUP GT recall=296/321=0.922118。9WUP 展示的 Emap blob 91 与目标交集为 0，是最近候选，不能据此说整个 PDB 没有预测。</a:t>
        </a:r>
      </a:p>
      <a:p>
        <a:r>
          <a:t/>
        </a:r>
      </a:p>
      <a:p>
        <a:r>
          <a:t>9RMI GT 的交集／预测体素／GT体素是 241／397／273，所以 precision=0.607053、recall=0.882784、Dice=0.719403；CA2 为 221／558／273，对应 0.396057、0.809524、0.531889。Emap 为 28／153／273，对应 recall 0.102564、Dice 0.131455。其余准确值见每例 `data.json` 和 `display/selection_metrics.csv`。病例图不能作为总体性能估计；保留的 9WQ3、9X0X、9BJJ 风格对照是生成集合的一部分，不因正文删例而改变当前图的来源。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局部检测实例的风格对照。a–d 依次为 9PQM 的 ATPγS（AGS，A:401）、9WQ3 的 1SY（E:401）、9UWI 的胆固醇（CLR，B:502）和 9X0X 的磷脂酰乙醇胺（PTY，T:801）。每行左侧为复合物整体，框选一个配体结合位点；右侧上排从左至右为真实受体、CryoAtom2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两格另显示相应受体。每例六格共用朝向和尺度。灰白色为受体和实验密度表面，配体按元素着色，蓝色包络为预测区域，浅蓝色为真实标注区域。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局部检测实例的风格对照。a–c 依次为 9BJJ 的 A1AP0（F:1001）、9WUP 的 NADPH（NDP，A:1104）和 9RMI 的 ADP（C:401）。每行左侧为复合物整体，框选一个配体结合位点；右侧上排从左至右为真实受体、CryoAtom2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两格另显示相应受体。每例六格共用朝向和尺度。灰白色为受体和实验密度表面，配体按元素着色，蓝色包络为预测区域，浅蓝色为真实标注区域。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局部检测实例的风格对照。a–d 依次为 9PQM 的 ATPγS（AGS，A:401）、9WQ3 的 1SY（E:401）、9UWI 的胆固醇（CLR，B:502）和 9X0X 的磷脂酰乙醇胺（PTY，T:801）。每行左侧为复合物整体，框选一个配体结合位点；右侧上排从左至右为真实受体、CryoAtom2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两格另显示相应受体。每例六格共用朝向和尺度。浅绿为受体，灰色网格为实验密度，橙色为配体碳原子，蓝色包络为预测区域，浅灰蓝为真实标注区域。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局部检测实例的风格对照。a–c 依次为 9BJJ 的 A1AP0（F:1001）、9WUP 的 NADPH（NDP，A:1104）和 9RMI 的 ADP（C:401）。每行左侧为复合物整体，框选一个配体结合位点；右侧上排从左至右为真实受体、CryoAtom2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两格另显示相应受体。每例六格共用朝向和尺度。浅绿为受体，灰色网格为实验密度，橙色为配体碳原子，蓝色包络为预测区域，浅灰蓝为真实标注区域。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局部检测实例的风格对照。a–d 依次为 9PQM 的 ATPγS（AGS，A:401）、9WQ3 的 1SY（E:401）、9UWI 的胆固醇（CLR，B:502）和 9X0X 的磷脂酰乙醇胺（PTY，T:801）。每行左侧为复合物整体，框选一个配体结合位点；右侧上排从左至右为真实受体、CryoAtom2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两格另显示相应受体。每例六格共用朝向和尺度。浅绿为受体，灰色半透明表面为实验密度，橙色为配体碳原子，蓝色网格为预测边界，浅灰蓝网格为真实标注区域。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局部检测实例的风格对照。a–c 依次为 9BJJ 的 A1AP0（F:1001）、9WUP 的 NADPH（NDP，A:1104）和 9RMI 的 ADP（C:401）。每行左侧为复合物整体，框选一个配体结合位点；右侧上排从左至右为真实受体、CryoAtom2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两格另显示相应受体。每例六格共用朝向和尺度。浅绿为受体，灰色半透明表面为实验密度，橙色为配体碳原子，蓝色网格为预测边界，浅灰蓝网格为真实标注区域。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zh-CN" dirty="0"/>
              <a:t>不同受体条件下的小分子区域检出。</a:t>
            </a:r>
            <a:endParaRPr lang="zh-CN"/>
          </a:p>
          <a:p>
            <a:pPr/>
            <a:r>
              <a:rPr lang="zh-CN" dirty="0"/>
              <a:t>a–d, 分别为 9PQM 中的 ATPγS（AGS，A:401）、9UWI 中的胆固醇（CLR，B:502）、9WUP 中的 NADPH（NDP，A:1104）和 9RMI 中的 ADP（C:401）。每行左侧展示完整复合物及 LigandSeek-Find 使用真实受体预测的配体区域。方框标出右侧六个局部视图所展示的配体结合位点。上排从左至右展示真实受体、CryoAtom2 受体，以及沉积配体及其真实配体区域。下排从左至右比较使用真实受体的 LigandSeek-Find、使用 CryoAtom2 受体的 LigandSeek-Find，以及 Emap2lig-Find。三个预测视图均展示相同的沉积配体和实验密度，前两个预测视图还分别展示真实受体和 CryoAtom2 重建受体。每个案例的六个局部视图使用相同的方向和尺度。受体为浅绿色，实验密度以灰色网格展示；蓝色包络表示选定的预测区域，浅灰蓝色包络表示真实配体区域。</a:t>
            </a:r>
            <a:endParaRPr lang="zh-CN"/>
          </a:p>
          <a:p>
            <a:r>
              <a:rPr dirty="0"/>
              <a:t>ENGLISH:</a:t>
            </a:r>
          </a:p>
          <a:p>
            <a:r>
              <a:rPr dirty="0"/>
              <a:t>Small-molecule region detection under different receptor conditions.</a:t>
            </a:r>
          </a:p>
          <a:p>
            <a:r>
              <a:rPr dirty="0"/>
              <a:t>a–d, </a:t>
            </a:r>
            <a:r>
              <a:rPr dirty="0" err="1"/>
              <a:t>ATPγS</a:t>
            </a:r>
            <a:r>
              <a:rPr dirty="0"/>
              <a:t> in 9PQM (AGS, A:401), cholesterol in 9UWI (CLR, B:502), NADPH in 9WUP (NDP, A:1104) and ADP in 9RMI (C:401), respectively. The left view of each row shows the full complex with ligand regions predicted by </a:t>
            </a:r>
            <a:r>
              <a:rPr dirty="0" err="1"/>
              <a:t>LigandSeek</a:t>
            </a:r>
            <a:r>
              <a:rPr dirty="0"/>
              <a:t>-Find using the deposited receptor. A box marks the selected ligand binding site for the six close-up views on the right. The top row shows the deposited receptor, the CryoAtom2 receptor, and the deposited ligand with its ground-truth ligand region, from left to right. The bottom row compares </a:t>
            </a:r>
            <a:r>
              <a:rPr dirty="0" err="1"/>
              <a:t>LigandSeek</a:t>
            </a:r>
            <a:r>
              <a:rPr dirty="0"/>
              <a:t>-Find with the deposited receptor, </a:t>
            </a:r>
            <a:r>
              <a:rPr dirty="0" err="1"/>
              <a:t>LigandSeek</a:t>
            </a:r>
            <a:r>
              <a:rPr dirty="0"/>
              <a:t>-Find with the CryoAtom2 receptor, and Emap2lig-Find, from left to right. All three prediction views show the same deposited ligand and experimental density. The first two prediction views additionally show the deposited and CryoAtom2-reconstructed receptors, respectively. The six close-up views for each case use the same orientation and scale. Receptors are light green, experimental density is shown as a grey mesh; blue envelopes show selected predicted regions, and pale grey-blue envelopes show ground-truth ligand regions.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26" Type="http://schemas.openxmlformats.org/officeDocument/2006/relationships/image" Target="../media/image23.png"/><Relationship Id="rId3" Type="http://schemas.microsoft.com/office/2018/10/relationships/comments" Target="../comments/modernComment_100_7C3D7600.xml"/><Relationship Id="rId21" Type="http://schemas.openxmlformats.org/officeDocument/2006/relationships/image" Target="../media/image18.png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5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20" Type="http://schemas.openxmlformats.org/officeDocument/2006/relationships/image" Target="../media/image17.png"/><Relationship Id="rId29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24" Type="http://schemas.openxmlformats.org/officeDocument/2006/relationships/image" Target="../media/image21.png"/><Relationship Id="rId5" Type="http://schemas.openxmlformats.org/officeDocument/2006/relationships/image" Target="../media/image2.png"/><Relationship Id="rId15" Type="http://schemas.openxmlformats.org/officeDocument/2006/relationships/image" Target="../media/image12.png"/><Relationship Id="rId23" Type="http://schemas.openxmlformats.org/officeDocument/2006/relationships/image" Target="../media/image20.png"/><Relationship Id="rId28" Type="http://schemas.openxmlformats.org/officeDocument/2006/relationships/image" Target="../media/image25.png"/><Relationship Id="rId10" Type="http://schemas.openxmlformats.org/officeDocument/2006/relationships/image" Target="../media/image7.png"/><Relationship Id="rId19" Type="http://schemas.openxmlformats.org/officeDocument/2006/relationships/image" Target="../media/image16.png"/><Relationship Id="rId31" Type="http://schemas.openxmlformats.org/officeDocument/2006/relationships/image" Target="../media/image28.png"/><Relationship Id="rId4" Type="http://schemas.openxmlformats.org/officeDocument/2006/relationships/image" Target="../media/image1.png"/><Relationship Id="rId9" Type="http://schemas.openxmlformats.org/officeDocument/2006/relationships/image" Target="../media/image6.png"/><Relationship Id="rId14" Type="http://schemas.openxmlformats.org/officeDocument/2006/relationships/image" Target="../media/image11.png"/><Relationship Id="rId22" Type="http://schemas.openxmlformats.org/officeDocument/2006/relationships/image" Target="../media/image19.png"/><Relationship Id="rId27" Type="http://schemas.openxmlformats.org/officeDocument/2006/relationships/image" Target="../media/image24.png"/><Relationship Id="rId30" Type="http://schemas.openxmlformats.org/officeDocument/2006/relationships/image" Target="../media/image2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image" Target="../media/image38.png"/><Relationship Id="rId18" Type="http://schemas.openxmlformats.org/officeDocument/2006/relationships/image" Target="../media/image43.png"/><Relationship Id="rId3" Type="http://schemas.microsoft.com/office/2018/10/relationships/comments" Target="../comments/modernComment_101_642BD2FB.xml"/><Relationship Id="rId21" Type="http://schemas.openxmlformats.org/officeDocument/2006/relationships/image" Target="../media/image46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17" Type="http://schemas.openxmlformats.org/officeDocument/2006/relationships/image" Target="../media/image42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41.png"/><Relationship Id="rId20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24" Type="http://schemas.openxmlformats.org/officeDocument/2006/relationships/image" Target="../media/image49.png"/><Relationship Id="rId5" Type="http://schemas.openxmlformats.org/officeDocument/2006/relationships/image" Target="../media/image30.png"/><Relationship Id="rId15" Type="http://schemas.openxmlformats.org/officeDocument/2006/relationships/image" Target="../media/image40.png"/><Relationship Id="rId23" Type="http://schemas.openxmlformats.org/officeDocument/2006/relationships/image" Target="../media/image48.png"/><Relationship Id="rId10" Type="http://schemas.openxmlformats.org/officeDocument/2006/relationships/image" Target="../media/image35.png"/><Relationship Id="rId19" Type="http://schemas.openxmlformats.org/officeDocument/2006/relationships/image" Target="../media/image44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Relationship Id="rId14" Type="http://schemas.openxmlformats.org/officeDocument/2006/relationships/image" Target="../media/image39.png"/><Relationship Id="rId22" Type="http://schemas.openxmlformats.org/officeDocument/2006/relationships/image" Target="../media/image4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13" Type="http://schemas.openxmlformats.org/officeDocument/2006/relationships/image" Target="../media/image59.png"/><Relationship Id="rId18" Type="http://schemas.openxmlformats.org/officeDocument/2006/relationships/image" Target="../media/image64.png"/><Relationship Id="rId26" Type="http://schemas.openxmlformats.org/officeDocument/2006/relationships/image" Target="../media/image72.png"/><Relationship Id="rId3" Type="http://schemas.microsoft.com/office/2018/10/relationships/comments" Target="../comments/modernComment_102_423427B3.xml"/><Relationship Id="rId21" Type="http://schemas.openxmlformats.org/officeDocument/2006/relationships/image" Target="../media/image67.png"/><Relationship Id="rId7" Type="http://schemas.openxmlformats.org/officeDocument/2006/relationships/image" Target="../media/image53.png"/><Relationship Id="rId12" Type="http://schemas.openxmlformats.org/officeDocument/2006/relationships/image" Target="../media/image58.png"/><Relationship Id="rId17" Type="http://schemas.openxmlformats.org/officeDocument/2006/relationships/image" Target="../media/image63.png"/><Relationship Id="rId25" Type="http://schemas.openxmlformats.org/officeDocument/2006/relationships/image" Target="../media/image71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62.png"/><Relationship Id="rId20" Type="http://schemas.openxmlformats.org/officeDocument/2006/relationships/image" Target="../media/image66.png"/><Relationship Id="rId29" Type="http://schemas.openxmlformats.org/officeDocument/2006/relationships/image" Target="../media/image7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11" Type="http://schemas.openxmlformats.org/officeDocument/2006/relationships/image" Target="../media/image57.png"/><Relationship Id="rId24" Type="http://schemas.openxmlformats.org/officeDocument/2006/relationships/image" Target="../media/image70.png"/><Relationship Id="rId5" Type="http://schemas.openxmlformats.org/officeDocument/2006/relationships/image" Target="../media/image51.png"/><Relationship Id="rId15" Type="http://schemas.openxmlformats.org/officeDocument/2006/relationships/image" Target="../media/image61.png"/><Relationship Id="rId23" Type="http://schemas.openxmlformats.org/officeDocument/2006/relationships/image" Target="../media/image69.png"/><Relationship Id="rId28" Type="http://schemas.openxmlformats.org/officeDocument/2006/relationships/image" Target="../media/image74.png"/><Relationship Id="rId10" Type="http://schemas.openxmlformats.org/officeDocument/2006/relationships/image" Target="../media/image56.png"/><Relationship Id="rId19" Type="http://schemas.openxmlformats.org/officeDocument/2006/relationships/image" Target="../media/image65.png"/><Relationship Id="rId31" Type="http://schemas.openxmlformats.org/officeDocument/2006/relationships/image" Target="../media/image77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Relationship Id="rId14" Type="http://schemas.openxmlformats.org/officeDocument/2006/relationships/image" Target="../media/image60.png"/><Relationship Id="rId22" Type="http://schemas.openxmlformats.org/officeDocument/2006/relationships/image" Target="../media/image68.png"/><Relationship Id="rId27" Type="http://schemas.openxmlformats.org/officeDocument/2006/relationships/image" Target="../media/image73.png"/><Relationship Id="rId30" Type="http://schemas.openxmlformats.org/officeDocument/2006/relationships/image" Target="../media/image7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13" Type="http://schemas.openxmlformats.org/officeDocument/2006/relationships/image" Target="../media/image87.png"/><Relationship Id="rId18" Type="http://schemas.openxmlformats.org/officeDocument/2006/relationships/image" Target="../media/image92.png"/><Relationship Id="rId3" Type="http://schemas.microsoft.com/office/2018/10/relationships/comments" Target="../comments/modernComment_103_72994BA8.xml"/><Relationship Id="rId21" Type="http://schemas.openxmlformats.org/officeDocument/2006/relationships/image" Target="../media/image95.png"/><Relationship Id="rId7" Type="http://schemas.openxmlformats.org/officeDocument/2006/relationships/image" Target="../media/image81.png"/><Relationship Id="rId12" Type="http://schemas.openxmlformats.org/officeDocument/2006/relationships/image" Target="../media/image86.png"/><Relationship Id="rId17" Type="http://schemas.openxmlformats.org/officeDocument/2006/relationships/image" Target="../media/image91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90.png"/><Relationship Id="rId20" Type="http://schemas.openxmlformats.org/officeDocument/2006/relationships/image" Target="../media/image9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0.png"/><Relationship Id="rId11" Type="http://schemas.openxmlformats.org/officeDocument/2006/relationships/image" Target="../media/image85.png"/><Relationship Id="rId24" Type="http://schemas.openxmlformats.org/officeDocument/2006/relationships/image" Target="../media/image98.png"/><Relationship Id="rId5" Type="http://schemas.openxmlformats.org/officeDocument/2006/relationships/image" Target="../media/image79.png"/><Relationship Id="rId15" Type="http://schemas.openxmlformats.org/officeDocument/2006/relationships/image" Target="../media/image89.png"/><Relationship Id="rId23" Type="http://schemas.openxmlformats.org/officeDocument/2006/relationships/image" Target="../media/image97.png"/><Relationship Id="rId10" Type="http://schemas.openxmlformats.org/officeDocument/2006/relationships/image" Target="../media/image84.png"/><Relationship Id="rId19" Type="http://schemas.openxmlformats.org/officeDocument/2006/relationships/image" Target="../media/image93.png"/><Relationship Id="rId4" Type="http://schemas.openxmlformats.org/officeDocument/2006/relationships/image" Target="../media/image78.png"/><Relationship Id="rId9" Type="http://schemas.openxmlformats.org/officeDocument/2006/relationships/image" Target="../media/image83.png"/><Relationship Id="rId14" Type="http://schemas.openxmlformats.org/officeDocument/2006/relationships/image" Target="../media/image88.png"/><Relationship Id="rId22" Type="http://schemas.openxmlformats.org/officeDocument/2006/relationships/image" Target="../media/image9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.png"/><Relationship Id="rId13" Type="http://schemas.openxmlformats.org/officeDocument/2006/relationships/image" Target="../media/image108.png"/><Relationship Id="rId18" Type="http://schemas.openxmlformats.org/officeDocument/2006/relationships/image" Target="../media/image113.png"/><Relationship Id="rId26" Type="http://schemas.openxmlformats.org/officeDocument/2006/relationships/image" Target="../media/image121.png"/><Relationship Id="rId3" Type="http://schemas.microsoft.com/office/2018/10/relationships/comments" Target="../comments/modernComment_104_19814A52.xml"/><Relationship Id="rId21" Type="http://schemas.openxmlformats.org/officeDocument/2006/relationships/image" Target="../media/image116.png"/><Relationship Id="rId7" Type="http://schemas.openxmlformats.org/officeDocument/2006/relationships/image" Target="../media/image102.png"/><Relationship Id="rId12" Type="http://schemas.openxmlformats.org/officeDocument/2006/relationships/image" Target="../media/image107.png"/><Relationship Id="rId17" Type="http://schemas.openxmlformats.org/officeDocument/2006/relationships/image" Target="../media/image112.png"/><Relationship Id="rId25" Type="http://schemas.openxmlformats.org/officeDocument/2006/relationships/image" Target="../media/image120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11.png"/><Relationship Id="rId20" Type="http://schemas.openxmlformats.org/officeDocument/2006/relationships/image" Target="../media/image115.png"/><Relationship Id="rId29" Type="http://schemas.openxmlformats.org/officeDocument/2006/relationships/image" Target="../media/image1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1.png"/><Relationship Id="rId11" Type="http://schemas.openxmlformats.org/officeDocument/2006/relationships/image" Target="../media/image106.png"/><Relationship Id="rId24" Type="http://schemas.openxmlformats.org/officeDocument/2006/relationships/image" Target="../media/image119.png"/><Relationship Id="rId5" Type="http://schemas.openxmlformats.org/officeDocument/2006/relationships/image" Target="../media/image100.png"/><Relationship Id="rId15" Type="http://schemas.openxmlformats.org/officeDocument/2006/relationships/image" Target="../media/image110.png"/><Relationship Id="rId23" Type="http://schemas.openxmlformats.org/officeDocument/2006/relationships/image" Target="../media/image118.png"/><Relationship Id="rId28" Type="http://schemas.openxmlformats.org/officeDocument/2006/relationships/image" Target="../media/image123.png"/><Relationship Id="rId10" Type="http://schemas.openxmlformats.org/officeDocument/2006/relationships/image" Target="../media/image105.png"/><Relationship Id="rId19" Type="http://schemas.openxmlformats.org/officeDocument/2006/relationships/image" Target="../media/image114.png"/><Relationship Id="rId31" Type="http://schemas.openxmlformats.org/officeDocument/2006/relationships/image" Target="../media/image126.png"/><Relationship Id="rId4" Type="http://schemas.openxmlformats.org/officeDocument/2006/relationships/image" Target="../media/image99.png"/><Relationship Id="rId9" Type="http://schemas.openxmlformats.org/officeDocument/2006/relationships/image" Target="../media/image104.png"/><Relationship Id="rId14" Type="http://schemas.openxmlformats.org/officeDocument/2006/relationships/image" Target="../media/image109.png"/><Relationship Id="rId22" Type="http://schemas.openxmlformats.org/officeDocument/2006/relationships/image" Target="../media/image117.png"/><Relationship Id="rId27" Type="http://schemas.openxmlformats.org/officeDocument/2006/relationships/image" Target="../media/image122.png"/><Relationship Id="rId30" Type="http://schemas.openxmlformats.org/officeDocument/2006/relationships/image" Target="../media/image12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.png"/><Relationship Id="rId13" Type="http://schemas.openxmlformats.org/officeDocument/2006/relationships/image" Target="../media/image136.png"/><Relationship Id="rId18" Type="http://schemas.openxmlformats.org/officeDocument/2006/relationships/image" Target="../media/image141.png"/><Relationship Id="rId3" Type="http://schemas.microsoft.com/office/2018/10/relationships/comments" Target="../comments/modernComment_105_2D3B928B.xml"/><Relationship Id="rId21" Type="http://schemas.openxmlformats.org/officeDocument/2006/relationships/image" Target="../media/image144.png"/><Relationship Id="rId7" Type="http://schemas.openxmlformats.org/officeDocument/2006/relationships/image" Target="../media/image130.png"/><Relationship Id="rId12" Type="http://schemas.openxmlformats.org/officeDocument/2006/relationships/image" Target="../media/image135.png"/><Relationship Id="rId17" Type="http://schemas.openxmlformats.org/officeDocument/2006/relationships/image" Target="../media/image140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139.png"/><Relationship Id="rId20" Type="http://schemas.openxmlformats.org/officeDocument/2006/relationships/image" Target="../media/image14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9.png"/><Relationship Id="rId11" Type="http://schemas.openxmlformats.org/officeDocument/2006/relationships/image" Target="../media/image134.png"/><Relationship Id="rId24" Type="http://schemas.openxmlformats.org/officeDocument/2006/relationships/image" Target="../media/image147.png"/><Relationship Id="rId5" Type="http://schemas.openxmlformats.org/officeDocument/2006/relationships/image" Target="../media/image128.png"/><Relationship Id="rId15" Type="http://schemas.openxmlformats.org/officeDocument/2006/relationships/image" Target="../media/image138.png"/><Relationship Id="rId23" Type="http://schemas.openxmlformats.org/officeDocument/2006/relationships/image" Target="../media/image146.png"/><Relationship Id="rId10" Type="http://schemas.openxmlformats.org/officeDocument/2006/relationships/image" Target="../media/image133.png"/><Relationship Id="rId19" Type="http://schemas.openxmlformats.org/officeDocument/2006/relationships/image" Target="../media/image142.png"/><Relationship Id="rId4" Type="http://schemas.openxmlformats.org/officeDocument/2006/relationships/image" Target="../media/image127.png"/><Relationship Id="rId9" Type="http://schemas.openxmlformats.org/officeDocument/2006/relationships/image" Target="../media/image132.png"/><Relationship Id="rId14" Type="http://schemas.openxmlformats.org/officeDocument/2006/relationships/image" Target="../media/image137.png"/><Relationship Id="rId22" Type="http://schemas.openxmlformats.org/officeDocument/2006/relationships/image" Target="../media/image14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13" Type="http://schemas.openxmlformats.org/officeDocument/2006/relationships/image" Target="../media/image66.png"/><Relationship Id="rId18" Type="http://schemas.openxmlformats.org/officeDocument/2006/relationships/image" Target="../media/image85.png"/><Relationship Id="rId26" Type="http://schemas.openxmlformats.org/officeDocument/2006/relationships/image" Target="../media/image93.png"/><Relationship Id="rId3" Type="http://schemas.microsoft.com/office/2018/10/relationships/comments" Target="../comments/modernComment_106_2246EA2D.xml"/><Relationship Id="rId21" Type="http://schemas.openxmlformats.org/officeDocument/2006/relationships/image" Target="../media/image88.png"/><Relationship Id="rId7" Type="http://schemas.openxmlformats.org/officeDocument/2006/relationships/image" Target="../media/image53.png"/><Relationship Id="rId12" Type="http://schemas.openxmlformats.org/officeDocument/2006/relationships/image" Target="../media/image65.png"/><Relationship Id="rId17" Type="http://schemas.openxmlformats.org/officeDocument/2006/relationships/image" Target="../media/image70.png"/><Relationship Id="rId25" Type="http://schemas.openxmlformats.org/officeDocument/2006/relationships/image" Target="../media/image92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69.png"/><Relationship Id="rId20" Type="http://schemas.openxmlformats.org/officeDocument/2006/relationships/image" Target="../media/image87.png"/><Relationship Id="rId29" Type="http://schemas.openxmlformats.org/officeDocument/2006/relationships/image" Target="../media/image9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11" Type="http://schemas.openxmlformats.org/officeDocument/2006/relationships/image" Target="../media/image64.png"/><Relationship Id="rId24" Type="http://schemas.openxmlformats.org/officeDocument/2006/relationships/image" Target="../media/image91.png"/><Relationship Id="rId5" Type="http://schemas.openxmlformats.org/officeDocument/2006/relationships/image" Target="../media/image51.png"/><Relationship Id="rId15" Type="http://schemas.openxmlformats.org/officeDocument/2006/relationships/image" Target="../media/image68.png"/><Relationship Id="rId23" Type="http://schemas.openxmlformats.org/officeDocument/2006/relationships/image" Target="../media/image90.png"/><Relationship Id="rId28" Type="http://schemas.openxmlformats.org/officeDocument/2006/relationships/image" Target="../media/image95.png"/><Relationship Id="rId10" Type="http://schemas.openxmlformats.org/officeDocument/2006/relationships/image" Target="../media/image56.png"/><Relationship Id="rId19" Type="http://schemas.openxmlformats.org/officeDocument/2006/relationships/image" Target="../media/image86.png"/><Relationship Id="rId31" Type="http://schemas.openxmlformats.org/officeDocument/2006/relationships/image" Target="../media/image98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Relationship Id="rId14" Type="http://schemas.openxmlformats.org/officeDocument/2006/relationships/image" Target="../media/image67.png"/><Relationship Id="rId22" Type="http://schemas.openxmlformats.org/officeDocument/2006/relationships/image" Target="../media/image89.png"/><Relationship Id="rId27" Type="http://schemas.openxmlformats.org/officeDocument/2006/relationships/image" Target="../media/image94.png"/><Relationship Id="rId30" Type="http://schemas.openxmlformats.org/officeDocument/2006/relationships/image" Target="../media/image9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图片 6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29095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9050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9050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9050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233362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233362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23336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E6951741-7240-4021-8940-3E0454086ACC}"/>
              </a:ext>
            </a:extLst>
          </p:cNvPr>
          <p:cNvSpPr>
            <a:spLocks noGrp="1"/>
          </p:cNvSpPr>
          <p:nvPr/>
        </p:nvSpPr>
        <p:spPr>
          <a:xfrm>
            <a:off x="3263203" y="190500"/>
            <a:ext cx="3118547" cy="1175128"/>
          </a:xfrm>
          <a:custGeom>
            <a:avLst/>
            <a:gdLst/>
            <a:ahLst/>
            <a:cxnLst/>
            <a:rect l="0" t="0" r="0" b="0"/>
            <a:pathLst>
              <a:path w="3118547" h="1175128">
                <a:moveTo>
                  <a:pt x="0" y="1175128"/>
                </a:moveTo>
                <a:lnTo>
                  <a:pt x="311854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6D1EF188-D214-49AD-9F1A-E6F2117496EE}"/>
              </a:ext>
            </a:extLst>
          </p:cNvPr>
          <p:cNvSpPr>
            <a:spLocks noGrp="1"/>
          </p:cNvSpPr>
          <p:nvPr/>
        </p:nvSpPr>
        <p:spPr>
          <a:xfrm>
            <a:off x="3263203" y="1871440"/>
            <a:ext cx="3118547" cy="2605310"/>
          </a:xfrm>
          <a:custGeom>
            <a:avLst/>
            <a:gdLst/>
            <a:ahLst/>
            <a:cxnLst/>
            <a:rect l="0" t="0" r="0" b="0"/>
            <a:pathLst>
              <a:path w="3118547" h="2605310">
                <a:moveTo>
                  <a:pt x="0" y="0"/>
                </a:moveTo>
                <a:lnTo>
                  <a:pt x="3118547" y="260531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B0E6FC9-1B77-44F1-A4D4-118A49270170}"/>
              </a:ext>
            </a:extLst>
          </p:cNvPr>
          <p:cNvSpPr>
            <a:spLocks noGrp="1"/>
          </p:cNvSpPr>
          <p:nvPr/>
        </p:nvSpPr>
        <p:spPr>
          <a:xfrm>
            <a:off x="2975992" y="1365628"/>
            <a:ext cx="287211" cy="50581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B0DEEA6-56C2-41D3-88E6-F5E0665497F6}"/>
              </a:ext>
            </a:extLst>
          </p:cNvPr>
          <p:cNvSpPr>
            <a:spLocks noGrp="1"/>
          </p:cNvSpPr>
          <p:nvPr/>
        </p:nvSpPr>
        <p:spPr>
          <a:xfrm>
            <a:off x="6381750" y="190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FB4E318C-1FB6-4279-96A0-A4F7448DA88E}"/>
              </a:ext>
            </a:extLst>
          </p:cNvPr>
          <p:cNvSpPr>
            <a:spLocks noGrp="1"/>
          </p:cNvSpPr>
          <p:nvPr/>
        </p:nvSpPr>
        <p:spPr>
          <a:xfrm>
            <a:off x="92392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F2159250-329F-4EC1-A83F-92B7CC415C52}"/>
              </a:ext>
            </a:extLst>
          </p:cNvPr>
          <p:cNvSpPr>
            <a:spLocks noGrp="1"/>
          </p:cNvSpPr>
          <p:nvPr/>
        </p:nvSpPr>
        <p:spPr>
          <a:xfrm>
            <a:off x="120967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C1FDB129-178F-4ECB-82DD-1C9BF4CF375D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E90B354-D68E-4BAB-82DC-909F0BF59F24}"/>
              </a:ext>
            </a:extLst>
          </p:cNvPr>
          <p:cNvSpPr>
            <a:spLocks noGrp="1"/>
          </p:cNvSpPr>
          <p:nvPr/>
        </p:nvSpPr>
        <p:spPr>
          <a:xfrm>
            <a:off x="114300" y="209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495820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485775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485775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485775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700087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700087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70008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125FA1B7-C260-4879-82F4-ACCF4DE961E8}"/>
              </a:ext>
            </a:extLst>
          </p:cNvPr>
          <p:cNvSpPr>
            <a:spLocks noGrp="1"/>
          </p:cNvSpPr>
          <p:nvPr/>
        </p:nvSpPr>
        <p:spPr>
          <a:xfrm>
            <a:off x="2273587" y="4857750"/>
            <a:ext cx="4108163" cy="1291746"/>
          </a:xfrm>
          <a:custGeom>
            <a:avLst/>
            <a:gdLst/>
            <a:ahLst/>
            <a:cxnLst/>
            <a:rect l="0" t="0" r="0" b="0"/>
            <a:pathLst>
              <a:path w="4108163" h="1291746">
                <a:moveTo>
                  <a:pt x="0" y="1291746"/>
                </a:moveTo>
                <a:lnTo>
                  <a:pt x="410816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3B3848B1-A2F7-4B8E-B630-D4EA0BF6B7FE}"/>
              </a:ext>
            </a:extLst>
          </p:cNvPr>
          <p:cNvSpPr>
            <a:spLocks noGrp="1"/>
          </p:cNvSpPr>
          <p:nvPr/>
        </p:nvSpPr>
        <p:spPr>
          <a:xfrm>
            <a:off x="2273587" y="6551756"/>
            <a:ext cx="4108163" cy="2592244"/>
          </a:xfrm>
          <a:custGeom>
            <a:avLst/>
            <a:gdLst/>
            <a:ahLst/>
            <a:cxnLst/>
            <a:rect l="0" t="0" r="0" b="0"/>
            <a:pathLst>
              <a:path w="4108163" h="2592244">
                <a:moveTo>
                  <a:pt x="0" y="0"/>
                </a:moveTo>
                <a:lnTo>
                  <a:pt x="4108163" y="2592244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60BAE88-CB14-43AC-92A2-A43692C7E67D}"/>
              </a:ext>
            </a:extLst>
          </p:cNvPr>
          <p:cNvSpPr>
            <a:spLocks noGrp="1"/>
          </p:cNvSpPr>
          <p:nvPr/>
        </p:nvSpPr>
        <p:spPr>
          <a:xfrm>
            <a:off x="1707598" y="6149496"/>
            <a:ext cx="565989" cy="40226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46267CE-DC6D-49B4-A639-1D47FAC6A50C}"/>
              </a:ext>
            </a:extLst>
          </p:cNvPr>
          <p:cNvSpPr>
            <a:spLocks noGrp="1"/>
          </p:cNvSpPr>
          <p:nvPr/>
        </p:nvSpPr>
        <p:spPr>
          <a:xfrm>
            <a:off x="6381750" y="48577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31FF8C5C-5205-4C78-A950-BCB99F30E170}"/>
              </a:ext>
            </a:extLst>
          </p:cNvPr>
          <p:cNvSpPr>
            <a:spLocks noGrp="1"/>
          </p:cNvSpPr>
          <p:nvPr/>
        </p:nvSpPr>
        <p:spPr>
          <a:xfrm>
            <a:off x="92392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6F178CFA-F2F6-4A33-A364-9BA8633D0BEF}"/>
              </a:ext>
            </a:extLst>
          </p:cNvPr>
          <p:cNvSpPr>
            <a:spLocks noGrp="1"/>
          </p:cNvSpPr>
          <p:nvPr/>
        </p:nvSpPr>
        <p:spPr>
          <a:xfrm>
            <a:off x="120967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A7B89CDA-9DEB-46DE-8562-7D4F83F3652B}"/>
              </a:ext>
            </a:extLst>
          </p:cNvPr>
          <p:cNvSpPr>
            <a:spLocks noGrp="1"/>
          </p:cNvSpPr>
          <p:nvPr/>
        </p:nvSpPr>
        <p:spPr>
          <a:xfrm>
            <a:off x="6381750" y="70008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FEF71EE-D2DB-4D9D-BD03-956FF6479804}"/>
              </a:ext>
            </a:extLst>
          </p:cNvPr>
          <p:cNvSpPr>
            <a:spLocks noGrp="1"/>
          </p:cNvSpPr>
          <p:nvPr/>
        </p:nvSpPr>
        <p:spPr>
          <a:xfrm>
            <a:off x="114300" y="48768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91" name="图片 90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9625459"/>
            <a:ext cx="5810250" cy="4085332"/>
          </a:xfrm>
          <a:prstGeom prst="rect">
            <a:avLst/>
          </a:prstGeom>
        </p:spPr>
      </p:pic>
      <p:pic>
        <p:nvPicPr>
          <p:cNvPr id="92" name="图片 91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9525000"/>
            <a:ext cx="2857500" cy="2143125"/>
          </a:xfrm>
          <a:prstGeom prst="rect">
            <a:avLst/>
          </a:prstGeom>
        </p:spPr>
      </p:pic>
      <p:pic>
        <p:nvPicPr>
          <p:cNvPr id="93" name="图片 92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9525000"/>
            <a:ext cx="2857500" cy="2143125"/>
          </a:xfrm>
          <a:prstGeom prst="rect">
            <a:avLst/>
          </a:prstGeom>
        </p:spPr>
      </p:pic>
      <p:pic>
        <p:nvPicPr>
          <p:cNvPr id="94" name="图片 93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9525000"/>
            <a:ext cx="2857500" cy="2143125"/>
          </a:xfrm>
          <a:prstGeom prst="rect">
            <a:avLst/>
          </a:prstGeom>
        </p:spPr>
      </p:pic>
      <p:pic>
        <p:nvPicPr>
          <p:cNvPr id="95" name="图片 94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1668125"/>
            <a:ext cx="2857500" cy="2143125"/>
          </a:xfrm>
          <a:prstGeom prst="rect">
            <a:avLst/>
          </a:prstGeom>
        </p:spPr>
      </p:pic>
      <p:pic>
        <p:nvPicPr>
          <p:cNvPr id="96" name="图片 95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1668125"/>
            <a:ext cx="2857500" cy="2143125"/>
          </a:xfrm>
          <a:prstGeom prst="rect">
            <a:avLst/>
          </a:prstGeom>
        </p:spPr>
      </p:pic>
      <p:pic>
        <p:nvPicPr>
          <p:cNvPr id="97" name="图片 96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16681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B1FF7E01-5AEF-423E-8A67-2185352E2D27}"/>
              </a:ext>
            </a:extLst>
          </p:cNvPr>
          <p:cNvSpPr>
            <a:spLocks noGrp="1"/>
          </p:cNvSpPr>
          <p:nvPr/>
        </p:nvSpPr>
        <p:spPr>
          <a:xfrm>
            <a:off x="3132294" y="9525000"/>
            <a:ext cx="3249456" cy="1484384"/>
          </a:xfrm>
          <a:custGeom>
            <a:avLst/>
            <a:gdLst/>
            <a:ahLst/>
            <a:cxnLst/>
            <a:rect l="0" t="0" r="0" b="0"/>
            <a:pathLst>
              <a:path w="3249456" h="1484384">
                <a:moveTo>
                  <a:pt x="0" y="1484384"/>
                </a:moveTo>
                <a:lnTo>
                  <a:pt x="3249456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27E05CEB-E1B5-431C-B4F8-D42420B5ED0E}"/>
              </a:ext>
            </a:extLst>
          </p:cNvPr>
          <p:cNvSpPr>
            <a:spLocks noGrp="1"/>
          </p:cNvSpPr>
          <p:nvPr/>
        </p:nvSpPr>
        <p:spPr>
          <a:xfrm>
            <a:off x="3132294" y="11556414"/>
            <a:ext cx="3249456" cy="2254836"/>
          </a:xfrm>
          <a:custGeom>
            <a:avLst/>
            <a:gdLst/>
            <a:ahLst/>
            <a:cxnLst/>
            <a:rect l="0" t="0" r="0" b="0"/>
            <a:pathLst>
              <a:path w="3249456" h="2254836">
                <a:moveTo>
                  <a:pt x="0" y="0"/>
                </a:moveTo>
                <a:lnTo>
                  <a:pt x="3249456" y="2254836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D0D93BF1-83C0-4C05-A8A3-901260D4340F}"/>
              </a:ext>
            </a:extLst>
          </p:cNvPr>
          <p:cNvSpPr>
            <a:spLocks noGrp="1"/>
          </p:cNvSpPr>
          <p:nvPr/>
        </p:nvSpPr>
        <p:spPr>
          <a:xfrm>
            <a:off x="2622822" y="11009384"/>
            <a:ext cx="509472" cy="54703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E8F7DE0F-A543-455A-B88C-DFE27FB26939}"/>
              </a:ext>
            </a:extLst>
          </p:cNvPr>
          <p:cNvSpPr>
            <a:spLocks noGrp="1"/>
          </p:cNvSpPr>
          <p:nvPr/>
        </p:nvSpPr>
        <p:spPr>
          <a:xfrm>
            <a:off x="6381750" y="9525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99D7FF49-4DB4-45A2-9BA5-C90C5D8AFF4E}"/>
              </a:ext>
            </a:extLst>
          </p:cNvPr>
          <p:cNvSpPr>
            <a:spLocks noGrp="1"/>
          </p:cNvSpPr>
          <p:nvPr/>
        </p:nvSpPr>
        <p:spPr>
          <a:xfrm>
            <a:off x="92392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AF50A47C-EDEE-4AC6-962C-50E43089187F}"/>
              </a:ext>
            </a:extLst>
          </p:cNvPr>
          <p:cNvSpPr>
            <a:spLocks noGrp="1"/>
          </p:cNvSpPr>
          <p:nvPr/>
        </p:nvSpPr>
        <p:spPr>
          <a:xfrm>
            <a:off x="120967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B632BB3B-19DE-4828-9AB5-62AD2A8876AE}"/>
              </a:ext>
            </a:extLst>
          </p:cNvPr>
          <p:cNvSpPr>
            <a:spLocks noGrp="1"/>
          </p:cNvSpPr>
          <p:nvPr/>
        </p:nvSpPr>
        <p:spPr>
          <a:xfrm>
            <a:off x="6381750" y="11668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2CCA68AE-A767-4F70-AA64-FEC3212DAD7B}"/>
              </a:ext>
            </a:extLst>
          </p:cNvPr>
          <p:cNvSpPr>
            <a:spLocks noGrp="1"/>
          </p:cNvSpPr>
          <p:nvPr/>
        </p:nvSpPr>
        <p:spPr>
          <a:xfrm>
            <a:off x="114300" y="9544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pic>
        <p:nvPicPr>
          <p:cNvPr id="106" name="图片 105"/>
          <p:cNvPicPr>
            <a:picLocks noChangeAspect="1"/>
          </p:cNvPicPr>
          <p:nvPr/>
        </p:nvPicPr>
        <p:blipFill>
          <a:blip r:embed="rId25"/>
          <a:stretch/>
        </p:blipFill>
        <p:spPr>
          <a:xfrm>
            <a:off x="95250" y="14292709"/>
            <a:ext cx="5810250" cy="4085332"/>
          </a:xfrm>
          <a:prstGeom prst="rect">
            <a:avLst/>
          </a:prstGeom>
        </p:spPr>
      </p:pic>
      <p:pic>
        <p:nvPicPr>
          <p:cNvPr id="107" name="图片 106"/>
          <p:cNvPicPr>
            <a:picLocks noChangeAspect="1"/>
          </p:cNvPicPr>
          <p:nvPr/>
        </p:nvPicPr>
        <p:blipFill>
          <a:blip r:embed="rId26"/>
          <a:stretch/>
        </p:blipFill>
        <p:spPr>
          <a:xfrm>
            <a:off x="6381750" y="14192250"/>
            <a:ext cx="2857500" cy="2143125"/>
          </a:xfrm>
          <a:prstGeom prst="rect">
            <a:avLst/>
          </a:prstGeom>
        </p:spPr>
      </p:pic>
      <p:pic>
        <p:nvPicPr>
          <p:cNvPr id="108" name="图片 107"/>
          <p:cNvPicPr>
            <a:picLocks noChangeAspect="1"/>
          </p:cNvPicPr>
          <p:nvPr/>
        </p:nvPicPr>
        <p:blipFill>
          <a:blip r:embed="rId27"/>
          <a:stretch/>
        </p:blipFill>
        <p:spPr>
          <a:xfrm>
            <a:off x="9239250" y="14192250"/>
            <a:ext cx="2857500" cy="2143125"/>
          </a:xfrm>
          <a:prstGeom prst="rect">
            <a:avLst/>
          </a:prstGeom>
        </p:spPr>
      </p:pic>
      <p:pic>
        <p:nvPicPr>
          <p:cNvPr id="109" name="图片 108"/>
          <p:cNvPicPr>
            <a:picLocks noChangeAspect="1"/>
          </p:cNvPicPr>
          <p:nvPr/>
        </p:nvPicPr>
        <p:blipFill>
          <a:blip r:embed="rId28"/>
          <a:stretch/>
        </p:blipFill>
        <p:spPr>
          <a:xfrm>
            <a:off x="12096750" y="14192250"/>
            <a:ext cx="2857500" cy="2143125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29"/>
          <a:stretch/>
        </p:blipFill>
        <p:spPr>
          <a:xfrm>
            <a:off x="6381750" y="16335375"/>
            <a:ext cx="2857500" cy="2143125"/>
          </a:xfrm>
          <a:prstGeom prst="rect">
            <a:avLst/>
          </a:prstGeom>
        </p:spPr>
      </p:pic>
      <p:pic>
        <p:nvPicPr>
          <p:cNvPr id="111" name="图片 110"/>
          <p:cNvPicPr>
            <a:picLocks noChangeAspect="1"/>
          </p:cNvPicPr>
          <p:nvPr/>
        </p:nvPicPr>
        <p:blipFill>
          <a:blip r:embed="rId30"/>
          <a:stretch/>
        </p:blipFill>
        <p:spPr>
          <a:xfrm>
            <a:off x="9239250" y="16335375"/>
            <a:ext cx="2857500" cy="2143125"/>
          </a:xfrm>
          <a:prstGeom prst="rect">
            <a:avLst/>
          </a:prstGeom>
        </p:spPr>
      </p:pic>
      <p:pic>
        <p:nvPicPr>
          <p:cNvPr id="112" name="图片 111"/>
          <p:cNvPicPr>
            <a:picLocks noChangeAspect="1"/>
          </p:cNvPicPr>
          <p:nvPr/>
        </p:nvPicPr>
        <p:blipFill>
          <a:blip r:embed="rId31"/>
          <a:stretch/>
        </p:blipFill>
        <p:spPr>
          <a:xfrm>
            <a:off x="12096750" y="16335375"/>
            <a:ext cx="2857500" cy="2143125"/>
          </a:xfrm>
          <a:prstGeom prst="rect">
            <a:avLst/>
          </a:prstGeom>
        </p:spPr>
      </p:pic>
      <p:sp>
        <p:nvSpPr>
          <p:cNvPr id="53" name="任意多边形: 形状 52">
            <a:extLst>
              <a:ext uri="{FF2B5EF4-FFF2-40B4-BE49-F238E27FC236}">
                <a16:creationId xmlns:a16="http://schemas.microsoft.com/office/drawing/2014/main" id="{28DEA551-7DC4-4CB1-86EE-10D2AFB42103}"/>
              </a:ext>
            </a:extLst>
          </p:cNvPr>
          <p:cNvSpPr>
            <a:spLocks noGrp="1"/>
          </p:cNvSpPr>
          <p:nvPr/>
        </p:nvSpPr>
        <p:spPr>
          <a:xfrm>
            <a:off x="4073849" y="14192250"/>
            <a:ext cx="2307901" cy="957411"/>
          </a:xfrm>
          <a:custGeom>
            <a:avLst/>
            <a:gdLst/>
            <a:ahLst/>
            <a:cxnLst/>
            <a:rect l="0" t="0" r="0" b="0"/>
            <a:pathLst>
              <a:path w="2307901" h="957411">
                <a:moveTo>
                  <a:pt x="0" y="957411"/>
                </a:moveTo>
                <a:lnTo>
                  <a:pt x="2307901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E0B06028-F4F9-4075-B294-F28377E9CB28}"/>
              </a:ext>
            </a:extLst>
          </p:cNvPr>
          <p:cNvSpPr>
            <a:spLocks noGrp="1"/>
          </p:cNvSpPr>
          <p:nvPr/>
        </p:nvSpPr>
        <p:spPr>
          <a:xfrm>
            <a:off x="4073849" y="15599520"/>
            <a:ext cx="2307901" cy="2878980"/>
          </a:xfrm>
          <a:custGeom>
            <a:avLst/>
            <a:gdLst/>
            <a:ahLst/>
            <a:cxnLst/>
            <a:rect l="0" t="0" r="0" b="0"/>
            <a:pathLst>
              <a:path w="2307901" h="2878980">
                <a:moveTo>
                  <a:pt x="0" y="0"/>
                </a:moveTo>
                <a:lnTo>
                  <a:pt x="2307901" y="287898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4961FCA4-FDF9-4834-8936-EE5B46052588}"/>
              </a:ext>
            </a:extLst>
          </p:cNvPr>
          <p:cNvSpPr>
            <a:spLocks noGrp="1"/>
          </p:cNvSpPr>
          <p:nvPr/>
        </p:nvSpPr>
        <p:spPr>
          <a:xfrm>
            <a:off x="3761966" y="15149661"/>
            <a:ext cx="311883" cy="44985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3EC17EEA-7111-488D-8246-2913CD81F75A}"/>
              </a:ext>
            </a:extLst>
          </p:cNvPr>
          <p:cNvSpPr>
            <a:spLocks noGrp="1"/>
          </p:cNvSpPr>
          <p:nvPr/>
        </p:nvSpPr>
        <p:spPr>
          <a:xfrm>
            <a:off x="6381750" y="14192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25D99CDD-A472-4C22-8BF4-7F0F88C466C5}"/>
              </a:ext>
            </a:extLst>
          </p:cNvPr>
          <p:cNvSpPr>
            <a:spLocks noGrp="1"/>
          </p:cNvSpPr>
          <p:nvPr/>
        </p:nvSpPr>
        <p:spPr>
          <a:xfrm>
            <a:off x="92392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888D7A21-F0E7-4256-908C-D8C0D4DC2E10}"/>
              </a:ext>
            </a:extLst>
          </p:cNvPr>
          <p:cNvSpPr>
            <a:spLocks noGrp="1"/>
          </p:cNvSpPr>
          <p:nvPr/>
        </p:nvSpPr>
        <p:spPr>
          <a:xfrm>
            <a:off x="120967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9" name="任意多边形: 形状 58">
            <a:extLst>
              <a:ext uri="{FF2B5EF4-FFF2-40B4-BE49-F238E27FC236}">
                <a16:creationId xmlns:a16="http://schemas.microsoft.com/office/drawing/2014/main" id="{F8E66FE3-FA94-48F7-B2CF-4A908456E175}"/>
              </a:ext>
            </a:extLst>
          </p:cNvPr>
          <p:cNvSpPr>
            <a:spLocks noGrp="1"/>
          </p:cNvSpPr>
          <p:nvPr/>
        </p:nvSpPr>
        <p:spPr>
          <a:xfrm>
            <a:off x="6381750" y="16335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3C9E477B-0A14-473C-AC98-3FAD09899382}"/>
              </a:ext>
            </a:extLst>
          </p:cNvPr>
          <p:cNvSpPr>
            <a:spLocks noGrp="1"/>
          </p:cNvSpPr>
          <p:nvPr/>
        </p:nvSpPr>
        <p:spPr>
          <a:xfrm>
            <a:off x="114300" y="14211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08440268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图片 4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1624459"/>
            <a:ext cx="5810250" cy="4085332"/>
          </a:xfrm>
          <a:prstGeom prst="rect">
            <a:avLst/>
          </a:prstGeom>
        </p:spPr>
      </p:pic>
      <p:pic>
        <p:nvPicPr>
          <p:cNvPr id="47" name="图片 46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524000"/>
            <a:ext cx="2857500" cy="2143125"/>
          </a:xfrm>
          <a:prstGeom prst="rect">
            <a:avLst/>
          </a:prstGeom>
        </p:spPr>
      </p:pic>
      <p:pic>
        <p:nvPicPr>
          <p:cNvPr id="48" name="图片 47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524000"/>
            <a:ext cx="2857500" cy="2143125"/>
          </a:xfrm>
          <a:prstGeom prst="rect">
            <a:avLst/>
          </a:prstGeom>
        </p:spPr>
      </p:pic>
      <p:pic>
        <p:nvPicPr>
          <p:cNvPr id="49" name="图片 48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524000"/>
            <a:ext cx="2857500" cy="2143125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3667125"/>
            <a:ext cx="2857500" cy="2143125"/>
          </a:xfrm>
          <a:prstGeom prst="rect">
            <a:avLst/>
          </a:prstGeom>
        </p:spPr>
      </p:pic>
      <p:pic>
        <p:nvPicPr>
          <p:cNvPr id="51" name="图片 50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3667125"/>
            <a:ext cx="2857500" cy="2143125"/>
          </a:xfrm>
          <a:prstGeom prst="rect">
            <a:avLst/>
          </a:prstGeom>
        </p:spPr>
      </p:pic>
      <p:pic>
        <p:nvPicPr>
          <p:cNvPr id="52" name="图片 51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36671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DA9D9B37-7957-4DE3-988F-BA9BC46B7EFE}"/>
              </a:ext>
            </a:extLst>
          </p:cNvPr>
          <p:cNvSpPr>
            <a:spLocks noGrp="1"/>
          </p:cNvSpPr>
          <p:nvPr/>
        </p:nvSpPr>
        <p:spPr>
          <a:xfrm>
            <a:off x="3662328" y="1524000"/>
            <a:ext cx="2719422" cy="2719438"/>
          </a:xfrm>
          <a:custGeom>
            <a:avLst/>
            <a:gdLst/>
            <a:ahLst/>
            <a:cxnLst/>
            <a:rect l="0" t="0" r="0" b="0"/>
            <a:pathLst>
              <a:path w="2719422" h="2719438">
                <a:moveTo>
                  <a:pt x="0" y="2719438"/>
                </a:moveTo>
                <a:lnTo>
                  <a:pt x="2719422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7EA445F8-23B0-499C-9CDF-3FBD89769CE0}"/>
              </a:ext>
            </a:extLst>
          </p:cNvPr>
          <p:cNvSpPr>
            <a:spLocks noGrp="1"/>
          </p:cNvSpPr>
          <p:nvPr/>
        </p:nvSpPr>
        <p:spPr>
          <a:xfrm>
            <a:off x="3662328" y="4494163"/>
            <a:ext cx="2719422" cy="1316087"/>
          </a:xfrm>
          <a:custGeom>
            <a:avLst/>
            <a:gdLst/>
            <a:ahLst/>
            <a:cxnLst/>
            <a:rect l="0" t="0" r="0" b="0"/>
            <a:pathLst>
              <a:path w="2719422" h="1316087">
                <a:moveTo>
                  <a:pt x="0" y="0"/>
                </a:moveTo>
                <a:lnTo>
                  <a:pt x="2719422" y="1316087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08C7803-9BBB-4EA7-8510-FF4B9013F015}"/>
              </a:ext>
            </a:extLst>
          </p:cNvPr>
          <p:cNvSpPr>
            <a:spLocks noGrp="1"/>
          </p:cNvSpPr>
          <p:nvPr/>
        </p:nvSpPr>
        <p:spPr>
          <a:xfrm>
            <a:off x="3311024" y="4243438"/>
            <a:ext cx="351305" cy="250725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2FF3886-4BF8-4059-A6DF-8CD43A2752C1}"/>
              </a:ext>
            </a:extLst>
          </p:cNvPr>
          <p:cNvSpPr>
            <a:spLocks noGrp="1"/>
          </p:cNvSpPr>
          <p:nvPr/>
        </p:nvSpPr>
        <p:spPr>
          <a:xfrm>
            <a:off x="6381750" y="1524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DD5AC3C2-DA8D-4A68-96C3-D3631415AAA6}"/>
              </a:ext>
            </a:extLst>
          </p:cNvPr>
          <p:cNvSpPr>
            <a:spLocks noGrp="1"/>
          </p:cNvSpPr>
          <p:nvPr/>
        </p:nvSpPr>
        <p:spPr>
          <a:xfrm>
            <a:off x="92392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58FB0454-34CE-4583-BBC9-461D137DE6C0}"/>
              </a:ext>
            </a:extLst>
          </p:cNvPr>
          <p:cNvSpPr>
            <a:spLocks noGrp="1"/>
          </p:cNvSpPr>
          <p:nvPr/>
        </p:nvSpPr>
        <p:spPr>
          <a:xfrm>
            <a:off x="120967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3E297070-BD1B-4E6A-8C49-5A3CDCE9C47E}"/>
              </a:ext>
            </a:extLst>
          </p:cNvPr>
          <p:cNvSpPr>
            <a:spLocks noGrp="1"/>
          </p:cNvSpPr>
          <p:nvPr/>
        </p:nvSpPr>
        <p:spPr>
          <a:xfrm>
            <a:off x="6381750" y="3667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B144560-BC4F-4ECE-B1B2-B56F1EE3F39E}"/>
              </a:ext>
            </a:extLst>
          </p:cNvPr>
          <p:cNvSpPr>
            <a:spLocks noGrp="1"/>
          </p:cNvSpPr>
          <p:nvPr/>
        </p:nvSpPr>
        <p:spPr>
          <a:xfrm>
            <a:off x="114300" y="1543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61" name="图片 60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705370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695325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695325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695325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909637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909637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90963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3997356D-CB79-4879-8CD4-8AC1CCFBC56D}"/>
              </a:ext>
            </a:extLst>
          </p:cNvPr>
          <p:cNvSpPr>
            <a:spLocks noGrp="1"/>
          </p:cNvSpPr>
          <p:nvPr/>
        </p:nvSpPr>
        <p:spPr>
          <a:xfrm>
            <a:off x="2875117" y="6953250"/>
            <a:ext cx="3506633" cy="2169335"/>
          </a:xfrm>
          <a:custGeom>
            <a:avLst/>
            <a:gdLst/>
            <a:ahLst/>
            <a:cxnLst/>
            <a:rect l="0" t="0" r="0" b="0"/>
            <a:pathLst>
              <a:path w="3506633" h="2169335">
                <a:moveTo>
                  <a:pt x="0" y="2169335"/>
                </a:moveTo>
                <a:lnTo>
                  <a:pt x="350663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775526D9-699B-4B17-8FD7-703C1764AD7B}"/>
              </a:ext>
            </a:extLst>
          </p:cNvPr>
          <p:cNvSpPr>
            <a:spLocks noGrp="1"/>
          </p:cNvSpPr>
          <p:nvPr/>
        </p:nvSpPr>
        <p:spPr>
          <a:xfrm>
            <a:off x="2875117" y="9476649"/>
            <a:ext cx="3506633" cy="1762851"/>
          </a:xfrm>
          <a:custGeom>
            <a:avLst/>
            <a:gdLst/>
            <a:ahLst/>
            <a:cxnLst/>
            <a:rect l="0" t="0" r="0" b="0"/>
            <a:pathLst>
              <a:path w="3506633" h="1762851">
                <a:moveTo>
                  <a:pt x="0" y="0"/>
                </a:moveTo>
                <a:lnTo>
                  <a:pt x="3506633" y="1762851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3F8C360-A142-4C28-863E-79B938264364}"/>
              </a:ext>
            </a:extLst>
          </p:cNvPr>
          <p:cNvSpPr>
            <a:spLocks noGrp="1"/>
          </p:cNvSpPr>
          <p:nvPr/>
        </p:nvSpPr>
        <p:spPr>
          <a:xfrm>
            <a:off x="2575267" y="9122585"/>
            <a:ext cx="299850" cy="35406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EA99576A-D5C2-4C1F-A0C3-FFB35143CCA3}"/>
              </a:ext>
            </a:extLst>
          </p:cNvPr>
          <p:cNvSpPr>
            <a:spLocks noGrp="1"/>
          </p:cNvSpPr>
          <p:nvPr/>
        </p:nvSpPr>
        <p:spPr>
          <a:xfrm>
            <a:off x="6381750" y="6953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C2395814-A27C-47F5-AAE1-23E1520ECB57}"/>
              </a:ext>
            </a:extLst>
          </p:cNvPr>
          <p:cNvSpPr>
            <a:spLocks noGrp="1"/>
          </p:cNvSpPr>
          <p:nvPr/>
        </p:nvSpPr>
        <p:spPr>
          <a:xfrm>
            <a:off x="92392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E6C62880-066C-413F-8F91-445F5F698A36}"/>
              </a:ext>
            </a:extLst>
          </p:cNvPr>
          <p:cNvSpPr>
            <a:spLocks noGrp="1"/>
          </p:cNvSpPr>
          <p:nvPr/>
        </p:nvSpPr>
        <p:spPr>
          <a:xfrm>
            <a:off x="120967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AC31330F-A4A4-4EEE-90F7-8EF3346420BE}"/>
              </a:ext>
            </a:extLst>
          </p:cNvPr>
          <p:cNvSpPr>
            <a:spLocks noGrp="1"/>
          </p:cNvSpPr>
          <p:nvPr/>
        </p:nvSpPr>
        <p:spPr>
          <a:xfrm>
            <a:off x="6381750" y="9096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0E5DDCB-2860-4CC7-9F76-C3AFA0721E2D}"/>
              </a:ext>
            </a:extLst>
          </p:cNvPr>
          <p:cNvSpPr>
            <a:spLocks noGrp="1"/>
          </p:cNvSpPr>
          <p:nvPr/>
        </p:nvSpPr>
        <p:spPr>
          <a:xfrm>
            <a:off x="114300" y="6972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1248295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1238250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1238250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1238250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452562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452562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45256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0FA1F665-381A-4C63-B542-826E75A09D6E}"/>
              </a:ext>
            </a:extLst>
          </p:cNvPr>
          <p:cNvSpPr>
            <a:spLocks noGrp="1"/>
          </p:cNvSpPr>
          <p:nvPr/>
        </p:nvSpPr>
        <p:spPr>
          <a:xfrm>
            <a:off x="3877623" y="12382500"/>
            <a:ext cx="2504127" cy="1926346"/>
          </a:xfrm>
          <a:custGeom>
            <a:avLst/>
            <a:gdLst/>
            <a:ahLst/>
            <a:cxnLst/>
            <a:rect l="0" t="0" r="0" b="0"/>
            <a:pathLst>
              <a:path w="2504127" h="1926346">
                <a:moveTo>
                  <a:pt x="0" y="1926346"/>
                </a:moveTo>
                <a:lnTo>
                  <a:pt x="250412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F9A1191E-B841-499F-A713-E9140378D894}"/>
              </a:ext>
            </a:extLst>
          </p:cNvPr>
          <p:cNvSpPr>
            <a:spLocks noGrp="1"/>
          </p:cNvSpPr>
          <p:nvPr/>
        </p:nvSpPr>
        <p:spPr>
          <a:xfrm>
            <a:off x="3877623" y="14467745"/>
            <a:ext cx="2504127" cy="2201005"/>
          </a:xfrm>
          <a:custGeom>
            <a:avLst/>
            <a:gdLst/>
            <a:ahLst/>
            <a:cxnLst/>
            <a:rect l="0" t="0" r="0" b="0"/>
            <a:pathLst>
              <a:path w="2504127" h="2201005">
                <a:moveTo>
                  <a:pt x="0" y="0"/>
                </a:moveTo>
                <a:lnTo>
                  <a:pt x="2504127" y="2201005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1E562122-074D-41C4-8A57-32540B2E9442}"/>
              </a:ext>
            </a:extLst>
          </p:cNvPr>
          <p:cNvSpPr>
            <a:spLocks noGrp="1"/>
          </p:cNvSpPr>
          <p:nvPr/>
        </p:nvSpPr>
        <p:spPr>
          <a:xfrm>
            <a:off x="3618148" y="14308846"/>
            <a:ext cx="259475" cy="15889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6A5D6CBA-1AA7-4534-9399-6DA07EA89139}"/>
              </a:ext>
            </a:extLst>
          </p:cNvPr>
          <p:cNvSpPr>
            <a:spLocks noGrp="1"/>
          </p:cNvSpPr>
          <p:nvPr/>
        </p:nvSpPr>
        <p:spPr>
          <a:xfrm>
            <a:off x="6381750" y="12382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E3BF9CBC-2D25-4DDD-9F98-5F601356D900}"/>
              </a:ext>
            </a:extLst>
          </p:cNvPr>
          <p:cNvSpPr>
            <a:spLocks noGrp="1"/>
          </p:cNvSpPr>
          <p:nvPr/>
        </p:nvSpPr>
        <p:spPr>
          <a:xfrm>
            <a:off x="92392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95567E62-B1DD-416A-A85E-2323ACFF1067}"/>
              </a:ext>
            </a:extLst>
          </p:cNvPr>
          <p:cNvSpPr>
            <a:spLocks noGrp="1"/>
          </p:cNvSpPr>
          <p:nvPr/>
        </p:nvSpPr>
        <p:spPr>
          <a:xfrm>
            <a:off x="120967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EF04EE1B-09A8-4B21-94DA-3396450A7670}"/>
              </a:ext>
            </a:extLst>
          </p:cNvPr>
          <p:cNvSpPr>
            <a:spLocks noGrp="1"/>
          </p:cNvSpPr>
          <p:nvPr/>
        </p:nvSpPr>
        <p:spPr>
          <a:xfrm>
            <a:off x="6381750" y="14525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99D9F3DF-436A-43EE-B092-BADEB6C649AD}"/>
              </a:ext>
            </a:extLst>
          </p:cNvPr>
          <p:cNvSpPr>
            <a:spLocks noGrp="1"/>
          </p:cNvSpPr>
          <p:nvPr/>
        </p:nvSpPr>
        <p:spPr>
          <a:xfrm>
            <a:off x="114300" y="12401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68059365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图片 6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29095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9050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9050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9050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233362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233362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23336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A570FDC6-F1ED-4BAC-8645-C5643808644E}"/>
              </a:ext>
            </a:extLst>
          </p:cNvPr>
          <p:cNvSpPr>
            <a:spLocks noGrp="1"/>
          </p:cNvSpPr>
          <p:nvPr/>
        </p:nvSpPr>
        <p:spPr>
          <a:xfrm>
            <a:off x="3263203" y="190500"/>
            <a:ext cx="3118547" cy="1175128"/>
          </a:xfrm>
          <a:custGeom>
            <a:avLst/>
            <a:gdLst/>
            <a:ahLst/>
            <a:cxnLst/>
            <a:rect l="0" t="0" r="0" b="0"/>
            <a:pathLst>
              <a:path w="3118547" h="1175128">
                <a:moveTo>
                  <a:pt x="0" y="1175128"/>
                </a:moveTo>
                <a:lnTo>
                  <a:pt x="311854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E89B3790-C14A-4DC0-895C-FF4E3F561B11}"/>
              </a:ext>
            </a:extLst>
          </p:cNvPr>
          <p:cNvSpPr>
            <a:spLocks noGrp="1"/>
          </p:cNvSpPr>
          <p:nvPr/>
        </p:nvSpPr>
        <p:spPr>
          <a:xfrm>
            <a:off x="3263203" y="1871440"/>
            <a:ext cx="3118547" cy="2605310"/>
          </a:xfrm>
          <a:custGeom>
            <a:avLst/>
            <a:gdLst/>
            <a:ahLst/>
            <a:cxnLst/>
            <a:rect l="0" t="0" r="0" b="0"/>
            <a:pathLst>
              <a:path w="3118547" h="2605310">
                <a:moveTo>
                  <a:pt x="0" y="0"/>
                </a:moveTo>
                <a:lnTo>
                  <a:pt x="3118547" y="260531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D679A35-0072-4D7D-98F3-B3500868F8EC}"/>
              </a:ext>
            </a:extLst>
          </p:cNvPr>
          <p:cNvSpPr>
            <a:spLocks noGrp="1"/>
          </p:cNvSpPr>
          <p:nvPr/>
        </p:nvSpPr>
        <p:spPr>
          <a:xfrm>
            <a:off x="2975992" y="1365628"/>
            <a:ext cx="287211" cy="50581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05FEC0E-FB6E-434C-B826-7E357ACD5922}"/>
              </a:ext>
            </a:extLst>
          </p:cNvPr>
          <p:cNvSpPr>
            <a:spLocks noGrp="1"/>
          </p:cNvSpPr>
          <p:nvPr/>
        </p:nvSpPr>
        <p:spPr>
          <a:xfrm>
            <a:off x="6381750" y="190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AAAD28D7-88DA-417B-918E-5C71D5348A02}"/>
              </a:ext>
            </a:extLst>
          </p:cNvPr>
          <p:cNvSpPr>
            <a:spLocks noGrp="1"/>
          </p:cNvSpPr>
          <p:nvPr/>
        </p:nvSpPr>
        <p:spPr>
          <a:xfrm>
            <a:off x="92392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D3548ED0-8D1C-4A62-A71F-AF780B0DEFB3}"/>
              </a:ext>
            </a:extLst>
          </p:cNvPr>
          <p:cNvSpPr>
            <a:spLocks noGrp="1"/>
          </p:cNvSpPr>
          <p:nvPr/>
        </p:nvSpPr>
        <p:spPr>
          <a:xfrm>
            <a:off x="120967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9BFE46F1-4420-4547-B659-8E73FB477C7E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1967FEF-8A52-4043-880C-693EDB9DF73F}"/>
              </a:ext>
            </a:extLst>
          </p:cNvPr>
          <p:cNvSpPr>
            <a:spLocks noGrp="1"/>
          </p:cNvSpPr>
          <p:nvPr/>
        </p:nvSpPr>
        <p:spPr>
          <a:xfrm>
            <a:off x="114300" y="209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495820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485775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485775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485775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700087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700087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70008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01796A2A-14A3-4AC6-8111-EF45AE82DE9D}"/>
              </a:ext>
            </a:extLst>
          </p:cNvPr>
          <p:cNvSpPr>
            <a:spLocks noGrp="1"/>
          </p:cNvSpPr>
          <p:nvPr/>
        </p:nvSpPr>
        <p:spPr>
          <a:xfrm>
            <a:off x="2273587" y="4857750"/>
            <a:ext cx="4108163" cy="1291746"/>
          </a:xfrm>
          <a:custGeom>
            <a:avLst/>
            <a:gdLst/>
            <a:ahLst/>
            <a:cxnLst/>
            <a:rect l="0" t="0" r="0" b="0"/>
            <a:pathLst>
              <a:path w="4108163" h="1291746">
                <a:moveTo>
                  <a:pt x="0" y="1291746"/>
                </a:moveTo>
                <a:lnTo>
                  <a:pt x="410816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B08DBAA6-588A-4881-9844-CF47AE6F6D8A}"/>
              </a:ext>
            </a:extLst>
          </p:cNvPr>
          <p:cNvSpPr>
            <a:spLocks noGrp="1"/>
          </p:cNvSpPr>
          <p:nvPr/>
        </p:nvSpPr>
        <p:spPr>
          <a:xfrm>
            <a:off x="2273587" y="6551756"/>
            <a:ext cx="4108163" cy="2592244"/>
          </a:xfrm>
          <a:custGeom>
            <a:avLst/>
            <a:gdLst/>
            <a:ahLst/>
            <a:cxnLst/>
            <a:rect l="0" t="0" r="0" b="0"/>
            <a:pathLst>
              <a:path w="4108163" h="2592244">
                <a:moveTo>
                  <a:pt x="0" y="0"/>
                </a:moveTo>
                <a:lnTo>
                  <a:pt x="4108163" y="2592244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B82B156-CF4B-436C-BFD4-53633C0D45A1}"/>
              </a:ext>
            </a:extLst>
          </p:cNvPr>
          <p:cNvSpPr>
            <a:spLocks noGrp="1"/>
          </p:cNvSpPr>
          <p:nvPr/>
        </p:nvSpPr>
        <p:spPr>
          <a:xfrm>
            <a:off x="1707598" y="6149496"/>
            <a:ext cx="565989" cy="40226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B73059D-0896-49FE-ABE3-366B9DE38494}"/>
              </a:ext>
            </a:extLst>
          </p:cNvPr>
          <p:cNvSpPr>
            <a:spLocks noGrp="1"/>
          </p:cNvSpPr>
          <p:nvPr/>
        </p:nvSpPr>
        <p:spPr>
          <a:xfrm>
            <a:off x="6381750" y="48577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1A4C07B0-79C8-478C-8C4C-3E48EDD9B1B2}"/>
              </a:ext>
            </a:extLst>
          </p:cNvPr>
          <p:cNvSpPr>
            <a:spLocks noGrp="1"/>
          </p:cNvSpPr>
          <p:nvPr/>
        </p:nvSpPr>
        <p:spPr>
          <a:xfrm>
            <a:off x="92392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7166C121-8554-4302-835C-AF82A52A9A3D}"/>
              </a:ext>
            </a:extLst>
          </p:cNvPr>
          <p:cNvSpPr>
            <a:spLocks noGrp="1"/>
          </p:cNvSpPr>
          <p:nvPr/>
        </p:nvSpPr>
        <p:spPr>
          <a:xfrm>
            <a:off x="120967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B8F25E02-663B-457C-9CA8-895979F5C415}"/>
              </a:ext>
            </a:extLst>
          </p:cNvPr>
          <p:cNvSpPr>
            <a:spLocks noGrp="1"/>
          </p:cNvSpPr>
          <p:nvPr/>
        </p:nvSpPr>
        <p:spPr>
          <a:xfrm>
            <a:off x="6381750" y="70008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079B458-6369-4175-B040-FE91929D60D5}"/>
              </a:ext>
            </a:extLst>
          </p:cNvPr>
          <p:cNvSpPr>
            <a:spLocks noGrp="1"/>
          </p:cNvSpPr>
          <p:nvPr/>
        </p:nvSpPr>
        <p:spPr>
          <a:xfrm>
            <a:off x="114300" y="48768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91" name="图片 90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9625459"/>
            <a:ext cx="5810250" cy="4085332"/>
          </a:xfrm>
          <a:prstGeom prst="rect">
            <a:avLst/>
          </a:prstGeom>
        </p:spPr>
      </p:pic>
      <p:pic>
        <p:nvPicPr>
          <p:cNvPr id="92" name="图片 91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9525000"/>
            <a:ext cx="2857500" cy="2143125"/>
          </a:xfrm>
          <a:prstGeom prst="rect">
            <a:avLst/>
          </a:prstGeom>
        </p:spPr>
      </p:pic>
      <p:pic>
        <p:nvPicPr>
          <p:cNvPr id="93" name="图片 92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9525000"/>
            <a:ext cx="2857500" cy="2143125"/>
          </a:xfrm>
          <a:prstGeom prst="rect">
            <a:avLst/>
          </a:prstGeom>
        </p:spPr>
      </p:pic>
      <p:pic>
        <p:nvPicPr>
          <p:cNvPr id="94" name="图片 93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9525000"/>
            <a:ext cx="2857500" cy="2143125"/>
          </a:xfrm>
          <a:prstGeom prst="rect">
            <a:avLst/>
          </a:prstGeom>
        </p:spPr>
      </p:pic>
      <p:pic>
        <p:nvPicPr>
          <p:cNvPr id="95" name="图片 94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1668125"/>
            <a:ext cx="2857500" cy="2143125"/>
          </a:xfrm>
          <a:prstGeom prst="rect">
            <a:avLst/>
          </a:prstGeom>
        </p:spPr>
      </p:pic>
      <p:pic>
        <p:nvPicPr>
          <p:cNvPr id="96" name="图片 95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1668125"/>
            <a:ext cx="2857500" cy="2143125"/>
          </a:xfrm>
          <a:prstGeom prst="rect">
            <a:avLst/>
          </a:prstGeom>
        </p:spPr>
      </p:pic>
      <p:pic>
        <p:nvPicPr>
          <p:cNvPr id="97" name="图片 96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16681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F3AB59F9-3076-4373-81BB-2048EA7C30D7}"/>
              </a:ext>
            </a:extLst>
          </p:cNvPr>
          <p:cNvSpPr>
            <a:spLocks noGrp="1"/>
          </p:cNvSpPr>
          <p:nvPr/>
        </p:nvSpPr>
        <p:spPr>
          <a:xfrm>
            <a:off x="3132294" y="9525000"/>
            <a:ext cx="3249456" cy="1484384"/>
          </a:xfrm>
          <a:custGeom>
            <a:avLst/>
            <a:gdLst/>
            <a:ahLst/>
            <a:cxnLst/>
            <a:rect l="0" t="0" r="0" b="0"/>
            <a:pathLst>
              <a:path w="3249456" h="1484384">
                <a:moveTo>
                  <a:pt x="0" y="1484384"/>
                </a:moveTo>
                <a:lnTo>
                  <a:pt x="3249456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683E2A8F-DA17-46AE-82A5-25513D40E35A}"/>
              </a:ext>
            </a:extLst>
          </p:cNvPr>
          <p:cNvSpPr>
            <a:spLocks noGrp="1"/>
          </p:cNvSpPr>
          <p:nvPr/>
        </p:nvSpPr>
        <p:spPr>
          <a:xfrm>
            <a:off x="3132294" y="11556414"/>
            <a:ext cx="3249456" cy="2254836"/>
          </a:xfrm>
          <a:custGeom>
            <a:avLst/>
            <a:gdLst/>
            <a:ahLst/>
            <a:cxnLst/>
            <a:rect l="0" t="0" r="0" b="0"/>
            <a:pathLst>
              <a:path w="3249456" h="2254836">
                <a:moveTo>
                  <a:pt x="0" y="0"/>
                </a:moveTo>
                <a:lnTo>
                  <a:pt x="3249456" y="2254836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FF453A3-ACA0-4842-AAD5-375DCAFBA6FC}"/>
              </a:ext>
            </a:extLst>
          </p:cNvPr>
          <p:cNvSpPr>
            <a:spLocks noGrp="1"/>
          </p:cNvSpPr>
          <p:nvPr/>
        </p:nvSpPr>
        <p:spPr>
          <a:xfrm>
            <a:off x="2622822" y="11009384"/>
            <a:ext cx="509472" cy="54703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DA8271AE-5D3D-40F6-9978-2C5FDA403342}"/>
              </a:ext>
            </a:extLst>
          </p:cNvPr>
          <p:cNvSpPr>
            <a:spLocks noGrp="1"/>
          </p:cNvSpPr>
          <p:nvPr/>
        </p:nvSpPr>
        <p:spPr>
          <a:xfrm>
            <a:off x="6381750" y="9525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02E30FEB-B2EF-4711-AB91-C79D272EE389}"/>
              </a:ext>
            </a:extLst>
          </p:cNvPr>
          <p:cNvSpPr>
            <a:spLocks noGrp="1"/>
          </p:cNvSpPr>
          <p:nvPr/>
        </p:nvSpPr>
        <p:spPr>
          <a:xfrm>
            <a:off x="92392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EE36CAB1-B846-48AC-8214-1D8F64C074F0}"/>
              </a:ext>
            </a:extLst>
          </p:cNvPr>
          <p:cNvSpPr>
            <a:spLocks noGrp="1"/>
          </p:cNvSpPr>
          <p:nvPr/>
        </p:nvSpPr>
        <p:spPr>
          <a:xfrm>
            <a:off x="120967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C792F5FE-8813-4367-8AA1-5162FBB3F3EC}"/>
              </a:ext>
            </a:extLst>
          </p:cNvPr>
          <p:cNvSpPr>
            <a:spLocks noGrp="1"/>
          </p:cNvSpPr>
          <p:nvPr/>
        </p:nvSpPr>
        <p:spPr>
          <a:xfrm>
            <a:off x="6381750" y="11668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010BECDB-64B6-466B-B5FF-DA12B143AEB4}"/>
              </a:ext>
            </a:extLst>
          </p:cNvPr>
          <p:cNvSpPr>
            <a:spLocks noGrp="1"/>
          </p:cNvSpPr>
          <p:nvPr/>
        </p:nvSpPr>
        <p:spPr>
          <a:xfrm>
            <a:off x="114300" y="9544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pic>
        <p:nvPicPr>
          <p:cNvPr id="106" name="图片 105"/>
          <p:cNvPicPr>
            <a:picLocks noChangeAspect="1"/>
          </p:cNvPicPr>
          <p:nvPr/>
        </p:nvPicPr>
        <p:blipFill>
          <a:blip r:embed="rId25"/>
          <a:stretch/>
        </p:blipFill>
        <p:spPr>
          <a:xfrm>
            <a:off x="95250" y="14292709"/>
            <a:ext cx="5810250" cy="4085332"/>
          </a:xfrm>
          <a:prstGeom prst="rect">
            <a:avLst/>
          </a:prstGeom>
        </p:spPr>
      </p:pic>
      <p:pic>
        <p:nvPicPr>
          <p:cNvPr id="107" name="图片 106"/>
          <p:cNvPicPr>
            <a:picLocks noChangeAspect="1"/>
          </p:cNvPicPr>
          <p:nvPr/>
        </p:nvPicPr>
        <p:blipFill>
          <a:blip r:embed="rId26"/>
          <a:stretch/>
        </p:blipFill>
        <p:spPr>
          <a:xfrm>
            <a:off x="6381750" y="14192250"/>
            <a:ext cx="2857500" cy="2143125"/>
          </a:xfrm>
          <a:prstGeom prst="rect">
            <a:avLst/>
          </a:prstGeom>
        </p:spPr>
      </p:pic>
      <p:pic>
        <p:nvPicPr>
          <p:cNvPr id="108" name="图片 107"/>
          <p:cNvPicPr>
            <a:picLocks noChangeAspect="1"/>
          </p:cNvPicPr>
          <p:nvPr/>
        </p:nvPicPr>
        <p:blipFill>
          <a:blip r:embed="rId27"/>
          <a:stretch/>
        </p:blipFill>
        <p:spPr>
          <a:xfrm>
            <a:off x="9239250" y="14192250"/>
            <a:ext cx="2857500" cy="2143125"/>
          </a:xfrm>
          <a:prstGeom prst="rect">
            <a:avLst/>
          </a:prstGeom>
        </p:spPr>
      </p:pic>
      <p:pic>
        <p:nvPicPr>
          <p:cNvPr id="109" name="图片 108"/>
          <p:cNvPicPr>
            <a:picLocks noChangeAspect="1"/>
          </p:cNvPicPr>
          <p:nvPr/>
        </p:nvPicPr>
        <p:blipFill>
          <a:blip r:embed="rId28"/>
          <a:stretch/>
        </p:blipFill>
        <p:spPr>
          <a:xfrm>
            <a:off x="12096750" y="14192250"/>
            <a:ext cx="2857500" cy="2143125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29"/>
          <a:stretch/>
        </p:blipFill>
        <p:spPr>
          <a:xfrm>
            <a:off x="6381750" y="16335375"/>
            <a:ext cx="2857500" cy="2143125"/>
          </a:xfrm>
          <a:prstGeom prst="rect">
            <a:avLst/>
          </a:prstGeom>
        </p:spPr>
      </p:pic>
      <p:pic>
        <p:nvPicPr>
          <p:cNvPr id="111" name="图片 110"/>
          <p:cNvPicPr>
            <a:picLocks noChangeAspect="1"/>
          </p:cNvPicPr>
          <p:nvPr/>
        </p:nvPicPr>
        <p:blipFill>
          <a:blip r:embed="rId30"/>
          <a:stretch/>
        </p:blipFill>
        <p:spPr>
          <a:xfrm>
            <a:off x="9239250" y="16335375"/>
            <a:ext cx="2857500" cy="2143125"/>
          </a:xfrm>
          <a:prstGeom prst="rect">
            <a:avLst/>
          </a:prstGeom>
        </p:spPr>
      </p:pic>
      <p:pic>
        <p:nvPicPr>
          <p:cNvPr id="112" name="图片 111"/>
          <p:cNvPicPr>
            <a:picLocks noChangeAspect="1"/>
          </p:cNvPicPr>
          <p:nvPr/>
        </p:nvPicPr>
        <p:blipFill>
          <a:blip r:embed="rId31"/>
          <a:stretch/>
        </p:blipFill>
        <p:spPr>
          <a:xfrm>
            <a:off x="12096750" y="16335375"/>
            <a:ext cx="2857500" cy="2143125"/>
          </a:xfrm>
          <a:prstGeom prst="rect">
            <a:avLst/>
          </a:prstGeom>
        </p:spPr>
      </p:pic>
      <p:sp>
        <p:nvSpPr>
          <p:cNvPr id="53" name="任意多边形: 形状 52">
            <a:extLst>
              <a:ext uri="{FF2B5EF4-FFF2-40B4-BE49-F238E27FC236}">
                <a16:creationId xmlns:a16="http://schemas.microsoft.com/office/drawing/2014/main" id="{680D2711-789C-4E5F-9A35-B4582623D4B0}"/>
              </a:ext>
            </a:extLst>
          </p:cNvPr>
          <p:cNvSpPr>
            <a:spLocks noGrp="1"/>
          </p:cNvSpPr>
          <p:nvPr/>
        </p:nvSpPr>
        <p:spPr>
          <a:xfrm>
            <a:off x="4073849" y="14192250"/>
            <a:ext cx="2307901" cy="957411"/>
          </a:xfrm>
          <a:custGeom>
            <a:avLst/>
            <a:gdLst/>
            <a:ahLst/>
            <a:cxnLst/>
            <a:rect l="0" t="0" r="0" b="0"/>
            <a:pathLst>
              <a:path w="2307901" h="957411">
                <a:moveTo>
                  <a:pt x="0" y="957411"/>
                </a:moveTo>
                <a:lnTo>
                  <a:pt x="2307901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D2EE7A43-76A7-4D62-9788-198F79A94A69}"/>
              </a:ext>
            </a:extLst>
          </p:cNvPr>
          <p:cNvSpPr>
            <a:spLocks noGrp="1"/>
          </p:cNvSpPr>
          <p:nvPr/>
        </p:nvSpPr>
        <p:spPr>
          <a:xfrm>
            <a:off x="4073849" y="15599520"/>
            <a:ext cx="2307901" cy="2878980"/>
          </a:xfrm>
          <a:custGeom>
            <a:avLst/>
            <a:gdLst/>
            <a:ahLst/>
            <a:cxnLst/>
            <a:rect l="0" t="0" r="0" b="0"/>
            <a:pathLst>
              <a:path w="2307901" h="2878980">
                <a:moveTo>
                  <a:pt x="0" y="0"/>
                </a:moveTo>
                <a:lnTo>
                  <a:pt x="2307901" y="287898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E9A056F6-C33D-4D01-9146-C4CBA1FAA5DA}"/>
              </a:ext>
            </a:extLst>
          </p:cNvPr>
          <p:cNvSpPr>
            <a:spLocks noGrp="1"/>
          </p:cNvSpPr>
          <p:nvPr/>
        </p:nvSpPr>
        <p:spPr>
          <a:xfrm>
            <a:off x="3761966" y="15149661"/>
            <a:ext cx="311883" cy="44985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5FBCE36F-0ACF-4102-BF8D-049A4F25D45C}"/>
              </a:ext>
            </a:extLst>
          </p:cNvPr>
          <p:cNvSpPr>
            <a:spLocks noGrp="1"/>
          </p:cNvSpPr>
          <p:nvPr/>
        </p:nvSpPr>
        <p:spPr>
          <a:xfrm>
            <a:off x="6381750" y="14192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CFC418AA-55A4-464C-914E-690DBEF58609}"/>
              </a:ext>
            </a:extLst>
          </p:cNvPr>
          <p:cNvSpPr>
            <a:spLocks noGrp="1"/>
          </p:cNvSpPr>
          <p:nvPr/>
        </p:nvSpPr>
        <p:spPr>
          <a:xfrm>
            <a:off x="92392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F5B1AD6C-90A4-4029-8B18-C77B2A4E4A1F}"/>
              </a:ext>
            </a:extLst>
          </p:cNvPr>
          <p:cNvSpPr>
            <a:spLocks noGrp="1"/>
          </p:cNvSpPr>
          <p:nvPr/>
        </p:nvSpPr>
        <p:spPr>
          <a:xfrm>
            <a:off x="120967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9" name="任意多边形: 形状 58">
            <a:extLst>
              <a:ext uri="{FF2B5EF4-FFF2-40B4-BE49-F238E27FC236}">
                <a16:creationId xmlns:a16="http://schemas.microsoft.com/office/drawing/2014/main" id="{F1993150-E331-464E-937E-323A224B1489}"/>
              </a:ext>
            </a:extLst>
          </p:cNvPr>
          <p:cNvSpPr>
            <a:spLocks noGrp="1"/>
          </p:cNvSpPr>
          <p:nvPr/>
        </p:nvSpPr>
        <p:spPr>
          <a:xfrm>
            <a:off x="6381750" y="16335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B31FE362-A13A-4442-B1F7-5C02D94FC345}"/>
              </a:ext>
            </a:extLst>
          </p:cNvPr>
          <p:cNvSpPr>
            <a:spLocks noGrp="1"/>
          </p:cNvSpPr>
          <p:nvPr/>
        </p:nvSpPr>
        <p:spPr>
          <a:xfrm>
            <a:off x="114300" y="14211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11071429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图片 4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1624459"/>
            <a:ext cx="5810250" cy="4085332"/>
          </a:xfrm>
          <a:prstGeom prst="rect">
            <a:avLst/>
          </a:prstGeom>
        </p:spPr>
      </p:pic>
      <p:pic>
        <p:nvPicPr>
          <p:cNvPr id="47" name="图片 46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524000"/>
            <a:ext cx="2857500" cy="2143125"/>
          </a:xfrm>
          <a:prstGeom prst="rect">
            <a:avLst/>
          </a:prstGeom>
        </p:spPr>
      </p:pic>
      <p:pic>
        <p:nvPicPr>
          <p:cNvPr id="48" name="图片 47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524000"/>
            <a:ext cx="2857500" cy="2143125"/>
          </a:xfrm>
          <a:prstGeom prst="rect">
            <a:avLst/>
          </a:prstGeom>
        </p:spPr>
      </p:pic>
      <p:pic>
        <p:nvPicPr>
          <p:cNvPr id="49" name="图片 48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524000"/>
            <a:ext cx="2857500" cy="2143125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3667125"/>
            <a:ext cx="2857500" cy="2143125"/>
          </a:xfrm>
          <a:prstGeom prst="rect">
            <a:avLst/>
          </a:prstGeom>
        </p:spPr>
      </p:pic>
      <p:pic>
        <p:nvPicPr>
          <p:cNvPr id="51" name="图片 50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3667125"/>
            <a:ext cx="2857500" cy="2143125"/>
          </a:xfrm>
          <a:prstGeom prst="rect">
            <a:avLst/>
          </a:prstGeom>
        </p:spPr>
      </p:pic>
      <p:pic>
        <p:nvPicPr>
          <p:cNvPr id="52" name="图片 51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36671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E0F60D7C-73BF-4D76-8BE7-E9E47B2ED19E}"/>
              </a:ext>
            </a:extLst>
          </p:cNvPr>
          <p:cNvSpPr>
            <a:spLocks noGrp="1"/>
          </p:cNvSpPr>
          <p:nvPr/>
        </p:nvSpPr>
        <p:spPr>
          <a:xfrm>
            <a:off x="3662328" y="1524000"/>
            <a:ext cx="2719422" cy="2719438"/>
          </a:xfrm>
          <a:custGeom>
            <a:avLst/>
            <a:gdLst/>
            <a:ahLst/>
            <a:cxnLst/>
            <a:rect l="0" t="0" r="0" b="0"/>
            <a:pathLst>
              <a:path w="2719422" h="2719438">
                <a:moveTo>
                  <a:pt x="0" y="2719438"/>
                </a:moveTo>
                <a:lnTo>
                  <a:pt x="2719422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DB6C4A52-6DF6-4115-B61C-ACAAB8CB58B7}"/>
              </a:ext>
            </a:extLst>
          </p:cNvPr>
          <p:cNvSpPr>
            <a:spLocks noGrp="1"/>
          </p:cNvSpPr>
          <p:nvPr/>
        </p:nvSpPr>
        <p:spPr>
          <a:xfrm>
            <a:off x="3662328" y="4494163"/>
            <a:ext cx="2719422" cy="1316087"/>
          </a:xfrm>
          <a:custGeom>
            <a:avLst/>
            <a:gdLst/>
            <a:ahLst/>
            <a:cxnLst/>
            <a:rect l="0" t="0" r="0" b="0"/>
            <a:pathLst>
              <a:path w="2719422" h="1316087">
                <a:moveTo>
                  <a:pt x="0" y="0"/>
                </a:moveTo>
                <a:lnTo>
                  <a:pt x="2719422" y="1316087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40BA05D-3C27-41B5-8EFB-B78D632AB817}"/>
              </a:ext>
            </a:extLst>
          </p:cNvPr>
          <p:cNvSpPr>
            <a:spLocks noGrp="1"/>
          </p:cNvSpPr>
          <p:nvPr/>
        </p:nvSpPr>
        <p:spPr>
          <a:xfrm>
            <a:off x="3311024" y="4243438"/>
            <a:ext cx="351305" cy="250725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4DE0368-9ADE-45D4-8F68-17F84EDFDFDC}"/>
              </a:ext>
            </a:extLst>
          </p:cNvPr>
          <p:cNvSpPr>
            <a:spLocks noGrp="1"/>
          </p:cNvSpPr>
          <p:nvPr/>
        </p:nvSpPr>
        <p:spPr>
          <a:xfrm>
            <a:off x="6381750" y="1524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F33D46F5-AB17-4D49-9A89-6830F90CDAFC}"/>
              </a:ext>
            </a:extLst>
          </p:cNvPr>
          <p:cNvSpPr>
            <a:spLocks noGrp="1"/>
          </p:cNvSpPr>
          <p:nvPr/>
        </p:nvSpPr>
        <p:spPr>
          <a:xfrm>
            <a:off x="92392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C8E41251-6DA7-450B-B999-40841775F554}"/>
              </a:ext>
            </a:extLst>
          </p:cNvPr>
          <p:cNvSpPr>
            <a:spLocks noGrp="1"/>
          </p:cNvSpPr>
          <p:nvPr/>
        </p:nvSpPr>
        <p:spPr>
          <a:xfrm>
            <a:off x="120967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0871A554-23B5-42DD-B76F-E764BC46BD3C}"/>
              </a:ext>
            </a:extLst>
          </p:cNvPr>
          <p:cNvSpPr>
            <a:spLocks noGrp="1"/>
          </p:cNvSpPr>
          <p:nvPr/>
        </p:nvSpPr>
        <p:spPr>
          <a:xfrm>
            <a:off x="6381750" y="3667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946F8EA-4B68-49D5-9849-B9F0EEFDD924}"/>
              </a:ext>
            </a:extLst>
          </p:cNvPr>
          <p:cNvSpPr>
            <a:spLocks noGrp="1"/>
          </p:cNvSpPr>
          <p:nvPr/>
        </p:nvSpPr>
        <p:spPr>
          <a:xfrm>
            <a:off x="114300" y="1543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61" name="图片 60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705370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695325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695325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695325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909637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909637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90963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E861C521-BEB2-4F57-881F-4290773ED878}"/>
              </a:ext>
            </a:extLst>
          </p:cNvPr>
          <p:cNvSpPr>
            <a:spLocks noGrp="1"/>
          </p:cNvSpPr>
          <p:nvPr/>
        </p:nvSpPr>
        <p:spPr>
          <a:xfrm>
            <a:off x="2875117" y="6953250"/>
            <a:ext cx="3506633" cy="2169335"/>
          </a:xfrm>
          <a:custGeom>
            <a:avLst/>
            <a:gdLst/>
            <a:ahLst/>
            <a:cxnLst/>
            <a:rect l="0" t="0" r="0" b="0"/>
            <a:pathLst>
              <a:path w="3506633" h="2169335">
                <a:moveTo>
                  <a:pt x="0" y="2169335"/>
                </a:moveTo>
                <a:lnTo>
                  <a:pt x="350663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ADD6208D-431A-40FF-811D-14F5A1F44F73}"/>
              </a:ext>
            </a:extLst>
          </p:cNvPr>
          <p:cNvSpPr>
            <a:spLocks noGrp="1"/>
          </p:cNvSpPr>
          <p:nvPr/>
        </p:nvSpPr>
        <p:spPr>
          <a:xfrm>
            <a:off x="2875117" y="9476649"/>
            <a:ext cx="3506633" cy="1762851"/>
          </a:xfrm>
          <a:custGeom>
            <a:avLst/>
            <a:gdLst/>
            <a:ahLst/>
            <a:cxnLst/>
            <a:rect l="0" t="0" r="0" b="0"/>
            <a:pathLst>
              <a:path w="3506633" h="1762851">
                <a:moveTo>
                  <a:pt x="0" y="0"/>
                </a:moveTo>
                <a:lnTo>
                  <a:pt x="3506633" y="1762851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191A36AB-3B72-49D7-8ECC-C4D090AE8FF6}"/>
              </a:ext>
            </a:extLst>
          </p:cNvPr>
          <p:cNvSpPr>
            <a:spLocks noGrp="1"/>
          </p:cNvSpPr>
          <p:nvPr/>
        </p:nvSpPr>
        <p:spPr>
          <a:xfrm>
            <a:off x="2575267" y="9122585"/>
            <a:ext cx="299850" cy="35406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779A674-0074-4BEA-9776-39530363D4F3}"/>
              </a:ext>
            </a:extLst>
          </p:cNvPr>
          <p:cNvSpPr>
            <a:spLocks noGrp="1"/>
          </p:cNvSpPr>
          <p:nvPr/>
        </p:nvSpPr>
        <p:spPr>
          <a:xfrm>
            <a:off x="6381750" y="6953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DF43D41A-1137-4E85-9B9D-E90E6E0C83A8}"/>
              </a:ext>
            </a:extLst>
          </p:cNvPr>
          <p:cNvSpPr>
            <a:spLocks noGrp="1"/>
          </p:cNvSpPr>
          <p:nvPr/>
        </p:nvSpPr>
        <p:spPr>
          <a:xfrm>
            <a:off x="92392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428DF355-077C-478C-964C-7B8D8F8E5AE2}"/>
              </a:ext>
            </a:extLst>
          </p:cNvPr>
          <p:cNvSpPr>
            <a:spLocks noGrp="1"/>
          </p:cNvSpPr>
          <p:nvPr/>
        </p:nvSpPr>
        <p:spPr>
          <a:xfrm>
            <a:off x="120967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93C42CDC-996E-4F5B-B94F-B0CA7B7F7DA8}"/>
              </a:ext>
            </a:extLst>
          </p:cNvPr>
          <p:cNvSpPr>
            <a:spLocks noGrp="1"/>
          </p:cNvSpPr>
          <p:nvPr/>
        </p:nvSpPr>
        <p:spPr>
          <a:xfrm>
            <a:off x="6381750" y="9096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B7F4FDD-580C-4640-9191-BA3DBF35E5E8}"/>
              </a:ext>
            </a:extLst>
          </p:cNvPr>
          <p:cNvSpPr>
            <a:spLocks noGrp="1"/>
          </p:cNvSpPr>
          <p:nvPr/>
        </p:nvSpPr>
        <p:spPr>
          <a:xfrm>
            <a:off x="114300" y="6972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1248295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1238250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1238250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1238250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452562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452562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45256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EA55045F-0AE2-49C0-91CE-48C9D72B6B77}"/>
              </a:ext>
            </a:extLst>
          </p:cNvPr>
          <p:cNvSpPr>
            <a:spLocks noGrp="1"/>
          </p:cNvSpPr>
          <p:nvPr/>
        </p:nvSpPr>
        <p:spPr>
          <a:xfrm>
            <a:off x="3877623" y="12382500"/>
            <a:ext cx="2504127" cy="1926346"/>
          </a:xfrm>
          <a:custGeom>
            <a:avLst/>
            <a:gdLst/>
            <a:ahLst/>
            <a:cxnLst/>
            <a:rect l="0" t="0" r="0" b="0"/>
            <a:pathLst>
              <a:path w="2504127" h="1926346">
                <a:moveTo>
                  <a:pt x="0" y="1926346"/>
                </a:moveTo>
                <a:lnTo>
                  <a:pt x="250412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B2E5E1DA-41B9-45FF-A43C-3928B35628E6}"/>
              </a:ext>
            </a:extLst>
          </p:cNvPr>
          <p:cNvSpPr>
            <a:spLocks noGrp="1"/>
          </p:cNvSpPr>
          <p:nvPr/>
        </p:nvSpPr>
        <p:spPr>
          <a:xfrm>
            <a:off x="3877623" y="14467745"/>
            <a:ext cx="2504127" cy="2201005"/>
          </a:xfrm>
          <a:custGeom>
            <a:avLst/>
            <a:gdLst/>
            <a:ahLst/>
            <a:cxnLst/>
            <a:rect l="0" t="0" r="0" b="0"/>
            <a:pathLst>
              <a:path w="2504127" h="2201005">
                <a:moveTo>
                  <a:pt x="0" y="0"/>
                </a:moveTo>
                <a:lnTo>
                  <a:pt x="2504127" y="2201005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B897641-E2D7-4568-B444-BD861C27F838}"/>
              </a:ext>
            </a:extLst>
          </p:cNvPr>
          <p:cNvSpPr>
            <a:spLocks noGrp="1"/>
          </p:cNvSpPr>
          <p:nvPr/>
        </p:nvSpPr>
        <p:spPr>
          <a:xfrm>
            <a:off x="3618148" y="14308846"/>
            <a:ext cx="259475" cy="15889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464F26E5-78E5-43A6-8E91-AE3CD1AEEACE}"/>
              </a:ext>
            </a:extLst>
          </p:cNvPr>
          <p:cNvSpPr>
            <a:spLocks noGrp="1"/>
          </p:cNvSpPr>
          <p:nvPr/>
        </p:nvSpPr>
        <p:spPr>
          <a:xfrm>
            <a:off x="6381750" y="12382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A7D95271-F8B2-499D-9BC2-D6D4F894143C}"/>
              </a:ext>
            </a:extLst>
          </p:cNvPr>
          <p:cNvSpPr>
            <a:spLocks noGrp="1"/>
          </p:cNvSpPr>
          <p:nvPr/>
        </p:nvSpPr>
        <p:spPr>
          <a:xfrm>
            <a:off x="92392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F8AD9E3B-D8A0-40BC-95B2-0AB60FD2FBE7}"/>
              </a:ext>
            </a:extLst>
          </p:cNvPr>
          <p:cNvSpPr>
            <a:spLocks noGrp="1"/>
          </p:cNvSpPr>
          <p:nvPr/>
        </p:nvSpPr>
        <p:spPr>
          <a:xfrm>
            <a:off x="120967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8D084CF2-FA50-421E-BA74-F071980FBC2D}"/>
              </a:ext>
            </a:extLst>
          </p:cNvPr>
          <p:cNvSpPr>
            <a:spLocks noGrp="1"/>
          </p:cNvSpPr>
          <p:nvPr/>
        </p:nvSpPr>
        <p:spPr>
          <a:xfrm>
            <a:off x="6381750" y="14525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D6CD1206-061B-4F88-9494-11627CD243D3}"/>
              </a:ext>
            </a:extLst>
          </p:cNvPr>
          <p:cNvSpPr>
            <a:spLocks noGrp="1"/>
          </p:cNvSpPr>
          <p:nvPr/>
        </p:nvSpPr>
        <p:spPr>
          <a:xfrm>
            <a:off x="114300" y="12401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92264900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图片 6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29095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9050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9050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9050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233362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233362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23336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6F04C60F-7474-41A6-9387-D71F5EFBA5F9}"/>
              </a:ext>
            </a:extLst>
          </p:cNvPr>
          <p:cNvSpPr>
            <a:spLocks noGrp="1"/>
          </p:cNvSpPr>
          <p:nvPr/>
        </p:nvSpPr>
        <p:spPr>
          <a:xfrm>
            <a:off x="3263203" y="190500"/>
            <a:ext cx="3118547" cy="1175128"/>
          </a:xfrm>
          <a:custGeom>
            <a:avLst/>
            <a:gdLst/>
            <a:ahLst/>
            <a:cxnLst/>
            <a:rect l="0" t="0" r="0" b="0"/>
            <a:pathLst>
              <a:path w="3118547" h="1175128">
                <a:moveTo>
                  <a:pt x="0" y="1175128"/>
                </a:moveTo>
                <a:lnTo>
                  <a:pt x="311854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47DFE35F-210F-4709-AB77-A717A72F228B}"/>
              </a:ext>
            </a:extLst>
          </p:cNvPr>
          <p:cNvSpPr>
            <a:spLocks noGrp="1"/>
          </p:cNvSpPr>
          <p:nvPr/>
        </p:nvSpPr>
        <p:spPr>
          <a:xfrm>
            <a:off x="3263203" y="1871440"/>
            <a:ext cx="3118547" cy="2605310"/>
          </a:xfrm>
          <a:custGeom>
            <a:avLst/>
            <a:gdLst/>
            <a:ahLst/>
            <a:cxnLst/>
            <a:rect l="0" t="0" r="0" b="0"/>
            <a:pathLst>
              <a:path w="3118547" h="2605310">
                <a:moveTo>
                  <a:pt x="0" y="0"/>
                </a:moveTo>
                <a:lnTo>
                  <a:pt x="3118547" y="260531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7A48BAC-14E2-4CB9-8077-CC4419AEB917}"/>
              </a:ext>
            </a:extLst>
          </p:cNvPr>
          <p:cNvSpPr>
            <a:spLocks noGrp="1"/>
          </p:cNvSpPr>
          <p:nvPr/>
        </p:nvSpPr>
        <p:spPr>
          <a:xfrm>
            <a:off x="2975992" y="1365628"/>
            <a:ext cx="287211" cy="50581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2A0C37E-90A9-4866-997B-2205629ECAD1}"/>
              </a:ext>
            </a:extLst>
          </p:cNvPr>
          <p:cNvSpPr>
            <a:spLocks noGrp="1"/>
          </p:cNvSpPr>
          <p:nvPr/>
        </p:nvSpPr>
        <p:spPr>
          <a:xfrm>
            <a:off x="6381750" y="190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C91D456A-BD67-4796-8F11-369E5577DFEA}"/>
              </a:ext>
            </a:extLst>
          </p:cNvPr>
          <p:cNvSpPr>
            <a:spLocks noGrp="1"/>
          </p:cNvSpPr>
          <p:nvPr/>
        </p:nvSpPr>
        <p:spPr>
          <a:xfrm>
            <a:off x="92392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963AA21E-4F7F-49A9-B73E-EFB6E353216D}"/>
              </a:ext>
            </a:extLst>
          </p:cNvPr>
          <p:cNvSpPr>
            <a:spLocks noGrp="1"/>
          </p:cNvSpPr>
          <p:nvPr/>
        </p:nvSpPr>
        <p:spPr>
          <a:xfrm>
            <a:off x="120967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66B6E75B-1810-473D-8A03-D06D6F6CFA8D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1662D7D-A10A-4304-A1ED-1FE5B1FA65BF}"/>
              </a:ext>
            </a:extLst>
          </p:cNvPr>
          <p:cNvSpPr>
            <a:spLocks noGrp="1"/>
          </p:cNvSpPr>
          <p:nvPr/>
        </p:nvSpPr>
        <p:spPr>
          <a:xfrm>
            <a:off x="114300" y="209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495820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485775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485775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485775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700087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700087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70008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C7E485A9-D893-44C9-97E1-3257BBCF675E}"/>
              </a:ext>
            </a:extLst>
          </p:cNvPr>
          <p:cNvSpPr>
            <a:spLocks noGrp="1"/>
          </p:cNvSpPr>
          <p:nvPr/>
        </p:nvSpPr>
        <p:spPr>
          <a:xfrm>
            <a:off x="2273587" y="4857750"/>
            <a:ext cx="4108163" cy="1291746"/>
          </a:xfrm>
          <a:custGeom>
            <a:avLst/>
            <a:gdLst/>
            <a:ahLst/>
            <a:cxnLst/>
            <a:rect l="0" t="0" r="0" b="0"/>
            <a:pathLst>
              <a:path w="4108163" h="1291746">
                <a:moveTo>
                  <a:pt x="0" y="1291746"/>
                </a:moveTo>
                <a:lnTo>
                  <a:pt x="410816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9998B8AD-BE1D-4111-8327-43D956DA92DF}"/>
              </a:ext>
            </a:extLst>
          </p:cNvPr>
          <p:cNvSpPr>
            <a:spLocks noGrp="1"/>
          </p:cNvSpPr>
          <p:nvPr/>
        </p:nvSpPr>
        <p:spPr>
          <a:xfrm>
            <a:off x="2273587" y="6551756"/>
            <a:ext cx="4108163" cy="2592244"/>
          </a:xfrm>
          <a:custGeom>
            <a:avLst/>
            <a:gdLst/>
            <a:ahLst/>
            <a:cxnLst/>
            <a:rect l="0" t="0" r="0" b="0"/>
            <a:pathLst>
              <a:path w="4108163" h="2592244">
                <a:moveTo>
                  <a:pt x="0" y="0"/>
                </a:moveTo>
                <a:lnTo>
                  <a:pt x="4108163" y="2592244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749363F-2677-4A53-BC40-6E28BFEBCEDC}"/>
              </a:ext>
            </a:extLst>
          </p:cNvPr>
          <p:cNvSpPr>
            <a:spLocks noGrp="1"/>
          </p:cNvSpPr>
          <p:nvPr/>
        </p:nvSpPr>
        <p:spPr>
          <a:xfrm>
            <a:off x="1707598" y="6149496"/>
            <a:ext cx="565989" cy="40226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B7EF54F-E3D4-4822-BF9B-5C2B1B9D0F48}"/>
              </a:ext>
            </a:extLst>
          </p:cNvPr>
          <p:cNvSpPr>
            <a:spLocks noGrp="1"/>
          </p:cNvSpPr>
          <p:nvPr/>
        </p:nvSpPr>
        <p:spPr>
          <a:xfrm>
            <a:off x="6381750" y="48577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D38FE9DB-8934-4A3A-9304-63413800357A}"/>
              </a:ext>
            </a:extLst>
          </p:cNvPr>
          <p:cNvSpPr>
            <a:spLocks noGrp="1"/>
          </p:cNvSpPr>
          <p:nvPr/>
        </p:nvSpPr>
        <p:spPr>
          <a:xfrm>
            <a:off x="92392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F8E8D250-7CF2-4CCD-9961-5E3E6D2C9AAE}"/>
              </a:ext>
            </a:extLst>
          </p:cNvPr>
          <p:cNvSpPr>
            <a:spLocks noGrp="1"/>
          </p:cNvSpPr>
          <p:nvPr/>
        </p:nvSpPr>
        <p:spPr>
          <a:xfrm>
            <a:off x="120967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DE658465-4BF4-46A2-B5D7-CEB0D443778E}"/>
              </a:ext>
            </a:extLst>
          </p:cNvPr>
          <p:cNvSpPr>
            <a:spLocks noGrp="1"/>
          </p:cNvSpPr>
          <p:nvPr/>
        </p:nvSpPr>
        <p:spPr>
          <a:xfrm>
            <a:off x="6381750" y="70008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2A9139F-0F5B-4F26-8E2D-AB043B500394}"/>
              </a:ext>
            </a:extLst>
          </p:cNvPr>
          <p:cNvSpPr>
            <a:spLocks noGrp="1"/>
          </p:cNvSpPr>
          <p:nvPr/>
        </p:nvSpPr>
        <p:spPr>
          <a:xfrm>
            <a:off x="114300" y="48768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91" name="图片 90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9625459"/>
            <a:ext cx="5810250" cy="4085332"/>
          </a:xfrm>
          <a:prstGeom prst="rect">
            <a:avLst/>
          </a:prstGeom>
        </p:spPr>
      </p:pic>
      <p:pic>
        <p:nvPicPr>
          <p:cNvPr id="92" name="图片 91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9525000"/>
            <a:ext cx="2857500" cy="2143125"/>
          </a:xfrm>
          <a:prstGeom prst="rect">
            <a:avLst/>
          </a:prstGeom>
        </p:spPr>
      </p:pic>
      <p:pic>
        <p:nvPicPr>
          <p:cNvPr id="93" name="图片 92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9525000"/>
            <a:ext cx="2857500" cy="2143125"/>
          </a:xfrm>
          <a:prstGeom prst="rect">
            <a:avLst/>
          </a:prstGeom>
        </p:spPr>
      </p:pic>
      <p:pic>
        <p:nvPicPr>
          <p:cNvPr id="94" name="图片 93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9525000"/>
            <a:ext cx="2857500" cy="2143125"/>
          </a:xfrm>
          <a:prstGeom prst="rect">
            <a:avLst/>
          </a:prstGeom>
        </p:spPr>
      </p:pic>
      <p:pic>
        <p:nvPicPr>
          <p:cNvPr id="95" name="图片 94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1668125"/>
            <a:ext cx="2857500" cy="2143125"/>
          </a:xfrm>
          <a:prstGeom prst="rect">
            <a:avLst/>
          </a:prstGeom>
        </p:spPr>
      </p:pic>
      <p:pic>
        <p:nvPicPr>
          <p:cNvPr id="96" name="图片 95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1668125"/>
            <a:ext cx="2857500" cy="2143125"/>
          </a:xfrm>
          <a:prstGeom prst="rect">
            <a:avLst/>
          </a:prstGeom>
        </p:spPr>
      </p:pic>
      <p:pic>
        <p:nvPicPr>
          <p:cNvPr id="97" name="图片 96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16681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13CA866C-87BD-46B8-9929-858C96DF9D10}"/>
              </a:ext>
            </a:extLst>
          </p:cNvPr>
          <p:cNvSpPr>
            <a:spLocks noGrp="1"/>
          </p:cNvSpPr>
          <p:nvPr/>
        </p:nvSpPr>
        <p:spPr>
          <a:xfrm>
            <a:off x="3132294" y="9525000"/>
            <a:ext cx="3249456" cy="1484384"/>
          </a:xfrm>
          <a:custGeom>
            <a:avLst/>
            <a:gdLst/>
            <a:ahLst/>
            <a:cxnLst/>
            <a:rect l="0" t="0" r="0" b="0"/>
            <a:pathLst>
              <a:path w="3249456" h="1484384">
                <a:moveTo>
                  <a:pt x="0" y="1484384"/>
                </a:moveTo>
                <a:lnTo>
                  <a:pt x="3249456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75F130FF-B98F-47B5-9DBA-7944B83576D4}"/>
              </a:ext>
            </a:extLst>
          </p:cNvPr>
          <p:cNvSpPr>
            <a:spLocks noGrp="1"/>
          </p:cNvSpPr>
          <p:nvPr/>
        </p:nvSpPr>
        <p:spPr>
          <a:xfrm>
            <a:off x="3132294" y="11556414"/>
            <a:ext cx="3249456" cy="2254836"/>
          </a:xfrm>
          <a:custGeom>
            <a:avLst/>
            <a:gdLst/>
            <a:ahLst/>
            <a:cxnLst/>
            <a:rect l="0" t="0" r="0" b="0"/>
            <a:pathLst>
              <a:path w="3249456" h="2254836">
                <a:moveTo>
                  <a:pt x="0" y="0"/>
                </a:moveTo>
                <a:lnTo>
                  <a:pt x="3249456" y="2254836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A5FC0A33-077F-4ABF-8D3F-F5A93B349C22}"/>
              </a:ext>
            </a:extLst>
          </p:cNvPr>
          <p:cNvSpPr>
            <a:spLocks noGrp="1"/>
          </p:cNvSpPr>
          <p:nvPr/>
        </p:nvSpPr>
        <p:spPr>
          <a:xfrm>
            <a:off x="2622822" y="11009384"/>
            <a:ext cx="509472" cy="54703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2D1E3A92-CBDE-4F2C-8E4C-6C4E9972D339}"/>
              </a:ext>
            </a:extLst>
          </p:cNvPr>
          <p:cNvSpPr>
            <a:spLocks noGrp="1"/>
          </p:cNvSpPr>
          <p:nvPr/>
        </p:nvSpPr>
        <p:spPr>
          <a:xfrm>
            <a:off x="6381750" y="9525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27F24B5F-9BD7-450C-90DE-7FDF45A8C0A6}"/>
              </a:ext>
            </a:extLst>
          </p:cNvPr>
          <p:cNvSpPr>
            <a:spLocks noGrp="1"/>
          </p:cNvSpPr>
          <p:nvPr/>
        </p:nvSpPr>
        <p:spPr>
          <a:xfrm>
            <a:off x="92392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1E5B13A6-6DF4-4387-B084-240AE9252E8E}"/>
              </a:ext>
            </a:extLst>
          </p:cNvPr>
          <p:cNvSpPr>
            <a:spLocks noGrp="1"/>
          </p:cNvSpPr>
          <p:nvPr/>
        </p:nvSpPr>
        <p:spPr>
          <a:xfrm>
            <a:off x="120967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D36B2419-A23F-4C76-BC08-BFA33A26BAEF}"/>
              </a:ext>
            </a:extLst>
          </p:cNvPr>
          <p:cNvSpPr>
            <a:spLocks noGrp="1"/>
          </p:cNvSpPr>
          <p:nvPr/>
        </p:nvSpPr>
        <p:spPr>
          <a:xfrm>
            <a:off x="6381750" y="11668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9254A1DD-D818-40CB-9A1E-731CE56DEA7A}"/>
              </a:ext>
            </a:extLst>
          </p:cNvPr>
          <p:cNvSpPr>
            <a:spLocks noGrp="1"/>
          </p:cNvSpPr>
          <p:nvPr/>
        </p:nvSpPr>
        <p:spPr>
          <a:xfrm>
            <a:off x="114300" y="9544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pic>
        <p:nvPicPr>
          <p:cNvPr id="106" name="图片 105"/>
          <p:cNvPicPr>
            <a:picLocks noChangeAspect="1"/>
          </p:cNvPicPr>
          <p:nvPr/>
        </p:nvPicPr>
        <p:blipFill>
          <a:blip r:embed="rId25"/>
          <a:stretch/>
        </p:blipFill>
        <p:spPr>
          <a:xfrm>
            <a:off x="95250" y="14292709"/>
            <a:ext cx="5810250" cy="4085332"/>
          </a:xfrm>
          <a:prstGeom prst="rect">
            <a:avLst/>
          </a:prstGeom>
        </p:spPr>
      </p:pic>
      <p:pic>
        <p:nvPicPr>
          <p:cNvPr id="107" name="图片 106"/>
          <p:cNvPicPr>
            <a:picLocks noChangeAspect="1"/>
          </p:cNvPicPr>
          <p:nvPr/>
        </p:nvPicPr>
        <p:blipFill>
          <a:blip r:embed="rId26"/>
          <a:stretch/>
        </p:blipFill>
        <p:spPr>
          <a:xfrm>
            <a:off x="6381750" y="14192250"/>
            <a:ext cx="2857500" cy="2143125"/>
          </a:xfrm>
          <a:prstGeom prst="rect">
            <a:avLst/>
          </a:prstGeom>
        </p:spPr>
      </p:pic>
      <p:pic>
        <p:nvPicPr>
          <p:cNvPr id="108" name="图片 107"/>
          <p:cNvPicPr>
            <a:picLocks noChangeAspect="1"/>
          </p:cNvPicPr>
          <p:nvPr/>
        </p:nvPicPr>
        <p:blipFill>
          <a:blip r:embed="rId27"/>
          <a:stretch/>
        </p:blipFill>
        <p:spPr>
          <a:xfrm>
            <a:off x="9239250" y="14192250"/>
            <a:ext cx="2857500" cy="2143125"/>
          </a:xfrm>
          <a:prstGeom prst="rect">
            <a:avLst/>
          </a:prstGeom>
        </p:spPr>
      </p:pic>
      <p:pic>
        <p:nvPicPr>
          <p:cNvPr id="109" name="图片 108"/>
          <p:cNvPicPr>
            <a:picLocks noChangeAspect="1"/>
          </p:cNvPicPr>
          <p:nvPr/>
        </p:nvPicPr>
        <p:blipFill>
          <a:blip r:embed="rId28"/>
          <a:stretch/>
        </p:blipFill>
        <p:spPr>
          <a:xfrm>
            <a:off x="12096750" y="14192250"/>
            <a:ext cx="2857500" cy="2143125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29"/>
          <a:stretch/>
        </p:blipFill>
        <p:spPr>
          <a:xfrm>
            <a:off x="6381750" y="16335375"/>
            <a:ext cx="2857500" cy="2143125"/>
          </a:xfrm>
          <a:prstGeom prst="rect">
            <a:avLst/>
          </a:prstGeom>
        </p:spPr>
      </p:pic>
      <p:pic>
        <p:nvPicPr>
          <p:cNvPr id="111" name="图片 110"/>
          <p:cNvPicPr>
            <a:picLocks noChangeAspect="1"/>
          </p:cNvPicPr>
          <p:nvPr/>
        </p:nvPicPr>
        <p:blipFill>
          <a:blip r:embed="rId30"/>
          <a:stretch/>
        </p:blipFill>
        <p:spPr>
          <a:xfrm>
            <a:off x="9239250" y="16335375"/>
            <a:ext cx="2857500" cy="2143125"/>
          </a:xfrm>
          <a:prstGeom prst="rect">
            <a:avLst/>
          </a:prstGeom>
        </p:spPr>
      </p:pic>
      <p:pic>
        <p:nvPicPr>
          <p:cNvPr id="112" name="图片 111"/>
          <p:cNvPicPr>
            <a:picLocks noChangeAspect="1"/>
          </p:cNvPicPr>
          <p:nvPr/>
        </p:nvPicPr>
        <p:blipFill>
          <a:blip r:embed="rId31"/>
          <a:stretch/>
        </p:blipFill>
        <p:spPr>
          <a:xfrm>
            <a:off x="12096750" y="16335375"/>
            <a:ext cx="2857500" cy="2143125"/>
          </a:xfrm>
          <a:prstGeom prst="rect">
            <a:avLst/>
          </a:prstGeom>
        </p:spPr>
      </p:pic>
      <p:sp>
        <p:nvSpPr>
          <p:cNvPr id="53" name="任意多边形: 形状 52">
            <a:extLst>
              <a:ext uri="{FF2B5EF4-FFF2-40B4-BE49-F238E27FC236}">
                <a16:creationId xmlns:a16="http://schemas.microsoft.com/office/drawing/2014/main" id="{13AAE6DC-8B79-4513-B828-866C36F23C29}"/>
              </a:ext>
            </a:extLst>
          </p:cNvPr>
          <p:cNvSpPr>
            <a:spLocks noGrp="1"/>
          </p:cNvSpPr>
          <p:nvPr/>
        </p:nvSpPr>
        <p:spPr>
          <a:xfrm>
            <a:off x="4073849" y="14192250"/>
            <a:ext cx="2307901" cy="957411"/>
          </a:xfrm>
          <a:custGeom>
            <a:avLst/>
            <a:gdLst/>
            <a:ahLst/>
            <a:cxnLst/>
            <a:rect l="0" t="0" r="0" b="0"/>
            <a:pathLst>
              <a:path w="2307901" h="957411">
                <a:moveTo>
                  <a:pt x="0" y="957411"/>
                </a:moveTo>
                <a:lnTo>
                  <a:pt x="2307901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B5B63AA2-8EB5-46D2-B2BE-CAFB83235509}"/>
              </a:ext>
            </a:extLst>
          </p:cNvPr>
          <p:cNvSpPr>
            <a:spLocks noGrp="1"/>
          </p:cNvSpPr>
          <p:nvPr/>
        </p:nvSpPr>
        <p:spPr>
          <a:xfrm>
            <a:off x="4073849" y="15599520"/>
            <a:ext cx="2307901" cy="2878980"/>
          </a:xfrm>
          <a:custGeom>
            <a:avLst/>
            <a:gdLst/>
            <a:ahLst/>
            <a:cxnLst/>
            <a:rect l="0" t="0" r="0" b="0"/>
            <a:pathLst>
              <a:path w="2307901" h="2878980">
                <a:moveTo>
                  <a:pt x="0" y="0"/>
                </a:moveTo>
                <a:lnTo>
                  <a:pt x="2307901" y="287898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9578B61B-C04F-4285-BA8F-1C0085D2757E}"/>
              </a:ext>
            </a:extLst>
          </p:cNvPr>
          <p:cNvSpPr>
            <a:spLocks noGrp="1"/>
          </p:cNvSpPr>
          <p:nvPr/>
        </p:nvSpPr>
        <p:spPr>
          <a:xfrm>
            <a:off x="3761966" y="15149661"/>
            <a:ext cx="311883" cy="44985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E4610637-34A9-4456-9CAC-5719F1EE0F0F}"/>
              </a:ext>
            </a:extLst>
          </p:cNvPr>
          <p:cNvSpPr>
            <a:spLocks noGrp="1"/>
          </p:cNvSpPr>
          <p:nvPr/>
        </p:nvSpPr>
        <p:spPr>
          <a:xfrm>
            <a:off x="6381750" y="14192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EFB32633-0B0C-48E4-9BAC-5B91817C768B}"/>
              </a:ext>
            </a:extLst>
          </p:cNvPr>
          <p:cNvSpPr>
            <a:spLocks noGrp="1"/>
          </p:cNvSpPr>
          <p:nvPr/>
        </p:nvSpPr>
        <p:spPr>
          <a:xfrm>
            <a:off x="92392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A722BC0F-D5DD-4DF9-A277-DF4C57C565E3}"/>
              </a:ext>
            </a:extLst>
          </p:cNvPr>
          <p:cNvSpPr>
            <a:spLocks noGrp="1"/>
          </p:cNvSpPr>
          <p:nvPr/>
        </p:nvSpPr>
        <p:spPr>
          <a:xfrm>
            <a:off x="120967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9" name="任意多边形: 形状 58">
            <a:extLst>
              <a:ext uri="{FF2B5EF4-FFF2-40B4-BE49-F238E27FC236}">
                <a16:creationId xmlns:a16="http://schemas.microsoft.com/office/drawing/2014/main" id="{3CF02C19-2CBC-40B7-A8C5-E820AA0E1381}"/>
              </a:ext>
            </a:extLst>
          </p:cNvPr>
          <p:cNvSpPr>
            <a:spLocks noGrp="1"/>
          </p:cNvSpPr>
          <p:nvPr/>
        </p:nvSpPr>
        <p:spPr>
          <a:xfrm>
            <a:off x="6381750" y="16335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46BCA3A5-7694-4167-AE06-B7F6C4D09059}"/>
              </a:ext>
            </a:extLst>
          </p:cNvPr>
          <p:cNvSpPr>
            <a:spLocks noGrp="1"/>
          </p:cNvSpPr>
          <p:nvPr/>
        </p:nvSpPr>
        <p:spPr>
          <a:xfrm>
            <a:off x="114300" y="14211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42790357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图片 4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1624459"/>
            <a:ext cx="5810250" cy="4085332"/>
          </a:xfrm>
          <a:prstGeom prst="rect">
            <a:avLst/>
          </a:prstGeom>
        </p:spPr>
      </p:pic>
      <p:pic>
        <p:nvPicPr>
          <p:cNvPr id="47" name="图片 46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524000"/>
            <a:ext cx="2857500" cy="2143125"/>
          </a:xfrm>
          <a:prstGeom prst="rect">
            <a:avLst/>
          </a:prstGeom>
        </p:spPr>
      </p:pic>
      <p:pic>
        <p:nvPicPr>
          <p:cNvPr id="48" name="图片 47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524000"/>
            <a:ext cx="2857500" cy="2143125"/>
          </a:xfrm>
          <a:prstGeom prst="rect">
            <a:avLst/>
          </a:prstGeom>
        </p:spPr>
      </p:pic>
      <p:pic>
        <p:nvPicPr>
          <p:cNvPr id="49" name="图片 48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524000"/>
            <a:ext cx="2857500" cy="2143125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3667125"/>
            <a:ext cx="2857500" cy="2143125"/>
          </a:xfrm>
          <a:prstGeom prst="rect">
            <a:avLst/>
          </a:prstGeom>
        </p:spPr>
      </p:pic>
      <p:pic>
        <p:nvPicPr>
          <p:cNvPr id="51" name="图片 50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3667125"/>
            <a:ext cx="2857500" cy="2143125"/>
          </a:xfrm>
          <a:prstGeom prst="rect">
            <a:avLst/>
          </a:prstGeom>
        </p:spPr>
      </p:pic>
      <p:pic>
        <p:nvPicPr>
          <p:cNvPr id="52" name="图片 51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36671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DF2E2842-CA92-40D4-BBFA-86DC658EB828}"/>
              </a:ext>
            </a:extLst>
          </p:cNvPr>
          <p:cNvSpPr>
            <a:spLocks noGrp="1"/>
          </p:cNvSpPr>
          <p:nvPr/>
        </p:nvSpPr>
        <p:spPr>
          <a:xfrm>
            <a:off x="3662328" y="1524000"/>
            <a:ext cx="2719422" cy="2719438"/>
          </a:xfrm>
          <a:custGeom>
            <a:avLst/>
            <a:gdLst/>
            <a:ahLst/>
            <a:cxnLst/>
            <a:rect l="0" t="0" r="0" b="0"/>
            <a:pathLst>
              <a:path w="2719422" h="2719438">
                <a:moveTo>
                  <a:pt x="0" y="2719438"/>
                </a:moveTo>
                <a:lnTo>
                  <a:pt x="2719422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0A5D3821-3E27-4F7A-B9CD-93ABCBCB8C38}"/>
              </a:ext>
            </a:extLst>
          </p:cNvPr>
          <p:cNvSpPr>
            <a:spLocks noGrp="1"/>
          </p:cNvSpPr>
          <p:nvPr/>
        </p:nvSpPr>
        <p:spPr>
          <a:xfrm>
            <a:off x="3662328" y="4494163"/>
            <a:ext cx="2719422" cy="1316087"/>
          </a:xfrm>
          <a:custGeom>
            <a:avLst/>
            <a:gdLst/>
            <a:ahLst/>
            <a:cxnLst/>
            <a:rect l="0" t="0" r="0" b="0"/>
            <a:pathLst>
              <a:path w="2719422" h="1316087">
                <a:moveTo>
                  <a:pt x="0" y="0"/>
                </a:moveTo>
                <a:lnTo>
                  <a:pt x="2719422" y="1316087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EADE866-DEB8-46FF-AD7C-A2E2C69ABC3E}"/>
              </a:ext>
            </a:extLst>
          </p:cNvPr>
          <p:cNvSpPr>
            <a:spLocks noGrp="1"/>
          </p:cNvSpPr>
          <p:nvPr/>
        </p:nvSpPr>
        <p:spPr>
          <a:xfrm>
            <a:off x="3311024" y="4243438"/>
            <a:ext cx="351305" cy="250725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A73D51D-14AB-4DAA-AA62-3EBC2AB383E1}"/>
              </a:ext>
            </a:extLst>
          </p:cNvPr>
          <p:cNvSpPr>
            <a:spLocks noGrp="1"/>
          </p:cNvSpPr>
          <p:nvPr/>
        </p:nvSpPr>
        <p:spPr>
          <a:xfrm>
            <a:off x="6381750" y="1524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CF508A13-5865-4040-93B1-D431251B05E0}"/>
              </a:ext>
            </a:extLst>
          </p:cNvPr>
          <p:cNvSpPr>
            <a:spLocks noGrp="1"/>
          </p:cNvSpPr>
          <p:nvPr/>
        </p:nvSpPr>
        <p:spPr>
          <a:xfrm>
            <a:off x="92392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F92C8414-CCAF-427C-9A6E-F25663E6FD75}"/>
              </a:ext>
            </a:extLst>
          </p:cNvPr>
          <p:cNvSpPr>
            <a:spLocks noGrp="1"/>
          </p:cNvSpPr>
          <p:nvPr/>
        </p:nvSpPr>
        <p:spPr>
          <a:xfrm>
            <a:off x="120967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A7346794-73E9-45BC-B6A0-C6A7C004BE90}"/>
              </a:ext>
            </a:extLst>
          </p:cNvPr>
          <p:cNvSpPr>
            <a:spLocks noGrp="1"/>
          </p:cNvSpPr>
          <p:nvPr/>
        </p:nvSpPr>
        <p:spPr>
          <a:xfrm>
            <a:off x="6381750" y="3667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B1A2227-9EB0-430C-BCC8-1331234E3651}"/>
              </a:ext>
            </a:extLst>
          </p:cNvPr>
          <p:cNvSpPr>
            <a:spLocks noGrp="1"/>
          </p:cNvSpPr>
          <p:nvPr/>
        </p:nvSpPr>
        <p:spPr>
          <a:xfrm>
            <a:off x="114300" y="1543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61" name="图片 60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705370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695325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695325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695325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909637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909637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90963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B61DACE5-A1C0-4C5D-9A76-928046D4B28D}"/>
              </a:ext>
            </a:extLst>
          </p:cNvPr>
          <p:cNvSpPr>
            <a:spLocks noGrp="1"/>
          </p:cNvSpPr>
          <p:nvPr/>
        </p:nvSpPr>
        <p:spPr>
          <a:xfrm>
            <a:off x="2875117" y="6953250"/>
            <a:ext cx="3506633" cy="2169335"/>
          </a:xfrm>
          <a:custGeom>
            <a:avLst/>
            <a:gdLst/>
            <a:ahLst/>
            <a:cxnLst/>
            <a:rect l="0" t="0" r="0" b="0"/>
            <a:pathLst>
              <a:path w="3506633" h="2169335">
                <a:moveTo>
                  <a:pt x="0" y="2169335"/>
                </a:moveTo>
                <a:lnTo>
                  <a:pt x="350663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54AC02E1-06EC-453D-8F28-9BBFDE045701}"/>
              </a:ext>
            </a:extLst>
          </p:cNvPr>
          <p:cNvSpPr>
            <a:spLocks noGrp="1"/>
          </p:cNvSpPr>
          <p:nvPr/>
        </p:nvSpPr>
        <p:spPr>
          <a:xfrm>
            <a:off x="2875117" y="9476649"/>
            <a:ext cx="3506633" cy="1762851"/>
          </a:xfrm>
          <a:custGeom>
            <a:avLst/>
            <a:gdLst/>
            <a:ahLst/>
            <a:cxnLst/>
            <a:rect l="0" t="0" r="0" b="0"/>
            <a:pathLst>
              <a:path w="3506633" h="1762851">
                <a:moveTo>
                  <a:pt x="0" y="0"/>
                </a:moveTo>
                <a:lnTo>
                  <a:pt x="3506633" y="1762851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6066CCA-4CA4-46E4-8876-BCB7649D3193}"/>
              </a:ext>
            </a:extLst>
          </p:cNvPr>
          <p:cNvSpPr>
            <a:spLocks noGrp="1"/>
          </p:cNvSpPr>
          <p:nvPr/>
        </p:nvSpPr>
        <p:spPr>
          <a:xfrm>
            <a:off x="2575267" y="9122585"/>
            <a:ext cx="299850" cy="35406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64B6F84-FF49-42B4-A51D-44E7393CAC49}"/>
              </a:ext>
            </a:extLst>
          </p:cNvPr>
          <p:cNvSpPr>
            <a:spLocks noGrp="1"/>
          </p:cNvSpPr>
          <p:nvPr/>
        </p:nvSpPr>
        <p:spPr>
          <a:xfrm>
            <a:off x="6381750" y="6953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1EA83954-8B25-4A29-83E0-B8375E60DDFC}"/>
              </a:ext>
            </a:extLst>
          </p:cNvPr>
          <p:cNvSpPr>
            <a:spLocks noGrp="1"/>
          </p:cNvSpPr>
          <p:nvPr/>
        </p:nvSpPr>
        <p:spPr>
          <a:xfrm>
            <a:off x="92392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79983BAC-E5F0-4F1F-BB16-829376FBEE3C}"/>
              </a:ext>
            </a:extLst>
          </p:cNvPr>
          <p:cNvSpPr>
            <a:spLocks noGrp="1"/>
          </p:cNvSpPr>
          <p:nvPr/>
        </p:nvSpPr>
        <p:spPr>
          <a:xfrm>
            <a:off x="120967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F9955532-0BD5-4355-A076-C158AF27D049}"/>
              </a:ext>
            </a:extLst>
          </p:cNvPr>
          <p:cNvSpPr>
            <a:spLocks noGrp="1"/>
          </p:cNvSpPr>
          <p:nvPr/>
        </p:nvSpPr>
        <p:spPr>
          <a:xfrm>
            <a:off x="6381750" y="9096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EA833C8-572D-496E-810C-B1738C3A13AC}"/>
              </a:ext>
            </a:extLst>
          </p:cNvPr>
          <p:cNvSpPr>
            <a:spLocks noGrp="1"/>
          </p:cNvSpPr>
          <p:nvPr/>
        </p:nvSpPr>
        <p:spPr>
          <a:xfrm>
            <a:off x="114300" y="6972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1248295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1238250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1238250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1238250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452562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452562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45256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08ECAAEF-9D2D-45A5-B9CF-311EDA429C7B}"/>
              </a:ext>
            </a:extLst>
          </p:cNvPr>
          <p:cNvSpPr>
            <a:spLocks noGrp="1"/>
          </p:cNvSpPr>
          <p:nvPr/>
        </p:nvSpPr>
        <p:spPr>
          <a:xfrm>
            <a:off x="3877623" y="12382500"/>
            <a:ext cx="2504127" cy="1926346"/>
          </a:xfrm>
          <a:custGeom>
            <a:avLst/>
            <a:gdLst/>
            <a:ahLst/>
            <a:cxnLst/>
            <a:rect l="0" t="0" r="0" b="0"/>
            <a:pathLst>
              <a:path w="2504127" h="1926346">
                <a:moveTo>
                  <a:pt x="0" y="1926346"/>
                </a:moveTo>
                <a:lnTo>
                  <a:pt x="250412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B0120595-727B-4D87-A10F-347D17DBB8AF}"/>
              </a:ext>
            </a:extLst>
          </p:cNvPr>
          <p:cNvSpPr>
            <a:spLocks noGrp="1"/>
          </p:cNvSpPr>
          <p:nvPr/>
        </p:nvSpPr>
        <p:spPr>
          <a:xfrm>
            <a:off x="3877623" y="14467745"/>
            <a:ext cx="2504127" cy="2201005"/>
          </a:xfrm>
          <a:custGeom>
            <a:avLst/>
            <a:gdLst/>
            <a:ahLst/>
            <a:cxnLst/>
            <a:rect l="0" t="0" r="0" b="0"/>
            <a:pathLst>
              <a:path w="2504127" h="2201005">
                <a:moveTo>
                  <a:pt x="0" y="0"/>
                </a:moveTo>
                <a:lnTo>
                  <a:pt x="2504127" y="2201005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B8CDE5E-4B6B-485E-BFDF-1307822C79E3}"/>
              </a:ext>
            </a:extLst>
          </p:cNvPr>
          <p:cNvSpPr>
            <a:spLocks noGrp="1"/>
          </p:cNvSpPr>
          <p:nvPr/>
        </p:nvSpPr>
        <p:spPr>
          <a:xfrm>
            <a:off x="3618148" y="14308846"/>
            <a:ext cx="259475" cy="15889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AB69EA03-7275-423C-8FF6-87D88D6A0919}"/>
              </a:ext>
            </a:extLst>
          </p:cNvPr>
          <p:cNvSpPr>
            <a:spLocks noGrp="1"/>
          </p:cNvSpPr>
          <p:nvPr/>
        </p:nvSpPr>
        <p:spPr>
          <a:xfrm>
            <a:off x="6381750" y="12382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EB5150F2-5D4B-44F9-9637-FA36A8F6B4C8}"/>
              </a:ext>
            </a:extLst>
          </p:cNvPr>
          <p:cNvSpPr>
            <a:spLocks noGrp="1"/>
          </p:cNvSpPr>
          <p:nvPr/>
        </p:nvSpPr>
        <p:spPr>
          <a:xfrm>
            <a:off x="92392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AF1DCF7D-B4B5-409C-8743-294BDFBF6FDC}"/>
              </a:ext>
            </a:extLst>
          </p:cNvPr>
          <p:cNvSpPr>
            <a:spLocks noGrp="1"/>
          </p:cNvSpPr>
          <p:nvPr/>
        </p:nvSpPr>
        <p:spPr>
          <a:xfrm>
            <a:off x="120967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DC83F967-322E-48C4-B320-E03EF2BCFB7D}"/>
              </a:ext>
            </a:extLst>
          </p:cNvPr>
          <p:cNvSpPr>
            <a:spLocks noGrp="1"/>
          </p:cNvSpPr>
          <p:nvPr/>
        </p:nvSpPr>
        <p:spPr>
          <a:xfrm>
            <a:off x="6381750" y="14525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DB7A69C-98EF-40C3-AB47-50BA5C8EE05F}"/>
              </a:ext>
            </a:extLst>
          </p:cNvPr>
          <p:cNvSpPr>
            <a:spLocks noGrp="1"/>
          </p:cNvSpPr>
          <p:nvPr/>
        </p:nvSpPr>
        <p:spPr>
          <a:xfrm>
            <a:off x="114300" y="12401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75887885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图片 6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29095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9050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9050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9050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233362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233362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23336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4962BB92-B41F-4D80-ABCB-AF5B502002A4}"/>
              </a:ext>
            </a:extLst>
          </p:cNvPr>
          <p:cNvSpPr>
            <a:spLocks noGrp="1"/>
          </p:cNvSpPr>
          <p:nvPr/>
        </p:nvSpPr>
        <p:spPr>
          <a:xfrm>
            <a:off x="3263203" y="190500"/>
            <a:ext cx="3118547" cy="1175128"/>
          </a:xfrm>
          <a:custGeom>
            <a:avLst/>
            <a:gdLst/>
            <a:ahLst/>
            <a:cxnLst/>
            <a:rect l="0" t="0" r="0" b="0"/>
            <a:pathLst>
              <a:path w="3118547" h="1175128">
                <a:moveTo>
                  <a:pt x="0" y="1175128"/>
                </a:moveTo>
                <a:lnTo>
                  <a:pt x="311854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701B96FB-36B3-4BAA-B40F-3E7568900AAE}"/>
              </a:ext>
            </a:extLst>
          </p:cNvPr>
          <p:cNvSpPr>
            <a:spLocks noGrp="1"/>
          </p:cNvSpPr>
          <p:nvPr/>
        </p:nvSpPr>
        <p:spPr>
          <a:xfrm>
            <a:off x="3263203" y="1871440"/>
            <a:ext cx="3118547" cy="2605310"/>
          </a:xfrm>
          <a:custGeom>
            <a:avLst/>
            <a:gdLst/>
            <a:ahLst/>
            <a:cxnLst/>
            <a:rect l="0" t="0" r="0" b="0"/>
            <a:pathLst>
              <a:path w="3118547" h="2605310">
                <a:moveTo>
                  <a:pt x="0" y="0"/>
                </a:moveTo>
                <a:lnTo>
                  <a:pt x="3118547" y="260531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8CC3D39-ADCF-44B7-BAF6-14865E2B51C3}"/>
              </a:ext>
            </a:extLst>
          </p:cNvPr>
          <p:cNvSpPr>
            <a:spLocks noGrp="1"/>
          </p:cNvSpPr>
          <p:nvPr/>
        </p:nvSpPr>
        <p:spPr>
          <a:xfrm>
            <a:off x="2975992" y="1365628"/>
            <a:ext cx="287211" cy="50581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4D17D31-E0B4-4CC1-8BE5-B1919A875ED6}"/>
              </a:ext>
            </a:extLst>
          </p:cNvPr>
          <p:cNvSpPr>
            <a:spLocks noGrp="1"/>
          </p:cNvSpPr>
          <p:nvPr/>
        </p:nvSpPr>
        <p:spPr>
          <a:xfrm>
            <a:off x="6381750" y="190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579E5F13-6EA6-40D0-8D8D-09F1977246B4}"/>
              </a:ext>
            </a:extLst>
          </p:cNvPr>
          <p:cNvSpPr>
            <a:spLocks noGrp="1"/>
          </p:cNvSpPr>
          <p:nvPr/>
        </p:nvSpPr>
        <p:spPr>
          <a:xfrm>
            <a:off x="92392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511EFCED-B086-46FF-9B7F-DF4EC386AC49}"/>
              </a:ext>
            </a:extLst>
          </p:cNvPr>
          <p:cNvSpPr>
            <a:spLocks noGrp="1"/>
          </p:cNvSpPr>
          <p:nvPr/>
        </p:nvSpPr>
        <p:spPr>
          <a:xfrm>
            <a:off x="120967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6DF94E16-57D6-4AC4-9158-DE9DF9AB6FA3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EA689BE-D046-4F11-8849-509678057001}"/>
              </a:ext>
            </a:extLst>
          </p:cNvPr>
          <p:cNvSpPr>
            <a:spLocks noGrp="1"/>
          </p:cNvSpPr>
          <p:nvPr/>
        </p:nvSpPr>
        <p:spPr>
          <a:xfrm>
            <a:off x="114300" y="209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495820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485775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485775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485775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700087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700087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70008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B3A350B4-E7D7-44C0-A89F-DA8167506911}"/>
              </a:ext>
            </a:extLst>
          </p:cNvPr>
          <p:cNvSpPr>
            <a:spLocks noGrp="1"/>
          </p:cNvSpPr>
          <p:nvPr/>
        </p:nvSpPr>
        <p:spPr>
          <a:xfrm>
            <a:off x="3132294" y="4857750"/>
            <a:ext cx="3249456" cy="1484384"/>
          </a:xfrm>
          <a:custGeom>
            <a:avLst/>
            <a:gdLst/>
            <a:ahLst/>
            <a:cxnLst/>
            <a:rect l="0" t="0" r="0" b="0"/>
            <a:pathLst>
              <a:path w="3249456" h="1484384">
                <a:moveTo>
                  <a:pt x="0" y="1484384"/>
                </a:moveTo>
                <a:lnTo>
                  <a:pt x="3249456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A6196E9C-CC72-470D-8715-8EF016C527D1}"/>
              </a:ext>
            </a:extLst>
          </p:cNvPr>
          <p:cNvSpPr>
            <a:spLocks noGrp="1"/>
          </p:cNvSpPr>
          <p:nvPr/>
        </p:nvSpPr>
        <p:spPr>
          <a:xfrm>
            <a:off x="3132294" y="6889164"/>
            <a:ext cx="3249456" cy="2254836"/>
          </a:xfrm>
          <a:custGeom>
            <a:avLst/>
            <a:gdLst/>
            <a:ahLst/>
            <a:cxnLst/>
            <a:rect l="0" t="0" r="0" b="0"/>
            <a:pathLst>
              <a:path w="3249456" h="2254836">
                <a:moveTo>
                  <a:pt x="0" y="0"/>
                </a:moveTo>
                <a:lnTo>
                  <a:pt x="3249456" y="2254836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8582F57-0051-49EE-B076-A9786EEF2F80}"/>
              </a:ext>
            </a:extLst>
          </p:cNvPr>
          <p:cNvSpPr>
            <a:spLocks noGrp="1"/>
          </p:cNvSpPr>
          <p:nvPr/>
        </p:nvSpPr>
        <p:spPr>
          <a:xfrm>
            <a:off x="2622822" y="6342134"/>
            <a:ext cx="509472" cy="54703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1363C17-1F44-49D2-9F02-E89FB01A6642}"/>
              </a:ext>
            </a:extLst>
          </p:cNvPr>
          <p:cNvSpPr>
            <a:spLocks noGrp="1"/>
          </p:cNvSpPr>
          <p:nvPr/>
        </p:nvSpPr>
        <p:spPr>
          <a:xfrm>
            <a:off x="6381750" y="48577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6CEC26FF-7F41-4BEE-AAE7-8A09CF1F1163}"/>
              </a:ext>
            </a:extLst>
          </p:cNvPr>
          <p:cNvSpPr>
            <a:spLocks noGrp="1"/>
          </p:cNvSpPr>
          <p:nvPr/>
        </p:nvSpPr>
        <p:spPr>
          <a:xfrm>
            <a:off x="92392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44400080-32EB-4F76-AD6D-33ABCFE2C6AF}"/>
              </a:ext>
            </a:extLst>
          </p:cNvPr>
          <p:cNvSpPr>
            <a:spLocks noGrp="1"/>
          </p:cNvSpPr>
          <p:nvPr/>
        </p:nvSpPr>
        <p:spPr>
          <a:xfrm>
            <a:off x="120967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2CC6E0D5-1C12-4CA4-AB97-0368416E0D84}"/>
              </a:ext>
            </a:extLst>
          </p:cNvPr>
          <p:cNvSpPr>
            <a:spLocks noGrp="1"/>
          </p:cNvSpPr>
          <p:nvPr/>
        </p:nvSpPr>
        <p:spPr>
          <a:xfrm>
            <a:off x="6381750" y="70008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ADC7299-B966-492C-A257-08B1BA900A13}"/>
              </a:ext>
            </a:extLst>
          </p:cNvPr>
          <p:cNvSpPr>
            <a:spLocks noGrp="1"/>
          </p:cNvSpPr>
          <p:nvPr/>
        </p:nvSpPr>
        <p:spPr>
          <a:xfrm>
            <a:off x="114300" y="48768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91" name="图片 90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9625459"/>
            <a:ext cx="5810250" cy="4085332"/>
          </a:xfrm>
          <a:prstGeom prst="rect">
            <a:avLst/>
          </a:prstGeom>
        </p:spPr>
      </p:pic>
      <p:pic>
        <p:nvPicPr>
          <p:cNvPr id="92" name="图片 91"/>
          <p:cNvPicPr>
            <a:picLocks noChangeAspect="1"/>
          </p:cNvPicPr>
          <p:nvPr/>
        </p:nvPicPr>
        <p:blipFill>
          <a:blip r:embed="rId19"/>
          <a:srcRect l="10000" t="19000" r="29394" b="20394"/>
          <a:stretch/>
        </p:blipFill>
        <p:spPr>
          <a:xfrm>
            <a:off x="6381750" y="9525000"/>
            <a:ext cx="2857500" cy="2143125"/>
          </a:xfrm>
          <a:prstGeom prst="rect">
            <a:avLst/>
          </a:prstGeom>
        </p:spPr>
      </p:pic>
      <p:pic>
        <p:nvPicPr>
          <p:cNvPr id="93" name="图片 92"/>
          <p:cNvPicPr>
            <a:picLocks noChangeAspect="1"/>
          </p:cNvPicPr>
          <p:nvPr/>
        </p:nvPicPr>
        <p:blipFill>
          <a:blip r:embed="rId20"/>
          <a:srcRect l="10000" t="19000" r="29394" b="20394"/>
          <a:stretch/>
        </p:blipFill>
        <p:spPr>
          <a:xfrm>
            <a:off x="9239250" y="9525000"/>
            <a:ext cx="2857500" cy="2143125"/>
          </a:xfrm>
          <a:prstGeom prst="rect">
            <a:avLst/>
          </a:prstGeom>
        </p:spPr>
      </p:pic>
      <p:pic>
        <p:nvPicPr>
          <p:cNvPr id="94" name="图片 93"/>
          <p:cNvPicPr>
            <a:picLocks noChangeAspect="1"/>
          </p:cNvPicPr>
          <p:nvPr/>
        </p:nvPicPr>
        <p:blipFill>
          <a:blip r:embed="rId21"/>
          <a:srcRect l="10000" t="19000" r="29394" b="20394"/>
          <a:stretch/>
        </p:blipFill>
        <p:spPr>
          <a:xfrm>
            <a:off x="12096750" y="9525000"/>
            <a:ext cx="2857500" cy="2143125"/>
          </a:xfrm>
          <a:prstGeom prst="rect">
            <a:avLst/>
          </a:prstGeom>
        </p:spPr>
      </p:pic>
      <p:pic>
        <p:nvPicPr>
          <p:cNvPr id="95" name="图片 94"/>
          <p:cNvPicPr>
            <a:picLocks noChangeAspect="1"/>
          </p:cNvPicPr>
          <p:nvPr/>
        </p:nvPicPr>
        <p:blipFill>
          <a:blip r:embed="rId22"/>
          <a:srcRect l="10000" t="19000" r="29394" b="20394"/>
          <a:stretch/>
        </p:blipFill>
        <p:spPr>
          <a:xfrm>
            <a:off x="6381750" y="11668125"/>
            <a:ext cx="2857500" cy="2143125"/>
          </a:xfrm>
          <a:prstGeom prst="rect">
            <a:avLst/>
          </a:prstGeom>
        </p:spPr>
      </p:pic>
      <p:pic>
        <p:nvPicPr>
          <p:cNvPr id="96" name="图片 95"/>
          <p:cNvPicPr>
            <a:picLocks noChangeAspect="1"/>
          </p:cNvPicPr>
          <p:nvPr/>
        </p:nvPicPr>
        <p:blipFill>
          <a:blip r:embed="rId23"/>
          <a:srcRect l="10000" t="19000" r="29394" b="20394"/>
          <a:stretch/>
        </p:blipFill>
        <p:spPr>
          <a:xfrm>
            <a:off x="9239250" y="11668125"/>
            <a:ext cx="2857500" cy="2143125"/>
          </a:xfrm>
          <a:prstGeom prst="rect">
            <a:avLst/>
          </a:prstGeom>
        </p:spPr>
      </p:pic>
      <p:pic>
        <p:nvPicPr>
          <p:cNvPr id="97" name="图片 96"/>
          <p:cNvPicPr>
            <a:picLocks noChangeAspect="1"/>
          </p:cNvPicPr>
          <p:nvPr/>
        </p:nvPicPr>
        <p:blipFill>
          <a:blip r:embed="rId24"/>
          <a:srcRect l="10000" t="19000" r="29394" b="20394"/>
          <a:stretch/>
        </p:blipFill>
        <p:spPr>
          <a:xfrm>
            <a:off x="12096750" y="116681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7C839729-2A8D-49FF-9564-59E10CEAA34C}"/>
              </a:ext>
            </a:extLst>
          </p:cNvPr>
          <p:cNvSpPr>
            <a:spLocks noGrp="1"/>
          </p:cNvSpPr>
          <p:nvPr/>
        </p:nvSpPr>
        <p:spPr>
          <a:xfrm>
            <a:off x="2875117" y="9525000"/>
            <a:ext cx="3506633" cy="2169335"/>
          </a:xfrm>
          <a:custGeom>
            <a:avLst/>
            <a:gdLst/>
            <a:ahLst/>
            <a:cxnLst/>
            <a:rect l="0" t="0" r="0" b="0"/>
            <a:pathLst>
              <a:path w="3506633" h="2169335">
                <a:moveTo>
                  <a:pt x="0" y="2169335"/>
                </a:moveTo>
                <a:lnTo>
                  <a:pt x="350663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03E946B4-F093-4F38-B86E-179AF6161893}"/>
              </a:ext>
            </a:extLst>
          </p:cNvPr>
          <p:cNvSpPr>
            <a:spLocks noGrp="1"/>
          </p:cNvSpPr>
          <p:nvPr/>
        </p:nvSpPr>
        <p:spPr>
          <a:xfrm>
            <a:off x="2875117" y="12048399"/>
            <a:ext cx="3506633" cy="1762851"/>
          </a:xfrm>
          <a:custGeom>
            <a:avLst/>
            <a:gdLst/>
            <a:ahLst/>
            <a:cxnLst/>
            <a:rect l="0" t="0" r="0" b="0"/>
            <a:pathLst>
              <a:path w="3506633" h="1762851">
                <a:moveTo>
                  <a:pt x="0" y="0"/>
                </a:moveTo>
                <a:lnTo>
                  <a:pt x="3506633" y="1762851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EDA15FE-7F03-4F41-ACD5-305939696164}"/>
              </a:ext>
            </a:extLst>
          </p:cNvPr>
          <p:cNvSpPr>
            <a:spLocks noGrp="1"/>
          </p:cNvSpPr>
          <p:nvPr/>
        </p:nvSpPr>
        <p:spPr>
          <a:xfrm>
            <a:off x="2575267" y="11694335"/>
            <a:ext cx="299850" cy="35406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25955A8-5EC9-473E-B6FB-CBEED89E8493}"/>
              </a:ext>
            </a:extLst>
          </p:cNvPr>
          <p:cNvSpPr>
            <a:spLocks noGrp="1"/>
          </p:cNvSpPr>
          <p:nvPr/>
        </p:nvSpPr>
        <p:spPr>
          <a:xfrm>
            <a:off x="6381750" y="9525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4AD6B4D0-9921-47EA-AF49-91445C9A9C07}"/>
              </a:ext>
            </a:extLst>
          </p:cNvPr>
          <p:cNvSpPr>
            <a:spLocks noGrp="1"/>
          </p:cNvSpPr>
          <p:nvPr/>
        </p:nvSpPr>
        <p:spPr>
          <a:xfrm>
            <a:off x="92392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3CCB6127-EE03-4C21-B6D0-01E61B3C980B}"/>
              </a:ext>
            </a:extLst>
          </p:cNvPr>
          <p:cNvSpPr>
            <a:spLocks noGrp="1"/>
          </p:cNvSpPr>
          <p:nvPr/>
        </p:nvSpPr>
        <p:spPr>
          <a:xfrm>
            <a:off x="120967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682AF0DD-7946-4F6C-9FF7-0EB8701FDC2A}"/>
              </a:ext>
            </a:extLst>
          </p:cNvPr>
          <p:cNvSpPr>
            <a:spLocks noGrp="1"/>
          </p:cNvSpPr>
          <p:nvPr/>
        </p:nvSpPr>
        <p:spPr>
          <a:xfrm>
            <a:off x="6381750" y="11668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A93CDEE2-110C-4023-BCC1-6E113914EF6B}"/>
              </a:ext>
            </a:extLst>
          </p:cNvPr>
          <p:cNvSpPr>
            <a:spLocks noGrp="1"/>
          </p:cNvSpPr>
          <p:nvPr/>
        </p:nvSpPr>
        <p:spPr>
          <a:xfrm>
            <a:off x="114300" y="9544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pic>
        <p:nvPicPr>
          <p:cNvPr id="106" name="图片 105"/>
          <p:cNvPicPr>
            <a:picLocks noChangeAspect="1"/>
          </p:cNvPicPr>
          <p:nvPr/>
        </p:nvPicPr>
        <p:blipFill>
          <a:blip r:embed="rId25"/>
          <a:stretch/>
        </p:blipFill>
        <p:spPr>
          <a:xfrm>
            <a:off x="95250" y="14292709"/>
            <a:ext cx="5810250" cy="4085332"/>
          </a:xfrm>
          <a:prstGeom prst="rect">
            <a:avLst/>
          </a:prstGeom>
        </p:spPr>
      </p:pic>
      <p:pic>
        <p:nvPicPr>
          <p:cNvPr id="107" name="图片 106"/>
          <p:cNvPicPr>
            <a:picLocks noChangeAspect="1"/>
          </p:cNvPicPr>
          <p:nvPr/>
        </p:nvPicPr>
        <p:blipFill>
          <a:blip r:embed="rId26"/>
          <a:stretch/>
        </p:blipFill>
        <p:spPr>
          <a:xfrm>
            <a:off x="6381750" y="14192250"/>
            <a:ext cx="2857500" cy="2143125"/>
          </a:xfrm>
          <a:prstGeom prst="rect">
            <a:avLst/>
          </a:prstGeom>
        </p:spPr>
      </p:pic>
      <p:pic>
        <p:nvPicPr>
          <p:cNvPr id="108" name="图片 107"/>
          <p:cNvPicPr>
            <a:picLocks noChangeAspect="1"/>
          </p:cNvPicPr>
          <p:nvPr/>
        </p:nvPicPr>
        <p:blipFill>
          <a:blip r:embed="rId27"/>
          <a:stretch/>
        </p:blipFill>
        <p:spPr>
          <a:xfrm>
            <a:off x="9239250" y="14192250"/>
            <a:ext cx="2857500" cy="2143125"/>
          </a:xfrm>
          <a:prstGeom prst="rect">
            <a:avLst/>
          </a:prstGeom>
        </p:spPr>
      </p:pic>
      <p:pic>
        <p:nvPicPr>
          <p:cNvPr id="109" name="图片 108"/>
          <p:cNvPicPr>
            <a:picLocks noChangeAspect="1"/>
          </p:cNvPicPr>
          <p:nvPr/>
        </p:nvPicPr>
        <p:blipFill>
          <a:blip r:embed="rId28"/>
          <a:stretch/>
        </p:blipFill>
        <p:spPr>
          <a:xfrm>
            <a:off x="12096750" y="14192250"/>
            <a:ext cx="2857500" cy="2143125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29"/>
          <a:stretch/>
        </p:blipFill>
        <p:spPr>
          <a:xfrm>
            <a:off x="6381750" y="16335375"/>
            <a:ext cx="2857500" cy="2143125"/>
          </a:xfrm>
          <a:prstGeom prst="rect">
            <a:avLst/>
          </a:prstGeom>
        </p:spPr>
      </p:pic>
      <p:pic>
        <p:nvPicPr>
          <p:cNvPr id="111" name="图片 110"/>
          <p:cNvPicPr>
            <a:picLocks noChangeAspect="1"/>
          </p:cNvPicPr>
          <p:nvPr/>
        </p:nvPicPr>
        <p:blipFill>
          <a:blip r:embed="rId30"/>
          <a:stretch/>
        </p:blipFill>
        <p:spPr>
          <a:xfrm>
            <a:off x="9239250" y="16335375"/>
            <a:ext cx="2857500" cy="2143125"/>
          </a:xfrm>
          <a:prstGeom prst="rect">
            <a:avLst/>
          </a:prstGeom>
        </p:spPr>
      </p:pic>
      <p:pic>
        <p:nvPicPr>
          <p:cNvPr id="112" name="图片 111"/>
          <p:cNvPicPr>
            <a:picLocks noChangeAspect="1"/>
          </p:cNvPicPr>
          <p:nvPr/>
        </p:nvPicPr>
        <p:blipFill>
          <a:blip r:embed="rId31"/>
          <a:stretch/>
        </p:blipFill>
        <p:spPr>
          <a:xfrm>
            <a:off x="12096750" y="16335375"/>
            <a:ext cx="2857500" cy="2143125"/>
          </a:xfrm>
          <a:prstGeom prst="rect">
            <a:avLst/>
          </a:prstGeom>
        </p:spPr>
      </p:pic>
      <p:sp>
        <p:nvSpPr>
          <p:cNvPr id="53" name="任意多边形: 形状 52">
            <a:extLst>
              <a:ext uri="{FF2B5EF4-FFF2-40B4-BE49-F238E27FC236}">
                <a16:creationId xmlns:a16="http://schemas.microsoft.com/office/drawing/2014/main" id="{ADF5DE6B-76B4-45AA-9103-A897EB470CDB}"/>
              </a:ext>
            </a:extLst>
          </p:cNvPr>
          <p:cNvSpPr>
            <a:spLocks noGrp="1"/>
          </p:cNvSpPr>
          <p:nvPr/>
        </p:nvSpPr>
        <p:spPr>
          <a:xfrm>
            <a:off x="3877623" y="14192250"/>
            <a:ext cx="2504127" cy="1926346"/>
          </a:xfrm>
          <a:custGeom>
            <a:avLst/>
            <a:gdLst/>
            <a:ahLst/>
            <a:cxnLst/>
            <a:rect l="0" t="0" r="0" b="0"/>
            <a:pathLst>
              <a:path w="2504127" h="1926346">
                <a:moveTo>
                  <a:pt x="0" y="1926346"/>
                </a:moveTo>
                <a:lnTo>
                  <a:pt x="250412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DF3C0350-BB52-4A7A-AF02-B1A00B80D9F5}"/>
              </a:ext>
            </a:extLst>
          </p:cNvPr>
          <p:cNvSpPr>
            <a:spLocks noGrp="1"/>
          </p:cNvSpPr>
          <p:nvPr/>
        </p:nvSpPr>
        <p:spPr>
          <a:xfrm>
            <a:off x="3877623" y="16277495"/>
            <a:ext cx="2504127" cy="2201005"/>
          </a:xfrm>
          <a:custGeom>
            <a:avLst/>
            <a:gdLst/>
            <a:ahLst/>
            <a:cxnLst/>
            <a:rect l="0" t="0" r="0" b="0"/>
            <a:pathLst>
              <a:path w="2504127" h="2201005">
                <a:moveTo>
                  <a:pt x="0" y="0"/>
                </a:moveTo>
                <a:lnTo>
                  <a:pt x="2504127" y="2201005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60374BE8-89AC-4712-9FFF-2E4D566BD9CA}"/>
              </a:ext>
            </a:extLst>
          </p:cNvPr>
          <p:cNvSpPr>
            <a:spLocks noGrp="1"/>
          </p:cNvSpPr>
          <p:nvPr/>
        </p:nvSpPr>
        <p:spPr>
          <a:xfrm>
            <a:off x="3618148" y="16118596"/>
            <a:ext cx="259475" cy="15889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A6006168-5C4F-4FB7-934B-CAD9B8C99A56}"/>
              </a:ext>
            </a:extLst>
          </p:cNvPr>
          <p:cNvSpPr>
            <a:spLocks noGrp="1"/>
          </p:cNvSpPr>
          <p:nvPr/>
        </p:nvSpPr>
        <p:spPr>
          <a:xfrm>
            <a:off x="6381750" y="14192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3409CB3D-FF30-4A63-BFEF-49C922755549}"/>
              </a:ext>
            </a:extLst>
          </p:cNvPr>
          <p:cNvSpPr>
            <a:spLocks noGrp="1"/>
          </p:cNvSpPr>
          <p:nvPr/>
        </p:nvSpPr>
        <p:spPr>
          <a:xfrm>
            <a:off x="92392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43BE9471-FFE2-473A-9A2B-9A026498C6E6}"/>
              </a:ext>
            </a:extLst>
          </p:cNvPr>
          <p:cNvSpPr>
            <a:spLocks noGrp="1"/>
          </p:cNvSpPr>
          <p:nvPr/>
        </p:nvSpPr>
        <p:spPr>
          <a:xfrm>
            <a:off x="120967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9" name="任意多边形: 形状 58">
            <a:extLst>
              <a:ext uri="{FF2B5EF4-FFF2-40B4-BE49-F238E27FC236}">
                <a16:creationId xmlns:a16="http://schemas.microsoft.com/office/drawing/2014/main" id="{90D94573-1853-427F-B640-0B929B737653}"/>
              </a:ext>
            </a:extLst>
          </p:cNvPr>
          <p:cNvSpPr>
            <a:spLocks noGrp="1"/>
          </p:cNvSpPr>
          <p:nvPr/>
        </p:nvSpPr>
        <p:spPr>
          <a:xfrm>
            <a:off x="6381750" y="16335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50265887-5450-45BE-B1C1-3A8A9B2AB1E9}"/>
              </a:ext>
            </a:extLst>
          </p:cNvPr>
          <p:cNvSpPr>
            <a:spLocks noGrp="1"/>
          </p:cNvSpPr>
          <p:nvPr/>
        </p:nvSpPr>
        <p:spPr>
          <a:xfrm>
            <a:off x="114300" y="14211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57507281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954</Words>
  <Application>Microsoft Office PowerPoint</Application>
  <DocSecurity>0</DocSecurity>
  <PresentationFormat>自定义</PresentationFormat>
  <Paragraphs>35</Paragraphs>
  <Slides>7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5</cp:revision>
  <dcterms:created xsi:type="dcterms:W3CDTF">2026-09-30T07:02:47Z</dcterms:created>
  <dcterms:modified xsi:type="dcterms:W3CDTF">2026-10-06T13:07:15Z</dcterms:modified>
</cp:coreProperties>
</file>