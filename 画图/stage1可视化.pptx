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7C3D7600.xml" ContentType="application/vnd.ms-powerpoint.comments+xml"/>
  <Override PartName="/ppt/notesSlides/notesSlide2.xml" ContentType="application/vnd.openxmlformats-officedocument.presentationml.notesSlide+xml"/>
  <Override PartName="/ppt/comments/modernComment_101_642BD2FB.xml" ContentType="application/vnd.ms-powerpoint.comments+xml"/>
  <Override PartName="/ppt/notesSlides/notesSlide3.xml" ContentType="application/vnd.openxmlformats-officedocument.presentationml.notesSlide+xml"/>
  <Override PartName="/ppt/comments/modernComment_102_423427B3.xml" ContentType="application/vnd.ms-powerpoint.comments+xml"/>
  <Override PartName="/ppt/notesSlides/notesSlide4.xml" ContentType="application/vnd.openxmlformats-officedocument.presentationml.notesSlide+xml"/>
  <Override PartName="/ppt/comments/modernComment_103_72994BA8.xml" ContentType="application/vnd.ms-powerpoint.comments+xml"/>
  <Override PartName="/ppt/notesSlides/notesSlide5.xml" ContentType="application/vnd.openxmlformats-officedocument.presentationml.notesSlide+xml"/>
  <Override PartName="/ppt/comments/modernComment_104_19814A52.xml" ContentType="application/vnd.ms-powerpoint.comments+xml"/>
  <Override PartName="/ppt/notesSlides/notesSlide6.xml" ContentType="application/vnd.openxmlformats-officedocument.presentationml.notesSlide+xml"/>
  <Override PartName="/ppt/comments/modernComment_105_2D3B928B.xml" ContentType="application/vnd.ms-powerpoint.comments+xml"/>
  <Override PartName="/ppt/notesSlides/notesSlide7.xml" ContentType="application/vnd.openxmlformats-officedocument.presentationml.notesSlide+xml"/>
  <Override PartName="/ppt/comments/modernComment_106_2246EA2D.xml" ContentType="application/vnd.ms-powerpoint.comments+xml"/>
  <Override PartName="/ppt/notesSlides/notesSlide8.xml" ContentType="application/vnd.openxmlformats-officedocument.presentationml.notesSlide+xml"/>
  <Override PartName="/ppt/comments/modernComment_107_561014C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5240000" cy="1866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067" autoAdjust="0"/>
  </p:normalViewPr>
  <p:slideViewPr>
    <p:cSldViewPr snapToGrid="0">
      <p:cViewPr varScale="1">
        <p:scale>
          <a:sx n="23" d="100"/>
          <a:sy n="23" d="100"/>
        </p:scale>
        <p:origin x="21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omments/modernComment_100_7C3D76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B702886-DCC1-4CE4-9C80-44D490A8E4AF}" authorId="{D3F71A66-0C34-DF1A-5236-FECDBC820DCB}" created="2026-09-30T07:03:29.608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t>@@stage1-seven-group1-baseline-NO_LEVEL</a:t>
        </a:r>
      </a:p>
    </p188:txBody>
  </p188:cm>
  <p188:cm id="{790A6C81-658A-4C5A-A62C-F2169E57ECFA}" authorId="{D3F71A66-0C34-DF1A-5236-FECDBC820DCB}" created="2026-09-30T07:03:29.619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1_642BD2F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AA303E-ADBB-4D1F-A8DC-F9DDB67FF148}" authorId="{D3F71A66-0C34-DF1A-5236-FECDBC820DCB}" created="2026-09-30T07:03:30.252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t>@@stage1-seven-group2-baseline-NO_LEVEL</a:t>
        </a:r>
      </a:p>
    </p188:txBody>
  </p188:cm>
  <p188:cm id="{F3589B7E-97DF-4EC8-A3CF-58080122AFEC}" authorId="{D3F71A66-0C34-DF1A-5236-FECDBC820DCB}" created="2026-09-30T07:03:30.253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2_423427B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5D2119-50CD-447D-9CD2-306A422EDA02}" authorId="{D3F71A66-0C34-DF1A-5236-FECDBC820DCB}" created="2026-09-30T07:03:30.657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t>@@stage1-seven-group1-contrast-NO_LEVEL</a:t>
        </a:r>
      </a:p>
    </p188:txBody>
  </p188:cm>
  <p188:cm id="{E447D5BB-380F-4E75-82D7-D9CEF23F7730}" authorId="{D3F71A66-0C34-DF1A-5236-FECDBC820DCB}" created="2026-09-30T07:03:30.658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3_72994B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39C68-FEC5-4DA1-8E1B-981079A579EE}" authorId="{D3F71A66-0C34-DF1A-5236-FECDBC820DCB}" created="2026-09-30T07:03:31.187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t>@@stage1-seven-group2-contrast-NO_LEVEL</a:t>
        </a:r>
      </a:p>
    </p188:txBody>
  </p188:cm>
  <p188:cm id="{CD2C872F-3004-41FF-AC01-5CDFA2F99DF0}" authorId="{D3F71A66-0C34-DF1A-5236-FECDBC820DCB}" created="2026-09-30T07:03:31.188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4_19814A5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34EFF-7818-4B29-ABFE-F025D73E687C}" authorId="{D3F71A66-0C34-DF1A-5236-FECDBC820DCB}" created="2026-09-30T07:03:31.621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t>@@stage1-seven-group1-density-NO_LEVEL</a:t>
        </a:r>
      </a:p>
    </p188:txBody>
  </p188:cm>
  <p188:cm id="{9C545667-49F5-4FA8-89C2-7092A1DC97B2}" authorId="{D3F71A66-0C34-DF1A-5236-FECDBC820DCB}" created="2026-09-30T07:03:31.622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5_2D3B928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1F8EAE-ABE4-4241-A6D2-8B087A22E075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t>@@stage1-seven-group2-density-NO_LEVEL</a:t>
        </a:r>
      </a:p>
    </p188:txBody>
  </p188:cm>
  <p188:cm id="{F859B8D7-44CB-455F-BA5A-90BD668D3B46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6_2246EA2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0BECFD-288B-45B0-88C1-DA095D91458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@@stage1-fourcase-main-NO_LEVEL</a:t>
        </a:r>
      </a:p>
    </p188:txBody>
  </p188:cm>
  <p188:cm id="{585F4551-5D70-4B26-92EA-90261F8F41AC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AFF808BA-AE40-41A0-AFEA-46FA4A219E78}" authorId="{D3F71A66-0C34-DF1A-5236-FECDBC820DCB}" created="2026-10-22T15:53:22.97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stage1-fourcase-main-NO_LEVEL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stage1-fourcase-main-NO_LEVEL｜四例真实配体区域与预测的三维比较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`stage1-fourcase-main`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fourcase-mai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第7页四例版为历史原稿，本轮不在正文展示。生成时选定的四个病例身份如下；表中 GT／CA2／Emap 是三种条件的原生 blob 编号，不是候选排名。</a:t>
        </a:r>
      </a:p>
      <a:p>
        <a:r>
          <a:t/>
        </a:r>
      </a:p>
      <a:p>
        <a:r>
          <a:t>| PDB | 真实配体身份与沉积编号 | occurrence 编号 | GT blob | CA2 blob | Emap blob |</a:t>
        </a:r>
      </a:p>
      <a:p>
        <a:r>
          <a:t>| --- | --- | ---: | ---: | ---: | ---: |</a:t>
        </a:r>
      </a:p>
      <a:p>
        <a:r>
          <a:t>| 9PQM | ATPγS／AGS，A:401 | 0 | 4 | 1 | 138 |</a:t>
        </a:r>
      </a:p>
      <a:p>
        <a:r>
          <a:t>| 9UWI | 胆固醇／CLR，B:502 | 3 | 2 | 3 | 80 |</a:t>
        </a:r>
      </a:p>
      <a:p>
        <a:r>
          <a:t>| 9WUP | NADPH／NDP，A:1104 | 3 | 5 | 5 | 91 |</a:t>
        </a:r>
      </a:p>
      <a:p>
        <a:r>
          <a:t>| 9RMI | ADP，C:401 | 2 | 2 | 2 | 468 |</a:t>
        </a:r>
      </a:p>
      <a:p>
        <a:r>
          <a:t/>
        </a:r>
      </a:p>
      <a:p>
        <a:r>
          <a:t>直接图像生成由每个 `&lt;pdb&gt;_reproduce.cxc` 中的 UCSF ChimeraX 1.10.1 原生命令承担；`open_data.py` 只按固定顺序加载十二个基础模型并保存含密度的会话。`common_style.cxc/contrast_style.cxc/density_style.cxc` 管颜色、透明度和密度表示，`&lt;pdb&gt;_local.cxc` 管相机。`build_deck.mjs` 将真实 PNG、原生框线、连接线和图注装入七页 PPT；`page.main` 明确选择 9pqm、9uwi、9wup、9rmi，稳定图名为 `stage1-fourcase-main`。三维渲染没有一个 Matplotlib 绘图函数，应追到这些原生命令。</a:t>
        </a:r>
      </a:p>
      <a:p>
        <a:r>
          <a:t/>
        </a:r>
      </a:p>
      <a:p>
        <a:r>
          <a:t>完整链为：</a:t>
        </a:r>
      </a:p>
      <a:p>
        <a:r>
          <a:t/>
        </a:r>
      </a:p>
      <a:p>
        <a:r>
          <a:t>```text</a:t>
        </a:r>
      </a:p>
      <a:p>
        <a:r>
          <a:t>冻结密度/occurrence/CIF/受体token + real/cryo/emap blobs.npz/evaluation.npz</a:t>
        </a:r>
      </a:p>
      <a:p>
        <a:r>
          <a:t>→ base/fetch_data.py（只读下载与source_manifest）</a:t>
        </a:r>
      </a:p>
      <a:p>
        <a:r>
          <a:t>→ base/prepare_data.py（MRC/mmCIF及交集核对）</a:t>
        </a:r>
      </a:p>
      <a:p>
        <a:r>
          <a:t>→ output/stage1-fourcase-main/base/&lt;pdb&gt;/assets</a:t>
        </a:r>
      </a:p>
      <a:p>
        <a:r>
          <a:t>→ open_data.py → &lt;pdb&gt;_reproduce.cxc</a:t>
        </a:r>
      </a:p>
      <a:p>
        <a:r>
          <a:t>→ output/stage1-fourcase-main/display/&lt;pdb&gt;/{contrast,baseline,density}/PNG</a:t>
        </a:r>
      </a:p>
      <a:p>
        <a:r>
          <a:t>→ build_deck.mjs → 当前PPT页</a:t>
        </a:r>
      </a:p>
      <a:p>
        <a:r>
          <a:t>```</a:t>
        </a:r>
      </a:p>
      <a:p>
        <a:r>
          <a:t/>
        </a:r>
      </a:p>
      <a:p>
        <a:r>
          <a:t>源文件有历史复用关系：base 的原转换与下载程序在已有文件存在时复用 `source_history/source/&lt;pdb&gt;`，否则读取 `base/source/&lt;pdb&gt;`；display 的 `open_data.py` 读取 base assets。整理时这三个 output 区均保留，不因目录名含旧版而删除仍被当前病例使用的源数组。`source_manifest.json` 保存逐件服务器路径、字节数和 SHA-256；每例 `data.json` 保存最终模型顺序、contour、坐标和交集检查，`scene_checks.json` 保存相机投影与定位框的依据，`session.cxs` 嵌入密度，可离线打开。</a:t>
        </a:r>
      </a:p>
      <a:p>
        <a:r>
          <a:t/>
        </a:r>
      </a:p>
      <a:p>
        <a:r>
          <a:t>数组是 ZYX，原子世界坐标是 XYZ，单位 Å；源 corner origin 加半个 spacing 后写为 MRC 首体素中心。稀疏掩码裁掉外围零体素时同步调整 origin，保留非零体素与世界坐标。预测和 GT 使用二值 0.5 等值面、step 1、关闭表面平滑。每例六格共用同一相机；正文选用 contrast 风格，即绿色受体与灰色密度网格。改变相机不重新计算交集。</a:t>
        </a:r>
      </a:p>
      <a:p>
        <a:r>
          <a:t/>
        </a:r>
      </a:p>
      <a:p>
        <a:r>
          <a:t>正文局部数值来自被展示实例的掩码交集，非 PDB 等权宏平均。例如 9PQM 的 GT／CA2／Emap Dice 是 0.816489／0.816216／0.766017；9UWI Emap precision=99/100=0.990、recall=99/330=0.300，GT recall=268/330=0.812121；9WUP GT recall=296/321=0.922118。9WUP 展示的 Emap blob 91 与目标交集为 0，是最近候选，不能据此说整个 PDB 没有预测。</a:t>
        </a:r>
      </a:p>
      <a:p>
        <a:r>
          <a:t/>
        </a:r>
      </a:p>
      <a:p>
        <a:r>
          <a:t>9RMI GT 的交集／预测体素／GT体素是 241／397／273，所以 precision=0.607053、recall=0.882784、Dice=0.719403；CA2 为 221／558／273，对应 0.396057、0.809524、0.531889。Emap 为 28／153／273，对应 recall 0.102564、Dice 0.131455。其余准确值见每例 `data.json` 和 `display/selection_metrics.csv`。病例图不能作为总体性能估计；保留的 9WQ3、9X0X、9BJJ 风格对照是生成集合的一部分，不因正文删例而改变当前图的来源。</a:t>
        </a:r>
      </a:p>
    </p188:txBody>
  </p188:cm>
</p188:cmLst>
</file>

<file path=ppt/comments/modernComment_107_561014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404FB0-AD54-490C-BCFB-E0637C713B4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@@stage1-threecase-main-NO_LEVEL</a:t>
        </a:r>
      </a:p>
    </p188:txBody>
  </p188:cm>
  <p188:cm id="{664EA801-0E22-4A9E-8205-C0C7901F43DE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1DC35027-00AE-4658-81B2-D43D32F10459}" authorId="{D3F71A66-0C34-DF1A-5236-FECDBC820DCB}" created="2026-10-24T05:34:37.22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stage1-threecase-main-NO_LEVEL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stage1-threecase-main-NO_LEVEL｜三例真实配体区域与预测的三维比较</a:t>
        </a:r>
      </a:p>
      <a:p>
        <a:r>
          <a:t/>
        </a:r>
      </a:p>
      <a:p>
        <a:r>
          <a:t>第8页三例版保留，本轮从中英文正文移出；面板 a、b、c 分别为9UWI的胆固醇（CLR，B:502）、9WUP的NADPH（NDP，A:1104）和9RMI的ADP（C:401）。第7页的四例原稿保留；上方四例记录中“当前正文引用第7页”为删例前状态。</a:t>
        </a:r>
      </a:p>
      <a:p>
        <a:r>
          <a:t/>
        </a:r>
      </a:p>
      <a:p>
        <a:r>
          <a:t>本图与 @@stage1-fourcase-main-NO_LEVEL 共享 `stage1-fourcase-main/` 中的取数、ChimeraX原生显示命令、`build_deck.mjs` 和冻结输入。生成集合仍保留9PQM；本图只删除该病例的整行及其双语图注内容，其余病例的图像、位置、尺寸、裁切和连线不变，标签由b、c、d顺延为a、b、c。三例的occurrence和GT／CA2／Emap blob编号分别为9UWI：3、2／3／80；9WUP：3、5／5／91；9RMI：2、2／2／468。</a:t>
        </a:r>
      </a:p>
      <a:p>
        <a:r>
          <a:t/>
        </a:r>
      </a:p>
      <a:p>
        <a:r>
          <a:t>科学来源、数组字段、世界坐标、密度等值面、相机、阈值和实例级交集定义与四例原始集合相同：数组ZYX、原子XYZ、单位Å；GT／CA2／Emap表示沉积受体条件、CryoAtom2重建受体条件和Emap2lig-Find。9UWI与9WUP在重建受体条件下的实例Dice分别为0.848和0.715；9RMI的GT／CA2精确率为0.607／0.396，Dice为0.719／0.532。冻结源数组、每例data.json、source_manifest.json、scene_checks.json及原会话保持不变，不重新计算模型结果。</a:t>
        </a:r>
      </a:p>
      <a:p>
        <a:r>
          <a:t/>
        </a:r>
      </a:p>
      <a:p>
        <a:r>
          <a:t>完整重建：从仓库根执行 `python -X utf8 -B 转换工具/ops/rebuild_figures.py --figure stage1-threecase-main-NO_LEVEL`。入口复用四例原生渲染和装配，仅在主图循环跳过9PQM并保留原行索引；候选使用threecase图名并从当前第8页获取作者双语图注。新生成素材和rebuilt.pptx写入本次temp构建目录，正式PPT只读。此显示筛选不修改四例版本的生成行为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a–d, 分别为 9PQM 中的 ATPγS（AGS，A:401）、9UWI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a–d, </a:t>
            </a:r>
            <a:r>
              <a:rPr dirty="0" err="1"/>
              <a:t>ATPγS</a:t>
            </a:r>
            <a:r>
              <a:rPr dirty="0"/>
              <a:t> in 9PQM (AGS, A:401), 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DDFF-C612-0F94-223D-6FAE8DC90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E42C6-EB38-09DC-4FA0-EE6460D14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B12B5-BAA9-155E-92BB-D0658A46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a–c, 分别为 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a–c, </a:t>
            </a:r>
            <a:r>
              <a:rPr dirty="0" err="1"/>
              <a:t/>
            </a:r>
            <a:r>
              <a:rPr dirty="0"/>
              <a:t>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562E4-72E0-FF0E-12DF-F13F380E13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1794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7C3D7600.xml"/><Relationship Id="rId21" Type="http://schemas.openxmlformats.org/officeDocument/2006/relationships/image" Target="../media/image18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microsoft.com/office/2018/10/relationships/comments" Target="../comments/modernComment_101_642BD2FB.xml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microsoft.com/office/2018/10/relationships/comments" Target="../comments/modernComment_102_423427B3.xml"/><Relationship Id="rId21" Type="http://schemas.openxmlformats.org/officeDocument/2006/relationships/image" Target="../media/image67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29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74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31" Type="http://schemas.openxmlformats.org/officeDocument/2006/relationships/image" Target="../media/image77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7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microsoft.com/office/2018/10/relationships/comments" Target="../comments/modernComment_103_72994BA8.xml"/><Relationship Id="rId21" Type="http://schemas.openxmlformats.org/officeDocument/2006/relationships/image" Target="../media/image95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79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4.png"/><Relationship Id="rId19" Type="http://schemas.openxmlformats.org/officeDocument/2006/relationships/image" Target="../media/image93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108.png"/><Relationship Id="rId18" Type="http://schemas.openxmlformats.org/officeDocument/2006/relationships/image" Target="../media/image113.png"/><Relationship Id="rId26" Type="http://schemas.openxmlformats.org/officeDocument/2006/relationships/image" Target="../media/image121.png"/><Relationship Id="rId3" Type="http://schemas.microsoft.com/office/2018/10/relationships/comments" Target="../comments/modernComment_104_19814A52.xml"/><Relationship Id="rId21" Type="http://schemas.openxmlformats.org/officeDocument/2006/relationships/image" Target="../media/image116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17" Type="http://schemas.openxmlformats.org/officeDocument/2006/relationships/image" Target="../media/image112.png"/><Relationship Id="rId25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11.png"/><Relationship Id="rId20" Type="http://schemas.openxmlformats.org/officeDocument/2006/relationships/image" Target="../media/image115.png"/><Relationship Id="rId29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24" Type="http://schemas.openxmlformats.org/officeDocument/2006/relationships/image" Target="../media/image119.png"/><Relationship Id="rId5" Type="http://schemas.openxmlformats.org/officeDocument/2006/relationships/image" Target="../media/image100.png"/><Relationship Id="rId15" Type="http://schemas.openxmlformats.org/officeDocument/2006/relationships/image" Target="../media/image110.png"/><Relationship Id="rId23" Type="http://schemas.openxmlformats.org/officeDocument/2006/relationships/image" Target="../media/image118.png"/><Relationship Id="rId28" Type="http://schemas.openxmlformats.org/officeDocument/2006/relationships/image" Target="../media/image123.png"/><Relationship Id="rId10" Type="http://schemas.openxmlformats.org/officeDocument/2006/relationships/image" Target="../media/image105.png"/><Relationship Id="rId19" Type="http://schemas.openxmlformats.org/officeDocument/2006/relationships/image" Target="../media/image114.png"/><Relationship Id="rId31" Type="http://schemas.openxmlformats.org/officeDocument/2006/relationships/image" Target="../media/image126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Relationship Id="rId14" Type="http://schemas.openxmlformats.org/officeDocument/2006/relationships/image" Target="../media/image109.png"/><Relationship Id="rId22" Type="http://schemas.openxmlformats.org/officeDocument/2006/relationships/image" Target="../media/image117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3" Type="http://schemas.microsoft.com/office/2018/10/relationships/comments" Target="../comments/modernComment_105_2D3B928B.xml"/><Relationship Id="rId21" Type="http://schemas.openxmlformats.org/officeDocument/2006/relationships/image" Target="../media/image144.png"/><Relationship Id="rId7" Type="http://schemas.openxmlformats.org/officeDocument/2006/relationships/image" Target="../media/image130.png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9.png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image" Target="../media/image128.png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4" Type="http://schemas.openxmlformats.org/officeDocument/2006/relationships/image" Target="../media/image127.png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6_2246EA2D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7_561014C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6951741-7240-4021-8940-3E0454086ACC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6D1EF188-D214-49AD-9F1A-E6F2117496E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B0E6FC9-1B77-44F1-A4D4-118A49270170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0DEEA6-56C2-41D3-88E6-F5E0665497F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B4E318C-1FB6-4279-96A0-A4F7448DA88E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2159250-329F-4EC1-A83F-92B7CC415C52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C1FDB129-178F-4ECB-82DD-1C9BF4CF375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E90B354-D68E-4BAB-82DC-909F0BF59F24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25FA1B7-C260-4879-82F4-ACCF4DE961E8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3B3848B1-A2F7-4B8E-B630-D4EA0BF6B7FE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60BAE88-CB14-43AC-92A2-A43692C7E67D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46267CE-DC6D-49B4-A639-1D47FAC6A50C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31FF8C5C-5205-4C78-A950-BCB99F30E170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6F178CFA-F2F6-4A33-A364-9BA8633D0BE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7B89CDA-9DEB-46DE-8562-7D4F83F3652B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EF71EE-D2DB-4D9D-BD03-956FF647980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B1FF7E01-5AEF-423E-8A67-2185352E2D2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7E05CEB-E1B5-431C-B4F8-D42420B5ED0E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0D93BF1-83C0-4C05-A8A3-901260D4340F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8F7DE0F-A543-455A-B88C-DFE27FB269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99D7FF49-4DB4-45A2-9BA5-C90C5D8AFF4E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50A47C-EDEE-4AC6-962C-50E43089187F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B632BB3B-19DE-4828-9AB5-62AD2A8876A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CCA68AE-A767-4F70-AA64-FEC3212DAD7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28DEA551-7DC4-4CB1-86EE-10D2AFB42103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0B06028-F4F9-4075-B294-F28377E9CB28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961FCA4-FDF9-4834-8936-EE5B46052588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EC17EEA-7111-488D-8246-2913CD81F75A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25D99CDD-A472-4C22-8BF4-7F0F88C466C5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888D7A21-F0E7-4256-908C-D8C0D4DC2E10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8E66FE3-FA94-48F7-B2CF-4A908456E175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C9E477B-0A14-473C-AC98-3FAD09899382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8440268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A9D9B37-7957-4DE3-988F-BA9BC46B7EF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EA445F8-23B0-499C-9CDF-3FBD89769CE0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C7803-9BBB-4EA7-8510-FF4B9013F015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FF3886-4BF8-4059-A6DF-8CD43A2752C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D5AC3C2-DA8D-4A68-96C3-D3631415AAA6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8FB0454-34CE-4583-BBC9-461D137DE6C0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3E297070-BD1B-4E6A-8C49-5A3CDCE9C47E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144560-BC4F-4ECE-B1B2-B56F1EE3F39E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997356D-CB79-4879-8CD4-8AC1CCFBC56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775526D9-699B-4B17-8FD7-703C1764AD7B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F8C360-A142-4C28-863E-79B938264364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A99576A-D5C2-4C1F-A0C3-FFB35143CCA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2395814-A27C-47F5-AAE1-23E1520ECB57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6C62880-066C-413F-8F91-445F5F698A36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C31330F-A4A4-4EEE-90F7-8EF3346420BE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0E5DDCB-2860-4CC7-9F76-C3AFA0721E2D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FA1F665-381A-4C63-B542-826E75A09D6E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F9A1191E-B841-499F-A713-E9140378D894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E562122-074D-41C4-8A57-32540B2E9442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A5D6CBA-1AA7-4534-9399-6DA07EA8913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3BF9CBC-2D25-4DDD-9F98-5F601356D900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95567E62-B1DD-416A-A85E-2323ACFF106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EF04EE1B-09A8-4B21-94DA-3396450A7670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9D9F3DF-436A-43EE-B092-BADEB6C649AD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805936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570FDC6-F1ED-4BAC-8645-C5643808644E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E89B3790-C14A-4DC0-895C-FF4E3F561B11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679A35-0072-4D7D-98F3-B3500868F8EC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5FEC0E-FB6E-434C-B826-7E357ACD5922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AAD28D7-88DA-417B-918E-5C71D5348A02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D3548ED0-8D1C-4A62-A71F-AF780B0DEFB3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9BFE46F1-4420-4547-B659-8E73FB477C7E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1967FEF-8A52-4043-880C-693EDB9DF73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01796A2A-14A3-4AC6-8111-EF45AE82DE9D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08DBAA6-588A-4881-9844-CF47AE6F6D8A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B82B156-CF4B-436C-BFD4-53633C0D45A1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B73059D-0896-49FE-ABE3-366B9DE38494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A4C07B0-79C8-478C-8C4C-3E48EDD9B1B2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166C121-8554-4302-835C-AF82A52A9A3D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8F25E02-663B-457C-9CA8-895979F5C415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79B458-6369-4175-B040-FE91929D60D5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F3AB59F9-3076-4373-81BB-2048EA7C30D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683E2A8F-DA17-46AE-82A5-25513D40E35A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FF453A3-ACA0-4842-AAD5-375DCAFBA6FC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A8271AE-5D3D-40F6-9978-2C5FDA403342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E30FEB-B2EF-4711-AB91-C79D272EE389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EE36CAB1-B846-48AC-8214-1D8F64C074F0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C792F5FE-8813-4367-8AA1-5162FBB3F3EC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10BECDB-64B6-466B-B5FF-DA12B143AEB4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680D2711-789C-4E5F-9A35-B4582623D4B0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2EE7A43-76A7-4D62-9788-198F79A94A6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9A056F6-C33D-4D01-9146-C4CBA1FAA5DA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FBCE36F-0ACF-4102-BF8D-049A4F25D45C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FC418AA-55A4-464C-914E-690DBEF5860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5B1AD6C-90A4-4029-8B18-C77B2A4E4A1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1993150-E331-464E-937E-323A224B1489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31FE362-A13A-4442-B1F7-5C02D94FC345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1107142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0F60D7C-73BF-4D76-8BE7-E9E47B2ED19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B6C4A52-6DF6-4115-B61C-ACAAB8CB58B7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0BA05D-3C27-41B5-8EFB-B78D632AB817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4DE0368-9ADE-45D4-8F68-17F84EDFDFDC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33D46F5-AB17-4D49-9A89-6830F90CDAFC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C8E41251-6DA7-450B-B999-40841775F554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0871A554-23B5-42DD-B76F-E764BC46BD3C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946F8EA-4B68-49D5-9849-B9F0EEFDD924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E861C521-BEB2-4F57-881F-4290773ED878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DD6208D-431A-40FF-811D-14F5A1F44F73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91A36AB-3B72-49D7-8ECC-C4D090AE8FF6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79A674-0074-4BEA-9776-39530363D4F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F43D41A-1137-4E85-9B9D-E90E6E0C83A8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28DF355-077C-478C-964C-7B8D8F8E5AE2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3C42CDC-996E-4F5B-B94F-B0CA7B7F7DA8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B7F4FDD-580C-4640-9191-BA3DBF35E5E8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EA55045F-0AE2-49C0-91CE-48C9D72B6B77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2E5E1DA-41B9-45FF-A43C-3928B35628E6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97641-E2D7-4568-B444-BD861C27F838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4F26E5-78E5-43A6-8E91-AE3CD1AEEACE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A7D95271-F8B2-499D-9BC2-D6D4F894143C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F8AD9E3B-D8A0-40BC-95B2-0AB60FD2FBE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8D084CF2-FA50-421E-BA74-F071980FBC2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6CD1206-061B-4F88-9494-11627CD243D3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9226490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6F04C60F-7474-41A6-9387-D71F5EFBA5F9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7DFE35F-210F-4709-AB77-A717A72F228B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A48BAC-14E2-4CB9-8077-CC4419AEB917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A0C37E-90A9-4866-997B-2205629ECAD1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91D456A-BD67-4796-8F11-369E5577DFEA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63AA21E-4F7F-49A9-B73E-EFB6E353216D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6B6E75B-1810-473D-8A03-D06D6F6CFA8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662D7D-A10A-4304-A1ED-1FE5B1FA65B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7E485A9-D893-44C9-97E1-3257BBCF675E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9998B8AD-BE1D-4111-8327-43D956DA92DF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749363F-2677-4A53-BC40-6E28BFEBCEDC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7EF54F-E3D4-4822-BF9B-5C2B1B9D0F48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38FE9DB-8934-4A3A-9304-63413800357A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E8D250-7CF2-4CCD-9961-5E3E6D2C9AA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DE658465-4BF4-46A2-B5D7-CEB0D443778E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A9139F-0F5B-4F26-8E2D-AB043B50039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3CA866C-87BD-46B8-9929-858C96DF9D10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5F130FF-B98F-47B5-9DBA-7944B83576D4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5FC0A33-077F-4ABF-8D3F-F5A93B349C22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D1E3A92-CBDE-4F2C-8E4C-6C4E9972D3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27F24B5F-9BD7-450C-90DE-7FDF45A8C0A6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E5B13A6-6DF4-4387-B084-240AE9252E8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36B2419-A23F-4C76-BC08-BFA33A26BAEF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254A1DD-D818-40CB-9A1E-731CE56DEA7A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13AAE6DC-8B79-4513-B828-866C36F23C29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B5B63AA2-8EB5-46D2-B2BE-CAFB8323550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578B61B-C04F-4285-BA8F-1C0085D2757E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4610637-34A9-4456-9CAC-5719F1EE0F0F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EFB32633-0B0C-48E4-9BAC-5B91817C768B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A722BC0F-D5DD-4DF9-A277-DF4C57C565E3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3CF02C19-2CBC-40B7-A8C5-E820AA0E1381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6BCA3A5-7694-4167-AE06-B7F6C4D0905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279035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F2E2842-CA92-40D4-BBFA-86DC658EB828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0A5D3821-3E27-4F7A-B9CD-93ABCBCB8C38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ADE866-DEB8-46FF-AD7C-A2E2C69ABC3E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73D51D-14AB-4DAA-AA62-3EBC2AB383E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F508A13-5865-4040-93B1-D431251B05E0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92C8414-CCAF-427C-9A6E-F25663E6FD75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A7346794-73E9-45BC-B6A0-C6A7C004BE90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A2227-9EB0-430C-BCC8-1331234E3651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61DACE5-A1C0-4C5D-9A76-928046D4B28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54AC02E1-06EC-453D-8F28-9BBFDE045701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066CCA-4CA4-46E4-8876-BCB7649D3193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4B6F84-FF49-42B4-A51D-44E7393CAC49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EA83954-8B25-4A29-83E0-B8375E60DDFC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9983BAC-E5F0-4F1F-BB16-829376FBEE3C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F9955532-0BD5-4355-A076-C158AF27D049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A833C8-572D-496E-810C-B1738C3A13AC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8ECAAEF-9D2D-45A5-B9CF-311EDA429C7B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0120595-727B-4D87-A10F-347D17DBB8AF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CDE5E-4B6B-485E-BFDF-1307822C79E3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B69EA03-7275-423C-8FF6-87D88D6A091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B5150F2-5D4B-44F9-9637-FA36A8F6B4C8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1DCF7D-B4B5-409C-8743-294BDFBF6FDC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C83F967-322E-48C4-B320-E03EF2BCFB7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DB7A69C-98EF-40C3-AB47-50BA5C8EE05F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7588788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4962BB92-B41F-4D80-ABCB-AF5B502002A4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01B96FB-36B3-4BAA-B40F-3E7568900AA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CC3D39-ADCF-44B7-BAF6-14865E2B51C3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4D17D31-E0B4-4CC1-8BE5-B1919A875ED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79E5F13-6EA6-40D0-8D8D-09F1977246B4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11EFCED-B086-46FF-9B7F-DF4EC386AC49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DF94E16-57D6-4AC4-9158-DE9DF9AB6FA3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A689BE-D046-4F11-8849-509678057001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3A350B4-E7D7-44C0-A89F-DA8167506911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6196E9C-CC72-470D-8715-8EF016C527D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8582F57-0051-49EE-B076-A9786EEF2F80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1363C17-1F44-49D2-9F02-E89FB01A6642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6CEC26FF-7F41-4BEE-AAE7-8A09CF1F1163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4400080-32EB-4F76-AD6D-33ABCFE2C6A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CC6E0D5-1C12-4CA4-AB97-0368416E0D84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ADC7299-B966-492C-A257-08B1BA900A13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7C839729-2A8D-49FF-9564-59E10CEAA34C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03E946B4-F093-4F38-B86E-179AF6161893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EDA15FE-7F03-4F41-ACD5-305939696164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5955A8-5EC9-473E-B6FB-CBEED89E8493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4AD6B4D0-9921-47EA-AF49-91445C9A9C07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3CCB6127-EE03-4C21-B6D0-01E61B3C980B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82AF0DD-7946-4F6C-9FF7-0EB8701FDC2A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CDEE2-110C-4023-BCC1-6E113914EF6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ADF5DE6B-76B4-45AA-9103-A897EB470CDB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F3C0350-BB52-4A7A-AF02-B1A00B80D9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0374BE8-89AC-4712-9FFF-2E4D566BD9CA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6006168-5C4F-4FB7-934B-CAD9B8C99A56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3409CB3D-FF30-4A63-BFEF-49C92275554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3BE9471-FFE2-473A-9A2B-9A026498C6E6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90D94573-1853-427F-B640-0B929B737653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0265887-5450-45BE-B1C1-3A8A9B2AB1E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75072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D77DD-B383-228A-A820-33ED1E8F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图片 75">
            <a:extLst>
              <a:ext uri="{FF2B5EF4-FFF2-40B4-BE49-F238E27FC236}">
                <a16:creationId xmlns:a16="http://schemas.microsoft.com/office/drawing/2014/main" id="{3346DB73-85F7-5782-5501-5E3D98ADB2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E93AABAE-CFBB-1EBE-B42F-F64D243A8A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D9040CC5-85DC-9685-73BB-AED79DBA872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95DD30D6-9B0C-BAB8-E555-F6C8B26CF9E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>
            <a:extLst>
              <a:ext uri="{FF2B5EF4-FFF2-40B4-BE49-F238E27FC236}">
                <a16:creationId xmlns:a16="http://schemas.microsoft.com/office/drawing/2014/main" id="{02D2FC4F-C75E-040F-D025-D7DEA5C82FB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>
            <a:extLst>
              <a:ext uri="{FF2B5EF4-FFF2-40B4-BE49-F238E27FC236}">
                <a16:creationId xmlns:a16="http://schemas.microsoft.com/office/drawing/2014/main" id="{A841E7B0-17A7-06EC-1A3E-4601F7DFEA2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963AFC2C-8AAD-31BC-4821-089C869099C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E84D6C1-60C4-EE0B-67E6-C5A502BC0709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A205F7E-1E1D-CD80-F82C-713A24527FF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2FEF4FB-8118-35F2-FB12-3B70C231EB8F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E2C7AE-CDA2-BD9B-4B11-A39BA7644601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E78EAE5F-B7DC-6887-5D92-D34B8B52554D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4D9910-480D-CB70-7981-DC0F83E19F2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D9EA261-91CE-10A4-C8D0-DCFC14C1B66F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2BB75A-124F-85EB-D31E-7D3D5DD5351C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91" name="图片 90">
            <a:extLst>
              <a:ext uri="{FF2B5EF4-FFF2-40B4-BE49-F238E27FC236}">
                <a16:creationId xmlns:a16="http://schemas.microsoft.com/office/drawing/2014/main" id="{0B1D8713-8BA7-9683-AE95-20173A14EBA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>
            <a:extLst>
              <a:ext uri="{FF2B5EF4-FFF2-40B4-BE49-F238E27FC236}">
                <a16:creationId xmlns:a16="http://schemas.microsoft.com/office/drawing/2014/main" id="{097FF010-702C-306A-68E9-421EA9A9249E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>
            <a:extLst>
              <a:ext uri="{FF2B5EF4-FFF2-40B4-BE49-F238E27FC236}">
                <a16:creationId xmlns:a16="http://schemas.microsoft.com/office/drawing/2014/main" id="{BE09BB28-F498-D5CB-F2A7-575446E5A224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>
            <a:extLst>
              <a:ext uri="{FF2B5EF4-FFF2-40B4-BE49-F238E27FC236}">
                <a16:creationId xmlns:a16="http://schemas.microsoft.com/office/drawing/2014/main" id="{5D5C03BF-8978-50C9-0A78-4AF128BF4BB8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BE8778C7-DD3B-C961-FFE6-5F6D2737291A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64D0EEE6-221D-C0F2-12F5-5022EA4222A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>
            <a:extLst>
              <a:ext uri="{FF2B5EF4-FFF2-40B4-BE49-F238E27FC236}">
                <a16:creationId xmlns:a16="http://schemas.microsoft.com/office/drawing/2014/main" id="{BEDFDD41-38C3-103A-D198-EFD493A8A094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51C627B4-4367-7752-090E-ACB4DF0C92C4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EA70BB91-EBA8-4727-BD26-D0FEFD9A75CA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D06A859-A36D-3783-1D88-0C2DFC14B081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6193BC-7CC2-BB29-A256-A3384BDD59BB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CEC410-C2DA-A349-F7B3-A9FB112113BC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DE4FFD7-1B6E-CE15-7AD4-69FB21FDE73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7AF756F5-6A96-EC03-A246-B0CBF3A4411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B31CB-CDC7-B416-0C0D-621F3F7B6260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106" name="图片 105">
            <a:extLst>
              <a:ext uri="{FF2B5EF4-FFF2-40B4-BE49-F238E27FC236}">
                <a16:creationId xmlns:a16="http://schemas.microsoft.com/office/drawing/2014/main" id="{C2610497-EF41-A9A6-2018-63A32882D6D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>
            <a:extLst>
              <a:ext uri="{FF2B5EF4-FFF2-40B4-BE49-F238E27FC236}">
                <a16:creationId xmlns:a16="http://schemas.microsoft.com/office/drawing/2014/main" id="{D1296AAD-A54F-E274-A13E-D9E54761443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>
            <a:extLst>
              <a:ext uri="{FF2B5EF4-FFF2-40B4-BE49-F238E27FC236}">
                <a16:creationId xmlns:a16="http://schemas.microsoft.com/office/drawing/2014/main" id="{3C4D836A-F457-C13C-398F-27B8843F2124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>
            <a:extLst>
              <a:ext uri="{FF2B5EF4-FFF2-40B4-BE49-F238E27FC236}">
                <a16:creationId xmlns:a16="http://schemas.microsoft.com/office/drawing/2014/main" id="{DCFAA9F4-CA3C-FB4C-2FA2-BE35DD0F08A8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>
            <a:extLst>
              <a:ext uri="{FF2B5EF4-FFF2-40B4-BE49-F238E27FC236}">
                <a16:creationId xmlns:a16="http://schemas.microsoft.com/office/drawing/2014/main" id="{223211EE-054C-643B-2184-D07E759958F9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>
            <a:extLst>
              <a:ext uri="{FF2B5EF4-FFF2-40B4-BE49-F238E27FC236}">
                <a16:creationId xmlns:a16="http://schemas.microsoft.com/office/drawing/2014/main" id="{7ABCD9FA-4A1B-06E5-43FB-0E65F0413D34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>
            <a:extLst>
              <a:ext uri="{FF2B5EF4-FFF2-40B4-BE49-F238E27FC236}">
                <a16:creationId xmlns:a16="http://schemas.microsoft.com/office/drawing/2014/main" id="{45C7819E-465E-B6A2-7CDC-BF684FA2D8F9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40074BFE-98D7-2428-297F-6DB03DD0224C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71AB3919-D4CA-6EB3-81C2-D711CE677B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F9ADFC4-2778-6031-8F2A-2BB36E3280C1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52F7AF5-A2BB-2D90-113A-97B6579A1B58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05DC4E74-C4CB-B564-7FD2-E20440AFA927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20EAEDF4-701E-542A-2D44-FA168D90584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B474ACF1-EDDD-D817-575F-3184FD24C7AC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C49D42E-2CF0-CF26-C9FC-206E6E7714EF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02434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1737</Words>
  <Application>Microsoft Office PowerPoint</Application>
  <DocSecurity>0</DocSecurity>
  <PresentationFormat>自定义</PresentationFormat>
  <Paragraphs>45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7</cp:revision>
  <dcterms:created xsi:type="dcterms:W3CDTF">2026-09-30T07:02:47Z</dcterms:created>
  <dcterms:modified xsi:type="dcterms:W3CDTF">2026-10-24T05:31:10Z</dcterms:modified>
</cp:coreProperties>
</file>