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7C3D7600.xml" ContentType="application/vnd.ms-powerpoint.comments+xml"/>
  <Override PartName="/ppt/notesSlides/notesSlide2.xml" ContentType="application/vnd.openxmlformats-officedocument.presentationml.notesSlide+xml"/>
  <Override PartName="/ppt/comments/modernComment_101_642BD2FB.xml" ContentType="application/vnd.ms-powerpoint.comments+xml"/>
  <Override PartName="/ppt/notesSlides/notesSlide3.xml" ContentType="application/vnd.openxmlformats-officedocument.presentationml.notesSlide+xml"/>
  <Override PartName="/ppt/comments/modernComment_102_423427B3.xml" ContentType="application/vnd.ms-powerpoint.comments+xml"/>
  <Override PartName="/ppt/notesSlides/notesSlide4.xml" ContentType="application/vnd.openxmlformats-officedocument.presentationml.notesSlide+xml"/>
  <Override PartName="/ppt/comments/modernComment_103_72994BA8.xml" ContentType="application/vnd.ms-powerpoint.comments+xml"/>
  <Override PartName="/ppt/notesSlides/notesSlide5.xml" ContentType="application/vnd.openxmlformats-officedocument.presentationml.notesSlide+xml"/>
  <Override PartName="/ppt/comments/modernComment_104_19814A52.xml" ContentType="application/vnd.ms-powerpoint.comments+xml"/>
  <Override PartName="/ppt/notesSlides/notesSlide6.xml" ContentType="application/vnd.openxmlformats-officedocument.presentationml.notesSlide+xml"/>
  <Override PartName="/ppt/comments/modernComment_105_2D3B928B.xml" ContentType="application/vnd.ms-powerpoint.comments+xml"/>
  <Override PartName="/ppt/notesSlides/notesSlide7.xml" ContentType="application/vnd.openxmlformats-officedocument.presentationml.notesSlide+xml"/>
  <Override PartName="/ppt/comments/modernComment_106_2246EA2D.xml" ContentType="application/vnd.ms-powerpoint.comments+xml"/>
  <Override PartName="/ppt/notesSlides/notesSlide8.xml" ContentType="application/vnd.openxmlformats-officedocument.presentationml.notesSlide+xml"/>
  <Override PartName="/ppt/comments/modernComment_107_561014C.xml" ContentType="application/vnd.ms-powerpoint.comments+xml"/>
  <Override PartName="/ppt/notesSlides/notesSlide9.xml" ContentType="application/vnd.openxmlformats-officedocument.presentationml.notesSlide+xml"/>
  <Override PartName="/ppt/comments/modernComment_108_80165C69.xml" ContentType="application/vnd.ms-powerpoint.comments+xml"/>
  <Override PartName="/ppt/notesSlides/notesSlide10.xml" ContentType="application/vnd.openxmlformats-officedocument.presentationml.notesSlide+xml"/>
  <Override PartName="/ppt/comments/modernComment_10D_B6197D51.xml" ContentType="application/vnd.ms-powerpoint.comments+xml"/>
  <Override PartName="/ppt/notesSlides/notesSlide11.xml" ContentType="application/vnd.openxmlformats-officedocument.presentationml.notesSlide+xml"/>
  <Override PartName="/ppt/comments/modernComment_109_B9388BDD.xml" ContentType="application/vnd.ms-powerpoint.comments+xml"/>
  <Override PartName="/ppt/notesSlides/notesSlide12.xml" ContentType="application/vnd.openxmlformats-officedocument.presentationml.notesSlide+xml"/>
  <Override PartName="/ppt/comments/modernComment_10A_1BDD1AF3.xml" ContentType="application/vnd.ms-powerpoint.comments+xml"/>
  <Override PartName="/ppt/notesSlides/notesSlide13.xml" ContentType="application/vnd.openxmlformats-officedocument.presentationml.notesSlide+xml"/>
  <Override PartName="/ppt/comments/modernComment_10B_FE8A904A.xml" ContentType="application/vnd.ms-powerpoint.comments+xml"/>
  <Override PartName="/ppt/notesSlides/notesSlide14.xml" ContentType="application/vnd.openxmlformats-officedocument.presentationml.notesSlide+xml"/>
  <Override PartName="/ppt/comments/modernComment_10C_7F7C7691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9" r:id="rId11"/>
    <p:sldId id="265" r:id="rId12"/>
    <p:sldId id="266" r:id="rId13"/>
    <p:sldId id="267" r:id="rId14"/>
    <p:sldId id="268" r:id="rId15"/>
  </p:sldIdLst>
  <p:sldSz cx="15240000" cy="18669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3382" autoAdjust="0"/>
  </p:normalViewPr>
  <p:slideViewPr>
    <p:cSldViewPr snapToGrid="0">
      <p:cViewPr varScale="1">
        <p:scale>
          <a:sx n="30" d="100"/>
          <a:sy n="30" d="100"/>
        </p:scale>
        <p:origin x="1828" y="36"/>
      </p:cViewPr>
      <p:guideLst/>
    </p:cSldViewPr>
  </p:slideViewPr>
  <p:notesTextViewPr>
    <p:cViewPr>
      <p:scale>
        <a:sx n="1" d="1"/>
        <a:sy n="1" d="1"/>
      </p:scale>
      <p:origin x="0" y="-26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modernComment_10A_1BDD1A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C397B9-F65B-457F-B3A1-6F71DB5D38ED}" authorId="{D3F71A66-0C34-DF1A-5236-FECDBC820DCB}" created="2026-10-27T17:31:30.797Z">
    <pc:sldMkLst xmlns:pc="http://schemas.microsoft.com/office/powerpoint/2013/main/command">
      <pc:docMk/>
      <pc:sldMk cId="197199874" sldId="258"/>
    </pc:sldMkLst>
    <p188:pos x="0" y="0"/>
    <p188:txBody>
      <a:bodyPr/>
      <a:lstStyle/>
      <a:p>
        <a:r>
          <a:t>PROVENANCE v1</a:t>
        </a:r>
      </a:p>
      <a:p>
        <a:r>
          <a:t>id: stage1-level-global-local-9ujf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## stage1-level-global-local-9ujf｜9UJF 全局到局部六面板</a:t>
        </a:r>
      </a:p>
      <a:p>
        <a:r>
          <a:t/>
        </a:r>
      </a:p>
      <a:p>
        <a:r>
          <a:t>当前为 `画图/stage1可视化.pptx` 第11页，完整备选，尚未插入正文。a 为沉积受体、沉积配体与全部真实区域，b 为沉积受体及全部 Emap2lig 预测，c 为 CA2 实际输入受体及全部 CA2 预测；d 为受体上的完整假阳性，e/f 为同一小分子的完整匹配区域。图形来自原生 ChimeraX 导出，PPT文字、三处框线及比例尺可编辑。</a:t>
        </a:r>
      </a:p>
      <a:p>
        <a:r>
          <a:t/>
        </a:r>
      </a:p>
      <a:p>
        <a:r>
          <a:t>**条件与来源。** Emap2lig 只读取 `explicit_emdb_level`：原推荐 level L 显式传入，官方实际阈值 L/2，原实验实跑源码 `37b0d9e7ad2a1b18fa096d91f154619085cee907`。原件在 `画图/画图代码/stage1/output/stage1-level-global-local/explicit_emdb_level/sources/9ujf/`；新 Emap blob/evaluation 逐字节连接 `补充数据/Emap2lig_双条件/explicit_emdb_level/find/held_out_test_0/`，公共 GT/CA2 材料与旧实验一致，不复用旧 Emap 掩码。只读服务器源路径、大小、SHA256 保存在该条件目录的 metadata/density_source_receipt 与 local_reuse_receipt；完整密度、受体、真值、配体和预测均有本地原件。</a:t>
        </a:r>
      </a:p>
      <a:p>
        <a:r>
          <a:t/>
        </a:r>
      </a:p>
      <a:p>
        <a:r>
          <a:t>**身份与统计。** 当前为 occurrence 9，GTP，auth D:201。CA2/Emap 原生 blob 为 2/14，均是正式双向覆盖0.3一对一匹配中实际匹配该实例的候选。局部实例区域 Dice 为 0.864023/0.559701，IoU 为 0.760599/0.388601；它们不是全 PDB 语义 Dice。全局完整 candidate_selected 的 TP/FP 为 CA2 10/0、Emap 10/10，不为截图另筛候选。d 选 Emap blob 11，34个体素，与全部真值零交集；0.647059的体素中心距沉积受体重原子≤1.5 Å。该距离仅解释空间位置，不替换正式FP定义。</a:t>
        </a:r>
      </a:p>
      <a:p>
        <a:r>
          <a:t/>
        </a:r>
      </a:p>
      <a:p>
        <a:r>
          <a:t>**实现、坐标与学习材料。** 本图与 @@stage1-level-global-local-9nvs, @@stage1-level-global-local-9nal, @@stage1-level-global-local-9wfu, @@stage1-level-global-local-9x0x 共享 `画图/画图代码/stage1/visualization/stage1-level-global-local/` 的初筛、CXC/教程生成、原生渲染与PPT装配，另共用 `画图/画图代码/stage1/visualization/stage1-global-local/screen_cases.py` 和 `prepare_assets.py` 的逐候选核对及转换；旧无level准备条目仍保留默认来源。`screen_test_set.py` 从完整179-PDB元数据获得41个非保护初筛候选，随后由原始受体与匹配筛成五例，9BJJ/11JB/30GA被排除。原子XYZ Å，体素ZYX；MRC origin为首体素中心，裁零同步origin，0.5等值面step1且无平滑。a–c先共同显示全部比较模型确定相机再切换显隐，e/f同理；保存前强制相机矩阵、窗口和像素尺度一致，不为画图重对齐分子。</a:t>
        </a:r>
      </a:p>
      <a:p>
        <a:r>
          <a:t/>
        </a:r>
      </a:p>
      <a:p>
        <a:r>
          <a:t>`画图/画图代码/stage1/output/stage1-level-global-local/explicit_emdb_level/scenes/9ujf/initial.cxs` 为嵌入地图的起始材料；`views/` 有六份最终CXS和PNG；`commands/` 六份完整原生命令，`tutorials/` 六份对应独立中文讲解。教程从同一initial重开，显隐、颜色、turn、view、clip、save均为ChimeraX命令；Python不直接设置相机。`来源与模型.md`、`evidence.json` 和 `view_state.json` 保存模型编号、来源、原实例身份和屏幕框投影。35份交付会话已在屏蔽旧temp后离线重开，30个最终视角相机均恢复一致；作者my_sessions从不覆盖。</a:t>
        </a:r>
      </a:p>
      <a:p>
        <a:r>
          <a:t/>
        </a:r>
      </a:p>
      <a:p>
        <a:r>
          <a:t>**完整重建。** 仓库根执行 `python -X utf8 -B 转换工具/ops/rebuild_figures.py --figure stage1-level-global-local-9ujf`。统一入口从冻结原件重做全部筛查、MRC/CIF、初始/最终CXS、PNG、教程和五页原生PPT，再选择本图；只读正式PPT中的作者图注，不读已发布PNG当缓存。新产物及回执全部在本次全新temp构建目录，正式PPT不覆盖。原始数组核查、旧temp屏蔽和离线重开证据见条件目录的 `session_reopen_verification.json`，最终五图对齐、字号、碰撞与旧资产保护见同目录 `delivery_verification.json` 及[任务执行记录](../../../../talk/stage1_level_visualization_20261027/执行记录.md)。</a:t>
        </a:r>
      </a:p>
    </p188:txBody>
  </p188:cm>
  <p188:cm id="{F36FF8EF-B010-4282-B8A6-E0CEFF3FE2C1}" authorId="{D3F71A66-0C34-DF1A-5236-FECDBC820DCB}" created="2026-10-28T00:54:58.347+08:00">
    <pc:sldMkLst xmlns:pc="http://schemas.microsoft.com/office/powerpoint/2013/main/command">
      <pc:docMk/>
      <pc:sldMk cId="197199874" sldId="258"/>
    </pc:sldMkLst>
    <p188:pos x="0" y="0"/>
    <p188:txBody>
      <a:bodyPr/>
      <a:lstStyle/>
      <a:p>
        <a:r>
          <a:t>@@stage1-level-global-local-9ujf</a:t>
        </a:r>
      </a:p>
    </p188:txBody>
  </p188:cm>
</p188:cmLst>
</file>

<file path=ppt/comments/modernComment_10B_FE8A90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A037611-2302-4C88-B19F-555637DA6F0C}" authorId="{D3F71A66-0C34-DF1A-5236-FECDBC820DCB}" created="2026-10-27T17:31:30.797Z">
    <pc:sldMkLst xmlns:pc="http://schemas.microsoft.com/office/powerpoint/2013/main/command">
      <pc:docMk/>
      <pc:sldMk cId="1659315974" sldId="259"/>
    </pc:sldMkLst>
    <p188:pos x="0" y="0"/>
    <p188:txBody>
      <a:bodyPr/>
      <a:lstStyle/>
      <a:p>
        <a:r>
          <a:t>PROVENANCE v1</a:t>
        </a:r>
      </a:p>
      <a:p>
        <a:r>
          <a:t>id: stage1-level-global-local-9wfu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## stage1-level-global-local-9wfu｜9WFU 全局到局部六面板</a:t>
        </a:r>
      </a:p>
      <a:p>
        <a:r>
          <a:t/>
        </a:r>
      </a:p>
      <a:p>
        <a:r>
          <a:t>当前为 `画图/stage1可视化.pptx` 第12页，完整备选，尚未插入正文。a 为沉积受体、沉积配体与全部真实区域，b 为沉积受体及全部 Emap2lig 预测，c 为 CA2 实际输入受体及全部 CA2 预测；d 为受体上的完整假阳性，e/f 为同一小分子的完整匹配区域。图形来自原生 ChimeraX 导出，PPT文字、三处框线及比例尺可编辑。</a:t>
        </a:r>
      </a:p>
      <a:p>
        <a:r>
          <a:t/>
        </a:r>
      </a:p>
      <a:p>
        <a:r>
          <a:t>**条件与来源。** Emap2lig 只读取 `explicit_emdb_level`：原推荐 level L 显式传入，官方实际阈值 L/2，原实验实跑源码 `37b0d9e7ad2a1b18fa096d91f154619085cee907`。原件在 `画图/画图代码/stage1/output/stage1-level-global-local/explicit_emdb_level/sources/9wfu/`；新 Emap blob/evaluation 逐字节连接 `补充数据/Emap2lig_双条件/explicit_emdb_level/find/held_out_test_0/`，公共 GT/CA2 材料与旧实验一致，不复用旧 Emap 掩码。只读服务器源路径、大小、SHA256 保存在该条件目录的 metadata/density_source_receipt 与 local_reuse_receipt；完整密度、受体、真值、配体和预测均有本地原件。</a:t>
        </a:r>
      </a:p>
      <a:p>
        <a:r>
          <a:t/>
        </a:r>
      </a:p>
      <a:p>
        <a:r>
          <a:t>**身份与统计。** 当前为 occurrence 0，ATP，auth A:1401。CA2/Emap 原生 blob 为 1/1，均是正式双向覆盖0.3一对一匹配中实际匹配该实例的候选。局部实例区域 Dice 为 0.743034/0.654696，IoU 为 0.591133/0.486653；它们不是全 PDB 语义 Dice。全局完整 candidate_selected 的 TP/FP 为 CA2 2/0、Emap 2/8，不为截图另筛候选。d 选 Emap blob 5，78个体素，与全部真值零交集；0.423077的体素中心距沉积受体重原子≤1.5 Å。该距离仅解释空间位置，不替换正式FP定义。</a:t>
        </a:r>
      </a:p>
      <a:p>
        <a:r>
          <a:t/>
        </a:r>
      </a:p>
      <a:p>
        <a:r>
          <a:t>**实现、坐标与学习材料。** 本图与 @@stage1-level-global-local-9nvs, @@stage1-level-global-local-9nal, @@stage1-level-global-local-9ujf, @@stage1-level-global-local-9x0x 共享 `画图/画图代码/stage1/visualization/stage1-level-global-local/` 的初筛、CXC/教程生成、原生渲染与PPT装配，另共用 `画图/画图代码/stage1/visualization/stage1-global-local/screen_cases.py` 和 `prepare_assets.py` 的逐候选核对及转换；旧无level准备条目仍保留默认来源。`screen_test_set.py` 从完整179-PDB元数据获得41个非保护初筛候选，随后由原始受体与匹配筛成五例，9BJJ/11JB/30GA被排除。原子XYZ Å，体素ZYX；MRC origin为首体素中心，裁零同步origin，0.5等值面step1且无平滑。a–c先共同显示全部比较模型确定相机再切换显隐，e/f同理；保存前强制相机矩阵、窗口和像素尺度一致，不为画图重对齐分子。</a:t>
        </a:r>
      </a:p>
      <a:p>
        <a:r>
          <a:t/>
        </a:r>
      </a:p>
      <a:p>
        <a:r>
          <a:t>`画图/画图代码/stage1/output/stage1-level-global-local/explicit_emdb_level/scenes/9wfu/initial.cxs` 为嵌入地图的起始材料；`views/` 有六份最终CXS和PNG；`commands/` 六份完整原生命令，`tutorials/` 六份对应独立中文讲解。教程从同一initial重开，显隐、颜色、turn、view、clip、save均为ChimeraX命令；Python不直接设置相机。`来源与模型.md`、`evidence.json` 和 `view_state.json` 保存模型编号、来源、原实例身份和屏幕框投影。35份交付会话已在屏蔽旧temp后离线重开，30个最终视角相机均恢复一致；作者my_sessions从不覆盖。</a:t>
        </a:r>
      </a:p>
      <a:p>
        <a:r>
          <a:t/>
        </a:r>
      </a:p>
      <a:p>
        <a:r>
          <a:t>**完整重建。** 仓库根执行 `python -X utf8 -B 转换工具/ops/rebuild_figures.py --figure stage1-level-global-local-9wfu`。统一入口从冻结原件重做全部筛查、MRC/CIF、初始/最终CXS、PNG、教程和五页原生PPT，再选择本图；只读正式PPT中的作者图注，不读已发布PNG当缓存。新产物及回执全部在本次全新temp构建目录，正式PPT不覆盖。原始数组核查、旧temp屏蔽和离线重开证据见条件目录的 `session_reopen_verification.json`，最终五图对齐、字号、碰撞与旧资产保护见同目录 `delivery_verification.json` 及[任务执行记录](../../../../talk/stage1_level_visualization_20261027/执行记录.md)。</a:t>
        </a:r>
      </a:p>
    </p188:txBody>
  </p188:cm>
  <p188:cm id="{6B5288FC-5B8F-4224-ABFF-9B8460530E6C}" authorId="{D3F71A66-0C34-DF1A-5236-FECDBC820DCB}" created="2026-10-28T00:54:58.357+08:00">
    <pc:sldMkLst xmlns:pc="http://schemas.microsoft.com/office/powerpoint/2013/main/command">
      <pc:docMk/>
      <pc:sldMk cId="1659315974" sldId="259"/>
    </pc:sldMkLst>
    <p188:pos x="0" y="0"/>
    <p188:txBody>
      <a:bodyPr/>
      <a:lstStyle/>
      <a:p>
        <a:r>
          <a:t>@@stage1-level-global-local-9wfu</a:t>
        </a:r>
      </a:p>
    </p188:txBody>
  </p188:cm>
</p188:cmLst>
</file>

<file path=ppt/comments/modernComment_10C_7F7C769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307E812-1AEF-4508-B4A7-6E4F9ED04B72}" authorId="{D3F71A66-0C34-DF1A-5236-FECDBC820DCB}" created="2026-10-27T17:31:30.798Z">
    <pc:sldMkLst xmlns:pc="http://schemas.microsoft.com/office/powerpoint/2013/main/command">
      <pc:docMk/>
      <pc:sldMk cId="1097002576" sldId="260"/>
    </pc:sldMkLst>
    <p188:pos x="0" y="0"/>
    <p188:txBody>
      <a:bodyPr/>
      <a:lstStyle/>
      <a:p>
        <a:r>
          <a:t>PROVENANCE v1</a:t>
        </a:r>
      </a:p>
      <a:p>
        <a:r>
          <a:t>id: stage1-level-global-local-9x0x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## stage1-level-global-local-9x0x｜9X0X 全局到局部六面板</a:t>
        </a:r>
      </a:p>
      <a:p>
        <a:r>
          <a:t/>
        </a:r>
      </a:p>
      <a:p>
        <a:r>
          <a:t>当前为 `画图/stage1可视化.pptx` 第13页，完整备选，尚未插入正文。a 为沉积受体、沉积配体与全部真实区域，b 为沉积受体及全部 Emap2lig 预测，c 为 CA2 实际输入受体及全部 CA2 预测；d 为受体上的完整假阳性，e/f 为同一小分子的完整匹配区域。图形来自原生 ChimeraX 导出，PPT文字、三处框线及比例尺可编辑。</a:t>
        </a:r>
      </a:p>
      <a:p>
        <a:r>
          <a:t/>
        </a:r>
      </a:p>
      <a:p>
        <a:r>
          <a:t>**条件与来源。** Emap2lig 只读取 `explicit_emdb_level`：原推荐 level L 显式传入，官方实际阈值 L/2，原实验实跑源码 `37b0d9e7ad2a1b18fa096d91f154619085cee907`。原件在 `画图/画图代码/stage1/output/stage1-level-global-local/explicit_emdb_level/sources/9x0x/`；新 Emap blob/evaluation 逐字节连接 `补充数据/Emap2lig_双条件/explicit_emdb_level/find/held_out_test_0/`，公共 GT/CA2 材料与旧实验一致，不复用旧 Emap 掩码。只读服务器源路径、大小、SHA256 保存在该条件目录的 metadata/density_source_receipt 与 local_reuse_receipt；完整密度、受体、真值、配体和预测均有本地原件。</a:t>
        </a:r>
      </a:p>
      <a:p>
        <a:r>
          <a:t/>
        </a:r>
      </a:p>
      <a:p>
        <a:r>
          <a:t>**身份与统计。** 当前为 occurrence 7，PTY，auth T:801。CA2/Emap 原生 blob 为 9/16，均是正式双向覆盖0.3一对一匹配中实际匹配该实例的候选。局部实例区域 Dice 为 0.829876/0.404745，IoU 为 0.709220/0.253718；它们不是全 PDB 语义 Dice。全局完整 candidate_selected 的 TP/FP 为 CA2 14/1、Emap 12/65，不为截图另筛候选。d 选 Emap blob 39，58个体素，与全部真值零交集；0.862069的体素中心距沉积受体重原子≤1.5 Å。该距离仅解释空间位置，不替换正式FP定义。</a:t>
        </a:r>
      </a:p>
      <a:p>
        <a:r>
          <a:t/>
        </a:r>
      </a:p>
      <a:p>
        <a:r>
          <a:t>**实现、坐标与学习材料。** 本图与 @@stage1-level-global-local-9nvs, @@stage1-level-global-local-9nal, @@stage1-level-global-local-9ujf, @@stage1-level-global-local-9wfu 共享 `画图/画图代码/stage1/visualization/stage1-level-global-local/` 的初筛、CXC/教程生成、原生渲染与PPT装配，另共用 `画图/画图代码/stage1/visualization/stage1-global-local/screen_cases.py` 和 `prepare_assets.py` 的逐候选核对及转换；旧无level准备条目仍保留默认来源。`screen_test_set.py` 从完整179-PDB元数据获得41个非保护初筛候选，随后由原始受体与匹配筛成五例，9BJJ/11JB/30GA被排除。原子XYZ Å，体素ZYX；MRC origin为首体素中心，裁零同步origin，0.5等值面step1且无平滑。a–c先共同显示全部比较模型确定相机再切换显隐，e/f同理；保存前强制相机矩阵、窗口和像素尺度一致，不为画图重对齐分子。</a:t>
        </a:r>
      </a:p>
      <a:p>
        <a:r>
          <a:t/>
        </a:r>
      </a:p>
      <a:p>
        <a:r>
          <a:t>`画图/画图代码/stage1/output/stage1-level-global-local/explicit_emdb_level/scenes/9x0x/initial.cxs` 为嵌入地图的起始材料；`views/` 有六份最终CXS和PNG；`commands/` 六份完整原生命令，`tutorials/` 六份对应独立中文讲解。教程从同一initial重开，显隐、颜色、turn、view、clip、save均为ChimeraX命令；Python不直接设置相机。`来源与模型.md`、`evidence.json` 和 `view_state.json` 保存模型编号、来源、原实例身份和屏幕框投影。35份交付会话已在屏蔽旧temp后离线重开，30个最终视角相机均恢复一致；作者my_sessions从不覆盖。</a:t>
        </a:r>
      </a:p>
      <a:p>
        <a:r>
          <a:t/>
        </a:r>
      </a:p>
      <a:p>
        <a:r>
          <a:t>**完整重建。** 仓库根执行 `python -X utf8 -B 转换工具/ops/rebuild_figures.py --figure stage1-level-global-local-9x0x`。统一入口从冻结原件重做全部筛查、MRC/CIF、初始/最终CXS、PNG、教程和五页原生PPT，再选择本图；只读正式PPT中的作者图注，不读已发布PNG当缓存。新产物及回执全部在本次全新temp构建目录，正式PPT不覆盖。原始数组核查、旧temp屏蔽和离线重开证据见条件目录的 `session_reopen_verification.json`，最终五图对齐、字号、碰撞与旧资产保护见同目录 `delivery_verification.json` 及[任务执行记录](../../../../talk/stage1_level_visualization_20261027/执行记录.md)。</a:t>
        </a:r>
      </a:p>
    </p188:txBody>
  </p188:cm>
  <p188:cm id="{4F5D05D3-EF73-435B-B7EA-67AC7DA62D32}" authorId="{D3F71A66-0C34-DF1A-5236-FECDBC820DCB}" created="2026-10-28T00:54:58.369+08:00">
    <pc:sldMkLst xmlns:pc="http://schemas.microsoft.com/office/powerpoint/2013/main/command">
      <pc:docMk/>
      <pc:sldMk cId="1097002576" sldId="260"/>
    </pc:sldMkLst>
    <p188:pos x="0" y="0"/>
    <p188:txBody>
      <a:bodyPr/>
      <a:lstStyle/>
      <a:p>
        <a:r>
          <a:t>@@stage1-level-global-local-9x0x</a:t>
        </a:r>
      </a:p>
    </p188:txBody>
  </p188:cm>
</p188:cmLst>
</file>

<file path=ppt/comments/modernComment_10D_B6197D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B8F1B64-E2B8-4663-B2E9-7C05F868310F}" authorId="{D3F71A66-0C34-DF1A-5236-FECDBC820DCB}" created="2026-10-27T17:31:30.796Z">
    <pc:sldMkLst xmlns:pc="http://schemas.microsoft.com/office/powerpoint/2013/main/command">
      <pc:docMk/>
      <pc:sldMk cId="1621655647" sldId="256"/>
    </pc:sldMkLst>
    <p188:pos x="0" y="0"/>
    <p188:txBody>
      <a:bodyPr/>
      <a:lstStyle/>
      <a:p>
        <a:r>
          <a:t>PROVENANCE v1</a:t>
        </a:r>
      </a:p>
      <a:p>
        <a:r>
          <a:t>id: stage1-level-global-local-9nvs(v1)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## stage1-level-global-local-9nvs(v1)｜9NVS 作者启用页的语义 Dice 与局部 IoU</a:t>
        </a:r>
      </a:p>
      <a:p>
        <a:r>
          <a:t/>
        </a:r>
      </a:p>
      <a:p>
        <a:r>
          <a:t>当前为 `画图/stage1可视化.pptx` 第10页，独立定位名 `@@stage1-level-global-local-9nvs(v1)`。中英文正文使用该页；第9页旧版保留。a–c 为全局真实区域与全部保留预测，d 保留受体上的假阳性示例，e/f 为同一 A1B32（auth B:1001，occurrence 1）的完整匹配区域。正式页保留作者手工图片、布局、框线、字体及裁切，仅填四个数值并局部调整双语备注；没有恢复作者删除的比例尺。</a:t>
        </a:r>
      </a:p>
      <a:p>
        <a:r>
          <a:t/>
        </a:r>
      </a:p>
      <a:p>
        <a:r>
          <a:t>本图与 @@stage1-level-global-local-9nvs、@@stage1-level-global-local-9nal、@@stage1-level-global-local-9ujf、@@stage1-level-global-local-9wfu、@@stage1-level-global-local-9x0x 完全共享 `stage1-level-global-local/` 的原始材料、ChimeraX六视角、相机和PPT装配，并共用 `stage1-global-local/` 的体素核查与MRC/CIF转换。`build_deck.mjs` 仅在 `FIGURE_ID=stage1-level-global-local-9nvs(v1)` 时为9NVS选择新版指标及图名，不改变另外四例或第9页旧版的生成语义；重建版沿用程序布局，作者正式页的人工调版继续保留。</a:t>
        </a:r>
      </a:p>
      <a:p>
        <a:r>
          <a:t/>
        </a:r>
      </a:p>
      <a:p>
        <a:r>
          <a:t>**来源与条件。** 原始材料为 `画图/画图代码/stage1/output/stage1-level-global-local/explicit_emdb_level/sources/9nvs/` 下 data、cryo、emap；Emap2lig仅使用显式EMDB推荐level L、官方阈值L/2，实际运行源码为 `37b0d9e7ad2a1b18fa096d91f154619085cee907`。GT/CA2与旧条件共享公共材料，不使用旧no_level的Emap预测。本地原件及逐文件SHA256由同条件目录的metadata、density与local_reuse来源回执连接。全局统计交叉核对 `stage1-results-revision/explicit_emdb_level/data/plot_data.json` 的 full、9nvs、Cryo/Emap、values.dice；局部交叉核对 prepared/9nvs/evidence.json。</a:t>
        </a:r>
      </a:p>
      <a:p>
        <a:r>
          <a:t/>
        </a:r>
      </a:p>
      <a:p>
        <a:r>
          <a:t>**指标与分母。** 上排计算全部 `candidate_selected` 预测体素的并集P与全部5个真实配体实例体素的并集G的语义 Dice：2|P∩G|/(|P|+|G|)。Emap的P/G/交集为868/2313/255，Dice=0.1603269412134549，显示0.160；CA2为2659/2313/1882，Dice=0.7570394207562349，显示0.757。原始掩码独立并集与evaluation.npz的semantic_tp/fp/fn逐项一致，没有逐实例平均或只对匹配候选计算。上排不再显示实例TP/FP数。</a:t>
        </a:r>
      </a:p>
      <a:p>
        <a:r>
          <a:t/>
        </a:r>
      </a:p>
      <a:p>
        <a:r>
          <a:t>下排为双向覆盖0.3的一对一评价中实际匹配到occurrence 1的原生Emap blob 2与CA2 blob 1，IoU=I/(P+G−I)。Emap的P/G/I为212/471/160，IoU=0.30592734225621415，显示0.306；CA2为473/471/374，IoU=0.656140350877193，显示0.656。旧局部Dice 0.468521/0.792373仍是有效历史指标，不再作为本页标签。0.3仅用于确认实例匹配，不是语义Dice或IoU的计算阈值。d仍为Emap blob 3、32体素，与全部真值零交集；0.781250的体素中心距沉积受体重原子≤1.5 Å。</a:t>
        </a:r>
      </a:p>
      <a:p>
        <a:r>
          <a:t/>
        </a:r>
      </a:p>
      <a:p>
        <a:r>
          <a:t>**坐标与完整重建。** 原子XYZ Å、掩码ZYX；MRC原点为首体素中心，裁零同步origin；0.5等值面、step1、无平滑。a–c及e/f各自共用相机与尺度，不重对齐分子。仓库根运行 `python -X utf8 -B 转换工具/ops/rebuild_figures.py --figure "stage1-level-global-local-9nvs(v1)"`，从冻结原件完整重做筛查、转换、初始/最终CXS、PNG及候选PPT，并选择v1标签；所有运行产物写新temp目录、屏蔽旧temp，正式PPT和作者个人会话只读。当前正式页备注由统一工具保留并同步候选来源批注。实施与验收记录见 [任务执行记录](../../../../talk/stage1_level_visualization_20261027/执行记录.md)。</a:t>
        </a:r>
      </a:p>
    </p188:txBody>
  </p188:cm>
  <p188:cm id="{82F1F04D-C534-42B2-B8D2-DF2D54EDB41C}" authorId="{D3F71A66-0C34-DF1A-5236-FECDBC820DCB}" created="2026-10-29T06:46:01.727">
    <pc:sldMkLst xmlns:pc="http://schemas.microsoft.com/office/powerpoint/2013/main/command">
      <pc:docMk/>
      <pc:sldMk cId="3055123793" sldId="269"/>
    </pc:sldMkLst>
    <p188:txBody>
      <a:bodyPr/>
      <a:lstStyle/>
      <a:p>
        <a:r>
          <a:rPr lang="zh-CN" altLang="en-US"/>
          <a:t>@@stage1-level-global-local-9nvs(v1)</a:t>
        </a:r>
      </a:p>
    </p188:txBody>
  </p188:cm>
</p188:cmLst>
</file>

<file path=ppt/comments/modernComment_100_7C3D76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B702886-DCC1-4CE4-9C80-44D490A8E4AF}" authorId="{D3F71A66-0C34-DF1A-5236-FECDBC820DCB}" created="2026-09-30T07:03:29.608">
    <pc:sldMkLst xmlns:pc="http://schemas.microsoft.com/office/powerpoint/2013/main/command">
      <pc:docMk/>
      <pc:sldMk cId="2084402688" sldId="256"/>
    </pc:sldMkLst>
    <p188:pos x="0" y="0"/>
    <p188:txBody>
      <a:bodyPr/>
      <a:lstStyle/>
      <a:p>
        <a:r>
          <a:t>@@stage1-seven-group1-baseline-NO_LEVEL</a:t>
        </a:r>
      </a:p>
    </p188:txBody>
  </p188:cm>
  <p188:cm id="{790A6C81-658A-4C5A-A62C-F2169E57ECFA}" authorId="{D3F71A66-0C34-DF1A-5236-FECDBC820DCB}" created="2026-09-30T07:03:29.619">
    <pc:sldMkLst xmlns:pc="http://schemas.microsoft.com/office/powerpoint/2013/main/command">
      <pc:docMk/>
      <pc:sldMk cId="2084402688" sldId="256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</p188:cmLst>
</file>

<file path=ppt/comments/modernComment_101_642BD2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AA303E-ADBB-4D1F-A8DC-F9DDB67FF148}" authorId="{D3F71A66-0C34-DF1A-5236-FECDBC820DCB}" created="2026-09-30T07:03:30.252">
    <pc:sldMkLst xmlns:pc="http://schemas.microsoft.com/office/powerpoint/2013/main/command">
      <pc:docMk/>
      <pc:sldMk cId="1680593659" sldId="257"/>
    </pc:sldMkLst>
    <p188:pos x="0" y="0"/>
    <p188:txBody>
      <a:bodyPr/>
      <a:lstStyle/>
      <a:p>
        <a:r>
          <a:t>@@stage1-seven-group2-baseline-NO_LEVEL</a:t>
        </a:r>
      </a:p>
    </p188:txBody>
  </p188:cm>
  <p188:cm id="{F3589B7E-97DF-4EC8-A3CF-58080122AFEC}" authorId="{D3F71A66-0C34-DF1A-5236-FECDBC820DCB}" created="2026-09-30T07:03:30.253">
    <pc:sldMkLst xmlns:pc="http://schemas.microsoft.com/office/powerpoint/2013/main/command">
      <pc:docMk/>
      <pc:sldMk cId="1680593659" sldId="257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</p188:cmLst>
</file>

<file path=ppt/comments/modernComment_102_423427B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5D2119-50CD-447D-9CD2-306A422EDA02}" authorId="{D3F71A66-0C34-DF1A-5236-FECDBC820DCB}" created="2026-09-30T07:03:30.657">
    <pc:sldMkLst xmlns:pc="http://schemas.microsoft.com/office/powerpoint/2013/main/command">
      <pc:docMk/>
      <pc:sldMk cId="1110714291" sldId="258"/>
    </pc:sldMkLst>
    <p188:pos x="0" y="0"/>
    <p188:txBody>
      <a:bodyPr/>
      <a:lstStyle/>
      <a:p>
        <a:r>
          <a:t>@@stage1-seven-group1-contrast-NO_LEVEL</a:t>
        </a:r>
      </a:p>
    </p188:txBody>
  </p188:cm>
  <p188:cm id="{E447D5BB-380F-4E75-82D7-D9CEF23F7730}" authorId="{D3F71A66-0C34-DF1A-5236-FECDBC820DCB}" created="2026-09-30T07:03:30.658">
    <pc:sldMkLst xmlns:pc="http://schemas.microsoft.com/office/powerpoint/2013/main/command">
      <pc:docMk/>
      <pc:sldMk cId="1110714291" sldId="258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</p188:cmLst>
</file>

<file path=ppt/comments/modernComment_103_72994B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8239C68-FEC5-4DA1-8E1B-981079A579EE}" authorId="{D3F71A66-0C34-DF1A-5236-FECDBC820DCB}" created="2026-09-30T07:03:31.187">
    <pc:sldMkLst xmlns:pc="http://schemas.microsoft.com/office/powerpoint/2013/main/command">
      <pc:docMk/>
      <pc:sldMk cId="1922649000" sldId="259"/>
    </pc:sldMkLst>
    <p188:pos x="0" y="0"/>
    <p188:txBody>
      <a:bodyPr/>
      <a:lstStyle/>
      <a:p>
        <a:r>
          <a:t>@@stage1-seven-group2-contrast-NO_LEVEL</a:t>
        </a:r>
      </a:p>
    </p188:txBody>
  </p188:cm>
  <p188:cm id="{CD2C872F-3004-41FF-AC01-5CDFA2F99DF0}" authorId="{D3F71A66-0C34-DF1A-5236-FECDBC820DCB}" created="2026-09-30T07:03:31.188">
    <pc:sldMkLst xmlns:pc="http://schemas.microsoft.com/office/powerpoint/2013/main/command">
      <pc:docMk/>
      <pc:sldMk cId="1922649000" sldId="259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</p188:cmLst>
</file>

<file path=ppt/comments/modernComment_104_19814A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A534EFF-7818-4B29-ABFE-F025D73E687C}" authorId="{D3F71A66-0C34-DF1A-5236-FECDBC820DCB}" created="2026-09-30T07:03:31.621">
    <pc:sldMkLst xmlns:pc="http://schemas.microsoft.com/office/powerpoint/2013/main/command">
      <pc:docMk/>
      <pc:sldMk cId="427903570" sldId="260"/>
    </pc:sldMkLst>
    <p188:pos x="0" y="0"/>
    <p188:txBody>
      <a:bodyPr/>
      <a:lstStyle/>
      <a:p>
        <a:r>
          <a:t>@@stage1-seven-group1-density-NO_LEVEL</a:t>
        </a:r>
      </a:p>
    </p188:txBody>
  </p188:cm>
  <p188:cm id="{9C545667-49F5-4FA8-89C2-7092A1DC97B2}" authorId="{D3F71A66-0C34-DF1A-5236-FECDBC820DCB}" created="2026-09-30T07:03:31.622">
    <pc:sldMkLst xmlns:pc="http://schemas.microsoft.com/office/powerpoint/2013/main/command">
      <pc:docMk/>
      <pc:sldMk cId="427903570" sldId="260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</p188:cmLst>
</file>

<file path=ppt/comments/modernComment_105_2D3B92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F8EAE-ABE4-4241-A6D2-8B087A22E075}" authorId="{D3F71A66-0C34-DF1A-5236-FECDBC820DCB}" created="2026-09-30T07:03:32.166">
    <pc:sldMkLst xmlns:pc="http://schemas.microsoft.com/office/powerpoint/2013/main/command">
      <pc:docMk/>
      <pc:sldMk cId="758878859" sldId="261"/>
    </pc:sldMkLst>
    <p188:pos x="0" y="0"/>
    <p188:txBody>
      <a:bodyPr/>
      <a:lstStyle/>
      <a:p>
        <a:r>
          <a:t>@@stage1-seven-group2-density-NO_LEVEL</a:t>
        </a:r>
      </a:p>
    </p188:txBody>
  </p188:cm>
  <p188:cm id="{F859B8D7-44CB-455F-BA5A-90BD668D3B46}" authorId="{D3F71A66-0C34-DF1A-5236-FECDBC820DCB}" created="2026-09-30T07:03:32.166">
    <pc:sldMkLst xmlns:pc="http://schemas.microsoft.com/office/powerpoint/2013/main/command">
      <pc:docMk/>
      <pc:sldMk cId="758878859" sldId="261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</p188:cmLst>
</file>

<file path=ppt/comments/modernComment_106_2246EA2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10BECFD-288B-45B0-88C1-DA095D914589}" authorId="{D3F71A66-0C34-DF1A-5236-FECDBC820DCB}" created="2026-09-30T07:03:32.589">
    <pc:sldMkLst xmlns:pc="http://schemas.microsoft.com/office/powerpoint/2013/main/command">
      <pc:docMk/>
      <pc:sldMk cId="575072813" sldId="262"/>
    </pc:sldMkLst>
    <p188:pos x="0" y="0"/>
    <p188:txBody>
      <a:bodyPr/>
      <a:lstStyle/>
      <a:p>
        <a:r>
          <a:t>@@stage1-fourcase-main-NO_LEVEL</a:t>
        </a:r>
      </a:p>
    </p188:txBody>
  </p188:cm>
  <p188:cm id="{585F4551-5D70-4B26-92EA-90261F8F41AC}" authorId="{D3F71A66-0C34-DF1A-5236-FECDBC820DCB}" created="2026-09-30T07:03:32.590">
    <pc:sldMkLst xmlns:pc="http://schemas.microsoft.com/office/powerpoint/2013/main/command">
      <pc:docMk/>
      <pc:sldMk cId="575072813" sldId="262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  <p188:cm id="{AFF808BA-AE40-41A0-AFEA-46FA4A219E78}" authorId="{D3F71A66-0C34-DF1A-5236-FECDBC820DCB}" created="2026-10-22T15:53:22.979Z">
    <pc:sldMkLst xmlns:pc="http://schemas.microsoft.com/office/powerpoint/2013/main/command">
      <pc:docMk/>
      <pc:sldMk cId="575072813" sldId="262"/>
    </pc:sldMkLst>
    <p188:pos x="0" y="0"/>
    <p188:txBody>
      <a:bodyPr/>
      <a:lstStyle/>
      <a:p>
        <a:r>
          <a:t>PROVENANCE v1</a:t>
        </a:r>
      </a:p>
      <a:p>
        <a:r>
          <a:t>id: stage1-fourcase-main-NO_LEVEL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**条件：原无 level 结果保留页，已退出当前正文；科学输入与原数值保持。**</a:t>
        </a:r>
      </a:p>
      <a:p>
        <a:r>
          <a:t/>
        </a:r>
      </a:p>
      <a:p>
        <a:r>
          <a:t>## stage1-fourcase-main-NO_LEVEL｜四例真实配体区域与预测的三维比较</a:t>
        </a:r>
      </a:p>
      <a:p>
        <a:r>
          <a:t/>
        </a:r>
      </a:p>
      <a:p>
        <a:r>
          <a:t>**共享关系与本图选择。** 本图的直接生成逻辑保存在本图长期目录；其冻结来源可能同时被其他实验使用，但当前入口不转发到其他具体图目录。 本次完整入口按稳定图名 `stage1-fourcase-main` 选择图或所在共享图组。</a:t>
        </a:r>
      </a:p>
      <a:p>
        <a:r>
          <a:t/>
        </a:r>
      </a:p>
      <a:p>
        <a:r>
          <a:t>**清空temp后的完整重建。** 从仓库根执行 `python -X utf8 -B 转换工具/ops/rebuild_figures.py --figure stage1-fourcase-main-NO_LEVEL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第7页四例版为历史原稿，本轮不在正文展示。生成时选定的四个病例身份如下；表中 GT／CA2／Emap 是三种条件的原生 blob 编号，不是候选排名。</a:t>
        </a:r>
      </a:p>
      <a:p>
        <a:r>
          <a:t/>
        </a:r>
      </a:p>
      <a:p>
        <a:r>
          <a:t>| PDB | 真实配体身份与沉积编号 | occurrence 编号 | GT blob | CA2 blob | Emap blob |</a:t>
        </a:r>
      </a:p>
      <a:p>
        <a:r>
          <a:t>| --- | --- | ---: | ---: | ---: | ---: |</a:t>
        </a:r>
      </a:p>
      <a:p>
        <a:r>
          <a:t>| 9PQM | ATPγS／AGS，A:401 | 0 | 4 | 1 | 138 |</a:t>
        </a:r>
      </a:p>
      <a:p>
        <a:r>
          <a:t>| 9UWI | 胆固醇／CLR，B:502 | 3 | 2 | 3 | 80 |</a:t>
        </a:r>
      </a:p>
      <a:p>
        <a:r>
          <a:t>| 9WUP | NADPH／NDP，A:1104 | 3 | 5 | 5 | 91 |</a:t>
        </a:r>
      </a:p>
      <a:p>
        <a:r>
          <a:t>| 9RMI | ADP，C:401 | 2 | 2 | 2 | 468 |</a:t>
        </a:r>
      </a:p>
      <a:p>
        <a:r>
          <a:t/>
        </a:r>
      </a:p>
      <a:p>
        <a:r>
          <a:t>直接图像生成由每个 `&lt;pdb&gt;_reproduce.cxc` 中的 UCSF ChimeraX 1.10.1 原生命令承担；`open_data.py` 只按固定顺序加载十二个基础模型并保存含密度的会话。`common_style.cxc/contrast_style.cxc/density_style.cxc` 管颜色、透明度和密度表示，`&lt;pdb&gt;_local.cxc` 管相机。`build_deck.mjs` 将真实 PNG、原生框线、连接线和图注装入七页 PPT；`page.main` 明确选择 9pqm、9uwi、9wup、9rmi，稳定图名为 `stage1-fourcase-main`。三维渲染没有一个 Matplotlib 绘图函数，应追到这些原生命令。</a:t>
        </a:r>
      </a:p>
      <a:p>
        <a:r>
          <a:t/>
        </a:r>
      </a:p>
      <a:p>
        <a:r>
          <a:t>完整链为：</a:t>
        </a:r>
      </a:p>
      <a:p>
        <a:r>
          <a:t/>
        </a:r>
      </a:p>
      <a:p>
        <a:r>
          <a:t>```text</a:t>
        </a:r>
      </a:p>
      <a:p>
        <a:r>
          <a:t>冻结密度/occurrence/CIF/受体token + real/cryo/emap blobs.npz/evaluation.npz</a:t>
        </a:r>
      </a:p>
      <a:p>
        <a:r>
          <a:t>→ base/fetch_data.py（只读下载与source_manifest）</a:t>
        </a:r>
      </a:p>
      <a:p>
        <a:r>
          <a:t>→ base/prepare_data.py（MRC/mmCIF及交集核对）</a:t>
        </a:r>
      </a:p>
      <a:p>
        <a:r>
          <a:t>→ output/stage1-fourcase-main/base/&lt;pdb&gt;/assets</a:t>
        </a:r>
      </a:p>
      <a:p>
        <a:r>
          <a:t>→ open_data.py → &lt;pdb&gt;_reproduce.cxc</a:t>
        </a:r>
      </a:p>
      <a:p>
        <a:r>
          <a:t>→ output/stage1-fourcase-main/display/&lt;pdb&gt;/{contrast,baseline,density}/PNG</a:t>
        </a:r>
      </a:p>
      <a:p>
        <a:r>
          <a:t>→ build_deck.mjs → 当前PPT页</a:t>
        </a:r>
      </a:p>
      <a:p>
        <a:r>
          <a:t>```</a:t>
        </a:r>
      </a:p>
      <a:p>
        <a:r>
          <a:t/>
        </a:r>
      </a:p>
      <a:p>
        <a:r>
          <a:t>源文件有历史复用关系：base 的原转换与下载程序在已有文件存在时复用 `source_history/source/&lt;pdb&gt;`，否则读取 `base/source/&lt;pdb&gt;`；display 的 `open_data.py` 读取 base assets。整理时这三个 output 区均保留，不因目录名含旧版而删除仍被当前病例使用的源数组。`source_manifest.json` 保存逐件服务器路径、字节数和 SHA-256；每例 `data.json` 保存最终模型顺序、contour、坐标和交集检查，`scene_checks.json` 保存相机投影与定位框的依据，`session.cxs` 嵌入密度，可离线打开。</a:t>
        </a:r>
      </a:p>
      <a:p>
        <a:r>
          <a:t/>
        </a:r>
      </a:p>
      <a:p>
        <a:r>
          <a:t>数组是 ZYX，原子世界坐标是 XYZ，单位 Å；源 corner origin 加半个 spacing 后写为 MRC 首体素中心。稀疏掩码裁掉外围零体素时同步调整 origin，保留非零体素与世界坐标。预测和 GT 使用二值 0.5 等值面、step 1、关闭表面平滑。每例六格共用同一相机；正文选用 contrast 风格，即绿色受体与灰色密度网格。改变相机不重新计算交集。</a:t>
        </a:r>
      </a:p>
      <a:p>
        <a:r>
          <a:t/>
        </a:r>
      </a:p>
      <a:p>
        <a:r>
          <a:t>正文局部数值来自被展示实例的掩码交集，非 PDB 等权宏平均。例如 9PQM 的 GT／CA2／Emap Dice 是 0.816489／0.816216／0.766017；9UWI Emap precision=99/100=0.990、recall=99/330=0.300，GT recall=268/330=0.812121；9WUP GT recall=296/321=0.922118。9WUP 展示的 Emap blob 91 与目标交集为 0，是最近候选，不能据此说整个 PDB 没有预测。</a:t>
        </a:r>
      </a:p>
      <a:p>
        <a:r>
          <a:t/>
        </a:r>
      </a:p>
      <a:p>
        <a:r>
          <a:t>9RMI GT 的交集／预测体素／GT体素是 241／397／273，所以 precision=0.607053、recall=0.882784、Dice=0.719403；CA2 为 221／558／273，对应 0.396057、0.809524、0.531889。Emap 为 28／153／273，对应 recall 0.102564、Dice 0.131455。其余准确值见每例 `data.json` 和 `display/selection_metrics.csv`。病例图不能作为总体性能估计；保留的 9WQ3、9X0X、9BJJ 风格对照是生成集合的一部分，不因正文删例而改变当前图的来源。</a:t>
        </a:r>
      </a:p>
    </p188:txBody>
  </p188:cm>
</p188:cmLst>
</file>

<file path=ppt/comments/modernComment_107_56101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8404FB0-AD54-490C-BCFB-E0637C713B49}" authorId="{D3F71A66-0C34-DF1A-5236-FECDBC820DCB}" created="2026-09-30T07:03:32.589">
    <pc:sldMkLst xmlns:pc="http://schemas.microsoft.com/office/powerpoint/2013/main/command">
      <pc:docMk/>
      <pc:sldMk cId="575072813" sldId="262"/>
    </pc:sldMkLst>
    <p188:pos x="0" y="0"/>
    <p188:txBody>
      <a:bodyPr/>
      <a:lstStyle/>
      <a:p>
        <a:r>
          <a:t>@@stage1-threecase-main-NO_LEVEL</a:t>
        </a:r>
      </a:p>
    </p188:txBody>
  </p188:cm>
  <p188:cm id="{664EA801-0E22-4A9E-8205-C0C7901F43DE}" authorId="{D3F71A66-0C34-DF1A-5236-FECDBC820DCB}" created="2026-09-30T07:03:32.590">
    <pc:sldMkLst xmlns:pc="http://schemas.microsoft.com/office/powerpoint/2013/main/command">
      <pc:docMk/>
      <pc:sldMk cId="575072813" sldId="262"/>
    </pc:sldMkLst>
    <p188:pos x="0" y="0"/>
    <p188:txBody>
      <a:bodyPr/>
      <a:lstStyle/>
      <a:p>
        <a:r>
          <a:rPr lang="zh-CN" altLang="en-US"/>
          <a:t>ChimeraX 1.10.1 native commands and frozen data: 画图/画图代码/stage1/chimera_layout_refine_20260930/README.md. Source hashes and metrics: 画图/formal/Stage1_layout_refine_20260930/. Layout adapted from Li et al. 2026 p.12; six panels share a camera and one occurrence; panel letters a-d only. Ligand identity from deposited mmCIF and RCSB CCD.</a:t>
        </a:r>
      </a:p>
    </p188:txBody>
  </p188:cm>
  <p188:cm id="{1DC35027-00AE-4658-81B2-D43D32F10459}" authorId="{D3F71A66-0C34-DF1A-5236-FECDBC820DCB}" created="2026-10-24T05:34:37.229Z">
    <pc:sldMkLst xmlns:pc="http://schemas.microsoft.com/office/powerpoint/2013/main/command">
      <pc:docMk/>
      <pc:sldMk cId="575072813" sldId="262"/>
    </pc:sldMkLst>
    <p188:pos x="0" y="0"/>
    <p188:txBody>
      <a:bodyPr/>
      <a:lstStyle/>
      <a:p>
        <a:r>
          <a:t>PROVENANCE v1</a:t>
        </a:r>
      </a:p>
      <a:p>
        <a:r>
          <a:t>id: stage1-threecase-main-NO_LEVEL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**条件：原无 level 结果保留页，已退出当前正文；科学输入与原数值保持。**</a:t>
        </a:r>
      </a:p>
      <a:p>
        <a:r>
          <a:t/>
        </a:r>
      </a:p>
      <a:p>
        <a:r>
          <a:t>## stage1-threecase-main-NO_LEVEL｜三例真实配体区域与预测的三维比较</a:t>
        </a:r>
      </a:p>
      <a:p>
        <a:r>
          <a:t/>
        </a:r>
      </a:p>
      <a:p>
        <a:r>
          <a:t>第8页三例版保留，本轮从中英文正文移出；面板 a、b、c 分别为9UWI的胆固醇（CLR，B:502）、9WUP的NADPH（NDP，A:1104）和9RMI的ADP（C:401）。第7页的四例原稿保留；上方四例记录中“当前正文引用第7页”为删例前状态。</a:t>
        </a:r>
      </a:p>
      <a:p>
        <a:r>
          <a:t/>
        </a:r>
      </a:p>
      <a:p>
        <a:r>
          <a:t>本图与 @@stage1-fourcase-main-NO_LEVEL 共享 `stage1-fourcase-main/` 中的取数、ChimeraX原生显示命令、`build_deck.mjs` 和冻结输入。生成集合仍保留9PQM；本图只删除该病例的整行及其双语图注内容，其余病例的图像、位置、尺寸、裁切和连线不变，标签由b、c、d顺延为a、b、c。三例的occurrence和GT／CA2／Emap blob编号分别为9UWI：3、2／3／80；9WUP：3、5／5／91；9RMI：2、2／2／468。</a:t>
        </a:r>
      </a:p>
      <a:p>
        <a:r>
          <a:t/>
        </a:r>
      </a:p>
      <a:p>
        <a:r>
          <a:t>科学来源、数组字段、世界坐标、密度等值面、相机、阈值和实例级交集定义与四例原始集合相同：数组ZYX、原子XYZ、单位Å；GT／CA2／Emap表示沉积受体条件、CryoAtom2重建受体条件和Emap2lig-Find。9UWI与9WUP在重建受体条件下的实例Dice分别为0.848和0.715；9RMI的GT／CA2精确率为0.607／0.396，Dice为0.719／0.532。冻结源数组、每例data.json、source_manifest.json、scene_checks.json及原会话保持不变，不重新计算模型结果。</a:t>
        </a:r>
      </a:p>
      <a:p>
        <a:r>
          <a:t/>
        </a:r>
      </a:p>
      <a:p>
        <a:r>
          <a:t>完整重建：从仓库根执行 `python -X utf8 -B 转换工具/ops/rebuild_figures.py --figure stage1-threecase-main-NO_LEVEL`。入口复用四例原生渲染和装配，仅在主图循环跳过9PQM并保留原行索引；候选使用threecase图名并从当前第8页获取作者双语图注。新生成素材和rebuilt.pptx写入本次temp构建目录，正式PPT只读。此显示筛选不修改四例版本的生成行为。</a:t>
        </a:r>
      </a:p>
    </p188:txBody>
  </p188:cm>
</p188:cmLst>
</file>

<file path=ppt/comments/modernComment_108_80165C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C5B5E09-8953-40F4-A155-A8AE7D1D2A16}" authorId="{D3F71A66-0C34-DF1A-5236-FECDBC820DCB}" created="2026-10-27T17:31:30.796Z">
    <pc:sldMkLst xmlns:pc="http://schemas.microsoft.com/office/powerpoint/2013/main/command">
      <pc:docMk/>
      <pc:sldMk cId="1621655647" sldId="256"/>
    </pc:sldMkLst>
    <p188:pos x="0" y="0"/>
    <p188:txBody>
      <a:bodyPr/>
      <a:lstStyle/>
      <a:p>
        <a:r>
          <a:t>PROVENANCE v1</a:t>
        </a:r>
      </a:p>
      <a:p>
        <a:r>
          <a:t>id: stage1-level-global-local-9nvs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## stage1-level-global-local-9nvs｜9NVS 全局到局部六面板</a:t>
        </a:r>
      </a:p>
      <a:p>
        <a:r>
          <a:t/>
        </a:r>
      </a:p>
      <a:p>
        <a:r>
          <a:t>当前为 `画图/stage1可视化.pptx` 第9页，正文 Fig. 3。a 为沉积受体、沉积配体与全部真实区域，b 为沉积受体及全部 Emap2lig 预测，c 为 CA2 实际输入受体及全部 CA2 预测；d 为受体上的完整假阳性，e/f 为同一小分子的完整匹配区域。图形来自原生 ChimeraX 导出，PPT文字、三处框线及比例尺可编辑。</a:t>
        </a:r>
      </a:p>
      <a:p>
        <a:r>
          <a:t/>
        </a:r>
      </a:p>
      <a:p>
        <a:r>
          <a:t>**条件与来源。** Emap2lig 只读取 `explicit_emdb_level`：原推荐 level L 显式传入，官方实际阈值 L/2，原实验实跑源码 `37b0d9e7ad2a1b18fa096d91f154619085cee907`。原件在 `画图/画图代码/stage1/output/stage1-level-global-local/explicit_emdb_level/sources/9nvs/`；新 Emap blob/evaluation 逐字节连接 `补充数据/Emap2lig_双条件/explicit_emdb_level/find/held_out_test_0/`，公共 GT/CA2 材料与旧实验一致，不复用旧 Emap 掩码。只读服务器源路径、大小、SHA256 保存在该条件目录的 metadata/density_source_receipt 与 local_reuse_receipt；完整密度、受体、真值、配体和预测均有本地原件。</a:t>
        </a:r>
      </a:p>
      <a:p>
        <a:r>
          <a:t/>
        </a:r>
      </a:p>
      <a:p>
        <a:r>
          <a:t>**身份与统计。** 当前为 occurrence 1，A1B32，auth B:1001。CA2/Emap 原生 blob 为 1/2，均是正式双向覆盖0.3一对一匹配中实际匹配该实例的候选。局部实例区域 Dice 为 0.792373/0.468521，IoU 为 0.656140/0.305927；它们不是全 PDB 语义 Dice。全局完整 candidate_selected 的 TP/FP 为 CA2 5/0、Emap 1/5，不为截图另筛候选。d 选 Emap blob 3，32个体素，与全部真值零交集；0.781250的体素中心距沉积受体重原子≤1.5 Å。该距离仅解释空间位置，不替换正式FP定义。</a:t>
        </a:r>
      </a:p>
      <a:p>
        <a:r>
          <a:t/>
        </a:r>
      </a:p>
      <a:p>
        <a:r>
          <a:t>**实现、坐标与学习材料。** 本图与 @@stage1-level-global-local-9nal, @@stage1-level-global-local-9ujf, @@stage1-level-global-local-9wfu, @@stage1-level-global-local-9x0x 共享 `画图/画图代码/stage1/visualization/stage1-level-global-local/` 的初筛、CXC/教程生成、原生渲染与PPT装配，另共用 `画图/画图代码/stage1/visualization/stage1-global-local/screen_cases.py` 和 `prepare_assets.py` 的逐候选核对及转换；旧无level准备条目仍保留默认来源。`screen_test_set.py` 从完整179-PDB元数据获得41个非保护初筛候选，随后由原始受体与匹配筛成五例，9BJJ/11JB/30GA被排除。原子XYZ Å，体素ZYX；MRC origin为首体素中心，裁零同步origin，0.5等值面step1且无平滑。a–c先共同显示全部比较模型确定相机再切换显隐，e/f同理；保存前强制相机矩阵、窗口和像素尺度一致，不为画图重对齐分子。</a:t>
        </a:r>
      </a:p>
      <a:p>
        <a:r>
          <a:t/>
        </a:r>
      </a:p>
      <a:p>
        <a:r>
          <a:t>`画图/画图代码/stage1/output/stage1-level-global-local/explicit_emdb_level/scenes/9nvs/initial.cxs` 为嵌入地图的起始材料；`views/` 有六份最终CXS和PNG；`commands/` 六份完整原生命令，`tutorials/` 六份对应独立中文讲解。教程从同一initial重开，显隐、颜色、turn、view、clip、save均为ChimeraX命令；Python不直接设置相机。`来源与模型.md`、`evidence.json` 和 `view_state.json` 保存模型编号、来源、原实例身份和屏幕框投影。35份交付会话已在屏蔽旧temp后离线重开，30个最终视角相机均恢复一致；作者my_sessions从不覆盖。</a:t>
        </a:r>
      </a:p>
      <a:p>
        <a:r>
          <a:t/>
        </a:r>
      </a:p>
      <a:p>
        <a:r>
          <a:t>**完整重建。** 仓库根执行 `python -X utf8 -B 转换工具/ops/rebuild_figures.py --figure stage1-level-global-local-9nvs`。统一入口从冻结原件重做全部筛查、MRC/CIF、初始/最终CXS、PNG、教程和五页原生PPT，再选择本图；只读正式PPT中的作者图注，不读已发布PNG当缓存。新产物及回执全部在本次全新temp构建目录，正式PPT不覆盖。原始数组核查、旧temp屏蔽和离线重开证据见条件目录的 `session_reopen_verification.json`，最终五图对齐、字号、碰撞与旧资产保护见同目录 `delivery_verification.json` 及[任务执行记录](../../../../talk/stage1_level_visualization_20261027/执行记录.md)。</a:t>
        </a:r>
      </a:p>
    </p188:txBody>
  </p188:cm>
  <p188:cm id="{8F255A64-E502-4DA2-85D6-623FA5735BB5}" authorId="{D3F71A66-0C34-DF1A-5236-FECDBC820DCB}" created="2026-10-28T00:54:58.320+08:00">
    <pc:sldMkLst xmlns:pc="http://schemas.microsoft.com/office/powerpoint/2013/main/command">
      <pc:docMk/>
      <pc:sldMk cId="1621655647" sldId="256"/>
    </pc:sldMkLst>
    <p188:pos x="0" y="0"/>
    <p188:txBody>
      <a:bodyPr/>
      <a:lstStyle/>
      <a:p>
        <a:r>
          <a:t>@@stage1-level-global-local-9nvs</a:t>
        </a:r>
      </a:p>
    </p188:txBody>
  </p188:cm>
</p188:cmLst>
</file>

<file path=ppt/comments/modernComment_109_B9388B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1737B77-B460-46BD-8801-CEFF3C8C3E7D}" authorId="{D3F71A66-0C34-DF1A-5236-FECDBC820DCB}" created="2026-10-27T17:31:30.797Z">
    <pc:sldMkLst xmlns:pc="http://schemas.microsoft.com/office/powerpoint/2013/main/command">
      <pc:docMk/>
      <pc:sldMk cId="1784575115" sldId="257"/>
    </pc:sldMkLst>
    <p188:pos x="0" y="0"/>
    <p188:txBody>
      <a:bodyPr/>
      <a:lstStyle/>
      <a:p>
        <a:r>
          <a:t>PROVENANCE v1</a:t>
        </a:r>
      </a:p>
      <a:p>
        <a:r>
          <a:t>id: stage1-level-global-local-9nal</a:t>
        </a:r>
      </a:p>
      <a:p>
        <a:r>
          <a:t>source: 画图/画图代码/stage1/visualization/图表追溯.md</a:t>
        </a:r>
      </a:p>
      <a:p>
        <a:r>
          <a:t/>
        </a:r>
      </a:p>
      <a:p>
        <a:r>
          <a:t>## stage1-level-global-local-9nal｜9NAL 全局到局部六面板</a:t>
        </a:r>
      </a:p>
      <a:p>
        <a:r>
          <a:t/>
        </a:r>
      </a:p>
      <a:p>
        <a:r>
          <a:t>当前为 `画图/stage1可视化.pptx` 第10页，完整备选，尚未插入正文。a 为沉积受体、沉积配体与全部真实区域，b 为沉积受体及全部 Emap2lig 预测，c 为 CA2 实际输入受体及全部 CA2 预测；d 为受体上的完整假阳性，e/f 为同一小分子的完整匹配区域。图形来自原生 ChimeraX 导出，PPT文字、三处框线及比例尺可编辑。</a:t>
        </a:r>
      </a:p>
      <a:p>
        <a:r>
          <a:t/>
        </a:r>
      </a:p>
      <a:p>
        <a:r>
          <a:t>**条件与来源。** Emap2lig 只读取 `explicit_emdb_level`：原推荐 level L 显式传入，官方实际阈值 L/2，原实验实跑源码 `37b0d9e7ad2a1b18fa096d91f154619085cee907`。原件在 `画图/画图代码/stage1/output/stage1-level-global-local/explicit_emdb_level/sources/9nal/`；新 Emap blob/evaluation 逐字节连接 `补充数据/Emap2lig_双条件/explicit_emdb_level/find/held_out_test_0/`，公共 GT/CA2 材料与旧实验一致，不复用旧 Emap 掩码。只读服务器源路径、大小、SHA256 保存在该条件目录的 metadata/density_source_receipt 与 local_reuse_receipt；完整密度、受体、真值、配体和预测均有本地原件。</a:t>
        </a:r>
      </a:p>
      <a:p>
        <a:r>
          <a:t/>
        </a:r>
      </a:p>
      <a:p>
        <a:r>
          <a:t>**身份与统计。** 当前为 occurrence 1，ADP，auth A:1402。CA2/Emap 原生 blob 为 1/12，均是正式双向覆盖0.3一对一匹配中实际匹配该实例的候选。局部实例区域 Dice 为 0.630835/0.393195，IoU 为 0.460744/0.244706；它们不是全 PDB 语义 Dice。全局完整 candidate_selected 的 TP/FP 为 CA2 2/0、Emap 2/11，不为截图另筛候选。d 选 Emap blob 6，87个体素，与全部真值零交集；0.781609的体素中心距沉积受体重原子≤1.5 Å。该距离仅解释空间位置，不替换正式FP定义。</a:t>
        </a:r>
      </a:p>
      <a:p>
        <a:r>
          <a:t/>
        </a:r>
      </a:p>
      <a:p>
        <a:r>
          <a:t>**实现、坐标与学习材料。** 本图与 @@stage1-level-global-local-9nvs, @@stage1-level-global-local-9ujf, @@stage1-level-global-local-9wfu, @@stage1-level-global-local-9x0x 共享 `画图/画图代码/stage1/visualization/stage1-level-global-local/` 的初筛、CXC/教程生成、原生渲染与PPT装配，另共用 `画图/画图代码/stage1/visualization/stage1-global-local/screen_cases.py` 和 `prepare_assets.py` 的逐候选核对及转换；旧无level准备条目仍保留默认来源。`screen_test_set.py` 从完整179-PDB元数据获得41个非保护初筛候选，随后由原始受体与匹配筛成五例，9BJJ/11JB/30GA被排除。原子XYZ Å，体素ZYX；MRC origin为首体素中心，裁零同步origin，0.5等值面step1且无平滑。a–c先共同显示全部比较模型确定相机再切换显隐，e/f同理；保存前强制相机矩阵、窗口和像素尺度一致，不为画图重对齐分子。</a:t>
        </a:r>
      </a:p>
      <a:p>
        <a:r>
          <a:t/>
        </a:r>
      </a:p>
      <a:p>
        <a:r>
          <a:t>`画图/画图代码/stage1/output/stage1-level-global-local/explicit_emdb_level/scenes/9nal/initial.cxs` 为嵌入地图的起始材料；`views/` 有六份最终CXS和PNG；`commands/` 六份完整原生命令，`tutorials/` 六份对应独立中文讲解。教程从同一initial重开，显隐、颜色、turn、view、clip、save均为ChimeraX命令；Python不直接设置相机。`来源与模型.md`、`evidence.json` 和 `view_state.json` 保存模型编号、来源、原实例身份和屏幕框投影。35份交付会话已在屏蔽旧temp后离线重开，30个最终视角相机均恢复一致；作者my_sessions从不覆盖。</a:t>
        </a:r>
      </a:p>
      <a:p>
        <a:r>
          <a:t/>
        </a:r>
      </a:p>
      <a:p>
        <a:r>
          <a:t>**完整重建。** 仓库根执行 `python -X utf8 -B 转换工具/ops/rebuild_figures.py --figure stage1-level-global-local-9nal`。统一入口从冻结原件重做全部筛查、MRC/CIF、初始/最终CXS、PNG、教程和五页原生PPT，再选择本图；只读正式PPT中的作者图注，不读已发布PNG当缓存。新产物及回执全部在本次全新temp构建目录，正式PPT不覆盖。原始数组核查、旧temp屏蔽和离线重开证据见条件目录的 `session_reopen_verification.json`，最终五图对齐、字号、碰撞与旧资产保护见同目录 `delivery_verification.json` 及[任务执行记录](../../../../talk/stage1_level_visualization_20261027/执行记录.md)。</a:t>
        </a:r>
      </a:p>
    </p188:txBody>
  </p188:cm>
  <p188:cm id="{CED216F1-ACDB-4B49-8603-9ED237483A74}" authorId="{D3F71A66-0C34-DF1A-5236-FECDBC820DCB}" created="2026-10-29T06:46:12.533">
    <pc:sldMkLst xmlns:pc="http://schemas.microsoft.com/office/powerpoint/2013/main/command">
      <pc:docMk/>
      <pc:sldMk cId="3107490781" sldId="265"/>
    </pc:sldMkLst>
    <p188:txBody>
      <a:bodyPr/>
      <a:lstStyle/>
      <a:p>
        <a:r>
          <a:rPr lang="zh-CN" altLang="en-US"/>
          <a:t>@@stage1-level-global-local-9nal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局部检测实例的风格对照。a–d 依次为 9PQM 的 ATPγS（AGS，A:401）、9WQ3 的 1SY（E:401）、9UWI 的胆固醇（CLR，B:502）和 9X0X 的磷脂酰乙醇胺（PTY，T:801）。每行左侧为复合物整体，框选一个配体结合位点；右侧上排从左至右为真实受体、CryoAtom2 受体、真实配体及其标注区域，下排为使用真实受体的 Find、使用 CryoAtom2 受体的 Find 和 Emap2lig。下排均显示同一真实配体和实验密度，Find 两格另显示相应受体。每例六格共用朝向和尺度。灰白色为受体和实验密度表面，配体按元素着色，蓝色包络为预测区域，浅蓝色为真实标注区域。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局部检测实例的风格对照。a–c 依次为 9BJJ 的 A1AP0（F:1001）、9WUP 的 NADPH（NDP，A:1104）和 9RMI 的 ADP（C:401）。每行左侧为复合物整体，框选一个配体结合位点；右侧上排从左至右为真实受体、CryoAtom2 受体、真实配体及其标注区域，下排为使用真实受体的 Find、使用 CryoAtom2 受体的 Find 和 Emap2lig。下排均显示同一真实配体和实验密度，Find 两格另显示相应受体。每例六格共用朝向和尺度。灰白色为受体和实验密度表面，配体按元素着色，蓝色包络为预测区域，浅蓝色为真实标注区域。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局部检测实例的风格对照。a–d 依次为 9PQM 的 ATPγS（AGS，A:401）、9WQ3 的 1SY（E:401）、9UWI 的胆固醇（CLR，B:502）和 9X0X 的磷脂酰乙醇胺（PTY，T:801）。每行左侧为复合物整体，框选一个配体结合位点；右侧上排从左至右为真实受体、CryoAtom2 受体、真实配体及其标注区域，下排为使用真实受体的 Find、使用 CryoAtom2 受体的 Find 和 Emap2lig。下排均显示同一真实配体和实验密度，Find 两格另显示相应受体。每例六格共用朝向和尺度。浅绿为受体，灰色网格为实验密度，橙色为配体碳原子，蓝色包络为预测区域，浅灰蓝为真实标注区域。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局部检测实例的风格对照。a–c 依次为 9BJJ 的 A1AP0（F:1001）、9WUP 的 NADPH（NDP，A:1104）和 9RMI 的 ADP（C:401）。每行左侧为复合物整体，框选一个配体结合位点；右侧上排从左至右为真实受体、CryoAtom2 受体、真实配体及其标注区域，下排为使用真实受体的 Find、使用 CryoAtom2 受体的 Find 和 Emap2lig。下排均显示同一真实配体和实验密度，Find 两格另显示相应受体。每例六格共用朝向和尺度。浅绿为受体，灰色网格为实验密度，橙色为配体碳原子，蓝色包络为预测区域，浅灰蓝为真实标注区域。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局部检测实例的风格对照。a–d 依次为 9PQM 的 ATPγS（AGS，A:401）、9WQ3 的 1SY（E:401）、9UWI 的胆固醇（CLR，B:502）和 9X0X 的磷脂酰乙醇胺（PTY，T:801）。每行左侧为复合物整体，框选一个配体结合位点；右侧上排从左至右为真实受体、CryoAtom2 受体、真实配体及其标注区域，下排为使用真实受体的 Find、使用 CryoAtom2 受体的 Find 和 Emap2lig。下排均显示同一真实配体和实验密度，Find 两格另显示相应受体。每例六格共用朝向和尺度。浅绿为受体，灰色半透明表面为实验密度，橙色为配体碳原子，蓝色网格为预测边界，浅灰蓝网格为真实标注区域。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局部检测实例的风格对照。a–c 依次为 9BJJ 的 A1AP0（F:1001）、9WUP 的 NADPH（NDP，A:1104）和 9RMI 的 ADP（C:401）。每行左侧为复合物整体，框选一个配体结合位点；右侧上排从左至右为真实受体、CryoAtom2 受体、真实配体及其标注区域，下排为使用真实受体的 Find、使用 CryoAtom2 受体的 Find 和 Emap2lig。下排均显示同一真实配体和实验密度，Find 两格另显示相应受体。每例六格共用朝向和尺度。浅绿为受体，灰色半透明表面为实验密度，橙色为配体碳原子，蓝色网格为预测边界，浅灰蓝网格为真实标注区域。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不同受体条件下的小分子区域检出。</a:t>
            </a:r>
            <a:endParaRPr lang="zh-CN"/>
          </a:p>
          <a:p>
            <a:r>
              <a:rPr lang="zh-CN" dirty="0"/>
              <a:t>a–d, 分别为 9PQM 中的 ATPγS（AGS，A:401）、9UWI 中的胆固醇（CLR，B:502）、9WUP 中的 NADPH（NDP，A:1104）和 9RMI 中的 ADP（C:401）。每行左侧展示完整复合物及 LigandSeek-Find 使用真实受体预测的配体区域。方框标出右侧六个局部视图所展示的配体结合位点。上排从左至右展示真实受体、CryoAtom2 受体，以及沉积配体及其真实配体区域。下排从左至右比较使用真实受体的 LigandSeek-Find、使用 CryoAtom2 受体的 LigandSeek-Find，以及 Emap2lig-Find。三个预测视图均展示相同的沉积配体和实验密度，前两个预测视图还分别展示真实受体和 CryoAtom2 重建受体。每个案例的六个局部视图使用相同的方向和尺度。受体为浅绿色，实验密度以灰色网格展示；蓝色包络表示选定的预测区域，浅灰蓝色包络表示真实配体区域。</a:t>
            </a:r>
            <a:endParaRPr lang="zh-CN"/>
          </a:p>
          <a:p>
            <a:r>
              <a:rPr dirty="0"/>
              <a:t>ENGLISH:</a:t>
            </a:r>
          </a:p>
          <a:p>
            <a:r>
              <a:rPr dirty="0"/>
              <a:t>Small-molecule region detection under different receptor conditions.</a:t>
            </a:r>
          </a:p>
          <a:p>
            <a:r>
              <a:rPr dirty="0"/>
              <a:t>a–d, </a:t>
            </a:r>
            <a:r>
              <a:rPr dirty="0" err="1"/>
              <a:t>ATPγS</a:t>
            </a:r>
            <a:r>
              <a:rPr dirty="0"/>
              <a:t> in 9PQM (AGS, A:401), cholesterol in 9UWI (CLR, B:502), NADPH in 9WUP (NDP, A:1104) and ADP in 9RMI (C:401), respectively. The left view of each row shows the full complex with ligand regions predicted by </a:t>
            </a:r>
            <a:r>
              <a:rPr dirty="0" err="1"/>
              <a:t>LigandSeek</a:t>
            </a:r>
            <a:r>
              <a:rPr dirty="0"/>
              <a:t>-Find using the deposited receptor. A box marks the selected ligand binding site for the six close-up views on the right. The top row shows the deposited receptor, the CryoAtom2 receptor, and the deposited ligand with its ground-truth ligand region, from left to right. The bottom row compares </a:t>
            </a:r>
            <a:r>
              <a:rPr dirty="0" err="1"/>
              <a:t>LigandSeek</a:t>
            </a:r>
            <a:r>
              <a:rPr dirty="0"/>
              <a:t>-Find with the deposited receptor, </a:t>
            </a:r>
            <a:r>
              <a:rPr dirty="0" err="1"/>
              <a:t>LigandSeek</a:t>
            </a:r>
            <a:r>
              <a:rPr dirty="0"/>
              <a:t>-Find with the CryoAtom2 receptor, and Emap2lig-Find, from left to right. All three prediction views show the same deposited ligand and experimental density. The first two prediction views additionally show the deposited and CryoAtom2-reconstructed receptors, respectively. The six close-up views for each case use the same orientation and scale. Receptors are light green, experimental density is shown as a grey mesh; blue envelopes show selected predicted regions, and pale grey-blue envelopes show ground-truth ligand regions.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1DDFF-C612-0F94-223D-6FAE8DC90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DE42C6-EB38-09DC-4FA0-EE6460D141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EB12B5-BAA9-155E-92BB-D0658A46A3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不同受体条件下的小分子区域检出。</a:t>
            </a:r>
            <a:endParaRPr lang="zh-CN"/>
          </a:p>
          <a:p>
            <a:r>
              <a:rPr lang="zh-CN" dirty="0"/>
              <a:t>a–c, 分别为 9UWI 中的胆固醇（CLR，B:502）、9WUP 中的 NADPH（NDP，A:1104）和 9RMI 中的 ADP（C:401）。每行左侧展示完整复合物及 LigandSeek-Find 使用真实受体预测的配体区域。方框标出右侧六个局部视图所展示的配体结合位点。上排从左至右展示真实受体、CryoAtom2 受体，以及沉积配体及其真实配体区域。下排从左至右比较使用真实受体的 LigandSeek-Find、使用 CryoAtom2 受体的 LigandSeek-Find，以及 Emap2lig-Find。三个预测视图均展示相同的沉积配体和实验密度，前两个预测视图还分别展示真实受体和 CryoAtom2 重建受体。每个案例的六个局部视图使用相同的方向和尺度。受体为浅绿色，实验密度以灰色网格展示；蓝色包络表示选定的预测区域，浅灰蓝色包络表示真实配体区域。</a:t>
            </a:r>
            <a:endParaRPr lang="zh-CN"/>
          </a:p>
          <a:p>
            <a:r>
              <a:rPr dirty="0"/>
              <a:t>ENGLISH:</a:t>
            </a:r>
          </a:p>
          <a:p>
            <a:r>
              <a:rPr dirty="0"/>
              <a:t>Small-molecule region detection under different receptor conditions.</a:t>
            </a:r>
          </a:p>
          <a:p>
            <a:r>
              <a:rPr dirty="0"/>
              <a:t>a–c, cholesterol in 9UWI (CLR, B:502), NADPH in 9WUP (NDP, A:1104) and ADP in 9RMI (C:401), respectively. The left view of each row shows the full complex with ligand regions predicted by </a:t>
            </a:r>
            <a:r>
              <a:rPr dirty="0" err="1"/>
              <a:t>LigandSeek</a:t>
            </a:r>
            <a:r>
              <a:rPr dirty="0"/>
              <a:t>-Find using the deposited receptor. A box marks the selected ligand binding site for the six close-up views on the right. The top row shows the deposited receptor, the CryoAtom2 receptor, and the deposited ligand with its ground-truth ligand region, from left to right. The bottom row compares </a:t>
            </a:r>
            <a:r>
              <a:rPr dirty="0" err="1"/>
              <a:t>LigandSeek</a:t>
            </a:r>
            <a:r>
              <a:rPr dirty="0"/>
              <a:t>-Find with the deposited receptor, </a:t>
            </a:r>
            <a:r>
              <a:rPr dirty="0" err="1"/>
              <a:t>LigandSeek</a:t>
            </a:r>
            <a:r>
              <a:rPr dirty="0"/>
              <a:t>-Find with the CryoAtom2 receptor, and Emap2lig-Find, from left to right. All three prediction views show the same deposited ligand and experimental density. The first two prediction views additionally show the deposited and CryoAtom2-reconstructed receptors, respectively. The six close-up views for each case use the same orientation and scale. Receptors are light green, experimental density is shown as a grey mesh; blue envelopes show selected predicted regions, and pale grey-blue envelopes show ground-truth ligand regions.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3562E4-72E0-FF0E-12DF-F13F380E130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417940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受体背景下配体区域检出的全局与局部比较：9NVS。a–</a:t>
            </a:r>
            <a:r>
              <a:rPr dirty="0" err="1"/>
              <a:t>c，真实配体区域（绿色</a:t>
            </a:r>
            <a:r>
              <a:rPr dirty="0"/>
              <a:t>）、Emap2lig-Find </a:t>
            </a:r>
            <a:r>
              <a:rPr dirty="0" err="1"/>
              <a:t>预测（橙色）和</a:t>
            </a:r>
            <a:r>
              <a:rPr dirty="0"/>
              <a:t> </a:t>
            </a:r>
            <a:r>
              <a:rPr dirty="0" err="1"/>
              <a:t>LigandSeek</a:t>
            </a:r>
            <a:r>
              <a:rPr dirty="0"/>
              <a:t>-Find 的 CA2 </a:t>
            </a:r>
            <a:r>
              <a:rPr dirty="0" err="1"/>
              <a:t>预测（蓝色</a:t>
            </a:r>
            <a:r>
              <a:rPr dirty="0"/>
              <a:t>）。</a:t>
            </a:r>
            <a:r>
              <a:rPr dirty="0" err="1"/>
              <a:t>a、b</a:t>
            </a:r>
            <a:r>
              <a:rPr dirty="0"/>
              <a:t> </a:t>
            </a:r>
            <a:r>
              <a:rPr dirty="0" err="1"/>
              <a:t>使用沉积受体，c</a:t>
            </a:r>
            <a:r>
              <a:rPr dirty="0"/>
              <a:t> </a:t>
            </a:r>
            <a:r>
              <a:rPr dirty="0" err="1"/>
              <a:t>使用</a:t>
            </a:r>
            <a:r>
              <a:rPr dirty="0"/>
              <a:t> CA2 </a:t>
            </a:r>
            <a:r>
              <a:rPr dirty="0" err="1"/>
              <a:t>受体；全部保留预测均显示。d，框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对应的受体上假阳性，与全部配体真实区域零交集。e、f，框</a:t>
            </a:r>
            <a:r>
              <a:rPr dirty="0"/>
              <a:t> ii </a:t>
            </a:r>
            <a:r>
              <a:rPr dirty="0" err="1"/>
              <a:t>对应的同一</a:t>
            </a:r>
            <a:r>
              <a:rPr dirty="0"/>
              <a:t> A1B32 (B:1001) </a:t>
            </a:r>
            <a:r>
              <a:rPr dirty="0" err="1"/>
              <a:t>实例，两方法均在双向覆盖阈值</a:t>
            </a:r>
            <a:r>
              <a:rPr dirty="0"/>
              <a:t> 0.3 的一对一评价中匹配该实例；Emap2lig 与 </a:t>
            </a:r>
            <a:r>
              <a:rPr dirty="0" err="1"/>
              <a:t>LigandSeek</a:t>
            </a:r>
            <a:r>
              <a:rPr dirty="0"/>
              <a:t> 的 Dice </a:t>
            </a:r>
            <a:r>
              <a:rPr dirty="0" err="1"/>
              <a:t>分别为</a:t>
            </a:r>
            <a:r>
              <a:rPr dirty="0"/>
              <a:t> 0.469 和 0.792。绿色网格表示真实区域，棒状原子表示沉积配体和相应受体邻域。a–c </a:t>
            </a:r>
            <a:r>
              <a:rPr dirty="0" err="1"/>
              <a:t>共用全局视角和尺度，e、f</a:t>
            </a:r>
            <a:r>
              <a:rPr dirty="0"/>
              <a:t> </a:t>
            </a:r>
            <a:r>
              <a:rPr dirty="0" err="1"/>
              <a:t>共用局部视角和尺度；掩码为</a:t>
            </a:r>
            <a:r>
              <a:rPr dirty="0"/>
              <a:t> 0.5 </a:t>
            </a:r>
            <a:r>
              <a:rPr dirty="0" err="1"/>
              <a:t>等值面，不平滑。比例尺：a</a:t>
            </a:r>
            <a:r>
              <a:rPr dirty="0"/>
              <a:t>–c，50 </a:t>
            </a:r>
            <a:r>
              <a:rPr dirty="0" err="1"/>
              <a:t>Å；d</a:t>
            </a:r>
            <a:r>
              <a:rPr dirty="0"/>
              <a:t>–f，5 Å。</a:t>
            </a:r>
          </a:p>
          <a:p>
            <a:r>
              <a:rPr dirty="0"/>
              <a:t>ENGLISH:</a:t>
            </a:r>
          </a:p>
          <a:p>
            <a:r>
              <a:rPr dirty="0"/>
              <a:t>Global and local comparison of ligand-region detection in 9NVS. a–c, Reference ligand regions (green), Emap2lig-Find predictions (orange), and </a:t>
            </a:r>
            <a:r>
              <a:rPr dirty="0" err="1"/>
              <a:t>LigandSeek</a:t>
            </a:r>
            <a:r>
              <a:rPr dirty="0"/>
              <a:t>-Find predictions with CA2 receptors (blue). Deposited receptors are shown in a and b, and the CA2 receptor in c. All retained predictions are displayed. d, The receptor-associated false positive marked by box </a:t>
            </a:r>
            <a:r>
              <a:rPr dirty="0" err="1"/>
              <a:t>i</a:t>
            </a:r>
            <a:r>
              <a:rPr dirty="0"/>
              <a:t> has zero overlap with all ground-truth ligand regions. </a:t>
            </a:r>
            <a:r>
              <a:rPr dirty="0" err="1"/>
              <a:t>e,f</a:t>
            </a:r>
            <a:r>
              <a:rPr dirty="0"/>
              <a:t>, The same A1B32 (B:1001) instance marked by box ii, matched by both methods under one-to-one evaluation at a bidirectional coverage threshold of 0.3. Dice is 0.469 for Emap2lig-Find and 0.792 for </a:t>
            </a:r>
            <a:r>
              <a:rPr dirty="0" err="1"/>
              <a:t>LigandSeek</a:t>
            </a:r>
            <a:r>
              <a:rPr dirty="0"/>
              <a:t>-Find. Green mesh denotes the ground-truth region; sticks show the deposited ligand and the corresponding receptor </a:t>
            </a:r>
            <a:r>
              <a:rPr dirty="0" err="1"/>
              <a:t>neighbourhood</a:t>
            </a:r>
            <a:r>
              <a:rPr dirty="0"/>
              <a:t>. Panels a–c share the global view and scale; e and f share the local view and scale. Binary masks are displayed at an </a:t>
            </a:r>
            <a:r>
              <a:rPr dirty="0" err="1"/>
              <a:t>isovalue</a:t>
            </a:r>
            <a:r>
              <a:rPr dirty="0"/>
              <a:t> of 0.5 without smoothing. </a:t>
            </a:r>
            <a:r>
              <a:rPr lang="en-US" dirty="0"/>
              <a:t>Scale bars, 50 Å (a–c), 5 Å (d–f).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638939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4B9D9-EE83-1F54-D96C-7AF88E4655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4290B7-8521-552A-1A7B-332088C772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687CE-EC3A-3D1D-9AC7-62F8BF531C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对 </a:t>
            </a:r>
            <a:r>
              <a:rPr lang="en-US" altLang="zh-CN" dirty="0"/>
              <a:t>Emap2lig-Find </a:t>
            </a:r>
            <a:r>
              <a:rPr lang="zh-CN" altLang="en-US" dirty="0"/>
              <a:t>和 </a:t>
            </a:r>
            <a:r>
              <a:rPr lang="en-US" altLang="zh-CN" dirty="0" err="1"/>
              <a:t>LigandSeek</a:t>
            </a:r>
            <a:r>
              <a:rPr lang="en-US" altLang="zh-CN" dirty="0"/>
              <a:t>-Find </a:t>
            </a:r>
            <a:r>
              <a:rPr lang="zh-CN" altLang="en-US" dirty="0"/>
              <a:t>在 </a:t>
            </a:r>
            <a:r>
              <a:rPr lang="en-US" altLang="zh-CN" dirty="0"/>
              <a:t>9NVS </a:t>
            </a:r>
            <a:r>
              <a:rPr lang="zh-CN" altLang="en-US" dirty="0"/>
              <a:t>上进行配体区域检测的性能进行全局和局部比较。</a:t>
            </a:r>
            <a:r>
              <a:rPr lang="en-US" altLang="zh-CN" dirty="0" err="1"/>
              <a:t>LigandSeek</a:t>
            </a:r>
            <a:r>
              <a:rPr lang="en-US" altLang="zh-CN" dirty="0"/>
              <a:t>-Find </a:t>
            </a:r>
            <a:r>
              <a:rPr lang="zh-CN" altLang="en-US" dirty="0"/>
              <a:t>以 </a:t>
            </a:r>
            <a:r>
              <a:rPr lang="en-US" altLang="zh-CN" dirty="0" err="1"/>
              <a:t>CryoAtom2 重构</a:t>
            </a:r>
            <a:r>
              <a:rPr lang="zh-CN" altLang="en-US" dirty="0"/>
              <a:t>的受体 </a:t>
            </a:r>
            <a:r>
              <a:rPr lang="en-US" altLang="zh-CN" dirty="0"/>
              <a:t>(CA2) </a:t>
            </a:r>
            <a:r>
              <a:rPr lang="zh-CN" altLang="en-US" dirty="0"/>
              <a:t>作为输入。</a:t>
            </a:r>
            <a:r>
              <a:rPr lang="en-US" altLang="zh-CN" dirty="0"/>
              <a:t>a–c </a:t>
            </a:r>
            <a:r>
              <a:rPr lang="zh-CN" altLang="en-US" dirty="0"/>
              <a:t>分别展示了参考配体区域（绿色）、</a:t>
            </a:r>
            <a:r>
              <a:rPr lang="en-US" altLang="zh-CN" dirty="0"/>
              <a:t>Emap2lig-Find </a:t>
            </a:r>
            <a:r>
              <a:rPr lang="zh-CN" altLang="en-US" dirty="0"/>
              <a:t>预测结果（橙色）以及使用 </a:t>
            </a:r>
            <a:r>
              <a:rPr lang="en-US" altLang="zh-CN" dirty="0"/>
              <a:t>CA2 </a:t>
            </a:r>
            <a:r>
              <a:rPr lang="zh-CN" altLang="en-US" dirty="0"/>
              <a:t>受体的 </a:t>
            </a:r>
            <a:r>
              <a:rPr lang="en-US" altLang="zh-CN" dirty="0" err="1"/>
              <a:t>LigandSeek</a:t>
            </a:r>
            <a:r>
              <a:rPr lang="en-US" altLang="zh-CN" dirty="0"/>
              <a:t>-Find </a:t>
            </a:r>
            <a:r>
              <a:rPr lang="zh-CN" altLang="en-US" dirty="0"/>
              <a:t>预测结果（蓝色）。</a:t>
            </a:r>
            <a:r>
              <a:rPr lang="en-US" altLang="zh-CN" dirty="0"/>
              <a:t>a </a:t>
            </a:r>
            <a:r>
              <a:rPr lang="zh-CN" altLang="en-US" dirty="0"/>
              <a:t>和 </a:t>
            </a:r>
            <a:r>
              <a:rPr lang="en-US" altLang="zh-CN" dirty="0"/>
              <a:t>b </a:t>
            </a:r>
            <a:r>
              <a:rPr lang="zh-CN" altLang="en-US" dirty="0"/>
              <a:t>中显示了已提交的受体，</a:t>
            </a:r>
            <a:r>
              <a:rPr lang="en-US" altLang="zh-CN" dirty="0"/>
              <a:t>c </a:t>
            </a:r>
            <a:r>
              <a:rPr lang="zh-CN" altLang="en-US" dirty="0"/>
              <a:t>中显示了 </a:t>
            </a:r>
            <a:r>
              <a:rPr lang="en-US" altLang="zh-CN" dirty="0"/>
              <a:t>CA2 </a:t>
            </a:r>
            <a:r>
              <a:rPr lang="zh-CN" altLang="en-US" dirty="0"/>
              <a:t>受体。图中显示了所有保留的预测结果。Emap2lig-Find 和 LigandSeek-Find 的全局语义 Dice 分别为 0.160 和 0.757。</a:t>
            </a:r>
            <a:r>
              <a:rPr lang="en-US" altLang="zh-CN" dirty="0"/>
              <a:t>d </a:t>
            </a:r>
            <a:r>
              <a:rPr lang="zh-CN" altLang="en-US" dirty="0"/>
              <a:t>中，方框 </a:t>
            </a:r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标记的受体相关假阳性区域与任何真实配体区域均无重叠。</a:t>
            </a:r>
            <a:r>
              <a:rPr lang="en-US" altLang="zh-CN" dirty="0"/>
              <a:t>e </a:t>
            </a:r>
            <a:r>
              <a:rPr lang="zh-CN" altLang="en-US" dirty="0"/>
              <a:t>和 </a:t>
            </a:r>
            <a:r>
              <a:rPr lang="en-US" altLang="zh-CN" dirty="0"/>
              <a:t>f </a:t>
            </a:r>
            <a:r>
              <a:rPr lang="zh-CN" altLang="en-US" dirty="0"/>
              <a:t>中，对同一 </a:t>
            </a:r>
            <a:r>
              <a:rPr lang="en-US" altLang="zh-CN" dirty="0"/>
              <a:t>A1B32 (B:1001) </a:t>
            </a:r>
            <a:r>
              <a:rPr lang="zh-CN" altLang="en-US" dirty="0"/>
              <a:t>实例（方框 </a:t>
            </a:r>
            <a:r>
              <a:rPr lang="en-US" altLang="zh-CN" dirty="0"/>
              <a:t>ii </a:t>
            </a:r>
            <a:r>
              <a:rPr lang="zh-CN" altLang="en-US" dirty="0"/>
              <a:t>标记）进行了比较（</a:t>
            </a:r>
            <a:r>
              <a:rPr lang="en-US" altLang="zh-CN" dirty="0"/>
              <a:t>IoU：Emap2lig-Find 为 0.306，LigandSeek-Find 为 0.656</a:t>
            </a:r>
            <a:r>
              <a:rPr lang="zh-CN" altLang="en-US" dirty="0"/>
              <a:t>）。绿色网格表示真实区域；棒状图表示沉积的配体和相邻的受体残基。图</a:t>
            </a:r>
            <a:r>
              <a:rPr lang="en-US" altLang="zh-CN" dirty="0"/>
              <a:t>a-c</a:t>
            </a:r>
            <a:r>
              <a:rPr lang="zh-CN" altLang="en-US" dirty="0"/>
              <a:t>共享全局视图和比例尺；图</a:t>
            </a:r>
            <a:r>
              <a:rPr lang="en-US" altLang="zh-CN" dirty="0"/>
              <a:t>e</a:t>
            </a:r>
            <a:r>
              <a:rPr lang="zh-CN" altLang="en-US" dirty="0"/>
              <a:t>和</a:t>
            </a:r>
            <a:r>
              <a:rPr lang="en-US" altLang="zh-CN" dirty="0"/>
              <a:t>f</a:t>
            </a:r>
            <a:r>
              <a:rPr lang="zh-CN" altLang="en-US" dirty="0"/>
              <a:t>共享局部视图和比例尺。</a:t>
            </a:r>
            <a:endParaRPr lang="en-US" altLang="zh-CN" dirty="0"/>
          </a:p>
          <a:p>
            <a:endParaRPr dirty="0"/>
          </a:p>
          <a:p>
            <a:r>
              <a:rPr b="1" dirty="0"/>
              <a:t>ENGLISH:</a:t>
            </a:r>
          </a:p>
          <a:p>
            <a:r>
              <a:rPr lang="zh-CN" altLang="zh-CN" sz="1200" kern="1200" dirty="0"/>
              <a:t>Global and local comparison of Emap2lig-Find and LigandSeek-Find for ligand-region detection on 9NVS. </a:t>
            </a:r>
            <a:r>
              <a:rPr lang="zh-CN" altLang="zh-CN" dirty="0"/>
              <a:t>LigandSeek-Find takes the CryoAtom2-reconstructed receptor (CA2) as input</a:t>
            </a:r>
            <a:r>
              <a:rPr lang="en-US" altLang="zh-CN"/>
              <a:t>. </a:t>
            </a:r>
            <a:r>
              <a:rPr lang="zh-CN" altLang="zh-CN" b="1"/>
              <a:t>a</a:t>
            </a:r>
            <a:r>
              <a:rPr lang="zh-CN" altLang="zh-CN" b="1" dirty="0"/>
              <a:t>–c</a:t>
            </a:r>
            <a:r>
              <a:rPr lang="zh-CN" altLang="zh-CN" dirty="0"/>
              <a:t>, Reference ligand regions (green), Emap2lig-Find predictions (orange), and LigandSeek-Find predictions with CA2 receptors (blue). Deposited receptors are shown in </a:t>
            </a:r>
            <a:r>
              <a:rPr lang="zh-CN" altLang="zh-CN" b="1" dirty="0"/>
              <a:t>a</a:t>
            </a:r>
            <a:r>
              <a:rPr lang="zh-CN" altLang="zh-CN" dirty="0"/>
              <a:t> and </a:t>
            </a:r>
            <a:r>
              <a:rPr lang="zh-CN" altLang="zh-CN" b="1" dirty="0"/>
              <a:t>b</a:t>
            </a:r>
            <a:r>
              <a:rPr lang="zh-CN" altLang="zh-CN" dirty="0"/>
              <a:t>, and the CA2 receptor in </a:t>
            </a:r>
            <a:r>
              <a:rPr lang="zh-CN" altLang="zh-CN" b="1" dirty="0"/>
              <a:t>c</a:t>
            </a:r>
            <a:r>
              <a:rPr lang="zh-CN" altLang="zh-CN" dirty="0"/>
              <a:t>. All retained predictions are displayed. Global semantic Dice scores are 0.160 for Emap2lig-Find and 0.757 for LigandSeek-Find. </a:t>
            </a:r>
            <a:r>
              <a:rPr lang="zh-CN" altLang="zh-CN" b="1" dirty="0"/>
              <a:t>d</a:t>
            </a:r>
            <a:r>
              <a:rPr lang="zh-CN" altLang="zh-CN" dirty="0"/>
              <a:t>, The receptor-associated false positive marked by box </a:t>
            </a:r>
            <a:r>
              <a:rPr lang="zh-CN" altLang="zh-CN" b="1" dirty="0"/>
              <a:t>i</a:t>
            </a:r>
            <a:r>
              <a:rPr lang="zh-CN" altLang="zh-CN" dirty="0"/>
              <a:t> shows zero overlap with any ground-truth ligand region. </a:t>
            </a:r>
            <a:r>
              <a:rPr lang="zh-CN" altLang="zh-CN" b="1" dirty="0"/>
              <a:t>e,f</a:t>
            </a:r>
            <a:r>
              <a:rPr lang="zh-CN" altLang="zh-CN" dirty="0"/>
              <a:t>, Comparison on the same A1B32 (B:1001) instance marked by box </a:t>
            </a:r>
            <a:r>
              <a:rPr lang="zh-CN" altLang="zh-CN" b="1" dirty="0"/>
              <a:t>ii</a:t>
            </a:r>
            <a:r>
              <a:rPr lang="zh-CN" altLang="zh-CN" dirty="0"/>
              <a:t> (IoU: 0.306 for Emap2lig-Find vs. 0.656 for LigandSeek-Find). Green mesh denotes the ground-truth region; sticks show the deposited ligand and adjacent receptor residues. Panels </a:t>
            </a:r>
            <a:r>
              <a:rPr lang="zh-CN" altLang="zh-CN" b="1" dirty="0"/>
              <a:t>a–c</a:t>
            </a:r>
            <a:r>
              <a:rPr lang="zh-CN" altLang="zh-CN" dirty="0"/>
              <a:t> share the global view and scale; </a:t>
            </a:r>
            <a:r>
              <a:rPr lang="zh-CN" altLang="zh-CN" b="1" dirty="0"/>
              <a:t>e</a:t>
            </a:r>
            <a:r>
              <a:rPr lang="zh-CN" altLang="zh-CN" dirty="0"/>
              <a:t> and </a:t>
            </a:r>
            <a:r>
              <a:rPr lang="zh-CN" altLang="zh-CN" b="1" dirty="0"/>
              <a:t>f</a:t>
            </a:r>
            <a:r>
              <a:rPr lang="zh-CN" altLang="zh-CN" dirty="0"/>
              <a:t> share the local view and scale.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59F793-E380-4D0C-9940-C5DFF8347FC3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274411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受体背景下配体区域检出的全局与局部比较：9NAL。a–c，真实配体区域（绿色）、Emap2lig-Find 预测（橙色）和 LigandSeek-Find 的 CA2 预测（蓝色）。a、b 使用沉积受体，c 使用 CA2 受体；全部保留预测均显示。d，框 i 对应的受体上假阳性，与全部配体真实区域零交集。e、f，框 ii 对应的同一 ADP (A:1402) 实例，两方法均在双向覆盖阈值 0.3 的一对一评价中匹配该实例；Emap2lig 与 LigandSeek 的 Dice 分别为 0.393 和 0.631。绿色网格表示真实区域，棒状原子表示沉积配体和相应受体邻域。a–c 共用全局视角和尺度，e、f 共用局部视角和尺度；掩码为 0.5 等值面，不平滑。比例尺：a–c，50 Å；d–f，5 Å。</a:t>
            </a:r>
          </a:p>
          <a:p>
            <a:r>
              <a:t>ENGLISH:</a:t>
            </a:r>
          </a:p>
          <a:p>
            <a:r>
              <a:t>Global and local comparison of ligand-region detection in 9NAL. a–c, Reference ligand regions (green), Emap2lig-Find predictions (orange), and LigandSeek-Find predictions with CA2 receptors (blue). Deposited receptors are shown in a and b, and the CA2 receptor in c. All retained predictions are displayed. d, The receptor-associated false positive marked by box i has zero overlap with all ground-truth ligand regions. e,f, The same ADP (A:1402) instance marked by box ii, matched by both methods under one-to-one evaluation at a bidirectional coverage threshold of 0.3. Dice is 0.393 for Emap2lig-Find and 0.631 for LigandSeek-Find. Green mesh denotes the ground-truth region; sticks show the deposited ligand and the corresponding receptor neighbourhood. Panels a–c share the global view and scale; e and f share the local view and scale. Binary masks are displayed at an isovalue of 0.5 without smoothing. Scale bars, 50 Å (a–c), 5 Å (d–f).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047823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受体背景下配体区域检出的全局与局部比较：9UJF。a–c，真实配体区域（绿色）、Emap2lig-Find 预测（橙色）和 LigandSeek-Find 的 CA2 预测（蓝色）。a、b 使用沉积受体，c 使用 CA2 受体；全部保留预测均显示。d，框 i 对应的受体上假阳性，与全部配体真实区域零交集。e、f，框 ii 对应的同一 GTP (D:201) 实例，两方法均在双向覆盖阈值 0.3 的一对一评价中匹配该实例；Emap2lig 与 LigandSeek 的 Dice 分别为 0.560 和 0.864。绿色网格表示真实区域，棒状原子表示沉积配体和相应受体邻域。a–c 共用全局视角和尺度，e、f 共用局部视角和尺度；掩码为 0.5 等值面，不平滑。比例尺：a–c，50 Å；d–f，5 Å。</a:t>
            </a:r>
          </a:p>
          <a:p>
            <a:r>
              <a:t>ENGLISH:</a:t>
            </a:r>
          </a:p>
          <a:p>
            <a:r>
              <a:t>Global and local comparison of ligand-region detection in 9UJF. a–c, Reference ligand regions (green), Emap2lig-Find predictions (orange), and LigandSeek-Find predictions with CA2 receptors (blue). Deposited receptors are shown in a and b, and the CA2 receptor in c. All retained predictions are displayed. d, The receptor-associated false positive marked by box i has zero overlap with all ground-truth ligand regions. e,f, The same GTP (D:201) instance marked by box ii, matched by both methods under one-to-one evaluation at a bidirectional coverage threshold of 0.3. Dice is 0.560 for Emap2lig-Find and 0.864 for LigandSeek-Find. Green mesh denotes the ground-truth region; sticks show the deposited ligand and the corresponding receptor neighbourhood. Panels a–c share the global view and scale; e and f share the local view and scale. Binary masks are displayed at an isovalue of 0.5 without smoothing. Scale bars, 50 Å (a–c), 5 Å (d–f).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65247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受体背景下配体区域检出的全局与局部比较：9WFU。a–c，真实配体区域（绿色）、Emap2lig-Find 预测（橙色）和 LigandSeek-Find 的 CA2 预测（蓝色）。a、b 使用沉积受体，c 使用 CA2 受体；全部保留预测均显示。d，框 i 对应的受体上假阳性，与全部配体真实区域零交集。e、f，框 ii 对应的同一 ATP (A:1401) 实例，两方法均在双向覆盖阈值 0.3 的一对一评价中匹配该实例；Emap2lig 与 LigandSeek 的 Dice 分别为 0.655 和 0.743。绿色网格表示真实区域，棒状原子表示沉积配体和相应受体邻域。a–c 共用全局视角和尺度，e、f 共用局部视角和尺度；掩码为 0.5 等值面，不平滑。比例尺：a–c，50 Å；d–f，5 Å。</a:t>
            </a:r>
          </a:p>
          <a:p>
            <a:r>
              <a:t>ENGLISH:</a:t>
            </a:r>
          </a:p>
          <a:p>
            <a:r>
              <a:t>Global and local comparison of ligand-region detection in 9WFU. a–c, Reference ligand regions (green), Emap2lig-Find predictions (orange), and LigandSeek-Find predictions with CA2 receptors (blue). Deposited receptors are shown in a and b, and the CA2 receptor in c. All retained predictions are displayed. d, The receptor-associated false positive marked by box i has zero overlap with all ground-truth ligand regions. e,f, The same ATP (A:1401) instance marked by box ii, matched by both methods under one-to-one evaluation at a bidirectional coverage threshold of 0.3. Dice is 0.655 for Emap2lig-Find and 0.743 for LigandSeek-Find. Green mesh denotes the ground-truth region; sticks show the deposited ligand and the corresponding receptor neighbourhood. Panels a–c share the global view and scale; e and f share the local view and scale. Binary masks are displayed at an isovalue of 0.5 without smoothing. Scale bars, 50 Å (a–c), 5 Å (d–f).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338723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受体背景下配体区域检出的全局与局部比较：9X0X。a–c，真实配体区域（绿色）、Emap2lig-Find 预测（橙色）和 LigandSeek-Find 的 CA2 预测（蓝色）。a、b 使用沉积受体，c 使用 CA2 受体；全部保留预测均显示。d，框 i 对应的受体上假阳性，与全部配体真实区域零交集。e、f，框 ii 对应的同一 PTY (T:801) 实例，两方法均在双向覆盖阈值 0.3 的一对一评价中匹配该实例；Emap2lig 与 LigandSeek 的 Dice 分别为 0.405 和 0.830。绿色网格表示真实区域，棒状原子表示沉积配体和相应受体邻域。a–c 共用全局视角和尺度，e、f 共用局部视角和尺度；掩码为 0.5 等值面，不平滑。比例尺：a–c，50 Å；d–f，5 Å。</a:t>
            </a:r>
          </a:p>
          <a:p>
            <a:r>
              <a:t>ENGLISH:</a:t>
            </a:r>
          </a:p>
          <a:p>
            <a:r>
              <a:t>Global and local comparison of ligand-region detection in 9X0X. a–c, Reference ligand regions (green), Emap2lig-Find predictions (orange), and LigandSeek-Find predictions with CA2 receptors (blue). Deposited receptors are shown in a and b, and the CA2 receptor in c. All retained predictions are displayed. d, The receptor-associated false positive marked by box i has zero overlap with all ground-truth ligand regions. e,f, The same PTY (T:801) instance marked by box ii, matched by both methods under one-to-one evaluation at a bidirectional coverage threshold of 0.3. Dice is 0.405 for Emap2lig-Find and 0.830 for LigandSeek-Find. Green mesh denotes the ground-truth region; sticks show the deposited ligand and the corresponding receptor neighbourhood. Panels a–c share the global view and scale; e and f share the local view and scale. Binary masks are displayed at an isovalue of 0.5 without smoothing. Scale bars, 50 Å (a–c), 5 Å (d–f).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8342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8982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18" Type="http://schemas.openxmlformats.org/officeDocument/2006/relationships/image" Target="../media/image15.png"/><Relationship Id="rId26" Type="http://schemas.openxmlformats.org/officeDocument/2006/relationships/image" Target="../media/image23.png"/><Relationship Id="rId3" Type="http://schemas.microsoft.com/office/2018/10/relationships/comments" Target="../comments/modernComment_100_7C3D7600.xml"/><Relationship Id="rId21" Type="http://schemas.openxmlformats.org/officeDocument/2006/relationships/image" Target="../media/image18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17" Type="http://schemas.openxmlformats.org/officeDocument/2006/relationships/image" Target="../media/image14.png"/><Relationship Id="rId25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3.png"/><Relationship Id="rId20" Type="http://schemas.openxmlformats.org/officeDocument/2006/relationships/image" Target="../media/image17.png"/><Relationship Id="rId29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8.png"/><Relationship Id="rId24" Type="http://schemas.openxmlformats.org/officeDocument/2006/relationships/image" Target="../media/image21.png"/><Relationship Id="rId5" Type="http://schemas.openxmlformats.org/officeDocument/2006/relationships/image" Target="../media/image2.png"/><Relationship Id="rId15" Type="http://schemas.openxmlformats.org/officeDocument/2006/relationships/image" Target="../media/image12.png"/><Relationship Id="rId23" Type="http://schemas.openxmlformats.org/officeDocument/2006/relationships/image" Target="../media/image20.png"/><Relationship Id="rId28" Type="http://schemas.openxmlformats.org/officeDocument/2006/relationships/image" Target="../media/image25.png"/><Relationship Id="rId10" Type="http://schemas.openxmlformats.org/officeDocument/2006/relationships/image" Target="../media/image7.png"/><Relationship Id="rId19" Type="http://schemas.openxmlformats.org/officeDocument/2006/relationships/image" Target="../media/image16.png"/><Relationship Id="rId31" Type="http://schemas.openxmlformats.org/officeDocument/2006/relationships/image" Target="../media/image28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1.png"/><Relationship Id="rId22" Type="http://schemas.openxmlformats.org/officeDocument/2006/relationships/image" Target="../media/image19.png"/><Relationship Id="rId27" Type="http://schemas.openxmlformats.org/officeDocument/2006/relationships/image" Target="../media/image24.png"/><Relationship Id="rId30" Type="http://schemas.openxmlformats.org/officeDocument/2006/relationships/image" Target="../media/image2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microsoft.com/office/2018/10/relationships/comments" Target="../comments/modernComment_101_642BD2FB.xml"/><Relationship Id="rId21" Type="http://schemas.openxmlformats.org/officeDocument/2006/relationships/image" Target="../media/image46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24" Type="http://schemas.openxmlformats.org/officeDocument/2006/relationships/image" Target="../media/image49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4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59.png"/><Relationship Id="rId18" Type="http://schemas.openxmlformats.org/officeDocument/2006/relationships/image" Target="../media/image64.png"/><Relationship Id="rId26" Type="http://schemas.openxmlformats.org/officeDocument/2006/relationships/image" Target="../media/image72.png"/><Relationship Id="rId3" Type="http://schemas.microsoft.com/office/2018/10/relationships/comments" Target="../comments/modernComment_102_423427B3.xml"/><Relationship Id="rId21" Type="http://schemas.openxmlformats.org/officeDocument/2006/relationships/image" Target="../media/image67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17" Type="http://schemas.openxmlformats.org/officeDocument/2006/relationships/image" Target="../media/image63.png"/><Relationship Id="rId25" Type="http://schemas.openxmlformats.org/officeDocument/2006/relationships/image" Target="../media/image71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62.png"/><Relationship Id="rId20" Type="http://schemas.openxmlformats.org/officeDocument/2006/relationships/image" Target="../media/image66.png"/><Relationship Id="rId29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24" Type="http://schemas.openxmlformats.org/officeDocument/2006/relationships/image" Target="../media/image70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23" Type="http://schemas.openxmlformats.org/officeDocument/2006/relationships/image" Target="../media/image69.png"/><Relationship Id="rId28" Type="http://schemas.openxmlformats.org/officeDocument/2006/relationships/image" Target="../media/image74.png"/><Relationship Id="rId10" Type="http://schemas.openxmlformats.org/officeDocument/2006/relationships/image" Target="../media/image56.png"/><Relationship Id="rId19" Type="http://schemas.openxmlformats.org/officeDocument/2006/relationships/image" Target="../media/image65.png"/><Relationship Id="rId31" Type="http://schemas.openxmlformats.org/officeDocument/2006/relationships/image" Target="../media/image77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png"/><Relationship Id="rId22" Type="http://schemas.openxmlformats.org/officeDocument/2006/relationships/image" Target="../media/image68.png"/><Relationship Id="rId27" Type="http://schemas.openxmlformats.org/officeDocument/2006/relationships/image" Target="../media/image73.png"/><Relationship Id="rId30" Type="http://schemas.openxmlformats.org/officeDocument/2006/relationships/image" Target="../media/image7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microsoft.com/office/2018/10/relationships/comments" Target="../comments/modernComment_103_72994BA8.xml"/><Relationship Id="rId21" Type="http://schemas.openxmlformats.org/officeDocument/2006/relationships/image" Target="../media/image95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79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84.png"/><Relationship Id="rId19" Type="http://schemas.openxmlformats.org/officeDocument/2006/relationships/image" Target="../media/image93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3.png"/><Relationship Id="rId13" Type="http://schemas.openxmlformats.org/officeDocument/2006/relationships/image" Target="../media/image108.png"/><Relationship Id="rId18" Type="http://schemas.openxmlformats.org/officeDocument/2006/relationships/image" Target="../media/image113.png"/><Relationship Id="rId26" Type="http://schemas.openxmlformats.org/officeDocument/2006/relationships/image" Target="../media/image121.png"/><Relationship Id="rId3" Type="http://schemas.microsoft.com/office/2018/10/relationships/comments" Target="../comments/modernComment_104_19814A52.xml"/><Relationship Id="rId21" Type="http://schemas.openxmlformats.org/officeDocument/2006/relationships/image" Target="../media/image116.png"/><Relationship Id="rId7" Type="http://schemas.openxmlformats.org/officeDocument/2006/relationships/image" Target="../media/image102.png"/><Relationship Id="rId12" Type="http://schemas.openxmlformats.org/officeDocument/2006/relationships/image" Target="../media/image107.png"/><Relationship Id="rId17" Type="http://schemas.openxmlformats.org/officeDocument/2006/relationships/image" Target="../media/image112.png"/><Relationship Id="rId25" Type="http://schemas.openxmlformats.org/officeDocument/2006/relationships/image" Target="../media/image12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11.png"/><Relationship Id="rId20" Type="http://schemas.openxmlformats.org/officeDocument/2006/relationships/image" Target="../media/image115.png"/><Relationship Id="rId29" Type="http://schemas.openxmlformats.org/officeDocument/2006/relationships/image" Target="../media/image1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11" Type="http://schemas.openxmlformats.org/officeDocument/2006/relationships/image" Target="../media/image106.png"/><Relationship Id="rId24" Type="http://schemas.openxmlformats.org/officeDocument/2006/relationships/image" Target="../media/image119.png"/><Relationship Id="rId5" Type="http://schemas.openxmlformats.org/officeDocument/2006/relationships/image" Target="../media/image100.png"/><Relationship Id="rId15" Type="http://schemas.openxmlformats.org/officeDocument/2006/relationships/image" Target="../media/image110.png"/><Relationship Id="rId23" Type="http://schemas.openxmlformats.org/officeDocument/2006/relationships/image" Target="../media/image118.png"/><Relationship Id="rId28" Type="http://schemas.openxmlformats.org/officeDocument/2006/relationships/image" Target="../media/image123.png"/><Relationship Id="rId10" Type="http://schemas.openxmlformats.org/officeDocument/2006/relationships/image" Target="../media/image105.png"/><Relationship Id="rId19" Type="http://schemas.openxmlformats.org/officeDocument/2006/relationships/image" Target="../media/image114.png"/><Relationship Id="rId31" Type="http://schemas.openxmlformats.org/officeDocument/2006/relationships/image" Target="../media/image126.png"/><Relationship Id="rId4" Type="http://schemas.openxmlformats.org/officeDocument/2006/relationships/image" Target="../media/image99.png"/><Relationship Id="rId9" Type="http://schemas.openxmlformats.org/officeDocument/2006/relationships/image" Target="../media/image104.png"/><Relationship Id="rId14" Type="http://schemas.openxmlformats.org/officeDocument/2006/relationships/image" Target="../media/image109.png"/><Relationship Id="rId22" Type="http://schemas.openxmlformats.org/officeDocument/2006/relationships/image" Target="../media/image117.png"/><Relationship Id="rId27" Type="http://schemas.openxmlformats.org/officeDocument/2006/relationships/image" Target="../media/image122.png"/><Relationship Id="rId30" Type="http://schemas.openxmlformats.org/officeDocument/2006/relationships/image" Target="../media/image1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18" Type="http://schemas.openxmlformats.org/officeDocument/2006/relationships/image" Target="../media/image141.png"/><Relationship Id="rId3" Type="http://schemas.microsoft.com/office/2018/10/relationships/comments" Target="../comments/modernComment_105_2D3B928B.xml"/><Relationship Id="rId21" Type="http://schemas.openxmlformats.org/officeDocument/2006/relationships/image" Target="../media/image144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17" Type="http://schemas.openxmlformats.org/officeDocument/2006/relationships/image" Target="../media/image14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39.png"/><Relationship Id="rId20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24" Type="http://schemas.openxmlformats.org/officeDocument/2006/relationships/image" Target="../media/image147.png"/><Relationship Id="rId5" Type="http://schemas.openxmlformats.org/officeDocument/2006/relationships/image" Target="../media/image128.png"/><Relationship Id="rId15" Type="http://schemas.openxmlformats.org/officeDocument/2006/relationships/image" Target="../media/image138.png"/><Relationship Id="rId23" Type="http://schemas.openxmlformats.org/officeDocument/2006/relationships/image" Target="../media/image146.png"/><Relationship Id="rId10" Type="http://schemas.openxmlformats.org/officeDocument/2006/relationships/image" Target="../media/image133.png"/><Relationship Id="rId19" Type="http://schemas.openxmlformats.org/officeDocument/2006/relationships/image" Target="../media/image142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Relationship Id="rId14" Type="http://schemas.openxmlformats.org/officeDocument/2006/relationships/image" Target="../media/image137.png"/><Relationship Id="rId22" Type="http://schemas.openxmlformats.org/officeDocument/2006/relationships/image" Target="../media/image1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png"/><Relationship Id="rId13" Type="http://schemas.openxmlformats.org/officeDocument/2006/relationships/image" Target="../media/image66.png"/><Relationship Id="rId18" Type="http://schemas.openxmlformats.org/officeDocument/2006/relationships/image" Target="../media/image85.png"/><Relationship Id="rId26" Type="http://schemas.openxmlformats.org/officeDocument/2006/relationships/image" Target="../media/image93.png"/><Relationship Id="rId3" Type="http://schemas.microsoft.com/office/2018/10/relationships/comments" Target="../comments/modernComment_106_2246EA2D.xml"/><Relationship Id="rId21" Type="http://schemas.openxmlformats.org/officeDocument/2006/relationships/image" Target="../media/image88.png"/><Relationship Id="rId7" Type="http://schemas.openxmlformats.org/officeDocument/2006/relationships/image" Target="../media/image53.png"/><Relationship Id="rId12" Type="http://schemas.openxmlformats.org/officeDocument/2006/relationships/image" Target="../media/image65.png"/><Relationship Id="rId17" Type="http://schemas.openxmlformats.org/officeDocument/2006/relationships/image" Target="../media/image70.png"/><Relationship Id="rId25" Type="http://schemas.openxmlformats.org/officeDocument/2006/relationships/image" Target="../media/image92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69.png"/><Relationship Id="rId20" Type="http://schemas.openxmlformats.org/officeDocument/2006/relationships/image" Target="../media/image87.png"/><Relationship Id="rId29" Type="http://schemas.openxmlformats.org/officeDocument/2006/relationships/image" Target="../media/image9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11" Type="http://schemas.openxmlformats.org/officeDocument/2006/relationships/image" Target="../media/image64.png"/><Relationship Id="rId24" Type="http://schemas.openxmlformats.org/officeDocument/2006/relationships/image" Target="../media/image91.png"/><Relationship Id="rId5" Type="http://schemas.openxmlformats.org/officeDocument/2006/relationships/image" Target="../media/image51.png"/><Relationship Id="rId15" Type="http://schemas.openxmlformats.org/officeDocument/2006/relationships/image" Target="../media/image68.png"/><Relationship Id="rId23" Type="http://schemas.openxmlformats.org/officeDocument/2006/relationships/image" Target="../media/image90.png"/><Relationship Id="rId28" Type="http://schemas.openxmlformats.org/officeDocument/2006/relationships/image" Target="../media/image95.png"/><Relationship Id="rId10" Type="http://schemas.openxmlformats.org/officeDocument/2006/relationships/image" Target="../media/image56.png"/><Relationship Id="rId19" Type="http://schemas.openxmlformats.org/officeDocument/2006/relationships/image" Target="../media/image86.png"/><Relationship Id="rId31" Type="http://schemas.openxmlformats.org/officeDocument/2006/relationships/image" Target="../media/image98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7.png"/><Relationship Id="rId22" Type="http://schemas.openxmlformats.org/officeDocument/2006/relationships/image" Target="../media/image89.png"/><Relationship Id="rId27" Type="http://schemas.openxmlformats.org/officeDocument/2006/relationships/image" Target="../media/image94.png"/><Relationship Id="rId30" Type="http://schemas.openxmlformats.org/officeDocument/2006/relationships/image" Target="../media/image9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87.png"/><Relationship Id="rId18" Type="http://schemas.openxmlformats.org/officeDocument/2006/relationships/image" Target="../media/image92.png"/><Relationship Id="rId3" Type="http://schemas.microsoft.com/office/2018/10/relationships/comments" Target="../comments/modernComment_107_561014C.xml"/><Relationship Id="rId21" Type="http://schemas.openxmlformats.org/officeDocument/2006/relationships/image" Target="../media/image95.png"/><Relationship Id="rId7" Type="http://schemas.openxmlformats.org/officeDocument/2006/relationships/image" Target="../media/image67.png"/><Relationship Id="rId12" Type="http://schemas.openxmlformats.org/officeDocument/2006/relationships/image" Target="../media/image86.png"/><Relationship Id="rId17" Type="http://schemas.openxmlformats.org/officeDocument/2006/relationships/image" Target="../media/image9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90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85.png"/><Relationship Id="rId24" Type="http://schemas.openxmlformats.org/officeDocument/2006/relationships/image" Target="../media/image98.png"/><Relationship Id="rId5" Type="http://schemas.openxmlformats.org/officeDocument/2006/relationships/image" Target="../media/image65.png"/><Relationship Id="rId15" Type="http://schemas.openxmlformats.org/officeDocument/2006/relationships/image" Target="../media/image89.png"/><Relationship Id="rId23" Type="http://schemas.openxmlformats.org/officeDocument/2006/relationships/image" Target="../media/image97.png"/><Relationship Id="rId10" Type="http://schemas.openxmlformats.org/officeDocument/2006/relationships/image" Target="../media/image70.png"/><Relationship Id="rId19" Type="http://schemas.openxmlformats.org/officeDocument/2006/relationships/image" Target="../media/image93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88.png"/><Relationship Id="rId22" Type="http://schemas.openxmlformats.org/officeDocument/2006/relationships/image" Target="../media/image9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microsoft.com/office/2018/10/relationships/comments" Target="../comments/modernComment_108_80165C69.xml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png"/><Relationship Id="rId3" Type="http://schemas.microsoft.com/office/2018/10/relationships/comments" Target="../comments/modernComment_10D_B6197D51.xml"/><Relationship Id="rId7" Type="http://schemas.openxmlformats.org/officeDocument/2006/relationships/image" Target="../media/image1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0.png"/><Relationship Id="rId5" Type="http://schemas.openxmlformats.org/officeDocument/2006/relationships/image" Target="../media/image149.png"/><Relationship Id="rId4" Type="http://schemas.openxmlformats.org/officeDocument/2006/relationships/image" Target="../media/image148.png"/><Relationship Id="rId9" Type="http://schemas.openxmlformats.org/officeDocument/2006/relationships/image" Target="../media/image15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microsoft.com/office/2018/10/relationships/comments" Target="../comments/modernComment_109_B9388BDD.xml"/><Relationship Id="rId7" Type="http://schemas.openxmlformats.org/officeDocument/2006/relationships/image" Target="../media/image15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4.png"/><Relationship Id="rId3" Type="http://schemas.microsoft.com/office/2018/10/relationships/comments" Target="../comments/modernComment_10A_1BDD1AF3.xml"/><Relationship Id="rId7" Type="http://schemas.openxmlformats.org/officeDocument/2006/relationships/image" Target="../media/image16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2.png"/><Relationship Id="rId5" Type="http://schemas.openxmlformats.org/officeDocument/2006/relationships/image" Target="../media/image161.png"/><Relationship Id="rId4" Type="http://schemas.openxmlformats.org/officeDocument/2006/relationships/image" Target="../media/image160.png"/><Relationship Id="rId9" Type="http://schemas.openxmlformats.org/officeDocument/2006/relationships/image" Target="../media/image16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png"/><Relationship Id="rId3" Type="http://schemas.microsoft.com/office/2018/10/relationships/comments" Target="../comments/modernComment_10B_FE8A904A.xml"/><Relationship Id="rId7" Type="http://schemas.openxmlformats.org/officeDocument/2006/relationships/image" Target="../media/image1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8.png"/><Relationship Id="rId5" Type="http://schemas.openxmlformats.org/officeDocument/2006/relationships/image" Target="../media/image167.png"/><Relationship Id="rId4" Type="http://schemas.openxmlformats.org/officeDocument/2006/relationships/image" Target="../media/image166.png"/><Relationship Id="rId9" Type="http://schemas.openxmlformats.org/officeDocument/2006/relationships/image" Target="../media/image17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6.png"/><Relationship Id="rId3" Type="http://schemas.microsoft.com/office/2018/10/relationships/comments" Target="../comments/modernComment_10C_7F7C7691.xml"/><Relationship Id="rId7" Type="http://schemas.openxmlformats.org/officeDocument/2006/relationships/image" Target="../media/image17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4.png"/><Relationship Id="rId5" Type="http://schemas.openxmlformats.org/officeDocument/2006/relationships/image" Target="../media/image173.png"/><Relationship Id="rId4" Type="http://schemas.openxmlformats.org/officeDocument/2006/relationships/image" Target="../media/image172.png"/><Relationship Id="rId9" Type="http://schemas.openxmlformats.org/officeDocument/2006/relationships/image" Target="../media/image1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29095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9050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9050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9050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233362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233362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23336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6951741-7240-4021-8940-3E0454086ACC}"/>
              </a:ext>
            </a:extLst>
          </p:cNvPr>
          <p:cNvSpPr>
            <a:spLocks noGrp="1"/>
          </p:cNvSpPr>
          <p:nvPr/>
        </p:nvSpPr>
        <p:spPr>
          <a:xfrm>
            <a:off x="3263203" y="190500"/>
            <a:ext cx="3118547" cy="1175128"/>
          </a:xfrm>
          <a:custGeom>
            <a:avLst/>
            <a:gdLst/>
            <a:ahLst/>
            <a:cxnLst/>
            <a:rect l="0" t="0" r="0" b="0"/>
            <a:pathLst>
              <a:path w="3118547" h="1175128">
                <a:moveTo>
                  <a:pt x="0" y="1175128"/>
                </a:moveTo>
                <a:lnTo>
                  <a:pt x="311854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6D1EF188-D214-49AD-9F1A-E6F2117496EE}"/>
              </a:ext>
            </a:extLst>
          </p:cNvPr>
          <p:cNvSpPr>
            <a:spLocks noGrp="1"/>
          </p:cNvSpPr>
          <p:nvPr/>
        </p:nvSpPr>
        <p:spPr>
          <a:xfrm>
            <a:off x="3263203" y="1871440"/>
            <a:ext cx="3118547" cy="2605310"/>
          </a:xfrm>
          <a:custGeom>
            <a:avLst/>
            <a:gdLst/>
            <a:ahLst/>
            <a:cxnLst/>
            <a:rect l="0" t="0" r="0" b="0"/>
            <a:pathLst>
              <a:path w="3118547" h="2605310">
                <a:moveTo>
                  <a:pt x="0" y="0"/>
                </a:moveTo>
                <a:lnTo>
                  <a:pt x="3118547" y="260531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B0E6FC9-1B77-44F1-A4D4-118A49270170}"/>
              </a:ext>
            </a:extLst>
          </p:cNvPr>
          <p:cNvSpPr>
            <a:spLocks noGrp="1"/>
          </p:cNvSpPr>
          <p:nvPr/>
        </p:nvSpPr>
        <p:spPr>
          <a:xfrm>
            <a:off x="2975992" y="1365628"/>
            <a:ext cx="287211" cy="50581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B0DEEA6-56C2-41D3-88E6-F5E0665497F6}"/>
              </a:ext>
            </a:extLst>
          </p:cNvPr>
          <p:cNvSpPr>
            <a:spLocks noGrp="1"/>
          </p:cNvSpPr>
          <p:nvPr/>
        </p:nvSpPr>
        <p:spPr>
          <a:xfrm>
            <a:off x="6381750" y="190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B4E318C-1FB6-4279-96A0-A4F7448DA88E}"/>
              </a:ext>
            </a:extLst>
          </p:cNvPr>
          <p:cNvSpPr>
            <a:spLocks noGrp="1"/>
          </p:cNvSpPr>
          <p:nvPr/>
        </p:nvSpPr>
        <p:spPr>
          <a:xfrm>
            <a:off x="92392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159250-329F-4EC1-A83F-92B7CC415C52}"/>
              </a:ext>
            </a:extLst>
          </p:cNvPr>
          <p:cNvSpPr>
            <a:spLocks noGrp="1"/>
          </p:cNvSpPr>
          <p:nvPr/>
        </p:nvSpPr>
        <p:spPr>
          <a:xfrm>
            <a:off x="120967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C1FDB129-178F-4ECB-82DD-1C9BF4CF375D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90B354-D68E-4BAB-82DC-909F0BF59F24}"/>
              </a:ext>
            </a:extLst>
          </p:cNvPr>
          <p:cNvSpPr>
            <a:spLocks noGrp="1"/>
          </p:cNvSpPr>
          <p:nvPr/>
        </p:nvSpPr>
        <p:spPr>
          <a:xfrm>
            <a:off x="114300" y="209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495820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485775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485775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485775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700087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700087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70008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125FA1B7-C260-4879-82F4-ACCF4DE961E8}"/>
              </a:ext>
            </a:extLst>
          </p:cNvPr>
          <p:cNvSpPr>
            <a:spLocks noGrp="1"/>
          </p:cNvSpPr>
          <p:nvPr/>
        </p:nvSpPr>
        <p:spPr>
          <a:xfrm>
            <a:off x="2273587" y="4857750"/>
            <a:ext cx="4108163" cy="1291746"/>
          </a:xfrm>
          <a:custGeom>
            <a:avLst/>
            <a:gdLst/>
            <a:ahLst/>
            <a:cxnLst/>
            <a:rect l="0" t="0" r="0" b="0"/>
            <a:pathLst>
              <a:path w="4108163" h="1291746">
                <a:moveTo>
                  <a:pt x="0" y="1291746"/>
                </a:moveTo>
                <a:lnTo>
                  <a:pt x="410816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3848B1-A2F7-4B8E-B630-D4EA0BF6B7FE}"/>
              </a:ext>
            </a:extLst>
          </p:cNvPr>
          <p:cNvSpPr>
            <a:spLocks noGrp="1"/>
          </p:cNvSpPr>
          <p:nvPr/>
        </p:nvSpPr>
        <p:spPr>
          <a:xfrm>
            <a:off x="2273587" y="6551756"/>
            <a:ext cx="4108163" cy="2592244"/>
          </a:xfrm>
          <a:custGeom>
            <a:avLst/>
            <a:gdLst/>
            <a:ahLst/>
            <a:cxnLst/>
            <a:rect l="0" t="0" r="0" b="0"/>
            <a:pathLst>
              <a:path w="4108163" h="2592244">
                <a:moveTo>
                  <a:pt x="0" y="0"/>
                </a:moveTo>
                <a:lnTo>
                  <a:pt x="4108163" y="2592244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460BAE88-CB14-43AC-92A2-A43692C7E67D}"/>
              </a:ext>
            </a:extLst>
          </p:cNvPr>
          <p:cNvSpPr>
            <a:spLocks noGrp="1"/>
          </p:cNvSpPr>
          <p:nvPr/>
        </p:nvSpPr>
        <p:spPr>
          <a:xfrm>
            <a:off x="1707598" y="6149496"/>
            <a:ext cx="565989" cy="40226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746267CE-DC6D-49B4-A639-1D47FAC6A50C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31FF8C5C-5205-4C78-A950-BCB99F30E170}"/>
              </a:ext>
            </a:extLst>
          </p:cNvPr>
          <p:cNvSpPr>
            <a:spLocks noGrp="1"/>
          </p:cNvSpPr>
          <p:nvPr/>
        </p:nvSpPr>
        <p:spPr>
          <a:xfrm>
            <a:off x="92392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6F178CFA-F2F6-4A33-A364-9BA8633D0BEF}"/>
              </a:ext>
            </a:extLst>
          </p:cNvPr>
          <p:cNvSpPr>
            <a:spLocks noGrp="1"/>
          </p:cNvSpPr>
          <p:nvPr/>
        </p:nvSpPr>
        <p:spPr>
          <a:xfrm>
            <a:off x="120967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A7B89CDA-9DEB-46DE-8562-7D4F83F3652B}"/>
              </a:ext>
            </a:extLst>
          </p:cNvPr>
          <p:cNvSpPr>
            <a:spLocks noGrp="1"/>
          </p:cNvSpPr>
          <p:nvPr/>
        </p:nvSpPr>
        <p:spPr>
          <a:xfrm>
            <a:off x="6381750" y="70008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FEF71EE-D2DB-4D9D-BD03-956FF6479804}"/>
              </a:ext>
            </a:extLst>
          </p:cNvPr>
          <p:cNvSpPr>
            <a:spLocks noGrp="1"/>
          </p:cNvSpPr>
          <p:nvPr/>
        </p:nvSpPr>
        <p:spPr>
          <a:xfrm>
            <a:off x="114300" y="48768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9625459"/>
            <a:ext cx="5810250" cy="4085332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9525000"/>
            <a:ext cx="2857500" cy="2143125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9525000"/>
            <a:ext cx="2857500" cy="214312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9525000"/>
            <a:ext cx="2857500" cy="214312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1668125"/>
            <a:ext cx="2857500" cy="214312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1668125"/>
            <a:ext cx="2857500" cy="214312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16681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B1FF7E01-5AEF-423E-8A67-2185352E2D27}"/>
              </a:ext>
            </a:extLst>
          </p:cNvPr>
          <p:cNvSpPr>
            <a:spLocks noGrp="1"/>
          </p:cNvSpPr>
          <p:nvPr/>
        </p:nvSpPr>
        <p:spPr>
          <a:xfrm>
            <a:off x="3132294" y="9525000"/>
            <a:ext cx="3249456" cy="1484384"/>
          </a:xfrm>
          <a:custGeom>
            <a:avLst/>
            <a:gdLst/>
            <a:ahLst/>
            <a:cxnLst/>
            <a:rect l="0" t="0" r="0" b="0"/>
            <a:pathLst>
              <a:path w="3249456" h="1484384">
                <a:moveTo>
                  <a:pt x="0" y="1484384"/>
                </a:moveTo>
                <a:lnTo>
                  <a:pt x="3249456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27E05CEB-E1B5-431C-B4F8-D42420B5ED0E}"/>
              </a:ext>
            </a:extLst>
          </p:cNvPr>
          <p:cNvSpPr>
            <a:spLocks noGrp="1"/>
          </p:cNvSpPr>
          <p:nvPr/>
        </p:nvSpPr>
        <p:spPr>
          <a:xfrm>
            <a:off x="3132294" y="11556414"/>
            <a:ext cx="3249456" cy="2254836"/>
          </a:xfrm>
          <a:custGeom>
            <a:avLst/>
            <a:gdLst/>
            <a:ahLst/>
            <a:cxnLst/>
            <a:rect l="0" t="0" r="0" b="0"/>
            <a:pathLst>
              <a:path w="3249456" h="2254836">
                <a:moveTo>
                  <a:pt x="0" y="0"/>
                </a:moveTo>
                <a:lnTo>
                  <a:pt x="3249456" y="2254836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D0D93BF1-83C0-4C05-A8A3-901260D4340F}"/>
              </a:ext>
            </a:extLst>
          </p:cNvPr>
          <p:cNvSpPr>
            <a:spLocks noGrp="1"/>
          </p:cNvSpPr>
          <p:nvPr/>
        </p:nvSpPr>
        <p:spPr>
          <a:xfrm>
            <a:off x="2622822" y="11009384"/>
            <a:ext cx="509472" cy="54703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8F7DE0F-A543-455A-B88C-DFE27FB26939}"/>
              </a:ext>
            </a:extLst>
          </p:cNvPr>
          <p:cNvSpPr>
            <a:spLocks noGrp="1"/>
          </p:cNvSpPr>
          <p:nvPr/>
        </p:nvSpPr>
        <p:spPr>
          <a:xfrm>
            <a:off x="6381750" y="9525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99D7FF49-4DB4-45A2-9BA5-C90C5D8AFF4E}"/>
              </a:ext>
            </a:extLst>
          </p:cNvPr>
          <p:cNvSpPr>
            <a:spLocks noGrp="1"/>
          </p:cNvSpPr>
          <p:nvPr/>
        </p:nvSpPr>
        <p:spPr>
          <a:xfrm>
            <a:off x="92392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AF50A47C-EDEE-4AC6-962C-50E43089187F}"/>
              </a:ext>
            </a:extLst>
          </p:cNvPr>
          <p:cNvSpPr>
            <a:spLocks noGrp="1"/>
          </p:cNvSpPr>
          <p:nvPr/>
        </p:nvSpPr>
        <p:spPr>
          <a:xfrm>
            <a:off x="120967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B632BB3B-19DE-4828-9AB5-62AD2A8876AE}"/>
              </a:ext>
            </a:extLst>
          </p:cNvPr>
          <p:cNvSpPr>
            <a:spLocks noGrp="1"/>
          </p:cNvSpPr>
          <p:nvPr/>
        </p:nvSpPr>
        <p:spPr>
          <a:xfrm>
            <a:off x="6381750" y="11668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CCA68AE-A767-4F70-AA64-FEC3212DAD7B}"/>
              </a:ext>
            </a:extLst>
          </p:cNvPr>
          <p:cNvSpPr>
            <a:spLocks noGrp="1"/>
          </p:cNvSpPr>
          <p:nvPr/>
        </p:nvSpPr>
        <p:spPr>
          <a:xfrm>
            <a:off x="114300" y="9544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95250" y="14292709"/>
            <a:ext cx="5810250" cy="4085332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6381750" y="14192250"/>
            <a:ext cx="2857500" cy="2143125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9239250" y="14192250"/>
            <a:ext cx="2857500" cy="2143125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12096750" y="14192250"/>
            <a:ext cx="2857500" cy="2143125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6381750" y="16335375"/>
            <a:ext cx="2857500" cy="2143125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9239250" y="16335375"/>
            <a:ext cx="2857500" cy="2143125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12096750" y="16335375"/>
            <a:ext cx="2857500" cy="2143125"/>
          </a:xfrm>
          <a:prstGeom prst="rect">
            <a:avLst/>
          </a:prstGeom>
        </p:spPr>
      </p:pic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28DEA551-7DC4-4CB1-86EE-10D2AFB42103}"/>
              </a:ext>
            </a:extLst>
          </p:cNvPr>
          <p:cNvSpPr>
            <a:spLocks noGrp="1"/>
          </p:cNvSpPr>
          <p:nvPr/>
        </p:nvSpPr>
        <p:spPr>
          <a:xfrm>
            <a:off x="4073849" y="14192250"/>
            <a:ext cx="2307901" cy="957411"/>
          </a:xfrm>
          <a:custGeom>
            <a:avLst/>
            <a:gdLst/>
            <a:ahLst/>
            <a:cxnLst/>
            <a:rect l="0" t="0" r="0" b="0"/>
            <a:pathLst>
              <a:path w="2307901" h="957411">
                <a:moveTo>
                  <a:pt x="0" y="957411"/>
                </a:moveTo>
                <a:lnTo>
                  <a:pt x="2307901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E0B06028-F4F9-4075-B294-F28377E9CB28}"/>
              </a:ext>
            </a:extLst>
          </p:cNvPr>
          <p:cNvSpPr>
            <a:spLocks noGrp="1"/>
          </p:cNvSpPr>
          <p:nvPr/>
        </p:nvSpPr>
        <p:spPr>
          <a:xfrm>
            <a:off x="4073849" y="15599520"/>
            <a:ext cx="2307901" cy="2878980"/>
          </a:xfrm>
          <a:custGeom>
            <a:avLst/>
            <a:gdLst/>
            <a:ahLst/>
            <a:cxnLst/>
            <a:rect l="0" t="0" r="0" b="0"/>
            <a:pathLst>
              <a:path w="2307901" h="2878980">
                <a:moveTo>
                  <a:pt x="0" y="0"/>
                </a:moveTo>
                <a:lnTo>
                  <a:pt x="2307901" y="287898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4961FCA4-FDF9-4834-8936-EE5B46052588}"/>
              </a:ext>
            </a:extLst>
          </p:cNvPr>
          <p:cNvSpPr>
            <a:spLocks noGrp="1"/>
          </p:cNvSpPr>
          <p:nvPr/>
        </p:nvSpPr>
        <p:spPr>
          <a:xfrm>
            <a:off x="3761966" y="15149661"/>
            <a:ext cx="311883" cy="44985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3EC17EEA-7111-488D-8246-2913CD81F75A}"/>
              </a:ext>
            </a:extLst>
          </p:cNvPr>
          <p:cNvSpPr>
            <a:spLocks noGrp="1"/>
          </p:cNvSpPr>
          <p:nvPr/>
        </p:nvSpPr>
        <p:spPr>
          <a:xfrm>
            <a:off x="6381750" y="14192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25D99CDD-A472-4C22-8BF4-7F0F88C466C5}"/>
              </a:ext>
            </a:extLst>
          </p:cNvPr>
          <p:cNvSpPr>
            <a:spLocks noGrp="1"/>
          </p:cNvSpPr>
          <p:nvPr/>
        </p:nvSpPr>
        <p:spPr>
          <a:xfrm>
            <a:off x="92392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888D7A21-F0E7-4256-908C-D8C0D4DC2E10}"/>
              </a:ext>
            </a:extLst>
          </p:cNvPr>
          <p:cNvSpPr>
            <a:spLocks noGrp="1"/>
          </p:cNvSpPr>
          <p:nvPr/>
        </p:nvSpPr>
        <p:spPr>
          <a:xfrm>
            <a:off x="120967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F8E66FE3-FA94-48F7-B2CF-4A908456E175}"/>
              </a:ext>
            </a:extLst>
          </p:cNvPr>
          <p:cNvSpPr>
            <a:spLocks noGrp="1"/>
          </p:cNvSpPr>
          <p:nvPr/>
        </p:nvSpPr>
        <p:spPr>
          <a:xfrm>
            <a:off x="6381750" y="16335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3C9E477B-0A14-473C-AC98-3FAD09899382}"/>
              </a:ext>
            </a:extLst>
          </p:cNvPr>
          <p:cNvSpPr>
            <a:spLocks noGrp="1"/>
          </p:cNvSpPr>
          <p:nvPr/>
        </p:nvSpPr>
        <p:spPr>
          <a:xfrm>
            <a:off x="114300" y="14211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0844026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1624459"/>
            <a:ext cx="5810250" cy="4085332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524000"/>
            <a:ext cx="2857500" cy="214312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524000"/>
            <a:ext cx="2857500" cy="21431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524000"/>
            <a:ext cx="2857500" cy="214312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3667125"/>
            <a:ext cx="2857500" cy="214312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3667125"/>
            <a:ext cx="2857500" cy="214312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36671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A9D9B37-7957-4DE3-988F-BA9BC46B7EFE}"/>
              </a:ext>
            </a:extLst>
          </p:cNvPr>
          <p:cNvSpPr>
            <a:spLocks noGrp="1"/>
          </p:cNvSpPr>
          <p:nvPr/>
        </p:nvSpPr>
        <p:spPr>
          <a:xfrm>
            <a:off x="3662328" y="1524000"/>
            <a:ext cx="2719422" cy="2719438"/>
          </a:xfrm>
          <a:custGeom>
            <a:avLst/>
            <a:gdLst/>
            <a:ahLst/>
            <a:cxnLst/>
            <a:rect l="0" t="0" r="0" b="0"/>
            <a:pathLst>
              <a:path w="2719422" h="2719438">
                <a:moveTo>
                  <a:pt x="0" y="2719438"/>
                </a:moveTo>
                <a:lnTo>
                  <a:pt x="2719422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EA445F8-23B0-499C-9CDF-3FBD89769CE0}"/>
              </a:ext>
            </a:extLst>
          </p:cNvPr>
          <p:cNvSpPr>
            <a:spLocks noGrp="1"/>
          </p:cNvSpPr>
          <p:nvPr/>
        </p:nvSpPr>
        <p:spPr>
          <a:xfrm>
            <a:off x="3662328" y="4494163"/>
            <a:ext cx="2719422" cy="1316087"/>
          </a:xfrm>
          <a:custGeom>
            <a:avLst/>
            <a:gdLst/>
            <a:ahLst/>
            <a:cxnLst/>
            <a:rect l="0" t="0" r="0" b="0"/>
            <a:pathLst>
              <a:path w="2719422" h="1316087">
                <a:moveTo>
                  <a:pt x="0" y="0"/>
                </a:moveTo>
                <a:lnTo>
                  <a:pt x="2719422" y="1316087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08C7803-9BBB-4EA7-8510-FF4B9013F015}"/>
              </a:ext>
            </a:extLst>
          </p:cNvPr>
          <p:cNvSpPr>
            <a:spLocks noGrp="1"/>
          </p:cNvSpPr>
          <p:nvPr/>
        </p:nvSpPr>
        <p:spPr>
          <a:xfrm>
            <a:off x="3311024" y="4243438"/>
            <a:ext cx="351305" cy="250725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2FF3886-4BF8-4059-A6DF-8CD43A2752C1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D5AC3C2-DA8D-4A68-96C3-D3631415AAA6}"/>
              </a:ext>
            </a:extLst>
          </p:cNvPr>
          <p:cNvSpPr>
            <a:spLocks noGrp="1"/>
          </p:cNvSpPr>
          <p:nvPr/>
        </p:nvSpPr>
        <p:spPr>
          <a:xfrm>
            <a:off x="9239250" y="1524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58FB0454-34CE-4583-BBC9-461D137DE6C0}"/>
              </a:ext>
            </a:extLst>
          </p:cNvPr>
          <p:cNvSpPr>
            <a:spLocks noGrp="1"/>
          </p:cNvSpPr>
          <p:nvPr/>
        </p:nvSpPr>
        <p:spPr>
          <a:xfrm>
            <a:off x="12096750" y="1524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3E297070-BD1B-4E6A-8C49-5A3CDCE9C47E}"/>
              </a:ext>
            </a:extLst>
          </p:cNvPr>
          <p:cNvSpPr>
            <a:spLocks noGrp="1"/>
          </p:cNvSpPr>
          <p:nvPr/>
        </p:nvSpPr>
        <p:spPr>
          <a:xfrm>
            <a:off x="6381750" y="3667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B144560-BC4F-4ECE-B1B2-B56F1EE3F39E}"/>
              </a:ext>
            </a:extLst>
          </p:cNvPr>
          <p:cNvSpPr>
            <a:spLocks noGrp="1"/>
          </p:cNvSpPr>
          <p:nvPr/>
        </p:nvSpPr>
        <p:spPr>
          <a:xfrm>
            <a:off x="114300" y="1543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705370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695325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695325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695325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909637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909637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90963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3997356D-CB79-4879-8CD4-8AC1CCFBC56D}"/>
              </a:ext>
            </a:extLst>
          </p:cNvPr>
          <p:cNvSpPr>
            <a:spLocks noGrp="1"/>
          </p:cNvSpPr>
          <p:nvPr/>
        </p:nvSpPr>
        <p:spPr>
          <a:xfrm>
            <a:off x="2875117" y="6953250"/>
            <a:ext cx="3506633" cy="2169335"/>
          </a:xfrm>
          <a:custGeom>
            <a:avLst/>
            <a:gdLst/>
            <a:ahLst/>
            <a:cxnLst/>
            <a:rect l="0" t="0" r="0" b="0"/>
            <a:pathLst>
              <a:path w="3506633" h="2169335">
                <a:moveTo>
                  <a:pt x="0" y="2169335"/>
                </a:moveTo>
                <a:lnTo>
                  <a:pt x="350663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775526D9-699B-4B17-8FD7-703C1764AD7B}"/>
              </a:ext>
            </a:extLst>
          </p:cNvPr>
          <p:cNvSpPr>
            <a:spLocks noGrp="1"/>
          </p:cNvSpPr>
          <p:nvPr/>
        </p:nvSpPr>
        <p:spPr>
          <a:xfrm>
            <a:off x="2875117" y="9476649"/>
            <a:ext cx="3506633" cy="1762851"/>
          </a:xfrm>
          <a:custGeom>
            <a:avLst/>
            <a:gdLst/>
            <a:ahLst/>
            <a:cxnLst/>
            <a:rect l="0" t="0" r="0" b="0"/>
            <a:pathLst>
              <a:path w="3506633" h="1762851">
                <a:moveTo>
                  <a:pt x="0" y="0"/>
                </a:moveTo>
                <a:lnTo>
                  <a:pt x="3506633" y="1762851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3F8C360-A142-4C28-863E-79B938264364}"/>
              </a:ext>
            </a:extLst>
          </p:cNvPr>
          <p:cNvSpPr>
            <a:spLocks noGrp="1"/>
          </p:cNvSpPr>
          <p:nvPr/>
        </p:nvSpPr>
        <p:spPr>
          <a:xfrm>
            <a:off x="2575267" y="9122585"/>
            <a:ext cx="299850" cy="35406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A99576A-D5C2-4C1F-A0C3-FFB35143CCA3}"/>
              </a:ext>
            </a:extLst>
          </p:cNvPr>
          <p:cNvSpPr>
            <a:spLocks noGrp="1"/>
          </p:cNvSpPr>
          <p:nvPr/>
        </p:nvSpPr>
        <p:spPr>
          <a:xfrm>
            <a:off x="6381750" y="6953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C2395814-A27C-47F5-AAE1-23E1520ECB57}"/>
              </a:ext>
            </a:extLst>
          </p:cNvPr>
          <p:cNvSpPr>
            <a:spLocks noGrp="1"/>
          </p:cNvSpPr>
          <p:nvPr/>
        </p:nvSpPr>
        <p:spPr>
          <a:xfrm>
            <a:off x="9239250" y="6953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E6C62880-066C-413F-8F91-445F5F698A36}"/>
              </a:ext>
            </a:extLst>
          </p:cNvPr>
          <p:cNvSpPr>
            <a:spLocks noGrp="1"/>
          </p:cNvSpPr>
          <p:nvPr/>
        </p:nvSpPr>
        <p:spPr>
          <a:xfrm>
            <a:off x="12096750" y="6953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AC31330F-A4A4-4EEE-90F7-8EF3346420BE}"/>
              </a:ext>
            </a:extLst>
          </p:cNvPr>
          <p:cNvSpPr>
            <a:spLocks noGrp="1"/>
          </p:cNvSpPr>
          <p:nvPr/>
        </p:nvSpPr>
        <p:spPr>
          <a:xfrm>
            <a:off x="6381750" y="9096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0E5DDCB-2860-4CC7-9F76-C3AFA0721E2D}"/>
              </a:ext>
            </a:extLst>
          </p:cNvPr>
          <p:cNvSpPr>
            <a:spLocks noGrp="1"/>
          </p:cNvSpPr>
          <p:nvPr/>
        </p:nvSpPr>
        <p:spPr>
          <a:xfrm>
            <a:off x="114300" y="6972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1248295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1238250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1238250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1238250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452562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452562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45256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FA1F665-381A-4C63-B542-826E75A09D6E}"/>
              </a:ext>
            </a:extLst>
          </p:cNvPr>
          <p:cNvSpPr>
            <a:spLocks noGrp="1"/>
          </p:cNvSpPr>
          <p:nvPr/>
        </p:nvSpPr>
        <p:spPr>
          <a:xfrm>
            <a:off x="3877623" y="12382500"/>
            <a:ext cx="2504127" cy="1926346"/>
          </a:xfrm>
          <a:custGeom>
            <a:avLst/>
            <a:gdLst/>
            <a:ahLst/>
            <a:cxnLst/>
            <a:rect l="0" t="0" r="0" b="0"/>
            <a:pathLst>
              <a:path w="2504127" h="1926346">
                <a:moveTo>
                  <a:pt x="0" y="1926346"/>
                </a:moveTo>
                <a:lnTo>
                  <a:pt x="250412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F9A1191E-B841-499F-A713-E9140378D894}"/>
              </a:ext>
            </a:extLst>
          </p:cNvPr>
          <p:cNvSpPr>
            <a:spLocks noGrp="1"/>
          </p:cNvSpPr>
          <p:nvPr/>
        </p:nvSpPr>
        <p:spPr>
          <a:xfrm>
            <a:off x="3877623" y="14467745"/>
            <a:ext cx="2504127" cy="2201005"/>
          </a:xfrm>
          <a:custGeom>
            <a:avLst/>
            <a:gdLst/>
            <a:ahLst/>
            <a:cxnLst/>
            <a:rect l="0" t="0" r="0" b="0"/>
            <a:pathLst>
              <a:path w="2504127" h="2201005">
                <a:moveTo>
                  <a:pt x="0" y="0"/>
                </a:moveTo>
                <a:lnTo>
                  <a:pt x="2504127" y="2201005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1E562122-074D-41C4-8A57-32540B2E9442}"/>
              </a:ext>
            </a:extLst>
          </p:cNvPr>
          <p:cNvSpPr>
            <a:spLocks noGrp="1"/>
          </p:cNvSpPr>
          <p:nvPr/>
        </p:nvSpPr>
        <p:spPr>
          <a:xfrm>
            <a:off x="3618148" y="14308846"/>
            <a:ext cx="259475" cy="15889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A5D6CBA-1AA7-4534-9399-6DA07EA89139}"/>
              </a:ext>
            </a:extLst>
          </p:cNvPr>
          <p:cNvSpPr>
            <a:spLocks noGrp="1"/>
          </p:cNvSpPr>
          <p:nvPr/>
        </p:nvSpPr>
        <p:spPr>
          <a:xfrm>
            <a:off x="6381750" y="12382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3BF9CBC-2D25-4DDD-9F98-5F601356D900}"/>
              </a:ext>
            </a:extLst>
          </p:cNvPr>
          <p:cNvSpPr>
            <a:spLocks noGrp="1"/>
          </p:cNvSpPr>
          <p:nvPr/>
        </p:nvSpPr>
        <p:spPr>
          <a:xfrm>
            <a:off x="9239250" y="12382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95567E62-B1DD-416A-A85E-2323ACFF1067}"/>
              </a:ext>
            </a:extLst>
          </p:cNvPr>
          <p:cNvSpPr>
            <a:spLocks noGrp="1"/>
          </p:cNvSpPr>
          <p:nvPr/>
        </p:nvSpPr>
        <p:spPr>
          <a:xfrm>
            <a:off x="12096750" y="12382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EF04EE1B-09A8-4B21-94DA-3396450A7670}"/>
              </a:ext>
            </a:extLst>
          </p:cNvPr>
          <p:cNvSpPr>
            <a:spLocks noGrp="1"/>
          </p:cNvSpPr>
          <p:nvPr/>
        </p:nvSpPr>
        <p:spPr>
          <a:xfrm>
            <a:off x="6381750" y="14525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9D9F3DF-436A-43EE-B092-BADEB6C649AD}"/>
              </a:ext>
            </a:extLst>
          </p:cNvPr>
          <p:cNvSpPr>
            <a:spLocks noGrp="1"/>
          </p:cNvSpPr>
          <p:nvPr/>
        </p:nvSpPr>
        <p:spPr>
          <a:xfrm>
            <a:off x="114300" y="12401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6805936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29095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9050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9050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9050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233362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233362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23336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570FDC6-F1ED-4BAC-8645-C5643808644E}"/>
              </a:ext>
            </a:extLst>
          </p:cNvPr>
          <p:cNvSpPr>
            <a:spLocks noGrp="1"/>
          </p:cNvSpPr>
          <p:nvPr/>
        </p:nvSpPr>
        <p:spPr>
          <a:xfrm>
            <a:off x="3263203" y="190500"/>
            <a:ext cx="3118547" cy="1175128"/>
          </a:xfrm>
          <a:custGeom>
            <a:avLst/>
            <a:gdLst/>
            <a:ahLst/>
            <a:cxnLst/>
            <a:rect l="0" t="0" r="0" b="0"/>
            <a:pathLst>
              <a:path w="3118547" h="1175128">
                <a:moveTo>
                  <a:pt x="0" y="1175128"/>
                </a:moveTo>
                <a:lnTo>
                  <a:pt x="311854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E89B3790-C14A-4DC0-895C-FF4E3F561B11}"/>
              </a:ext>
            </a:extLst>
          </p:cNvPr>
          <p:cNvSpPr>
            <a:spLocks noGrp="1"/>
          </p:cNvSpPr>
          <p:nvPr/>
        </p:nvSpPr>
        <p:spPr>
          <a:xfrm>
            <a:off x="3263203" y="1871440"/>
            <a:ext cx="3118547" cy="2605310"/>
          </a:xfrm>
          <a:custGeom>
            <a:avLst/>
            <a:gdLst/>
            <a:ahLst/>
            <a:cxnLst/>
            <a:rect l="0" t="0" r="0" b="0"/>
            <a:pathLst>
              <a:path w="3118547" h="2605310">
                <a:moveTo>
                  <a:pt x="0" y="0"/>
                </a:moveTo>
                <a:lnTo>
                  <a:pt x="3118547" y="260531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679A35-0072-4D7D-98F3-B3500868F8EC}"/>
              </a:ext>
            </a:extLst>
          </p:cNvPr>
          <p:cNvSpPr>
            <a:spLocks noGrp="1"/>
          </p:cNvSpPr>
          <p:nvPr/>
        </p:nvSpPr>
        <p:spPr>
          <a:xfrm>
            <a:off x="2975992" y="1365628"/>
            <a:ext cx="287211" cy="50581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05FEC0E-FB6E-434C-B826-7E357ACD5922}"/>
              </a:ext>
            </a:extLst>
          </p:cNvPr>
          <p:cNvSpPr>
            <a:spLocks noGrp="1"/>
          </p:cNvSpPr>
          <p:nvPr/>
        </p:nvSpPr>
        <p:spPr>
          <a:xfrm>
            <a:off x="6381750" y="190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AAD28D7-88DA-417B-918E-5C71D5348A02}"/>
              </a:ext>
            </a:extLst>
          </p:cNvPr>
          <p:cNvSpPr>
            <a:spLocks noGrp="1"/>
          </p:cNvSpPr>
          <p:nvPr/>
        </p:nvSpPr>
        <p:spPr>
          <a:xfrm>
            <a:off x="92392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D3548ED0-8D1C-4A62-A71F-AF780B0DEFB3}"/>
              </a:ext>
            </a:extLst>
          </p:cNvPr>
          <p:cNvSpPr>
            <a:spLocks noGrp="1"/>
          </p:cNvSpPr>
          <p:nvPr/>
        </p:nvSpPr>
        <p:spPr>
          <a:xfrm>
            <a:off x="120967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BFE46F1-4420-4547-B659-8E73FB477C7E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1967FEF-8A52-4043-880C-693EDB9DF73F}"/>
              </a:ext>
            </a:extLst>
          </p:cNvPr>
          <p:cNvSpPr>
            <a:spLocks noGrp="1"/>
          </p:cNvSpPr>
          <p:nvPr/>
        </p:nvSpPr>
        <p:spPr>
          <a:xfrm>
            <a:off x="114300" y="209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495820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485775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485775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485775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700087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700087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70008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01796A2A-14A3-4AC6-8111-EF45AE82DE9D}"/>
              </a:ext>
            </a:extLst>
          </p:cNvPr>
          <p:cNvSpPr>
            <a:spLocks noGrp="1"/>
          </p:cNvSpPr>
          <p:nvPr/>
        </p:nvSpPr>
        <p:spPr>
          <a:xfrm>
            <a:off x="2273587" y="4857750"/>
            <a:ext cx="4108163" cy="1291746"/>
          </a:xfrm>
          <a:custGeom>
            <a:avLst/>
            <a:gdLst/>
            <a:ahLst/>
            <a:cxnLst/>
            <a:rect l="0" t="0" r="0" b="0"/>
            <a:pathLst>
              <a:path w="4108163" h="1291746">
                <a:moveTo>
                  <a:pt x="0" y="1291746"/>
                </a:moveTo>
                <a:lnTo>
                  <a:pt x="410816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08DBAA6-588A-4881-9844-CF47AE6F6D8A}"/>
              </a:ext>
            </a:extLst>
          </p:cNvPr>
          <p:cNvSpPr>
            <a:spLocks noGrp="1"/>
          </p:cNvSpPr>
          <p:nvPr/>
        </p:nvSpPr>
        <p:spPr>
          <a:xfrm>
            <a:off x="2273587" y="6551756"/>
            <a:ext cx="4108163" cy="2592244"/>
          </a:xfrm>
          <a:custGeom>
            <a:avLst/>
            <a:gdLst/>
            <a:ahLst/>
            <a:cxnLst/>
            <a:rect l="0" t="0" r="0" b="0"/>
            <a:pathLst>
              <a:path w="4108163" h="2592244">
                <a:moveTo>
                  <a:pt x="0" y="0"/>
                </a:moveTo>
                <a:lnTo>
                  <a:pt x="4108163" y="2592244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B82B156-CF4B-436C-BFD4-53633C0D45A1}"/>
              </a:ext>
            </a:extLst>
          </p:cNvPr>
          <p:cNvSpPr>
            <a:spLocks noGrp="1"/>
          </p:cNvSpPr>
          <p:nvPr/>
        </p:nvSpPr>
        <p:spPr>
          <a:xfrm>
            <a:off x="1707598" y="6149496"/>
            <a:ext cx="565989" cy="40226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B73059D-0896-49FE-ABE3-366B9DE38494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1A4C07B0-79C8-478C-8C4C-3E48EDD9B1B2}"/>
              </a:ext>
            </a:extLst>
          </p:cNvPr>
          <p:cNvSpPr>
            <a:spLocks noGrp="1"/>
          </p:cNvSpPr>
          <p:nvPr/>
        </p:nvSpPr>
        <p:spPr>
          <a:xfrm>
            <a:off x="92392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166C121-8554-4302-835C-AF82A52A9A3D}"/>
              </a:ext>
            </a:extLst>
          </p:cNvPr>
          <p:cNvSpPr>
            <a:spLocks noGrp="1"/>
          </p:cNvSpPr>
          <p:nvPr/>
        </p:nvSpPr>
        <p:spPr>
          <a:xfrm>
            <a:off x="120967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8F25E02-663B-457C-9CA8-895979F5C415}"/>
              </a:ext>
            </a:extLst>
          </p:cNvPr>
          <p:cNvSpPr>
            <a:spLocks noGrp="1"/>
          </p:cNvSpPr>
          <p:nvPr/>
        </p:nvSpPr>
        <p:spPr>
          <a:xfrm>
            <a:off x="6381750" y="70008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079B458-6369-4175-B040-FE91929D60D5}"/>
              </a:ext>
            </a:extLst>
          </p:cNvPr>
          <p:cNvSpPr>
            <a:spLocks noGrp="1"/>
          </p:cNvSpPr>
          <p:nvPr/>
        </p:nvSpPr>
        <p:spPr>
          <a:xfrm>
            <a:off x="114300" y="48768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9625459"/>
            <a:ext cx="5810250" cy="4085332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9525000"/>
            <a:ext cx="2857500" cy="2143125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9525000"/>
            <a:ext cx="2857500" cy="214312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9525000"/>
            <a:ext cx="2857500" cy="214312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1668125"/>
            <a:ext cx="2857500" cy="214312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1668125"/>
            <a:ext cx="2857500" cy="214312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16681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F3AB59F9-3076-4373-81BB-2048EA7C30D7}"/>
              </a:ext>
            </a:extLst>
          </p:cNvPr>
          <p:cNvSpPr>
            <a:spLocks noGrp="1"/>
          </p:cNvSpPr>
          <p:nvPr/>
        </p:nvSpPr>
        <p:spPr>
          <a:xfrm>
            <a:off x="3132294" y="9525000"/>
            <a:ext cx="3249456" cy="1484384"/>
          </a:xfrm>
          <a:custGeom>
            <a:avLst/>
            <a:gdLst/>
            <a:ahLst/>
            <a:cxnLst/>
            <a:rect l="0" t="0" r="0" b="0"/>
            <a:pathLst>
              <a:path w="3249456" h="1484384">
                <a:moveTo>
                  <a:pt x="0" y="1484384"/>
                </a:moveTo>
                <a:lnTo>
                  <a:pt x="3249456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683E2A8F-DA17-46AE-82A5-25513D40E35A}"/>
              </a:ext>
            </a:extLst>
          </p:cNvPr>
          <p:cNvSpPr>
            <a:spLocks noGrp="1"/>
          </p:cNvSpPr>
          <p:nvPr/>
        </p:nvSpPr>
        <p:spPr>
          <a:xfrm>
            <a:off x="3132294" y="11556414"/>
            <a:ext cx="3249456" cy="2254836"/>
          </a:xfrm>
          <a:custGeom>
            <a:avLst/>
            <a:gdLst/>
            <a:ahLst/>
            <a:cxnLst/>
            <a:rect l="0" t="0" r="0" b="0"/>
            <a:pathLst>
              <a:path w="3249456" h="2254836">
                <a:moveTo>
                  <a:pt x="0" y="0"/>
                </a:moveTo>
                <a:lnTo>
                  <a:pt x="3249456" y="2254836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FF453A3-ACA0-4842-AAD5-375DCAFBA6FC}"/>
              </a:ext>
            </a:extLst>
          </p:cNvPr>
          <p:cNvSpPr>
            <a:spLocks noGrp="1"/>
          </p:cNvSpPr>
          <p:nvPr/>
        </p:nvSpPr>
        <p:spPr>
          <a:xfrm>
            <a:off x="2622822" y="11009384"/>
            <a:ext cx="509472" cy="54703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A8271AE-5D3D-40F6-9978-2C5FDA403342}"/>
              </a:ext>
            </a:extLst>
          </p:cNvPr>
          <p:cNvSpPr>
            <a:spLocks noGrp="1"/>
          </p:cNvSpPr>
          <p:nvPr/>
        </p:nvSpPr>
        <p:spPr>
          <a:xfrm>
            <a:off x="6381750" y="9525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02E30FEB-B2EF-4711-AB91-C79D272EE389}"/>
              </a:ext>
            </a:extLst>
          </p:cNvPr>
          <p:cNvSpPr>
            <a:spLocks noGrp="1"/>
          </p:cNvSpPr>
          <p:nvPr/>
        </p:nvSpPr>
        <p:spPr>
          <a:xfrm>
            <a:off x="92392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EE36CAB1-B846-48AC-8214-1D8F64C074F0}"/>
              </a:ext>
            </a:extLst>
          </p:cNvPr>
          <p:cNvSpPr>
            <a:spLocks noGrp="1"/>
          </p:cNvSpPr>
          <p:nvPr/>
        </p:nvSpPr>
        <p:spPr>
          <a:xfrm>
            <a:off x="120967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C792F5FE-8813-4367-8AA1-5162FBB3F3EC}"/>
              </a:ext>
            </a:extLst>
          </p:cNvPr>
          <p:cNvSpPr>
            <a:spLocks noGrp="1"/>
          </p:cNvSpPr>
          <p:nvPr/>
        </p:nvSpPr>
        <p:spPr>
          <a:xfrm>
            <a:off x="6381750" y="11668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10BECDB-64B6-466B-B5FF-DA12B143AEB4}"/>
              </a:ext>
            </a:extLst>
          </p:cNvPr>
          <p:cNvSpPr>
            <a:spLocks noGrp="1"/>
          </p:cNvSpPr>
          <p:nvPr/>
        </p:nvSpPr>
        <p:spPr>
          <a:xfrm>
            <a:off x="114300" y="9544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95250" y="14292709"/>
            <a:ext cx="5810250" cy="4085332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6381750" y="14192250"/>
            <a:ext cx="2857500" cy="2143125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9239250" y="14192250"/>
            <a:ext cx="2857500" cy="2143125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12096750" y="14192250"/>
            <a:ext cx="2857500" cy="2143125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6381750" y="16335375"/>
            <a:ext cx="2857500" cy="2143125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9239250" y="16335375"/>
            <a:ext cx="2857500" cy="2143125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12096750" y="16335375"/>
            <a:ext cx="2857500" cy="2143125"/>
          </a:xfrm>
          <a:prstGeom prst="rect">
            <a:avLst/>
          </a:prstGeom>
        </p:spPr>
      </p:pic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680D2711-789C-4E5F-9A35-B4582623D4B0}"/>
              </a:ext>
            </a:extLst>
          </p:cNvPr>
          <p:cNvSpPr>
            <a:spLocks noGrp="1"/>
          </p:cNvSpPr>
          <p:nvPr/>
        </p:nvSpPr>
        <p:spPr>
          <a:xfrm>
            <a:off x="4073849" y="14192250"/>
            <a:ext cx="2307901" cy="957411"/>
          </a:xfrm>
          <a:custGeom>
            <a:avLst/>
            <a:gdLst/>
            <a:ahLst/>
            <a:cxnLst/>
            <a:rect l="0" t="0" r="0" b="0"/>
            <a:pathLst>
              <a:path w="2307901" h="957411">
                <a:moveTo>
                  <a:pt x="0" y="957411"/>
                </a:moveTo>
                <a:lnTo>
                  <a:pt x="2307901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D2EE7A43-76A7-4D62-9788-198F79A94A69}"/>
              </a:ext>
            </a:extLst>
          </p:cNvPr>
          <p:cNvSpPr>
            <a:spLocks noGrp="1"/>
          </p:cNvSpPr>
          <p:nvPr/>
        </p:nvSpPr>
        <p:spPr>
          <a:xfrm>
            <a:off x="4073849" y="15599520"/>
            <a:ext cx="2307901" cy="2878980"/>
          </a:xfrm>
          <a:custGeom>
            <a:avLst/>
            <a:gdLst/>
            <a:ahLst/>
            <a:cxnLst/>
            <a:rect l="0" t="0" r="0" b="0"/>
            <a:pathLst>
              <a:path w="2307901" h="2878980">
                <a:moveTo>
                  <a:pt x="0" y="0"/>
                </a:moveTo>
                <a:lnTo>
                  <a:pt x="2307901" y="287898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9A056F6-C33D-4D01-9146-C4CBA1FAA5DA}"/>
              </a:ext>
            </a:extLst>
          </p:cNvPr>
          <p:cNvSpPr>
            <a:spLocks noGrp="1"/>
          </p:cNvSpPr>
          <p:nvPr/>
        </p:nvSpPr>
        <p:spPr>
          <a:xfrm>
            <a:off x="3761966" y="15149661"/>
            <a:ext cx="311883" cy="44985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5FBCE36F-0ACF-4102-BF8D-049A4F25D45C}"/>
              </a:ext>
            </a:extLst>
          </p:cNvPr>
          <p:cNvSpPr>
            <a:spLocks noGrp="1"/>
          </p:cNvSpPr>
          <p:nvPr/>
        </p:nvSpPr>
        <p:spPr>
          <a:xfrm>
            <a:off x="6381750" y="14192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CFC418AA-55A4-464C-914E-690DBEF58609}"/>
              </a:ext>
            </a:extLst>
          </p:cNvPr>
          <p:cNvSpPr>
            <a:spLocks noGrp="1"/>
          </p:cNvSpPr>
          <p:nvPr/>
        </p:nvSpPr>
        <p:spPr>
          <a:xfrm>
            <a:off x="92392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F5B1AD6C-90A4-4029-8B18-C77B2A4E4A1F}"/>
              </a:ext>
            </a:extLst>
          </p:cNvPr>
          <p:cNvSpPr>
            <a:spLocks noGrp="1"/>
          </p:cNvSpPr>
          <p:nvPr/>
        </p:nvSpPr>
        <p:spPr>
          <a:xfrm>
            <a:off x="120967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F1993150-E331-464E-937E-323A224B1489}"/>
              </a:ext>
            </a:extLst>
          </p:cNvPr>
          <p:cNvSpPr>
            <a:spLocks noGrp="1"/>
          </p:cNvSpPr>
          <p:nvPr/>
        </p:nvSpPr>
        <p:spPr>
          <a:xfrm>
            <a:off x="6381750" y="16335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31FE362-A13A-4442-B1F7-5C02D94FC345}"/>
              </a:ext>
            </a:extLst>
          </p:cNvPr>
          <p:cNvSpPr>
            <a:spLocks noGrp="1"/>
          </p:cNvSpPr>
          <p:nvPr/>
        </p:nvSpPr>
        <p:spPr>
          <a:xfrm>
            <a:off x="114300" y="14211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1107142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1624459"/>
            <a:ext cx="5810250" cy="4085332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524000"/>
            <a:ext cx="2857500" cy="214312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524000"/>
            <a:ext cx="2857500" cy="21431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524000"/>
            <a:ext cx="2857500" cy="214312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3667125"/>
            <a:ext cx="2857500" cy="214312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3667125"/>
            <a:ext cx="2857500" cy="214312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36671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E0F60D7C-73BF-4D76-8BE7-E9E47B2ED19E}"/>
              </a:ext>
            </a:extLst>
          </p:cNvPr>
          <p:cNvSpPr>
            <a:spLocks noGrp="1"/>
          </p:cNvSpPr>
          <p:nvPr/>
        </p:nvSpPr>
        <p:spPr>
          <a:xfrm>
            <a:off x="3662328" y="1524000"/>
            <a:ext cx="2719422" cy="2719438"/>
          </a:xfrm>
          <a:custGeom>
            <a:avLst/>
            <a:gdLst/>
            <a:ahLst/>
            <a:cxnLst/>
            <a:rect l="0" t="0" r="0" b="0"/>
            <a:pathLst>
              <a:path w="2719422" h="2719438">
                <a:moveTo>
                  <a:pt x="0" y="2719438"/>
                </a:moveTo>
                <a:lnTo>
                  <a:pt x="2719422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DB6C4A52-6DF6-4115-B61C-ACAAB8CB58B7}"/>
              </a:ext>
            </a:extLst>
          </p:cNvPr>
          <p:cNvSpPr>
            <a:spLocks noGrp="1"/>
          </p:cNvSpPr>
          <p:nvPr/>
        </p:nvSpPr>
        <p:spPr>
          <a:xfrm>
            <a:off x="3662328" y="4494163"/>
            <a:ext cx="2719422" cy="1316087"/>
          </a:xfrm>
          <a:custGeom>
            <a:avLst/>
            <a:gdLst/>
            <a:ahLst/>
            <a:cxnLst/>
            <a:rect l="0" t="0" r="0" b="0"/>
            <a:pathLst>
              <a:path w="2719422" h="1316087">
                <a:moveTo>
                  <a:pt x="0" y="0"/>
                </a:moveTo>
                <a:lnTo>
                  <a:pt x="2719422" y="1316087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40BA05D-3C27-41B5-8EFB-B78D632AB817}"/>
              </a:ext>
            </a:extLst>
          </p:cNvPr>
          <p:cNvSpPr>
            <a:spLocks noGrp="1"/>
          </p:cNvSpPr>
          <p:nvPr/>
        </p:nvSpPr>
        <p:spPr>
          <a:xfrm>
            <a:off x="3311024" y="4243438"/>
            <a:ext cx="351305" cy="250725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4DE0368-9ADE-45D4-8F68-17F84EDFDFDC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F33D46F5-AB17-4D49-9A89-6830F90CDAFC}"/>
              </a:ext>
            </a:extLst>
          </p:cNvPr>
          <p:cNvSpPr>
            <a:spLocks noGrp="1"/>
          </p:cNvSpPr>
          <p:nvPr/>
        </p:nvSpPr>
        <p:spPr>
          <a:xfrm>
            <a:off x="9239250" y="1524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C8E41251-6DA7-450B-B999-40841775F554}"/>
              </a:ext>
            </a:extLst>
          </p:cNvPr>
          <p:cNvSpPr>
            <a:spLocks noGrp="1"/>
          </p:cNvSpPr>
          <p:nvPr/>
        </p:nvSpPr>
        <p:spPr>
          <a:xfrm>
            <a:off x="12096750" y="1524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0871A554-23B5-42DD-B76F-E764BC46BD3C}"/>
              </a:ext>
            </a:extLst>
          </p:cNvPr>
          <p:cNvSpPr>
            <a:spLocks noGrp="1"/>
          </p:cNvSpPr>
          <p:nvPr/>
        </p:nvSpPr>
        <p:spPr>
          <a:xfrm>
            <a:off x="6381750" y="3667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946F8EA-4B68-49D5-9849-B9F0EEFDD924}"/>
              </a:ext>
            </a:extLst>
          </p:cNvPr>
          <p:cNvSpPr>
            <a:spLocks noGrp="1"/>
          </p:cNvSpPr>
          <p:nvPr/>
        </p:nvSpPr>
        <p:spPr>
          <a:xfrm>
            <a:off x="114300" y="1543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705370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695325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695325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695325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909637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909637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90963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E861C521-BEB2-4F57-881F-4290773ED878}"/>
              </a:ext>
            </a:extLst>
          </p:cNvPr>
          <p:cNvSpPr>
            <a:spLocks noGrp="1"/>
          </p:cNvSpPr>
          <p:nvPr/>
        </p:nvSpPr>
        <p:spPr>
          <a:xfrm>
            <a:off x="2875117" y="6953250"/>
            <a:ext cx="3506633" cy="2169335"/>
          </a:xfrm>
          <a:custGeom>
            <a:avLst/>
            <a:gdLst/>
            <a:ahLst/>
            <a:cxnLst/>
            <a:rect l="0" t="0" r="0" b="0"/>
            <a:pathLst>
              <a:path w="3506633" h="2169335">
                <a:moveTo>
                  <a:pt x="0" y="2169335"/>
                </a:moveTo>
                <a:lnTo>
                  <a:pt x="350663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DD6208D-431A-40FF-811D-14F5A1F44F73}"/>
              </a:ext>
            </a:extLst>
          </p:cNvPr>
          <p:cNvSpPr>
            <a:spLocks noGrp="1"/>
          </p:cNvSpPr>
          <p:nvPr/>
        </p:nvSpPr>
        <p:spPr>
          <a:xfrm>
            <a:off x="2875117" y="9476649"/>
            <a:ext cx="3506633" cy="1762851"/>
          </a:xfrm>
          <a:custGeom>
            <a:avLst/>
            <a:gdLst/>
            <a:ahLst/>
            <a:cxnLst/>
            <a:rect l="0" t="0" r="0" b="0"/>
            <a:pathLst>
              <a:path w="3506633" h="1762851">
                <a:moveTo>
                  <a:pt x="0" y="0"/>
                </a:moveTo>
                <a:lnTo>
                  <a:pt x="3506633" y="1762851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91A36AB-3B72-49D7-8ECC-C4D090AE8FF6}"/>
              </a:ext>
            </a:extLst>
          </p:cNvPr>
          <p:cNvSpPr>
            <a:spLocks noGrp="1"/>
          </p:cNvSpPr>
          <p:nvPr/>
        </p:nvSpPr>
        <p:spPr>
          <a:xfrm>
            <a:off x="2575267" y="9122585"/>
            <a:ext cx="299850" cy="35406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779A674-0074-4BEA-9776-39530363D4F3}"/>
              </a:ext>
            </a:extLst>
          </p:cNvPr>
          <p:cNvSpPr>
            <a:spLocks noGrp="1"/>
          </p:cNvSpPr>
          <p:nvPr/>
        </p:nvSpPr>
        <p:spPr>
          <a:xfrm>
            <a:off x="6381750" y="6953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F43D41A-1137-4E85-9B9D-E90E6E0C83A8}"/>
              </a:ext>
            </a:extLst>
          </p:cNvPr>
          <p:cNvSpPr>
            <a:spLocks noGrp="1"/>
          </p:cNvSpPr>
          <p:nvPr/>
        </p:nvSpPr>
        <p:spPr>
          <a:xfrm>
            <a:off x="9239250" y="6953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428DF355-077C-478C-964C-7B8D8F8E5AE2}"/>
              </a:ext>
            </a:extLst>
          </p:cNvPr>
          <p:cNvSpPr>
            <a:spLocks noGrp="1"/>
          </p:cNvSpPr>
          <p:nvPr/>
        </p:nvSpPr>
        <p:spPr>
          <a:xfrm>
            <a:off x="12096750" y="6953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93C42CDC-996E-4F5B-B94F-B0CA7B7F7DA8}"/>
              </a:ext>
            </a:extLst>
          </p:cNvPr>
          <p:cNvSpPr>
            <a:spLocks noGrp="1"/>
          </p:cNvSpPr>
          <p:nvPr/>
        </p:nvSpPr>
        <p:spPr>
          <a:xfrm>
            <a:off x="6381750" y="9096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B7F4FDD-580C-4640-9191-BA3DBF35E5E8}"/>
              </a:ext>
            </a:extLst>
          </p:cNvPr>
          <p:cNvSpPr>
            <a:spLocks noGrp="1"/>
          </p:cNvSpPr>
          <p:nvPr/>
        </p:nvSpPr>
        <p:spPr>
          <a:xfrm>
            <a:off x="114300" y="6972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1248295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1238250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1238250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1238250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452562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452562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45256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EA55045F-0AE2-49C0-91CE-48C9D72B6B77}"/>
              </a:ext>
            </a:extLst>
          </p:cNvPr>
          <p:cNvSpPr>
            <a:spLocks noGrp="1"/>
          </p:cNvSpPr>
          <p:nvPr/>
        </p:nvSpPr>
        <p:spPr>
          <a:xfrm>
            <a:off x="3877623" y="12382500"/>
            <a:ext cx="2504127" cy="1926346"/>
          </a:xfrm>
          <a:custGeom>
            <a:avLst/>
            <a:gdLst/>
            <a:ahLst/>
            <a:cxnLst/>
            <a:rect l="0" t="0" r="0" b="0"/>
            <a:pathLst>
              <a:path w="2504127" h="1926346">
                <a:moveTo>
                  <a:pt x="0" y="1926346"/>
                </a:moveTo>
                <a:lnTo>
                  <a:pt x="250412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B2E5E1DA-41B9-45FF-A43C-3928B35628E6}"/>
              </a:ext>
            </a:extLst>
          </p:cNvPr>
          <p:cNvSpPr>
            <a:spLocks noGrp="1"/>
          </p:cNvSpPr>
          <p:nvPr/>
        </p:nvSpPr>
        <p:spPr>
          <a:xfrm>
            <a:off x="3877623" y="14467745"/>
            <a:ext cx="2504127" cy="2201005"/>
          </a:xfrm>
          <a:custGeom>
            <a:avLst/>
            <a:gdLst/>
            <a:ahLst/>
            <a:cxnLst/>
            <a:rect l="0" t="0" r="0" b="0"/>
            <a:pathLst>
              <a:path w="2504127" h="2201005">
                <a:moveTo>
                  <a:pt x="0" y="0"/>
                </a:moveTo>
                <a:lnTo>
                  <a:pt x="2504127" y="2201005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897641-E2D7-4568-B444-BD861C27F838}"/>
              </a:ext>
            </a:extLst>
          </p:cNvPr>
          <p:cNvSpPr>
            <a:spLocks noGrp="1"/>
          </p:cNvSpPr>
          <p:nvPr/>
        </p:nvSpPr>
        <p:spPr>
          <a:xfrm>
            <a:off x="3618148" y="14308846"/>
            <a:ext cx="259475" cy="15889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4F26E5-78E5-43A6-8E91-AE3CD1AEEACE}"/>
              </a:ext>
            </a:extLst>
          </p:cNvPr>
          <p:cNvSpPr>
            <a:spLocks noGrp="1"/>
          </p:cNvSpPr>
          <p:nvPr/>
        </p:nvSpPr>
        <p:spPr>
          <a:xfrm>
            <a:off x="6381750" y="12382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A7D95271-F8B2-499D-9BC2-D6D4F894143C}"/>
              </a:ext>
            </a:extLst>
          </p:cNvPr>
          <p:cNvSpPr>
            <a:spLocks noGrp="1"/>
          </p:cNvSpPr>
          <p:nvPr/>
        </p:nvSpPr>
        <p:spPr>
          <a:xfrm>
            <a:off x="9239250" y="12382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F8AD9E3B-D8A0-40BC-95B2-0AB60FD2FBE7}"/>
              </a:ext>
            </a:extLst>
          </p:cNvPr>
          <p:cNvSpPr>
            <a:spLocks noGrp="1"/>
          </p:cNvSpPr>
          <p:nvPr/>
        </p:nvSpPr>
        <p:spPr>
          <a:xfrm>
            <a:off x="12096750" y="12382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D084CF2-FA50-421E-BA74-F071980FBC2D}"/>
              </a:ext>
            </a:extLst>
          </p:cNvPr>
          <p:cNvSpPr>
            <a:spLocks noGrp="1"/>
          </p:cNvSpPr>
          <p:nvPr/>
        </p:nvSpPr>
        <p:spPr>
          <a:xfrm>
            <a:off x="6381750" y="14525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D6CD1206-061B-4F88-9494-11627CD243D3}"/>
              </a:ext>
            </a:extLst>
          </p:cNvPr>
          <p:cNvSpPr>
            <a:spLocks noGrp="1"/>
          </p:cNvSpPr>
          <p:nvPr/>
        </p:nvSpPr>
        <p:spPr>
          <a:xfrm>
            <a:off x="114300" y="12401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9226490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29095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9050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9050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9050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233362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233362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23336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6F04C60F-7474-41A6-9387-D71F5EFBA5F9}"/>
              </a:ext>
            </a:extLst>
          </p:cNvPr>
          <p:cNvSpPr>
            <a:spLocks noGrp="1"/>
          </p:cNvSpPr>
          <p:nvPr/>
        </p:nvSpPr>
        <p:spPr>
          <a:xfrm>
            <a:off x="3263203" y="190500"/>
            <a:ext cx="3118547" cy="1175128"/>
          </a:xfrm>
          <a:custGeom>
            <a:avLst/>
            <a:gdLst/>
            <a:ahLst/>
            <a:cxnLst/>
            <a:rect l="0" t="0" r="0" b="0"/>
            <a:pathLst>
              <a:path w="3118547" h="1175128">
                <a:moveTo>
                  <a:pt x="0" y="1175128"/>
                </a:moveTo>
                <a:lnTo>
                  <a:pt x="311854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7DFE35F-210F-4709-AB77-A717A72F228B}"/>
              </a:ext>
            </a:extLst>
          </p:cNvPr>
          <p:cNvSpPr>
            <a:spLocks noGrp="1"/>
          </p:cNvSpPr>
          <p:nvPr/>
        </p:nvSpPr>
        <p:spPr>
          <a:xfrm>
            <a:off x="3263203" y="1871440"/>
            <a:ext cx="3118547" cy="2605310"/>
          </a:xfrm>
          <a:custGeom>
            <a:avLst/>
            <a:gdLst/>
            <a:ahLst/>
            <a:cxnLst/>
            <a:rect l="0" t="0" r="0" b="0"/>
            <a:pathLst>
              <a:path w="3118547" h="2605310">
                <a:moveTo>
                  <a:pt x="0" y="0"/>
                </a:moveTo>
                <a:lnTo>
                  <a:pt x="3118547" y="260531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7A48BAC-14E2-4CB9-8077-CC4419AEB917}"/>
              </a:ext>
            </a:extLst>
          </p:cNvPr>
          <p:cNvSpPr>
            <a:spLocks noGrp="1"/>
          </p:cNvSpPr>
          <p:nvPr/>
        </p:nvSpPr>
        <p:spPr>
          <a:xfrm>
            <a:off x="2975992" y="1365628"/>
            <a:ext cx="287211" cy="50581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2A0C37E-90A9-4866-997B-2205629ECAD1}"/>
              </a:ext>
            </a:extLst>
          </p:cNvPr>
          <p:cNvSpPr>
            <a:spLocks noGrp="1"/>
          </p:cNvSpPr>
          <p:nvPr/>
        </p:nvSpPr>
        <p:spPr>
          <a:xfrm>
            <a:off x="6381750" y="190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91D456A-BD67-4796-8F11-369E5577DFEA}"/>
              </a:ext>
            </a:extLst>
          </p:cNvPr>
          <p:cNvSpPr>
            <a:spLocks noGrp="1"/>
          </p:cNvSpPr>
          <p:nvPr/>
        </p:nvSpPr>
        <p:spPr>
          <a:xfrm>
            <a:off x="92392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963AA21E-4F7F-49A9-B73E-EFB6E353216D}"/>
              </a:ext>
            </a:extLst>
          </p:cNvPr>
          <p:cNvSpPr>
            <a:spLocks noGrp="1"/>
          </p:cNvSpPr>
          <p:nvPr/>
        </p:nvSpPr>
        <p:spPr>
          <a:xfrm>
            <a:off x="120967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6B6E75B-1810-473D-8A03-D06D6F6CFA8D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662D7D-A10A-4304-A1ED-1FE5B1FA65BF}"/>
              </a:ext>
            </a:extLst>
          </p:cNvPr>
          <p:cNvSpPr>
            <a:spLocks noGrp="1"/>
          </p:cNvSpPr>
          <p:nvPr/>
        </p:nvSpPr>
        <p:spPr>
          <a:xfrm>
            <a:off x="114300" y="209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495820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485775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485775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485775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700087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700087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70008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C7E485A9-D893-44C9-97E1-3257BBCF675E}"/>
              </a:ext>
            </a:extLst>
          </p:cNvPr>
          <p:cNvSpPr>
            <a:spLocks noGrp="1"/>
          </p:cNvSpPr>
          <p:nvPr/>
        </p:nvSpPr>
        <p:spPr>
          <a:xfrm>
            <a:off x="2273587" y="4857750"/>
            <a:ext cx="4108163" cy="1291746"/>
          </a:xfrm>
          <a:custGeom>
            <a:avLst/>
            <a:gdLst/>
            <a:ahLst/>
            <a:cxnLst/>
            <a:rect l="0" t="0" r="0" b="0"/>
            <a:pathLst>
              <a:path w="4108163" h="1291746">
                <a:moveTo>
                  <a:pt x="0" y="1291746"/>
                </a:moveTo>
                <a:lnTo>
                  <a:pt x="410816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9998B8AD-BE1D-4111-8327-43D956DA92DF}"/>
              </a:ext>
            </a:extLst>
          </p:cNvPr>
          <p:cNvSpPr>
            <a:spLocks noGrp="1"/>
          </p:cNvSpPr>
          <p:nvPr/>
        </p:nvSpPr>
        <p:spPr>
          <a:xfrm>
            <a:off x="2273587" y="6551756"/>
            <a:ext cx="4108163" cy="2592244"/>
          </a:xfrm>
          <a:custGeom>
            <a:avLst/>
            <a:gdLst/>
            <a:ahLst/>
            <a:cxnLst/>
            <a:rect l="0" t="0" r="0" b="0"/>
            <a:pathLst>
              <a:path w="4108163" h="2592244">
                <a:moveTo>
                  <a:pt x="0" y="0"/>
                </a:moveTo>
                <a:lnTo>
                  <a:pt x="4108163" y="2592244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749363F-2677-4A53-BC40-6E28BFEBCEDC}"/>
              </a:ext>
            </a:extLst>
          </p:cNvPr>
          <p:cNvSpPr>
            <a:spLocks noGrp="1"/>
          </p:cNvSpPr>
          <p:nvPr/>
        </p:nvSpPr>
        <p:spPr>
          <a:xfrm>
            <a:off x="1707598" y="6149496"/>
            <a:ext cx="565989" cy="40226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7EF54F-E3D4-4822-BF9B-5C2B1B9D0F48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D38FE9DB-8934-4A3A-9304-63413800357A}"/>
              </a:ext>
            </a:extLst>
          </p:cNvPr>
          <p:cNvSpPr>
            <a:spLocks noGrp="1"/>
          </p:cNvSpPr>
          <p:nvPr/>
        </p:nvSpPr>
        <p:spPr>
          <a:xfrm>
            <a:off x="92392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8E8D250-7CF2-4CCD-9961-5E3E6D2C9AAE}"/>
              </a:ext>
            </a:extLst>
          </p:cNvPr>
          <p:cNvSpPr>
            <a:spLocks noGrp="1"/>
          </p:cNvSpPr>
          <p:nvPr/>
        </p:nvSpPr>
        <p:spPr>
          <a:xfrm>
            <a:off x="120967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DE658465-4BF4-46A2-B5D7-CEB0D443778E}"/>
              </a:ext>
            </a:extLst>
          </p:cNvPr>
          <p:cNvSpPr>
            <a:spLocks noGrp="1"/>
          </p:cNvSpPr>
          <p:nvPr/>
        </p:nvSpPr>
        <p:spPr>
          <a:xfrm>
            <a:off x="6381750" y="70008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2A9139F-0F5B-4F26-8E2D-AB043B500394}"/>
              </a:ext>
            </a:extLst>
          </p:cNvPr>
          <p:cNvSpPr>
            <a:spLocks noGrp="1"/>
          </p:cNvSpPr>
          <p:nvPr/>
        </p:nvSpPr>
        <p:spPr>
          <a:xfrm>
            <a:off x="114300" y="48768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9625459"/>
            <a:ext cx="5810250" cy="4085332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9525000"/>
            <a:ext cx="2857500" cy="2143125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9525000"/>
            <a:ext cx="2857500" cy="214312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9525000"/>
            <a:ext cx="2857500" cy="214312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1668125"/>
            <a:ext cx="2857500" cy="214312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1668125"/>
            <a:ext cx="2857500" cy="214312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16681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13CA866C-87BD-46B8-9929-858C96DF9D10}"/>
              </a:ext>
            </a:extLst>
          </p:cNvPr>
          <p:cNvSpPr>
            <a:spLocks noGrp="1"/>
          </p:cNvSpPr>
          <p:nvPr/>
        </p:nvSpPr>
        <p:spPr>
          <a:xfrm>
            <a:off x="3132294" y="9525000"/>
            <a:ext cx="3249456" cy="1484384"/>
          </a:xfrm>
          <a:custGeom>
            <a:avLst/>
            <a:gdLst/>
            <a:ahLst/>
            <a:cxnLst/>
            <a:rect l="0" t="0" r="0" b="0"/>
            <a:pathLst>
              <a:path w="3249456" h="1484384">
                <a:moveTo>
                  <a:pt x="0" y="1484384"/>
                </a:moveTo>
                <a:lnTo>
                  <a:pt x="3249456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75F130FF-B98F-47B5-9DBA-7944B83576D4}"/>
              </a:ext>
            </a:extLst>
          </p:cNvPr>
          <p:cNvSpPr>
            <a:spLocks noGrp="1"/>
          </p:cNvSpPr>
          <p:nvPr/>
        </p:nvSpPr>
        <p:spPr>
          <a:xfrm>
            <a:off x="3132294" y="11556414"/>
            <a:ext cx="3249456" cy="2254836"/>
          </a:xfrm>
          <a:custGeom>
            <a:avLst/>
            <a:gdLst/>
            <a:ahLst/>
            <a:cxnLst/>
            <a:rect l="0" t="0" r="0" b="0"/>
            <a:pathLst>
              <a:path w="3249456" h="2254836">
                <a:moveTo>
                  <a:pt x="0" y="0"/>
                </a:moveTo>
                <a:lnTo>
                  <a:pt x="3249456" y="2254836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5FC0A33-077F-4ABF-8D3F-F5A93B349C22}"/>
              </a:ext>
            </a:extLst>
          </p:cNvPr>
          <p:cNvSpPr>
            <a:spLocks noGrp="1"/>
          </p:cNvSpPr>
          <p:nvPr/>
        </p:nvSpPr>
        <p:spPr>
          <a:xfrm>
            <a:off x="2622822" y="11009384"/>
            <a:ext cx="509472" cy="54703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D1E3A92-CBDE-4F2C-8E4C-6C4E9972D339}"/>
              </a:ext>
            </a:extLst>
          </p:cNvPr>
          <p:cNvSpPr>
            <a:spLocks noGrp="1"/>
          </p:cNvSpPr>
          <p:nvPr/>
        </p:nvSpPr>
        <p:spPr>
          <a:xfrm>
            <a:off x="6381750" y="9525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F24B5F-9BD7-450C-90DE-7FDF45A8C0A6}"/>
              </a:ext>
            </a:extLst>
          </p:cNvPr>
          <p:cNvSpPr>
            <a:spLocks noGrp="1"/>
          </p:cNvSpPr>
          <p:nvPr/>
        </p:nvSpPr>
        <p:spPr>
          <a:xfrm>
            <a:off x="92392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1E5B13A6-6DF4-4387-B084-240AE9252E8E}"/>
              </a:ext>
            </a:extLst>
          </p:cNvPr>
          <p:cNvSpPr>
            <a:spLocks noGrp="1"/>
          </p:cNvSpPr>
          <p:nvPr/>
        </p:nvSpPr>
        <p:spPr>
          <a:xfrm>
            <a:off x="120967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D36B2419-A23F-4C76-BC08-BFA33A26BAEF}"/>
              </a:ext>
            </a:extLst>
          </p:cNvPr>
          <p:cNvSpPr>
            <a:spLocks noGrp="1"/>
          </p:cNvSpPr>
          <p:nvPr/>
        </p:nvSpPr>
        <p:spPr>
          <a:xfrm>
            <a:off x="6381750" y="11668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9254A1DD-D818-40CB-9A1E-731CE56DEA7A}"/>
              </a:ext>
            </a:extLst>
          </p:cNvPr>
          <p:cNvSpPr>
            <a:spLocks noGrp="1"/>
          </p:cNvSpPr>
          <p:nvPr/>
        </p:nvSpPr>
        <p:spPr>
          <a:xfrm>
            <a:off x="114300" y="9544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95250" y="14292709"/>
            <a:ext cx="5810250" cy="4085332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6381750" y="14192250"/>
            <a:ext cx="2857500" cy="2143125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9239250" y="14192250"/>
            <a:ext cx="2857500" cy="2143125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12096750" y="14192250"/>
            <a:ext cx="2857500" cy="2143125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6381750" y="16335375"/>
            <a:ext cx="2857500" cy="2143125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9239250" y="16335375"/>
            <a:ext cx="2857500" cy="2143125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12096750" y="16335375"/>
            <a:ext cx="2857500" cy="2143125"/>
          </a:xfrm>
          <a:prstGeom prst="rect">
            <a:avLst/>
          </a:prstGeom>
        </p:spPr>
      </p:pic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13AAE6DC-8B79-4513-B828-866C36F23C29}"/>
              </a:ext>
            </a:extLst>
          </p:cNvPr>
          <p:cNvSpPr>
            <a:spLocks noGrp="1"/>
          </p:cNvSpPr>
          <p:nvPr/>
        </p:nvSpPr>
        <p:spPr>
          <a:xfrm>
            <a:off x="4073849" y="14192250"/>
            <a:ext cx="2307901" cy="957411"/>
          </a:xfrm>
          <a:custGeom>
            <a:avLst/>
            <a:gdLst/>
            <a:ahLst/>
            <a:cxnLst/>
            <a:rect l="0" t="0" r="0" b="0"/>
            <a:pathLst>
              <a:path w="2307901" h="957411">
                <a:moveTo>
                  <a:pt x="0" y="957411"/>
                </a:moveTo>
                <a:lnTo>
                  <a:pt x="2307901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B5B63AA2-8EB5-46D2-B2BE-CAFB83235509}"/>
              </a:ext>
            </a:extLst>
          </p:cNvPr>
          <p:cNvSpPr>
            <a:spLocks noGrp="1"/>
          </p:cNvSpPr>
          <p:nvPr/>
        </p:nvSpPr>
        <p:spPr>
          <a:xfrm>
            <a:off x="4073849" y="15599520"/>
            <a:ext cx="2307901" cy="2878980"/>
          </a:xfrm>
          <a:custGeom>
            <a:avLst/>
            <a:gdLst/>
            <a:ahLst/>
            <a:cxnLst/>
            <a:rect l="0" t="0" r="0" b="0"/>
            <a:pathLst>
              <a:path w="2307901" h="2878980">
                <a:moveTo>
                  <a:pt x="0" y="0"/>
                </a:moveTo>
                <a:lnTo>
                  <a:pt x="2307901" y="287898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9578B61B-C04F-4285-BA8F-1C0085D2757E}"/>
              </a:ext>
            </a:extLst>
          </p:cNvPr>
          <p:cNvSpPr>
            <a:spLocks noGrp="1"/>
          </p:cNvSpPr>
          <p:nvPr/>
        </p:nvSpPr>
        <p:spPr>
          <a:xfrm>
            <a:off x="3761966" y="15149661"/>
            <a:ext cx="311883" cy="44985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4610637-34A9-4456-9CAC-5719F1EE0F0F}"/>
              </a:ext>
            </a:extLst>
          </p:cNvPr>
          <p:cNvSpPr>
            <a:spLocks noGrp="1"/>
          </p:cNvSpPr>
          <p:nvPr/>
        </p:nvSpPr>
        <p:spPr>
          <a:xfrm>
            <a:off x="6381750" y="14192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EFB32633-0B0C-48E4-9BAC-5B91817C768B}"/>
              </a:ext>
            </a:extLst>
          </p:cNvPr>
          <p:cNvSpPr>
            <a:spLocks noGrp="1"/>
          </p:cNvSpPr>
          <p:nvPr/>
        </p:nvSpPr>
        <p:spPr>
          <a:xfrm>
            <a:off x="92392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A722BC0F-D5DD-4DF9-A277-DF4C57C565E3}"/>
              </a:ext>
            </a:extLst>
          </p:cNvPr>
          <p:cNvSpPr>
            <a:spLocks noGrp="1"/>
          </p:cNvSpPr>
          <p:nvPr/>
        </p:nvSpPr>
        <p:spPr>
          <a:xfrm>
            <a:off x="120967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3CF02C19-2CBC-40B7-A8C5-E820AA0E1381}"/>
              </a:ext>
            </a:extLst>
          </p:cNvPr>
          <p:cNvSpPr>
            <a:spLocks noGrp="1"/>
          </p:cNvSpPr>
          <p:nvPr/>
        </p:nvSpPr>
        <p:spPr>
          <a:xfrm>
            <a:off x="6381750" y="16335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46BCA3A5-7694-4167-AE06-B7F6C4D09059}"/>
              </a:ext>
            </a:extLst>
          </p:cNvPr>
          <p:cNvSpPr>
            <a:spLocks noGrp="1"/>
          </p:cNvSpPr>
          <p:nvPr/>
        </p:nvSpPr>
        <p:spPr>
          <a:xfrm>
            <a:off x="114300" y="14211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4279035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1624459"/>
            <a:ext cx="5810250" cy="4085332"/>
          </a:xfrm>
          <a:prstGeom prst="rect">
            <a:avLst/>
          </a:prstGeom>
        </p:spPr>
      </p:pic>
      <p:pic>
        <p:nvPicPr>
          <p:cNvPr id="47" name="图片 46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524000"/>
            <a:ext cx="2857500" cy="2143125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524000"/>
            <a:ext cx="2857500" cy="2143125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524000"/>
            <a:ext cx="2857500" cy="2143125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3667125"/>
            <a:ext cx="2857500" cy="2143125"/>
          </a:xfrm>
          <a:prstGeom prst="rect">
            <a:avLst/>
          </a:prstGeom>
        </p:spPr>
      </p:pic>
      <p:pic>
        <p:nvPicPr>
          <p:cNvPr id="51" name="图片 50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3667125"/>
            <a:ext cx="2857500" cy="2143125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36671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DF2E2842-CA92-40D4-BBFA-86DC658EB828}"/>
              </a:ext>
            </a:extLst>
          </p:cNvPr>
          <p:cNvSpPr>
            <a:spLocks noGrp="1"/>
          </p:cNvSpPr>
          <p:nvPr/>
        </p:nvSpPr>
        <p:spPr>
          <a:xfrm>
            <a:off x="3662328" y="1524000"/>
            <a:ext cx="2719422" cy="2719438"/>
          </a:xfrm>
          <a:custGeom>
            <a:avLst/>
            <a:gdLst/>
            <a:ahLst/>
            <a:cxnLst/>
            <a:rect l="0" t="0" r="0" b="0"/>
            <a:pathLst>
              <a:path w="2719422" h="2719438">
                <a:moveTo>
                  <a:pt x="0" y="2719438"/>
                </a:moveTo>
                <a:lnTo>
                  <a:pt x="2719422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0A5D3821-3E27-4F7A-B9CD-93ABCBCB8C38}"/>
              </a:ext>
            </a:extLst>
          </p:cNvPr>
          <p:cNvSpPr>
            <a:spLocks noGrp="1"/>
          </p:cNvSpPr>
          <p:nvPr/>
        </p:nvSpPr>
        <p:spPr>
          <a:xfrm>
            <a:off x="3662328" y="4494163"/>
            <a:ext cx="2719422" cy="1316087"/>
          </a:xfrm>
          <a:custGeom>
            <a:avLst/>
            <a:gdLst/>
            <a:ahLst/>
            <a:cxnLst/>
            <a:rect l="0" t="0" r="0" b="0"/>
            <a:pathLst>
              <a:path w="2719422" h="1316087">
                <a:moveTo>
                  <a:pt x="0" y="0"/>
                </a:moveTo>
                <a:lnTo>
                  <a:pt x="2719422" y="1316087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ADE866-DEB8-46FF-AD7C-A2E2C69ABC3E}"/>
              </a:ext>
            </a:extLst>
          </p:cNvPr>
          <p:cNvSpPr>
            <a:spLocks noGrp="1"/>
          </p:cNvSpPr>
          <p:nvPr/>
        </p:nvSpPr>
        <p:spPr>
          <a:xfrm>
            <a:off x="3311024" y="4243438"/>
            <a:ext cx="351305" cy="250725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A73D51D-14AB-4DAA-AA62-3EBC2AB383E1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CF508A13-5865-4040-93B1-D431251B05E0}"/>
              </a:ext>
            </a:extLst>
          </p:cNvPr>
          <p:cNvSpPr>
            <a:spLocks noGrp="1"/>
          </p:cNvSpPr>
          <p:nvPr/>
        </p:nvSpPr>
        <p:spPr>
          <a:xfrm>
            <a:off x="9239250" y="1524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92C8414-CCAF-427C-9A6E-F25663E6FD75}"/>
              </a:ext>
            </a:extLst>
          </p:cNvPr>
          <p:cNvSpPr>
            <a:spLocks noGrp="1"/>
          </p:cNvSpPr>
          <p:nvPr/>
        </p:nvSpPr>
        <p:spPr>
          <a:xfrm>
            <a:off x="12096750" y="1524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A7346794-73E9-45BC-B6A0-C6A7C004BE90}"/>
              </a:ext>
            </a:extLst>
          </p:cNvPr>
          <p:cNvSpPr>
            <a:spLocks noGrp="1"/>
          </p:cNvSpPr>
          <p:nvPr/>
        </p:nvSpPr>
        <p:spPr>
          <a:xfrm>
            <a:off x="6381750" y="3667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1A2227-9EB0-430C-BCC8-1331234E3651}"/>
              </a:ext>
            </a:extLst>
          </p:cNvPr>
          <p:cNvSpPr>
            <a:spLocks noGrp="1"/>
          </p:cNvSpPr>
          <p:nvPr/>
        </p:nvSpPr>
        <p:spPr>
          <a:xfrm>
            <a:off x="114300" y="1543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61" name="图片 60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705370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695325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695325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695325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909637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909637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90963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B61DACE5-A1C0-4C5D-9A76-928046D4B28D}"/>
              </a:ext>
            </a:extLst>
          </p:cNvPr>
          <p:cNvSpPr>
            <a:spLocks noGrp="1"/>
          </p:cNvSpPr>
          <p:nvPr/>
        </p:nvSpPr>
        <p:spPr>
          <a:xfrm>
            <a:off x="2875117" y="6953250"/>
            <a:ext cx="3506633" cy="2169335"/>
          </a:xfrm>
          <a:custGeom>
            <a:avLst/>
            <a:gdLst/>
            <a:ahLst/>
            <a:cxnLst/>
            <a:rect l="0" t="0" r="0" b="0"/>
            <a:pathLst>
              <a:path w="3506633" h="2169335">
                <a:moveTo>
                  <a:pt x="0" y="2169335"/>
                </a:moveTo>
                <a:lnTo>
                  <a:pt x="350663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54AC02E1-06EC-453D-8F28-9BBFDE045701}"/>
              </a:ext>
            </a:extLst>
          </p:cNvPr>
          <p:cNvSpPr>
            <a:spLocks noGrp="1"/>
          </p:cNvSpPr>
          <p:nvPr/>
        </p:nvSpPr>
        <p:spPr>
          <a:xfrm>
            <a:off x="2875117" y="9476649"/>
            <a:ext cx="3506633" cy="1762851"/>
          </a:xfrm>
          <a:custGeom>
            <a:avLst/>
            <a:gdLst/>
            <a:ahLst/>
            <a:cxnLst/>
            <a:rect l="0" t="0" r="0" b="0"/>
            <a:pathLst>
              <a:path w="3506633" h="1762851">
                <a:moveTo>
                  <a:pt x="0" y="0"/>
                </a:moveTo>
                <a:lnTo>
                  <a:pt x="3506633" y="1762851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6066CCA-4CA4-46E4-8876-BCB7649D3193}"/>
              </a:ext>
            </a:extLst>
          </p:cNvPr>
          <p:cNvSpPr>
            <a:spLocks noGrp="1"/>
          </p:cNvSpPr>
          <p:nvPr/>
        </p:nvSpPr>
        <p:spPr>
          <a:xfrm>
            <a:off x="2575267" y="9122585"/>
            <a:ext cx="299850" cy="35406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64B6F84-FF49-42B4-A51D-44E7393CAC49}"/>
              </a:ext>
            </a:extLst>
          </p:cNvPr>
          <p:cNvSpPr>
            <a:spLocks noGrp="1"/>
          </p:cNvSpPr>
          <p:nvPr/>
        </p:nvSpPr>
        <p:spPr>
          <a:xfrm>
            <a:off x="6381750" y="6953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1EA83954-8B25-4A29-83E0-B8375E60DDFC}"/>
              </a:ext>
            </a:extLst>
          </p:cNvPr>
          <p:cNvSpPr>
            <a:spLocks noGrp="1"/>
          </p:cNvSpPr>
          <p:nvPr/>
        </p:nvSpPr>
        <p:spPr>
          <a:xfrm>
            <a:off x="9239250" y="6953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79983BAC-E5F0-4F1F-BB16-829376FBEE3C}"/>
              </a:ext>
            </a:extLst>
          </p:cNvPr>
          <p:cNvSpPr>
            <a:spLocks noGrp="1"/>
          </p:cNvSpPr>
          <p:nvPr/>
        </p:nvSpPr>
        <p:spPr>
          <a:xfrm>
            <a:off x="12096750" y="6953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F9955532-0BD5-4355-A076-C158AF27D049}"/>
              </a:ext>
            </a:extLst>
          </p:cNvPr>
          <p:cNvSpPr>
            <a:spLocks noGrp="1"/>
          </p:cNvSpPr>
          <p:nvPr/>
        </p:nvSpPr>
        <p:spPr>
          <a:xfrm>
            <a:off x="6381750" y="9096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EA833C8-572D-496E-810C-B1738C3A13AC}"/>
              </a:ext>
            </a:extLst>
          </p:cNvPr>
          <p:cNvSpPr>
            <a:spLocks noGrp="1"/>
          </p:cNvSpPr>
          <p:nvPr/>
        </p:nvSpPr>
        <p:spPr>
          <a:xfrm>
            <a:off x="114300" y="6972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1248295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1238250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1238250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1238250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452562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452562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45256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08ECAAEF-9D2D-45A5-B9CF-311EDA429C7B}"/>
              </a:ext>
            </a:extLst>
          </p:cNvPr>
          <p:cNvSpPr>
            <a:spLocks noGrp="1"/>
          </p:cNvSpPr>
          <p:nvPr/>
        </p:nvSpPr>
        <p:spPr>
          <a:xfrm>
            <a:off x="3877623" y="12382500"/>
            <a:ext cx="2504127" cy="1926346"/>
          </a:xfrm>
          <a:custGeom>
            <a:avLst/>
            <a:gdLst/>
            <a:ahLst/>
            <a:cxnLst/>
            <a:rect l="0" t="0" r="0" b="0"/>
            <a:pathLst>
              <a:path w="2504127" h="1926346">
                <a:moveTo>
                  <a:pt x="0" y="1926346"/>
                </a:moveTo>
                <a:lnTo>
                  <a:pt x="250412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B0120595-727B-4D87-A10F-347D17DBB8AF}"/>
              </a:ext>
            </a:extLst>
          </p:cNvPr>
          <p:cNvSpPr>
            <a:spLocks noGrp="1"/>
          </p:cNvSpPr>
          <p:nvPr/>
        </p:nvSpPr>
        <p:spPr>
          <a:xfrm>
            <a:off x="3877623" y="14467745"/>
            <a:ext cx="2504127" cy="2201005"/>
          </a:xfrm>
          <a:custGeom>
            <a:avLst/>
            <a:gdLst/>
            <a:ahLst/>
            <a:cxnLst/>
            <a:rect l="0" t="0" r="0" b="0"/>
            <a:pathLst>
              <a:path w="2504127" h="2201005">
                <a:moveTo>
                  <a:pt x="0" y="0"/>
                </a:moveTo>
                <a:lnTo>
                  <a:pt x="2504127" y="2201005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B8CDE5E-4B6B-485E-BFDF-1307822C79E3}"/>
              </a:ext>
            </a:extLst>
          </p:cNvPr>
          <p:cNvSpPr>
            <a:spLocks noGrp="1"/>
          </p:cNvSpPr>
          <p:nvPr/>
        </p:nvSpPr>
        <p:spPr>
          <a:xfrm>
            <a:off x="3618148" y="14308846"/>
            <a:ext cx="259475" cy="15889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B69EA03-7275-423C-8FF6-87D88D6A0919}"/>
              </a:ext>
            </a:extLst>
          </p:cNvPr>
          <p:cNvSpPr>
            <a:spLocks noGrp="1"/>
          </p:cNvSpPr>
          <p:nvPr/>
        </p:nvSpPr>
        <p:spPr>
          <a:xfrm>
            <a:off x="6381750" y="12382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EB5150F2-5D4B-44F9-9637-FA36A8F6B4C8}"/>
              </a:ext>
            </a:extLst>
          </p:cNvPr>
          <p:cNvSpPr>
            <a:spLocks noGrp="1"/>
          </p:cNvSpPr>
          <p:nvPr/>
        </p:nvSpPr>
        <p:spPr>
          <a:xfrm>
            <a:off x="9239250" y="12382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AF1DCF7D-B4B5-409C-8743-294BDFBF6FDC}"/>
              </a:ext>
            </a:extLst>
          </p:cNvPr>
          <p:cNvSpPr>
            <a:spLocks noGrp="1"/>
          </p:cNvSpPr>
          <p:nvPr/>
        </p:nvSpPr>
        <p:spPr>
          <a:xfrm>
            <a:off x="12096750" y="12382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DC83F967-322E-48C4-B320-E03EF2BCFB7D}"/>
              </a:ext>
            </a:extLst>
          </p:cNvPr>
          <p:cNvSpPr>
            <a:spLocks noGrp="1"/>
          </p:cNvSpPr>
          <p:nvPr/>
        </p:nvSpPr>
        <p:spPr>
          <a:xfrm>
            <a:off x="6381750" y="14525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8DB7A69C-98EF-40C3-AB47-50BA5C8EE05F}"/>
              </a:ext>
            </a:extLst>
          </p:cNvPr>
          <p:cNvSpPr>
            <a:spLocks noGrp="1"/>
          </p:cNvSpPr>
          <p:nvPr/>
        </p:nvSpPr>
        <p:spPr>
          <a:xfrm>
            <a:off x="114300" y="12401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7588788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图片 6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290959"/>
            <a:ext cx="5810250" cy="4085332"/>
          </a:xfrm>
          <a:prstGeom prst="rect">
            <a:avLst/>
          </a:prstGeom>
        </p:spPr>
      </p:pic>
      <p:pic>
        <p:nvPicPr>
          <p:cNvPr id="62" name="图片 6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190500"/>
            <a:ext cx="2857500" cy="2143125"/>
          </a:xfrm>
          <a:prstGeom prst="rect">
            <a:avLst/>
          </a:prstGeom>
        </p:spPr>
      </p:pic>
      <p:pic>
        <p:nvPicPr>
          <p:cNvPr id="63" name="图片 62"/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190500"/>
            <a:ext cx="2857500" cy="2143125"/>
          </a:xfrm>
          <a:prstGeom prst="rect">
            <a:avLst/>
          </a:prstGeom>
        </p:spPr>
      </p:pic>
      <p:pic>
        <p:nvPicPr>
          <p:cNvPr id="64" name="图片 63"/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190500"/>
            <a:ext cx="2857500" cy="2143125"/>
          </a:xfrm>
          <a:prstGeom prst="rect">
            <a:avLst/>
          </a:prstGeom>
        </p:spPr>
      </p:pic>
      <p:pic>
        <p:nvPicPr>
          <p:cNvPr id="65" name="图片 64"/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2333625"/>
            <a:ext cx="2857500" cy="2143125"/>
          </a:xfrm>
          <a:prstGeom prst="rect">
            <a:avLst/>
          </a:prstGeom>
        </p:spPr>
      </p:pic>
      <p:pic>
        <p:nvPicPr>
          <p:cNvPr id="66" name="图片 65"/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2333625"/>
            <a:ext cx="2857500" cy="2143125"/>
          </a:xfrm>
          <a:prstGeom prst="rect">
            <a:avLst/>
          </a:prstGeom>
        </p:spPr>
      </p:pic>
      <p:pic>
        <p:nvPicPr>
          <p:cNvPr id="67" name="图片 66"/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2333625"/>
            <a:ext cx="2857500" cy="2143125"/>
          </a:xfrm>
          <a:prstGeom prst="rect">
            <a:avLst/>
          </a:prstGeom>
        </p:spPr>
      </p:pic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4962BB92-B41F-4D80-ABCB-AF5B502002A4}"/>
              </a:ext>
            </a:extLst>
          </p:cNvPr>
          <p:cNvSpPr>
            <a:spLocks noGrp="1"/>
          </p:cNvSpPr>
          <p:nvPr/>
        </p:nvSpPr>
        <p:spPr>
          <a:xfrm>
            <a:off x="3263203" y="190500"/>
            <a:ext cx="3118547" cy="1175128"/>
          </a:xfrm>
          <a:custGeom>
            <a:avLst/>
            <a:gdLst/>
            <a:ahLst/>
            <a:cxnLst/>
            <a:rect l="0" t="0" r="0" b="0"/>
            <a:pathLst>
              <a:path w="3118547" h="1175128">
                <a:moveTo>
                  <a:pt x="0" y="1175128"/>
                </a:moveTo>
                <a:lnTo>
                  <a:pt x="311854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701B96FB-36B3-4BAA-B40F-3E7568900AAE}"/>
              </a:ext>
            </a:extLst>
          </p:cNvPr>
          <p:cNvSpPr>
            <a:spLocks noGrp="1"/>
          </p:cNvSpPr>
          <p:nvPr/>
        </p:nvSpPr>
        <p:spPr>
          <a:xfrm>
            <a:off x="3263203" y="1871440"/>
            <a:ext cx="3118547" cy="2605310"/>
          </a:xfrm>
          <a:custGeom>
            <a:avLst/>
            <a:gdLst/>
            <a:ahLst/>
            <a:cxnLst/>
            <a:rect l="0" t="0" r="0" b="0"/>
            <a:pathLst>
              <a:path w="3118547" h="2605310">
                <a:moveTo>
                  <a:pt x="0" y="0"/>
                </a:moveTo>
                <a:lnTo>
                  <a:pt x="3118547" y="260531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CC3D39-ADCF-44B7-BAF6-14865E2B51C3}"/>
              </a:ext>
            </a:extLst>
          </p:cNvPr>
          <p:cNvSpPr>
            <a:spLocks noGrp="1"/>
          </p:cNvSpPr>
          <p:nvPr/>
        </p:nvSpPr>
        <p:spPr>
          <a:xfrm>
            <a:off x="2975992" y="1365628"/>
            <a:ext cx="287211" cy="50581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D17D31-E0B4-4CC1-8BE5-B1919A875ED6}"/>
              </a:ext>
            </a:extLst>
          </p:cNvPr>
          <p:cNvSpPr>
            <a:spLocks noGrp="1"/>
          </p:cNvSpPr>
          <p:nvPr/>
        </p:nvSpPr>
        <p:spPr>
          <a:xfrm>
            <a:off x="6381750" y="1905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79E5F13-6EA6-40D0-8D8D-09F1977246B4}"/>
              </a:ext>
            </a:extLst>
          </p:cNvPr>
          <p:cNvSpPr>
            <a:spLocks noGrp="1"/>
          </p:cNvSpPr>
          <p:nvPr/>
        </p:nvSpPr>
        <p:spPr>
          <a:xfrm>
            <a:off x="92392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511EFCED-B086-46FF-9B7F-DF4EC386AC49}"/>
              </a:ext>
            </a:extLst>
          </p:cNvPr>
          <p:cNvSpPr>
            <a:spLocks noGrp="1"/>
          </p:cNvSpPr>
          <p:nvPr/>
        </p:nvSpPr>
        <p:spPr>
          <a:xfrm>
            <a:off x="12096750" y="1905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6DF94E16-57D6-4AC4-9158-DE9DF9AB6FA3}"/>
              </a:ext>
            </a:extLst>
          </p:cNvPr>
          <p:cNvSpPr>
            <a:spLocks noGrp="1"/>
          </p:cNvSpPr>
          <p:nvPr/>
        </p:nvSpPr>
        <p:spPr>
          <a:xfrm>
            <a:off x="6381750" y="23336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EA689BE-D046-4F11-8849-509678057001}"/>
              </a:ext>
            </a:extLst>
          </p:cNvPr>
          <p:cNvSpPr>
            <a:spLocks noGrp="1"/>
          </p:cNvSpPr>
          <p:nvPr/>
        </p:nvSpPr>
        <p:spPr>
          <a:xfrm>
            <a:off x="114300" y="2095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76" name="图片 75"/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4958209"/>
            <a:ext cx="5810250" cy="4085332"/>
          </a:xfrm>
          <a:prstGeom prst="rect">
            <a:avLst/>
          </a:prstGeom>
        </p:spPr>
      </p:pic>
      <p:pic>
        <p:nvPicPr>
          <p:cNvPr id="77" name="图片 76"/>
          <p:cNvPicPr>
            <a:picLocks noChangeAspect="1"/>
          </p:cNvPicPr>
          <p:nvPr/>
        </p:nvPicPr>
        <p:blipFill>
          <a:blip r:embed="rId12"/>
          <a:stretch/>
        </p:blipFill>
        <p:spPr>
          <a:xfrm>
            <a:off x="6381750" y="4857750"/>
            <a:ext cx="2857500" cy="2143125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13"/>
          <a:stretch/>
        </p:blipFill>
        <p:spPr>
          <a:xfrm>
            <a:off x="9239250" y="4857750"/>
            <a:ext cx="2857500" cy="2143125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14"/>
          <a:stretch/>
        </p:blipFill>
        <p:spPr>
          <a:xfrm>
            <a:off x="12096750" y="4857750"/>
            <a:ext cx="2857500" cy="2143125"/>
          </a:xfrm>
          <a:prstGeom prst="rect">
            <a:avLst/>
          </a:prstGeom>
        </p:spPr>
      </p:pic>
      <p:pic>
        <p:nvPicPr>
          <p:cNvPr id="80" name="图片 79"/>
          <p:cNvPicPr>
            <a:picLocks noChangeAspect="1"/>
          </p:cNvPicPr>
          <p:nvPr/>
        </p:nvPicPr>
        <p:blipFill>
          <a:blip r:embed="rId15"/>
          <a:stretch/>
        </p:blipFill>
        <p:spPr>
          <a:xfrm>
            <a:off x="6381750" y="7000875"/>
            <a:ext cx="2857500" cy="2143125"/>
          </a:xfrm>
          <a:prstGeom prst="rect">
            <a:avLst/>
          </a:prstGeom>
        </p:spPr>
      </p:pic>
      <p:pic>
        <p:nvPicPr>
          <p:cNvPr id="81" name="图片 80"/>
          <p:cNvPicPr>
            <a:picLocks noChangeAspect="1"/>
          </p:cNvPicPr>
          <p:nvPr/>
        </p:nvPicPr>
        <p:blipFill>
          <a:blip r:embed="rId16"/>
          <a:stretch/>
        </p:blipFill>
        <p:spPr>
          <a:xfrm>
            <a:off x="9239250" y="7000875"/>
            <a:ext cx="2857500" cy="2143125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17"/>
          <a:stretch/>
        </p:blipFill>
        <p:spPr>
          <a:xfrm>
            <a:off x="12096750" y="70008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B3A350B4-E7D7-44C0-A89F-DA8167506911}"/>
              </a:ext>
            </a:extLst>
          </p:cNvPr>
          <p:cNvSpPr>
            <a:spLocks noGrp="1"/>
          </p:cNvSpPr>
          <p:nvPr/>
        </p:nvSpPr>
        <p:spPr>
          <a:xfrm>
            <a:off x="3132294" y="4857750"/>
            <a:ext cx="3249456" cy="1484384"/>
          </a:xfrm>
          <a:custGeom>
            <a:avLst/>
            <a:gdLst/>
            <a:ahLst/>
            <a:cxnLst/>
            <a:rect l="0" t="0" r="0" b="0"/>
            <a:pathLst>
              <a:path w="3249456" h="1484384">
                <a:moveTo>
                  <a:pt x="0" y="1484384"/>
                </a:moveTo>
                <a:lnTo>
                  <a:pt x="3249456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A6196E9C-CC72-470D-8715-8EF016C527D1}"/>
              </a:ext>
            </a:extLst>
          </p:cNvPr>
          <p:cNvSpPr>
            <a:spLocks noGrp="1"/>
          </p:cNvSpPr>
          <p:nvPr/>
        </p:nvSpPr>
        <p:spPr>
          <a:xfrm>
            <a:off x="3132294" y="6889164"/>
            <a:ext cx="3249456" cy="2254836"/>
          </a:xfrm>
          <a:custGeom>
            <a:avLst/>
            <a:gdLst/>
            <a:ahLst/>
            <a:cxnLst/>
            <a:rect l="0" t="0" r="0" b="0"/>
            <a:pathLst>
              <a:path w="3249456" h="2254836">
                <a:moveTo>
                  <a:pt x="0" y="0"/>
                </a:moveTo>
                <a:lnTo>
                  <a:pt x="3249456" y="2254836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8582F57-0051-49EE-B076-A9786EEF2F80}"/>
              </a:ext>
            </a:extLst>
          </p:cNvPr>
          <p:cNvSpPr>
            <a:spLocks noGrp="1"/>
          </p:cNvSpPr>
          <p:nvPr/>
        </p:nvSpPr>
        <p:spPr>
          <a:xfrm>
            <a:off x="2622822" y="6342134"/>
            <a:ext cx="509472" cy="54703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1363C17-1F44-49D2-9F02-E89FB01A6642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6CEC26FF-7F41-4BEE-AAE7-8A09CF1F1163}"/>
              </a:ext>
            </a:extLst>
          </p:cNvPr>
          <p:cNvSpPr>
            <a:spLocks noGrp="1"/>
          </p:cNvSpPr>
          <p:nvPr/>
        </p:nvSpPr>
        <p:spPr>
          <a:xfrm>
            <a:off x="92392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44400080-32EB-4F76-AD6D-33ABCFE2C6AF}"/>
              </a:ext>
            </a:extLst>
          </p:cNvPr>
          <p:cNvSpPr>
            <a:spLocks noGrp="1"/>
          </p:cNvSpPr>
          <p:nvPr/>
        </p:nvSpPr>
        <p:spPr>
          <a:xfrm>
            <a:off x="120967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2CC6E0D5-1C12-4CA4-AB97-0368416E0D84}"/>
              </a:ext>
            </a:extLst>
          </p:cNvPr>
          <p:cNvSpPr>
            <a:spLocks noGrp="1"/>
          </p:cNvSpPr>
          <p:nvPr/>
        </p:nvSpPr>
        <p:spPr>
          <a:xfrm>
            <a:off x="6381750" y="70008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ADC7299-B966-492C-A257-08B1BA900A13}"/>
              </a:ext>
            </a:extLst>
          </p:cNvPr>
          <p:cNvSpPr>
            <a:spLocks noGrp="1"/>
          </p:cNvSpPr>
          <p:nvPr/>
        </p:nvSpPr>
        <p:spPr>
          <a:xfrm>
            <a:off x="114300" y="48768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9625459"/>
            <a:ext cx="5810250" cy="4085332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/>
        </p:nvPicPr>
        <p:blipFill>
          <a:blip r:embed="rId19"/>
          <a:srcRect l="10000" t="19000" r="29394" b="20394"/>
          <a:stretch/>
        </p:blipFill>
        <p:spPr>
          <a:xfrm>
            <a:off x="6381750" y="9525000"/>
            <a:ext cx="2857500" cy="2143125"/>
          </a:xfrm>
          <a:prstGeom prst="rect">
            <a:avLst/>
          </a:prstGeom>
        </p:spPr>
      </p:pic>
      <p:pic>
        <p:nvPicPr>
          <p:cNvPr id="93" name="图片 92"/>
          <p:cNvPicPr>
            <a:picLocks noChangeAspect="1"/>
          </p:cNvPicPr>
          <p:nvPr/>
        </p:nvPicPr>
        <p:blipFill>
          <a:blip r:embed="rId20"/>
          <a:srcRect l="10000" t="19000" r="29394" b="20394"/>
          <a:stretch/>
        </p:blipFill>
        <p:spPr>
          <a:xfrm>
            <a:off x="9239250" y="9525000"/>
            <a:ext cx="2857500" cy="2143125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/>
        </p:nvPicPr>
        <p:blipFill>
          <a:blip r:embed="rId21"/>
          <a:srcRect l="10000" t="19000" r="29394" b="20394"/>
          <a:stretch/>
        </p:blipFill>
        <p:spPr>
          <a:xfrm>
            <a:off x="12096750" y="9525000"/>
            <a:ext cx="2857500" cy="2143125"/>
          </a:xfrm>
          <a:prstGeom prst="rect">
            <a:avLst/>
          </a:prstGeom>
        </p:spPr>
      </p:pic>
      <p:pic>
        <p:nvPicPr>
          <p:cNvPr id="95" name="图片 94"/>
          <p:cNvPicPr>
            <a:picLocks noChangeAspect="1"/>
          </p:cNvPicPr>
          <p:nvPr/>
        </p:nvPicPr>
        <p:blipFill>
          <a:blip r:embed="rId22"/>
          <a:srcRect l="10000" t="19000" r="29394" b="20394"/>
          <a:stretch/>
        </p:blipFill>
        <p:spPr>
          <a:xfrm>
            <a:off x="6381750" y="11668125"/>
            <a:ext cx="2857500" cy="2143125"/>
          </a:xfrm>
          <a:prstGeom prst="rect">
            <a:avLst/>
          </a:prstGeom>
        </p:spPr>
      </p:pic>
      <p:pic>
        <p:nvPicPr>
          <p:cNvPr id="96" name="图片 95"/>
          <p:cNvPicPr>
            <a:picLocks noChangeAspect="1"/>
          </p:cNvPicPr>
          <p:nvPr/>
        </p:nvPicPr>
        <p:blipFill>
          <a:blip r:embed="rId23"/>
          <a:srcRect l="10000" t="19000" r="29394" b="20394"/>
          <a:stretch/>
        </p:blipFill>
        <p:spPr>
          <a:xfrm>
            <a:off x="9239250" y="11668125"/>
            <a:ext cx="2857500" cy="2143125"/>
          </a:xfrm>
          <a:prstGeom prst="rect">
            <a:avLst/>
          </a:prstGeom>
        </p:spPr>
      </p:pic>
      <p:pic>
        <p:nvPicPr>
          <p:cNvPr id="97" name="图片 96"/>
          <p:cNvPicPr>
            <a:picLocks noChangeAspect="1"/>
          </p:cNvPicPr>
          <p:nvPr/>
        </p:nvPicPr>
        <p:blipFill>
          <a:blip r:embed="rId24"/>
          <a:srcRect l="10000" t="19000" r="29394" b="20394"/>
          <a:stretch/>
        </p:blipFill>
        <p:spPr>
          <a:xfrm>
            <a:off x="12096750" y="116681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7C839729-2A8D-49FF-9564-59E10CEAA34C}"/>
              </a:ext>
            </a:extLst>
          </p:cNvPr>
          <p:cNvSpPr>
            <a:spLocks noGrp="1"/>
          </p:cNvSpPr>
          <p:nvPr/>
        </p:nvSpPr>
        <p:spPr>
          <a:xfrm>
            <a:off x="2875117" y="9525000"/>
            <a:ext cx="3506633" cy="2169335"/>
          </a:xfrm>
          <a:custGeom>
            <a:avLst/>
            <a:gdLst/>
            <a:ahLst/>
            <a:cxnLst/>
            <a:rect l="0" t="0" r="0" b="0"/>
            <a:pathLst>
              <a:path w="3506633" h="2169335">
                <a:moveTo>
                  <a:pt x="0" y="2169335"/>
                </a:moveTo>
                <a:lnTo>
                  <a:pt x="350663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03E946B4-F093-4F38-B86E-179AF6161893}"/>
              </a:ext>
            </a:extLst>
          </p:cNvPr>
          <p:cNvSpPr>
            <a:spLocks noGrp="1"/>
          </p:cNvSpPr>
          <p:nvPr/>
        </p:nvSpPr>
        <p:spPr>
          <a:xfrm>
            <a:off x="2875117" y="12048399"/>
            <a:ext cx="3506633" cy="1762851"/>
          </a:xfrm>
          <a:custGeom>
            <a:avLst/>
            <a:gdLst/>
            <a:ahLst/>
            <a:cxnLst/>
            <a:rect l="0" t="0" r="0" b="0"/>
            <a:pathLst>
              <a:path w="3506633" h="1762851">
                <a:moveTo>
                  <a:pt x="0" y="0"/>
                </a:moveTo>
                <a:lnTo>
                  <a:pt x="3506633" y="1762851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5EDA15FE-7F03-4F41-ACD5-305939696164}"/>
              </a:ext>
            </a:extLst>
          </p:cNvPr>
          <p:cNvSpPr>
            <a:spLocks noGrp="1"/>
          </p:cNvSpPr>
          <p:nvPr/>
        </p:nvSpPr>
        <p:spPr>
          <a:xfrm>
            <a:off x="2575267" y="11694335"/>
            <a:ext cx="299850" cy="35406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25955A8-5EC9-473E-B6FB-CBEED89E8493}"/>
              </a:ext>
            </a:extLst>
          </p:cNvPr>
          <p:cNvSpPr>
            <a:spLocks noGrp="1"/>
          </p:cNvSpPr>
          <p:nvPr/>
        </p:nvSpPr>
        <p:spPr>
          <a:xfrm>
            <a:off x="6381750" y="9525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4AD6B4D0-9921-47EA-AF49-91445C9A9C07}"/>
              </a:ext>
            </a:extLst>
          </p:cNvPr>
          <p:cNvSpPr>
            <a:spLocks noGrp="1"/>
          </p:cNvSpPr>
          <p:nvPr/>
        </p:nvSpPr>
        <p:spPr>
          <a:xfrm>
            <a:off x="92392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3CCB6127-EE03-4C21-B6D0-01E61B3C980B}"/>
              </a:ext>
            </a:extLst>
          </p:cNvPr>
          <p:cNvSpPr>
            <a:spLocks noGrp="1"/>
          </p:cNvSpPr>
          <p:nvPr/>
        </p:nvSpPr>
        <p:spPr>
          <a:xfrm>
            <a:off x="120967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682AF0DD-7946-4F6C-9FF7-0EB8701FDC2A}"/>
              </a:ext>
            </a:extLst>
          </p:cNvPr>
          <p:cNvSpPr>
            <a:spLocks noGrp="1"/>
          </p:cNvSpPr>
          <p:nvPr/>
        </p:nvSpPr>
        <p:spPr>
          <a:xfrm>
            <a:off x="6381750" y="11668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93CDEE2-110C-4023-BCC1-6E113914EF6B}"/>
              </a:ext>
            </a:extLst>
          </p:cNvPr>
          <p:cNvSpPr>
            <a:spLocks noGrp="1"/>
          </p:cNvSpPr>
          <p:nvPr/>
        </p:nvSpPr>
        <p:spPr>
          <a:xfrm>
            <a:off x="114300" y="9544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pic>
        <p:nvPicPr>
          <p:cNvPr id="106" name="图片 105"/>
          <p:cNvPicPr>
            <a:picLocks noChangeAspect="1"/>
          </p:cNvPicPr>
          <p:nvPr/>
        </p:nvPicPr>
        <p:blipFill>
          <a:blip r:embed="rId25"/>
          <a:stretch/>
        </p:blipFill>
        <p:spPr>
          <a:xfrm>
            <a:off x="95250" y="14292709"/>
            <a:ext cx="5810250" cy="4085332"/>
          </a:xfrm>
          <a:prstGeom prst="rect">
            <a:avLst/>
          </a:prstGeom>
        </p:spPr>
      </p:pic>
      <p:pic>
        <p:nvPicPr>
          <p:cNvPr id="107" name="图片 106"/>
          <p:cNvPicPr>
            <a:picLocks noChangeAspect="1"/>
          </p:cNvPicPr>
          <p:nvPr/>
        </p:nvPicPr>
        <p:blipFill>
          <a:blip r:embed="rId26"/>
          <a:stretch/>
        </p:blipFill>
        <p:spPr>
          <a:xfrm>
            <a:off x="6381750" y="14192250"/>
            <a:ext cx="2857500" cy="2143125"/>
          </a:xfrm>
          <a:prstGeom prst="rect">
            <a:avLst/>
          </a:prstGeom>
        </p:spPr>
      </p:pic>
      <p:pic>
        <p:nvPicPr>
          <p:cNvPr id="108" name="图片 107"/>
          <p:cNvPicPr>
            <a:picLocks noChangeAspect="1"/>
          </p:cNvPicPr>
          <p:nvPr/>
        </p:nvPicPr>
        <p:blipFill>
          <a:blip r:embed="rId27"/>
          <a:stretch/>
        </p:blipFill>
        <p:spPr>
          <a:xfrm>
            <a:off x="9239250" y="14192250"/>
            <a:ext cx="2857500" cy="2143125"/>
          </a:xfrm>
          <a:prstGeom prst="rect">
            <a:avLst/>
          </a:prstGeom>
        </p:spPr>
      </p:pic>
      <p:pic>
        <p:nvPicPr>
          <p:cNvPr id="109" name="图片 108"/>
          <p:cNvPicPr>
            <a:picLocks noChangeAspect="1"/>
          </p:cNvPicPr>
          <p:nvPr/>
        </p:nvPicPr>
        <p:blipFill>
          <a:blip r:embed="rId28"/>
          <a:stretch/>
        </p:blipFill>
        <p:spPr>
          <a:xfrm>
            <a:off x="12096750" y="14192250"/>
            <a:ext cx="2857500" cy="2143125"/>
          </a:xfrm>
          <a:prstGeom prst="rect">
            <a:avLst/>
          </a:prstGeom>
        </p:spPr>
      </p:pic>
      <p:pic>
        <p:nvPicPr>
          <p:cNvPr id="110" name="图片 109"/>
          <p:cNvPicPr>
            <a:picLocks noChangeAspect="1"/>
          </p:cNvPicPr>
          <p:nvPr/>
        </p:nvPicPr>
        <p:blipFill>
          <a:blip r:embed="rId29"/>
          <a:stretch/>
        </p:blipFill>
        <p:spPr>
          <a:xfrm>
            <a:off x="6381750" y="16335375"/>
            <a:ext cx="2857500" cy="2143125"/>
          </a:xfrm>
          <a:prstGeom prst="rect">
            <a:avLst/>
          </a:prstGeom>
        </p:spPr>
      </p:pic>
      <p:pic>
        <p:nvPicPr>
          <p:cNvPr id="111" name="图片 110"/>
          <p:cNvPicPr>
            <a:picLocks noChangeAspect="1"/>
          </p:cNvPicPr>
          <p:nvPr/>
        </p:nvPicPr>
        <p:blipFill>
          <a:blip r:embed="rId30"/>
          <a:stretch/>
        </p:blipFill>
        <p:spPr>
          <a:xfrm>
            <a:off x="9239250" y="16335375"/>
            <a:ext cx="2857500" cy="2143125"/>
          </a:xfrm>
          <a:prstGeom prst="rect">
            <a:avLst/>
          </a:prstGeom>
        </p:spPr>
      </p:pic>
      <p:pic>
        <p:nvPicPr>
          <p:cNvPr id="112" name="图片 111"/>
          <p:cNvPicPr>
            <a:picLocks noChangeAspect="1"/>
          </p:cNvPicPr>
          <p:nvPr/>
        </p:nvPicPr>
        <p:blipFill>
          <a:blip r:embed="rId31"/>
          <a:stretch/>
        </p:blipFill>
        <p:spPr>
          <a:xfrm>
            <a:off x="12096750" y="16335375"/>
            <a:ext cx="2857500" cy="2143125"/>
          </a:xfrm>
          <a:prstGeom prst="rect">
            <a:avLst/>
          </a:prstGeom>
        </p:spPr>
      </p:pic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ADF5DE6B-76B4-45AA-9103-A897EB470CDB}"/>
              </a:ext>
            </a:extLst>
          </p:cNvPr>
          <p:cNvSpPr>
            <a:spLocks noGrp="1"/>
          </p:cNvSpPr>
          <p:nvPr/>
        </p:nvSpPr>
        <p:spPr>
          <a:xfrm>
            <a:off x="3877623" y="14192250"/>
            <a:ext cx="2504127" cy="1926346"/>
          </a:xfrm>
          <a:custGeom>
            <a:avLst/>
            <a:gdLst/>
            <a:ahLst/>
            <a:cxnLst/>
            <a:rect l="0" t="0" r="0" b="0"/>
            <a:pathLst>
              <a:path w="2504127" h="1926346">
                <a:moveTo>
                  <a:pt x="0" y="1926346"/>
                </a:moveTo>
                <a:lnTo>
                  <a:pt x="250412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DF3C0350-BB52-4A7A-AF02-B1A00B80D9F5}"/>
              </a:ext>
            </a:extLst>
          </p:cNvPr>
          <p:cNvSpPr>
            <a:spLocks noGrp="1"/>
          </p:cNvSpPr>
          <p:nvPr/>
        </p:nvSpPr>
        <p:spPr>
          <a:xfrm>
            <a:off x="3877623" y="16277495"/>
            <a:ext cx="2504127" cy="2201005"/>
          </a:xfrm>
          <a:custGeom>
            <a:avLst/>
            <a:gdLst/>
            <a:ahLst/>
            <a:cxnLst/>
            <a:rect l="0" t="0" r="0" b="0"/>
            <a:pathLst>
              <a:path w="2504127" h="2201005">
                <a:moveTo>
                  <a:pt x="0" y="0"/>
                </a:moveTo>
                <a:lnTo>
                  <a:pt x="2504127" y="2201005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60374BE8-89AC-4712-9FFF-2E4D566BD9CA}"/>
              </a:ext>
            </a:extLst>
          </p:cNvPr>
          <p:cNvSpPr>
            <a:spLocks noGrp="1"/>
          </p:cNvSpPr>
          <p:nvPr/>
        </p:nvSpPr>
        <p:spPr>
          <a:xfrm>
            <a:off x="3618148" y="16118596"/>
            <a:ext cx="259475" cy="15889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A6006168-5C4F-4FB7-934B-CAD9B8C99A56}"/>
              </a:ext>
            </a:extLst>
          </p:cNvPr>
          <p:cNvSpPr>
            <a:spLocks noGrp="1"/>
          </p:cNvSpPr>
          <p:nvPr/>
        </p:nvSpPr>
        <p:spPr>
          <a:xfrm>
            <a:off x="6381750" y="14192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3409CB3D-FF30-4A63-BFEF-49C922755549}"/>
              </a:ext>
            </a:extLst>
          </p:cNvPr>
          <p:cNvSpPr>
            <a:spLocks noGrp="1"/>
          </p:cNvSpPr>
          <p:nvPr/>
        </p:nvSpPr>
        <p:spPr>
          <a:xfrm>
            <a:off x="92392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43BE9471-FFE2-473A-9A2B-9A026498C6E6}"/>
              </a:ext>
            </a:extLst>
          </p:cNvPr>
          <p:cNvSpPr>
            <a:spLocks noGrp="1"/>
          </p:cNvSpPr>
          <p:nvPr/>
        </p:nvSpPr>
        <p:spPr>
          <a:xfrm>
            <a:off x="120967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90D94573-1853-427F-B640-0B929B737653}"/>
              </a:ext>
            </a:extLst>
          </p:cNvPr>
          <p:cNvSpPr>
            <a:spLocks noGrp="1"/>
          </p:cNvSpPr>
          <p:nvPr/>
        </p:nvSpPr>
        <p:spPr>
          <a:xfrm>
            <a:off x="6381750" y="16335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50265887-5450-45BE-B1C1-3A8A9B2AB1E9}"/>
              </a:ext>
            </a:extLst>
          </p:cNvPr>
          <p:cNvSpPr>
            <a:spLocks noGrp="1"/>
          </p:cNvSpPr>
          <p:nvPr/>
        </p:nvSpPr>
        <p:spPr>
          <a:xfrm>
            <a:off x="114300" y="14211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5750728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7D77DD-B383-228A-A820-33ED1E8F16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图片 75">
            <a:extLst>
              <a:ext uri="{FF2B5EF4-FFF2-40B4-BE49-F238E27FC236}">
                <a16:creationId xmlns:a16="http://schemas.microsoft.com/office/drawing/2014/main" id="{3346DB73-85F7-5782-5501-5E3D98ADB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5250" y="4958209"/>
            <a:ext cx="5810250" cy="4085332"/>
          </a:xfrm>
          <a:prstGeom prst="rect">
            <a:avLst/>
          </a:prstGeom>
        </p:spPr>
      </p:pic>
      <p:pic>
        <p:nvPicPr>
          <p:cNvPr id="77" name="图片 76">
            <a:extLst>
              <a:ext uri="{FF2B5EF4-FFF2-40B4-BE49-F238E27FC236}">
                <a16:creationId xmlns:a16="http://schemas.microsoft.com/office/drawing/2014/main" id="{E93AABAE-CFBB-1EBE-B42F-F64D243A8A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381750" y="4857750"/>
            <a:ext cx="2857500" cy="2143125"/>
          </a:xfrm>
          <a:prstGeom prst="rect">
            <a:avLst/>
          </a:prstGeom>
        </p:spPr>
      </p:pic>
      <p:pic>
        <p:nvPicPr>
          <p:cNvPr id="78" name="图片 77">
            <a:extLst>
              <a:ext uri="{FF2B5EF4-FFF2-40B4-BE49-F238E27FC236}">
                <a16:creationId xmlns:a16="http://schemas.microsoft.com/office/drawing/2014/main" id="{D9040CC5-85DC-9685-73BB-AED79DBA87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9239250" y="4857750"/>
            <a:ext cx="2857500" cy="2143125"/>
          </a:xfrm>
          <a:prstGeom prst="rect">
            <a:avLst/>
          </a:prstGeom>
        </p:spPr>
      </p:pic>
      <p:pic>
        <p:nvPicPr>
          <p:cNvPr id="79" name="图片 78">
            <a:extLst>
              <a:ext uri="{FF2B5EF4-FFF2-40B4-BE49-F238E27FC236}">
                <a16:creationId xmlns:a16="http://schemas.microsoft.com/office/drawing/2014/main" id="{95DD30D6-9B0C-BAB8-E555-F6C8B26CF9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2096750" y="4857750"/>
            <a:ext cx="2857500" cy="2143125"/>
          </a:xfrm>
          <a:prstGeom prst="rect">
            <a:avLst/>
          </a:prstGeom>
        </p:spPr>
      </p:pic>
      <p:pic>
        <p:nvPicPr>
          <p:cNvPr id="80" name="图片 79">
            <a:extLst>
              <a:ext uri="{FF2B5EF4-FFF2-40B4-BE49-F238E27FC236}">
                <a16:creationId xmlns:a16="http://schemas.microsoft.com/office/drawing/2014/main" id="{02D2FC4F-C75E-040F-D025-D7DEA5C82F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6381750" y="7000875"/>
            <a:ext cx="2857500" cy="2143125"/>
          </a:xfrm>
          <a:prstGeom prst="rect">
            <a:avLst/>
          </a:prstGeom>
        </p:spPr>
      </p:pic>
      <p:pic>
        <p:nvPicPr>
          <p:cNvPr id="81" name="图片 80">
            <a:extLst>
              <a:ext uri="{FF2B5EF4-FFF2-40B4-BE49-F238E27FC236}">
                <a16:creationId xmlns:a16="http://schemas.microsoft.com/office/drawing/2014/main" id="{A841E7B0-17A7-06EC-1A3E-4601F7DFEA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9239250" y="7000875"/>
            <a:ext cx="2857500" cy="2143125"/>
          </a:xfrm>
          <a:prstGeom prst="rect">
            <a:avLst/>
          </a:prstGeom>
        </p:spPr>
      </p:pic>
      <p:pic>
        <p:nvPicPr>
          <p:cNvPr id="82" name="图片 81">
            <a:extLst>
              <a:ext uri="{FF2B5EF4-FFF2-40B4-BE49-F238E27FC236}">
                <a16:creationId xmlns:a16="http://schemas.microsoft.com/office/drawing/2014/main" id="{963AFC2C-8AAD-31BC-4821-089C869099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/>
        </p:blipFill>
        <p:spPr>
          <a:xfrm>
            <a:off x="12096750" y="7000875"/>
            <a:ext cx="2857500" cy="2143125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3E84D6C1-60C4-EE0B-67E6-C5A502BC0709}"/>
              </a:ext>
            </a:extLst>
          </p:cNvPr>
          <p:cNvSpPr>
            <a:spLocks noGrp="1"/>
          </p:cNvSpPr>
          <p:nvPr/>
        </p:nvSpPr>
        <p:spPr>
          <a:xfrm>
            <a:off x="3132294" y="4857750"/>
            <a:ext cx="3249456" cy="1484384"/>
          </a:xfrm>
          <a:custGeom>
            <a:avLst/>
            <a:gdLst/>
            <a:ahLst/>
            <a:cxnLst/>
            <a:rect l="0" t="0" r="0" b="0"/>
            <a:pathLst>
              <a:path w="3249456" h="1484384">
                <a:moveTo>
                  <a:pt x="0" y="1484384"/>
                </a:moveTo>
                <a:lnTo>
                  <a:pt x="3249456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A205F7E-1E1D-CD80-F82C-713A24527FF1}"/>
              </a:ext>
            </a:extLst>
          </p:cNvPr>
          <p:cNvSpPr>
            <a:spLocks noGrp="1"/>
          </p:cNvSpPr>
          <p:nvPr/>
        </p:nvSpPr>
        <p:spPr>
          <a:xfrm>
            <a:off x="3132294" y="6889164"/>
            <a:ext cx="3249456" cy="2254836"/>
          </a:xfrm>
          <a:custGeom>
            <a:avLst/>
            <a:gdLst/>
            <a:ahLst/>
            <a:cxnLst/>
            <a:rect l="0" t="0" r="0" b="0"/>
            <a:pathLst>
              <a:path w="3249456" h="2254836">
                <a:moveTo>
                  <a:pt x="0" y="0"/>
                </a:moveTo>
                <a:lnTo>
                  <a:pt x="3249456" y="2254836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2FEF4FB-8118-35F2-FB12-3B70C231EB8F}"/>
              </a:ext>
            </a:extLst>
          </p:cNvPr>
          <p:cNvSpPr>
            <a:spLocks noGrp="1"/>
          </p:cNvSpPr>
          <p:nvPr/>
        </p:nvSpPr>
        <p:spPr>
          <a:xfrm>
            <a:off x="2622822" y="6342134"/>
            <a:ext cx="509472" cy="54703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CE2C7AE-CDA2-BD9B-4B11-A39BA7644601}"/>
              </a:ext>
            </a:extLst>
          </p:cNvPr>
          <p:cNvSpPr>
            <a:spLocks noGrp="1"/>
          </p:cNvSpPr>
          <p:nvPr/>
        </p:nvSpPr>
        <p:spPr>
          <a:xfrm>
            <a:off x="6381750" y="48577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E78EAE5F-B7DC-6887-5D92-D34B8B52554D}"/>
              </a:ext>
            </a:extLst>
          </p:cNvPr>
          <p:cNvSpPr>
            <a:spLocks noGrp="1"/>
          </p:cNvSpPr>
          <p:nvPr/>
        </p:nvSpPr>
        <p:spPr>
          <a:xfrm>
            <a:off x="92392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F84D9910-480D-CB70-7981-DC0F83E19F2E}"/>
              </a:ext>
            </a:extLst>
          </p:cNvPr>
          <p:cNvSpPr>
            <a:spLocks noGrp="1"/>
          </p:cNvSpPr>
          <p:nvPr/>
        </p:nvSpPr>
        <p:spPr>
          <a:xfrm>
            <a:off x="12096750" y="48577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2D9EA261-91CE-10A4-C8D0-DCFC14C1B66F}"/>
              </a:ext>
            </a:extLst>
          </p:cNvPr>
          <p:cNvSpPr>
            <a:spLocks noGrp="1"/>
          </p:cNvSpPr>
          <p:nvPr/>
        </p:nvSpPr>
        <p:spPr>
          <a:xfrm>
            <a:off x="6381750" y="70008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9F2BB75A-124F-85EB-D31E-7D3D5DD5351C}"/>
              </a:ext>
            </a:extLst>
          </p:cNvPr>
          <p:cNvSpPr>
            <a:spLocks noGrp="1"/>
          </p:cNvSpPr>
          <p:nvPr/>
        </p:nvSpPr>
        <p:spPr>
          <a:xfrm>
            <a:off x="114300" y="48768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pic>
        <p:nvPicPr>
          <p:cNvPr id="91" name="图片 90">
            <a:extLst>
              <a:ext uri="{FF2B5EF4-FFF2-40B4-BE49-F238E27FC236}">
                <a16:creationId xmlns:a16="http://schemas.microsoft.com/office/drawing/2014/main" id="{0B1D8713-8BA7-9683-AE95-20173A14EB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/>
        </p:blipFill>
        <p:spPr>
          <a:xfrm>
            <a:off x="95250" y="9625459"/>
            <a:ext cx="5810250" cy="4085332"/>
          </a:xfrm>
          <a:prstGeom prst="rect">
            <a:avLst/>
          </a:prstGeom>
        </p:spPr>
      </p:pic>
      <p:pic>
        <p:nvPicPr>
          <p:cNvPr id="92" name="图片 91">
            <a:extLst>
              <a:ext uri="{FF2B5EF4-FFF2-40B4-BE49-F238E27FC236}">
                <a16:creationId xmlns:a16="http://schemas.microsoft.com/office/drawing/2014/main" id="{097FF010-702C-306A-68E9-421EA9A9249E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10000" t="19000" r="29394" b="20394"/>
          <a:stretch/>
        </p:blipFill>
        <p:spPr>
          <a:xfrm>
            <a:off x="6381750" y="9525000"/>
            <a:ext cx="2857500" cy="2143125"/>
          </a:xfrm>
          <a:prstGeom prst="rect">
            <a:avLst/>
          </a:prstGeom>
        </p:spPr>
      </p:pic>
      <p:pic>
        <p:nvPicPr>
          <p:cNvPr id="93" name="图片 92">
            <a:extLst>
              <a:ext uri="{FF2B5EF4-FFF2-40B4-BE49-F238E27FC236}">
                <a16:creationId xmlns:a16="http://schemas.microsoft.com/office/drawing/2014/main" id="{BE09BB28-F498-D5CB-F2A7-575446E5A22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10000" t="19000" r="29394" b="20394"/>
          <a:stretch/>
        </p:blipFill>
        <p:spPr>
          <a:xfrm>
            <a:off x="9239250" y="9525000"/>
            <a:ext cx="2857500" cy="2143125"/>
          </a:xfrm>
          <a:prstGeom prst="rect">
            <a:avLst/>
          </a:prstGeom>
        </p:spPr>
      </p:pic>
      <p:pic>
        <p:nvPicPr>
          <p:cNvPr id="94" name="图片 93">
            <a:extLst>
              <a:ext uri="{FF2B5EF4-FFF2-40B4-BE49-F238E27FC236}">
                <a16:creationId xmlns:a16="http://schemas.microsoft.com/office/drawing/2014/main" id="{5D5C03BF-8978-50C9-0A78-4AF128BF4BB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l="10000" t="19000" r="29394" b="20394"/>
          <a:stretch/>
        </p:blipFill>
        <p:spPr>
          <a:xfrm>
            <a:off x="12096750" y="9525000"/>
            <a:ext cx="2857500" cy="2143125"/>
          </a:xfrm>
          <a:prstGeom prst="rect">
            <a:avLst/>
          </a:prstGeom>
        </p:spPr>
      </p:pic>
      <p:pic>
        <p:nvPicPr>
          <p:cNvPr id="95" name="图片 94">
            <a:extLst>
              <a:ext uri="{FF2B5EF4-FFF2-40B4-BE49-F238E27FC236}">
                <a16:creationId xmlns:a16="http://schemas.microsoft.com/office/drawing/2014/main" id="{BE8778C7-DD3B-C961-FFE6-5F6D2737291A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10000" t="19000" r="29394" b="20394"/>
          <a:stretch/>
        </p:blipFill>
        <p:spPr>
          <a:xfrm>
            <a:off x="6381750" y="11668125"/>
            <a:ext cx="2857500" cy="2143125"/>
          </a:xfrm>
          <a:prstGeom prst="rect">
            <a:avLst/>
          </a:prstGeom>
        </p:spPr>
      </p:pic>
      <p:pic>
        <p:nvPicPr>
          <p:cNvPr id="96" name="图片 95">
            <a:extLst>
              <a:ext uri="{FF2B5EF4-FFF2-40B4-BE49-F238E27FC236}">
                <a16:creationId xmlns:a16="http://schemas.microsoft.com/office/drawing/2014/main" id="{64D0EEE6-221D-C0F2-12F5-5022EA4222A8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10000" t="19000" r="29394" b="20394"/>
          <a:stretch/>
        </p:blipFill>
        <p:spPr>
          <a:xfrm>
            <a:off x="9239250" y="11668125"/>
            <a:ext cx="2857500" cy="2143125"/>
          </a:xfrm>
          <a:prstGeom prst="rect">
            <a:avLst/>
          </a:prstGeom>
        </p:spPr>
      </p:pic>
      <p:pic>
        <p:nvPicPr>
          <p:cNvPr id="97" name="图片 96">
            <a:extLst>
              <a:ext uri="{FF2B5EF4-FFF2-40B4-BE49-F238E27FC236}">
                <a16:creationId xmlns:a16="http://schemas.microsoft.com/office/drawing/2014/main" id="{BEDFDD41-38C3-103A-D198-EFD493A8A09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10000" t="19000" r="29394" b="20394"/>
          <a:stretch/>
        </p:blipFill>
        <p:spPr>
          <a:xfrm>
            <a:off x="12096750" y="11668125"/>
            <a:ext cx="2857500" cy="2143125"/>
          </a:xfrm>
          <a:prstGeom prst="rect">
            <a:avLst/>
          </a:prstGeom>
        </p:spPr>
      </p:pic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1C627B4-4367-7752-090E-ACB4DF0C92C4}"/>
              </a:ext>
            </a:extLst>
          </p:cNvPr>
          <p:cNvSpPr>
            <a:spLocks noGrp="1"/>
          </p:cNvSpPr>
          <p:nvPr/>
        </p:nvSpPr>
        <p:spPr>
          <a:xfrm>
            <a:off x="2875117" y="9525000"/>
            <a:ext cx="3506633" cy="2169335"/>
          </a:xfrm>
          <a:custGeom>
            <a:avLst/>
            <a:gdLst/>
            <a:ahLst/>
            <a:cxnLst/>
            <a:rect l="0" t="0" r="0" b="0"/>
            <a:pathLst>
              <a:path w="3506633" h="2169335">
                <a:moveTo>
                  <a:pt x="0" y="2169335"/>
                </a:moveTo>
                <a:lnTo>
                  <a:pt x="3506633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EA70BB91-EBA8-4727-BD26-D0FEFD9A75CA}"/>
              </a:ext>
            </a:extLst>
          </p:cNvPr>
          <p:cNvSpPr>
            <a:spLocks noGrp="1"/>
          </p:cNvSpPr>
          <p:nvPr/>
        </p:nvSpPr>
        <p:spPr>
          <a:xfrm>
            <a:off x="2875117" y="12048399"/>
            <a:ext cx="3506633" cy="1762851"/>
          </a:xfrm>
          <a:custGeom>
            <a:avLst/>
            <a:gdLst/>
            <a:ahLst/>
            <a:cxnLst/>
            <a:rect l="0" t="0" r="0" b="0"/>
            <a:pathLst>
              <a:path w="3506633" h="1762851">
                <a:moveTo>
                  <a:pt x="0" y="0"/>
                </a:moveTo>
                <a:lnTo>
                  <a:pt x="3506633" y="1762851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ED06A859-A36D-3783-1D88-0C2DFC14B081}"/>
              </a:ext>
            </a:extLst>
          </p:cNvPr>
          <p:cNvSpPr>
            <a:spLocks noGrp="1"/>
          </p:cNvSpPr>
          <p:nvPr/>
        </p:nvSpPr>
        <p:spPr>
          <a:xfrm>
            <a:off x="2575267" y="11694335"/>
            <a:ext cx="299850" cy="354063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06193BC-7CC2-BB29-A256-A3384BDD59BB}"/>
              </a:ext>
            </a:extLst>
          </p:cNvPr>
          <p:cNvSpPr>
            <a:spLocks noGrp="1"/>
          </p:cNvSpPr>
          <p:nvPr/>
        </p:nvSpPr>
        <p:spPr>
          <a:xfrm>
            <a:off x="6381750" y="952500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02CEC410-C2DA-A349-F7B3-A9FB112113BC}"/>
              </a:ext>
            </a:extLst>
          </p:cNvPr>
          <p:cNvSpPr>
            <a:spLocks noGrp="1"/>
          </p:cNvSpPr>
          <p:nvPr/>
        </p:nvSpPr>
        <p:spPr>
          <a:xfrm>
            <a:off x="92392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1DE4FFD7-1B6E-CE15-7AD4-69FB21FDE73E}"/>
              </a:ext>
            </a:extLst>
          </p:cNvPr>
          <p:cNvSpPr>
            <a:spLocks noGrp="1"/>
          </p:cNvSpPr>
          <p:nvPr/>
        </p:nvSpPr>
        <p:spPr>
          <a:xfrm>
            <a:off x="12096750" y="952500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7AF756F5-6A96-EC03-A246-B0CBF3A4411E}"/>
              </a:ext>
            </a:extLst>
          </p:cNvPr>
          <p:cNvSpPr>
            <a:spLocks noGrp="1"/>
          </p:cNvSpPr>
          <p:nvPr/>
        </p:nvSpPr>
        <p:spPr>
          <a:xfrm>
            <a:off x="6381750" y="1166812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93B31CB-CDC7-B416-0C0D-621F3F7B6260}"/>
              </a:ext>
            </a:extLst>
          </p:cNvPr>
          <p:cNvSpPr>
            <a:spLocks noGrp="1"/>
          </p:cNvSpPr>
          <p:nvPr/>
        </p:nvSpPr>
        <p:spPr>
          <a:xfrm>
            <a:off x="114300" y="954405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pic>
        <p:nvPicPr>
          <p:cNvPr id="106" name="图片 105">
            <a:extLst>
              <a:ext uri="{FF2B5EF4-FFF2-40B4-BE49-F238E27FC236}">
                <a16:creationId xmlns:a16="http://schemas.microsoft.com/office/drawing/2014/main" id="{C2610497-EF41-A9A6-2018-63A32882D6D6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/>
        </p:blipFill>
        <p:spPr>
          <a:xfrm>
            <a:off x="95250" y="14292709"/>
            <a:ext cx="5810250" cy="4085332"/>
          </a:xfrm>
          <a:prstGeom prst="rect">
            <a:avLst/>
          </a:prstGeom>
        </p:spPr>
      </p:pic>
      <p:pic>
        <p:nvPicPr>
          <p:cNvPr id="107" name="图片 106">
            <a:extLst>
              <a:ext uri="{FF2B5EF4-FFF2-40B4-BE49-F238E27FC236}">
                <a16:creationId xmlns:a16="http://schemas.microsoft.com/office/drawing/2014/main" id="{D1296AAD-A54F-E274-A13E-D9E547614437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/>
        </p:blipFill>
        <p:spPr>
          <a:xfrm>
            <a:off x="6381750" y="14192250"/>
            <a:ext cx="2857500" cy="2143125"/>
          </a:xfrm>
          <a:prstGeom prst="rect">
            <a:avLst/>
          </a:prstGeom>
        </p:spPr>
      </p:pic>
      <p:pic>
        <p:nvPicPr>
          <p:cNvPr id="108" name="图片 107">
            <a:extLst>
              <a:ext uri="{FF2B5EF4-FFF2-40B4-BE49-F238E27FC236}">
                <a16:creationId xmlns:a16="http://schemas.microsoft.com/office/drawing/2014/main" id="{3C4D836A-F457-C13C-398F-27B8843F2124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/>
        </p:blipFill>
        <p:spPr>
          <a:xfrm>
            <a:off x="9239250" y="14192250"/>
            <a:ext cx="2857500" cy="2143125"/>
          </a:xfrm>
          <a:prstGeom prst="rect">
            <a:avLst/>
          </a:prstGeom>
        </p:spPr>
      </p:pic>
      <p:pic>
        <p:nvPicPr>
          <p:cNvPr id="109" name="图片 108">
            <a:extLst>
              <a:ext uri="{FF2B5EF4-FFF2-40B4-BE49-F238E27FC236}">
                <a16:creationId xmlns:a16="http://schemas.microsoft.com/office/drawing/2014/main" id="{DCFAA9F4-CA3C-FB4C-2FA2-BE35DD0F08A8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2096750" y="14192250"/>
            <a:ext cx="2857500" cy="2143125"/>
          </a:xfrm>
          <a:prstGeom prst="rect">
            <a:avLst/>
          </a:prstGeom>
        </p:spPr>
      </p:pic>
      <p:pic>
        <p:nvPicPr>
          <p:cNvPr id="110" name="图片 109">
            <a:extLst>
              <a:ext uri="{FF2B5EF4-FFF2-40B4-BE49-F238E27FC236}">
                <a16:creationId xmlns:a16="http://schemas.microsoft.com/office/drawing/2014/main" id="{223211EE-054C-643B-2184-D07E759958F9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6381750" y="16335375"/>
            <a:ext cx="2857500" cy="2143125"/>
          </a:xfrm>
          <a:prstGeom prst="rect">
            <a:avLst/>
          </a:prstGeom>
        </p:spPr>
      </p:pic>
      <p:pic>
        <p:nvPicPr>
          <p:cNvPr id="111" name="图片 110">
            <a:extLst>
              <a:ext uri="{FF2B5EF4-FFF2-40B4-BE49-F238E27FC236}">
                <a16:creationId xmlns:a16="http://schemas.microsoft.com/office/drawing/2014/main" id="{7ABCD9FA-4A1B-06E5-43FB-0E65F0413D34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/>
        </p:blipFill>
        <p:spPr>
          <a:xfrm>
            <a:off x="9239250" y="16335375"/>
            <a:ext cx="2857500" cy="2143125"/>
          </a:xfrm>
          <a:prstGeom prst="rect">
            <a:avLst/>
          </a:prstGeom>
        </p:spPr>
      </p:pic>
      <p:pic>
        <p:nvPicPr>
          <p:cNvPr id="112" name="图片 111">
            <a:extLst>
              <a:ext uri="{FF2B5EF4-FFF2-40B4-BE49-F238E27FC236}">
                <a16:creationId xmlns:a16="http://schemas.microsoft.com/office/drawing/2014/main" id="{45C7819E-465E-B6A2-7CDC-BF684FA2D8F9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/>
        </p:blipFill>
        <p:spPr>
          <a:xfrm>
            <a:off x="12096750" y="16335375"/>
            <a:ext cx="2857500" cy="2143125"/>
          </a:xfrm>
          <a:prstGeom prst="rect">
            <a:avLst/>
          </a:prstGeom>
        </p:spPr>
      </p:pic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40074BFE-98D7-2428-297F-6DB03DD0224C}"/>
              </a:ext>
            </a:extLst>
          </p:cNvPr>
          <p:cNvSpPr>
            <a:spLocks noGrp="1"/>
          </p:cNvSpPr>
          <p:nvPr/>
        </p:nvSpPr>
        <p:spPr>
          <a:xfrm>
            <a:off x="3877623" y="14192250"/>
            <a:ext cx="2504127" cy="1926346"/>
          </a:xfrm>
          <a:custGeom>
            <a:avLst/>
            <a:gdLst/>
            <a:ahLst/>
            <a:cxnLst/>
            <a:rect l="0" t="0" r="0" b="0"/>
            <a:pathLst>
              <a:path w="2504127" h="1926346">
                <a:moveTo>
                  <a:pt x="0" y="1926346"/>
                </a:moveTo>
                <a:lnTo>
                  <a:pt x="2504127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71AB3919-D4CA-6EB3-81C2-D711CE677BF5}"/>
              </a:ext>
            </a:extLst>
          </p:cNvPr>
          <p:cNvSpPr>
            <a:spLocks noGrp="1"/>
          </p:cNvSpPr>
          <p:nvPr/>
        </p:nvSpPr>
        <p:spPr>
          <a:xfrm>
            <a:off x="3877623" y="16277495"/>
            <a:ext cx="2504127" cy="2201005"/>
          </a:xfrm>
          <a:custGeom>
            <a:avLst/>
            <a:gdLst/>
            <a:ahLst/>
            <a:cxnLst/>
            <a:rect l="0" t="0" r="0" b="0"/>
            <a:pathLst>
              <a:path w="2504127" h="2201005">
                <a:moveTo>
                  <a:pt x="0" y="0"/>
                </a:moveTo>
                <a:lnTo>
                  <a:pt x="2504127" y="2201005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EF9ADFC4-2778-6031-8F2A-2BB36E3280C1}"/>
              </a:ext>
            </a:extLst>
          </p:cNvPr>
          <p:cNvSpPr>
            <a:spLocks noGrp="1"/>
          </p:cNvSpPr>
          <p:nvPr/>
        </p:nvSpPr>
        <p:spPr>
          <a:xfrm>
            <a:off x="3618148" y="16118596"/>
            <a:ext cx="259475" cy="158899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752F7AF5-A2BB-2D90-113A-97B6579A1B58}"/>
              </a:ext>
            </a:extLst>
          </p:cNvPr>
          <p:cNvSpPr>
            <a:spLocks noGrp="1"/>
          </p:cNvSpPr>
          <p:nvPr/>
        </p:nvSpPr>
        <p:spPr>
          <a:xfrm>
            <a:off x="6381750" y="14192250"/>
            <a:ext cx="8572500" cy="4286250"/>
          </a:xfrm>
          <a:prstGeom prst="rect">
            <a:avLst/>
          </a:prstGeom>
          <a:noFill/>
          <a:ln w="16193">
            <a:solidFill>
              <a:srgbClr val="266987"/>
            </a:solidFill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05DC4E74-C4CB-B564-7FD2-E20440AFA927}"/>
              </a:ext>
            </a:extLst>
          </p:cNvPr>
          <p:cNvSpPr>
            <a:spLocks noGrp="1"/>
          </p:cNvSpPr>
          <p:nvPr/>
        </p:nvSpPr>
        <p:spPr>
          <a:xfrm>
            <a:off x="92392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20EAEDF4-701E-542A-2D44-FA168D90584F}"/>
              </a:ext>
            </a:extLst>
          </p:cNvPr>
          <p:cNvSpPr>
            <a:spLocks noGrp="1"/>
          </p:cNvSpPr>
          <p:nvPr/>
        </p:nvSpPr>
        <p:spPr>
          <a:xfrm>
            <a:off x="12096750" y="14192250"/>
            <a:ext cx="95" cy="4286250"/>
          </a:xfrm>
          <a:custGeom>
            <a:avLst/>
            <a:gdLst/>
            <a:ahLst/>
            <a:cxnLst/>
            <a:rect l="0" t="0" r="0" b="0"/>
            <a:pathLst>
              <a:path w="95" h="4286250">
                <a:moveTo>
                  <a:pt x="0" y="0"/>
                </a:moveTo>
                <a:lnTo>
                  <a:pt x="0" y="428625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B474ACF1-EDDD-D817-575F-3184FD24C7AC}"/>
              </a:ext>
            </a:extLst>
          </p:cNvPr>
          <p:cNvSpPr>
            <a:spLocks noGrp="1"/>
          </p:cNvSpPr>
          <p:nvPr/>
        </p:nvSpPr>
        <p:spPr>
          <a:xfrm>
            <a:off x="6381750" y="16335375"/>
            <a:ext cx="8572500" cy="95"/>
          </a:xfrm>
          <a:custGeom>
            <a:avLst/>
            <a:gdLst/>
            <a:ahLst/>
            <a:cxnLst/>
            <a:rect l="0" t="0" r="0" b="0"/>
            <a:pathLst>
              <a:path w="8572500" h="95">
                <a:moveTo>
                  <a:pt x="0" y="0"/>
                </a:moveTo>
                <a:lnTo>
                  <a:pt x="8572500" y="0"/>
                </a:lnTo>
              </a:path>
            </a:pathLst>
          </a:custGeom>
          <a:noFill/>
          <a:ln w="16193">
            <a:solidFill>
              <a:srgbClr val="266987"/>
            </a:solidFill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6C49D42E-2CF0-CF26-C9FC-206E6E7714EF}"/>
              </a:ext>
            </a:extLst>
          </p:cNvPr>
          <p:cNvSpPr>
            <a:spLocks noGrp="1"/>
          </p:cNvSpPr>
          <p:nvPr/>
        </p:nvSpPr>
        <p:spPr>
          <a:xfrm>
            <a:off x="114300" y="14211300"/>
            <a:ext cx="66675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902434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488211AB-5D49-4C34-85E5-505191A23D0C}"/>
              </a:ext>
            </a:extLst>
          </p:cNvPr>
          <p:cNvSpPr>
            <a:spLocks noGrp="1"/>
          </p:cNvSpPr>
          <p:nvPr/>
        </p:nvSpPr>
        <p:spPr>
          <a:xfrm>
            <a:off x="190500" y="114300"/>
            <a:ext cx="1428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9NVS · A1B32 (B:1001)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C06F5F-630A-4211-93CE-21FF15DED6FF}"/>
              </a:ext>
            </a:extLst>
          </p:cNvPr>
          <p:cNvSpPr>
            <a:spLocks noGrp="1"/>
          </p:cNvSpPr>
          <p:nvPr/>
        </p:nvSpPr>
        <p:spPr>
          <a:xfrm>
            <a:off x="19050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ACBD24-8857-4EF2-A4C6-E1FBEC856D62}"/>
              </a:ext>
            </a:extLst>
          </p:cNvPr>
          <p:cNvSpPr>
            <a:spLocks noGrp="1"/>
          </p:cNvSpPr>
          <p:nvPr/>
        </p:nvSpPr>
        <p:spPr>
          <a:xfrm>
            <a:off x="60007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374642-4647-440B-A8E2-00F30B0E2A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" y="1123950"/>
            <a:ext cx="4857750" cy="3886200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7D3A022A-697D-46B7-BE4D-F6A4A0BB818B}"/>
              </a:ext>
            </a:extLst>
          </p:cNvPr>
          <p:cNvSpPr>
            <a:spLocks noGrp="1"/>
          </p:cNvSpPr>
          <p:nvPr/>
        </p:nvSpPr>
        <p:spPr>
          <a:xfrm>
            <a:off x="4061844" y="4819650"/>
            <a:ext cx="843531" cy="95"/>
          </a:xfrm>
          <a:custGeom>
            <a:avLst/>
            <a:gdLst/>
            <a:ahLst/>
            <a:cxnLst/>
            <a:rect l="0" t="0" r="0" b="0"/>
            <a:pathLst>
              <a:path w="843531" h="95">
                <a:moveTo>
                  <a:pt x="0" y="0"/>
                </a:moveTo>
                <a:lnTo>
                  <a:pt x="84353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C10081-84F9-42CD-B3EC-DD18C9A73001}"/>
              </a:ext>
            </a:extLst>
          </p:cNvPr>
          <p:cNvSpPr>
            <a:spLocks noGrp="1"/>
          </p:cNvSpPr>
          <p:nvPr/>
        </p:nvSpPr>
        <p:spPr>
          <a:xfrm>
            <a:off x="4014219" y="4514850"/>
            <a:ext cx="117690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122867F-FD4D-4FB6-8CCD-48447D6877B9}"/>
              </a:ext>
            </a:extLst>
          </p:cNvPr>
          <p:cNvSpPr>
            <a:spLocks noGrp="1"/>
          </p:cNvSpPr>
          <p:nvPr/>
        </p:nvSpPr>
        <p:spPr>
          <a:xfrm>
            <a:off x="28575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 ligand regions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6B445F4-1E33-4A42-8FED-63F85C5DCF70}"/>
              </a:ext>
            </a:extLst>
          </p:cNvPr>
          <p:cNvSpPr>
            <a:spLocks noGrp="1"/>
          </p:cNvSpPr>
          <p:nvPr/>
        </p:nvSpPr>
        <p:spPr>
          <a:xfrm>
            <a:off x="5191125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FF64A4-7B8F-4EB1-9B08-CFD5EE43040B}"/>
              </a:ext>
            </a:extLst>
          </p:cNvPr>
          <p:cNvSpPr>
            <a:spLocks noGrp="1"/>
          </p:cNvSpPr>
          <p:nvPr/>
        </p:nvSpPr>
        <p:spPr>
          <a:xfrm>
            <a:off x="5600700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Emap2lig-Find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C6E1BB1-DF74-4883-AE97-541870AD6A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91125" y="1123950"/>
            <a:ext cx="4857750" cy="3886200"/>
          </a:xfrm>
          <a:prstGeom prst="rect">
            <a:avLst/>
          </a:prstGeom>
        </p:spPr>
      </p:pic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161FFE3B-08EF-4104-9367-3D8848D6C0CF}"/>
              </a:ext>
            </a:extLst>
          </p:cNvPr>
          <p:cNvSpPr>
            <a:spLocks noGrp="1"/>
          </p:cNvSpPr>
          <p:nvPr/>
        </p:nvSpPr>
        <p:spPr>
          <a:xfrm>
            <a:off x="9062469" y="4819650"/>
            <a:ext cx="843531" cy="95"/>
          </a:xfrm>
          <a:custGeom>
            <a:avLst/>
            <a:gdLst/>
            <a:ahLst/>
            <a:cxnLst/>
            <a:rect l="0" t="0" r="0" b="0"/>
            <a:pathLst>
              <a:path w="843531" h="95">
                <a:moveTo>
                  <a:pt x="0" y="0"/>
                </a:moveTo>
                <a:lnTo>
                  <a:pt x="84353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EC49B7C-AD67-4BD6-8BA9-AE511B11F0F8}"/>
              </a:ext>
            </a:extLst>
          </p:cNvPr>
          <p:cNvSpPr>
            <a:spLocks noGrp="1"/>
          </p:cNvSpPr>
          <p:nvPr/>
        </p:nvSpPr>
        <p:spPr>
          <a:xfrm>
            <a:off x="9014844" y="4514850"/>
            <a:ext cx="117690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D149C45-8D6C-4F95-87E1-DCB2493C855E}"/>
              </a:ext>
            </a:extLst>
          </p:cNvPr>
          <p:cNvSpPr>
            <a:spLocks noGrp="1"/>
          </p:cNvSpPr>
          <p:nvPr/>
        </p:nvSpPr>
        <p:spPr>
          <a:xfrm>
            <a:off x="5286375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1 · FP 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B58F4DF-76F9-4BCA-B8D2-B16F8C88DDCA}"/>
              </a:ext>
            </a:extLst>
          </p:cNvPr>
          <p:cNvSpPr>
            <a:spLocks noGrp="1"/>
          </p:cNvSpPr>
          <p:nvPr/>
        </p:nvSpPr>
        <p:spPr>
          <a:xfrm>
            <a:off x="1019175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4A1A762-894B-49E0-8FB5-76D77FE7185D}"/>
              </a:ext>
            </a:extLst>
          </p:cNvPr>
          <p:cNvSpPr>
            <a:spLocks noGrp="1"/>
          </p:cNvSpPr>
          <p:nvPr/>
        </p:nvSpPr>
        <p:spPr>
          <a:xfrm>
            <a:off x="1060132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LigandSeek-Find (CA2)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63591F0-D001-4E1E-82CC-930C36DCD8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91750" y="1123950"/>
            <a:ext cx="4857750" cy="3886200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82F1DD9F-7397-4F1F-B28E-546C4B82CBC8}"/>
              </a:ext>
            </a:extLst>
          </p:cNvPr>
          <p:cNvSpPr>
            <a:spLocks noGrp="1"/>
          </p:cNvSpPr>
          <p:nvPr/>
        </p:nvSpPr>
        <p:spPr>
          <a:xfrm>
            <a:off x="14063094" y="4819650"/>
            <a:ext cx="843531" cy="95"/>
          </a:xfrm>
          <a:custGeom>
            <a:avLst/>
            <a:gdLst/>
            <a:ahLst/>
            <a:cxnLst/>
            <a:rect l="0" t="0" r="0" b="0"/>
            <a:pathLst>
              <a:path w="843531" h="95">
                <a:moveTo>
                  <a:pt x="0" y="0"/>
                </a:moveTo>
                <a:lnTo>
                  <a:pt x="84353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96F1EFC-0A9B-4DF9-B643-E3DD38F5BFE0}"/>
              </a:ext>
            </a:extLst>
          </p:cNvPr>
          <p:cNvSpPr>
            <a:spLocks noGrp="1"/>
          </p:cNvSpPr>
          <p:nvPr/>
        </p:nvSpPr>
        <p:spPr>
          <a:xfrm>
            <a:off x="14015469" y="4514850"/>
            <a:ext cx="117690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50DFF4-9E2A-46F8-B8AF-195FA5FDB271}"/>
              </a:ext>
            </a:extLst>
          </p:cNvPr>
          <p:cNvSpPr>
            <a:spLocks noGrp="1"/>
          </p:cNvSpPr>
          <p:nvPr/>
        </p:nvSpPr>
        <p:spPr>
          <a:xfrm>
            <a:off x="1028700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5 · FP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3AE75E-15EE-4036-9D83-5DAE275EDC10}"/>
              </a:ext>
            </a:extLst>
          </p:cNvPr>
          <p:cNvSpPr>
            <a:spLocks noGrp="1"/>
          </p:cNvSpPr>
          <p:nvPr/>
        </p:nvSpPr>
        <p:spPr>
          <a:xfrm>
            <a:off x="19050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973A1B0-1A89-477C-836B-E66B4D109CE9}"/>
              </a:ext>
            </a:extLst>
          </p:cNvPr>
          <p:cNvSpPr>
            <a:spLocks noGrp="1"/>
          </p:cNvSpPr>
          <p:nvPr/>
        </p:nvSpPr>
        <p:spPr>
          <a:xfrm>
            <a:off x="60007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 · Receptor-associated FP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3011A0B0-3C0F-4E36-A11B-3B92B507705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90500" y="5838825"/>
            <a:ext cx="4857750" cy="3886200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2951A63A-CD86-495F-8D2D-DFB770114991}"/>
              </a:ext>
            </a:extLst>
          </p:cNvPr>
          <p:cNvSpPr>
            <a:spLocks noGrp="1"/>
          </p:cNvSpPr>
          <p:nvPr/>
        </p:nvSpPr>
        <p:spPr>
          <a:xfrm>
            <a:off x="4131604" y="9534525"/>
            <a:ext cx="773771" cy="95"/>
          </a:xfrm>
          <a:custGeom>
            <a:avLst/>
            <a:gdLst/>
            <a:ahLst/>
            <a:cxnLst/>
            <a:rect l="0" t="0" r="0" b="0"/>
            <a:pathLst>
              <a:path w="773771" h="95">
                <a:moveTo>
                  <a:pt x="0" y="0"/>
                </a:moveTo>
                <a:lnTo>
                  <a:pt x="77377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767AB0-ACE2-4B4E-AFCB-98B0BEDCF656}"/>
              </a:ext>
            </a:extLst>
          </p:cNvPr>
          <p:cNvSpPr>
            <a:spLocks noGrp="1"/>
          </p:cNvSpPr>
          <p:nvPr/>
        </p:nvSpPr>
        <p:spPr>
          <a:xfrm>
            <a:off x="4083979" y="9229725"/>
            <a:ext cx="110714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5156E11-FEEA-44CA-880E-C3CB732CBD8F}"/>
              </a:ext>
            </a:extLst>
          </p:cNvPr>
          <p:cNvSpPr>
            <a:spLocks noGrp="1"/>
          </p:cNvSpPr>
          <p:nvPr/>
        </p:nvSpPr>
        <p:spPr>
          <a:xfrm>
            <a:off x="28575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FP · zero overlap with ligand regions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38891BF7-593E-4DB8-86A3-87946DF53BA6}"/>
              </a:ext>
            </a:extLst>
          </p:cNvPr>
          <p:cNvSpPr>
            <a:spLocks noGrp="1"/>
          </p:cNvSpPr>
          <p:nvPr/>
        </p:nvSpPr>
        <p:spPr>
          <a:xfrm>
            <a:off x="5191125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E0C4FF6-63C1-4841-B5B7-69FE20E399B1}"/>
              </a:ext>
            </a:extLst>
          </p:cNvPr>
          <p:cNvSpPr>
            <a:spLocks noGrp="1"/>
          </p:cNvSpPr>
          <p:nvPr/>
        </p:nvSpPr>
        <p:spPr>
          <a:xfrm>
            <a:off x="5600700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Emap2lig-Find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668F295D-BA0B-4904-978F-249252453C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191125" y="5838825"/>
            <a:ext cx="4857750" cy="3886200"/>
          </a:xfrm>
          <a:prstGeom prst="rect">
            <a:avLst/>
          </a:prstGeom>
        </p:spPr>
      </p:pic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EAB333AE-F1A1-49F9-86C5-76B5B5F6DB7F}"/>
              </a:ext>
            </a:extLst>
          </p:cNvPr>
          <p:cNvSpPr>
            <a:spLocks noGrp="1"/>
          </p:cNvSpPr>
          <p:nvPr/>
        </p:nvSpPr>
        <p:spPr>
          <a:xfrm>
            <a:off x="9231958" y="9534525"/>
            <a:ext cx="674042" cy="95"/>
          </a:xfrm>
          <a:custGeom>
            <a:avLst/>
            <a:gdLst/>
            <a:ahLst/>
            <a:cxnLst/>
            <a:rect l="0" t="0" r="0" b="0"/>
            <a:pathLst>
              <a:path w="674042" h="95">
                <a:moveTo>
                  <a:pt x="0" y="0"/>
                </a:moveTo>
                <a:lnTo>
                  <a:pt x="674042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7C4C948-21D9-4C7A-A640-C882014CC4A9}"/>
              </a:ext>
            </a:extLst>
          </p:cNvPr>
          <p:cNvSpPr>
            <a:spLocks noGrp="1"/>
          </p:cNvSpPr>
          <p:nvPr/>
        </p:nvSpPr>
        <p:spPr>
          <a:xfrm>
            <a:off x="9184333" y="9229725"/>
            <a:ext cx="1007417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CE832F90-3A0A-4FA4-9024-63808A3D9194}"/>
              </a:ext>
            </a:extLst>
          </p:cNvPr>
          <p:cNvSpPr>
            <a:spLocks noGrp="1"/>
          </p:cNvSpPr>
          <p:nvPr/>
        </p:nvSpPr>
        <p:spPr>
          <a:xfrm>
            <a:off x="5286375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0.469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B2DB2BF-A3B4-4E65-BC5C-DB509FF351A3}"/>
              </a:ext>
            </a:extLst>
          </p:cNvPr>
          <p:cNvSpPr>
            <a:spLocks noGrp="1"/>
          </p:cNvSpPr>
          <p:nvPr/>
        </p:nvSpPr>
        <p:spPr>
          <a:xfrm>
            <a:off x="1019175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5CB08CF-EBDD-4A29-A400-B61894646886}"/>
              </a:ext>
            </a:extLst>
          </p:cNvPr>
          <p:cNvSpPr>
            <a:spLocks noGrp="1"/>
          </p:cNvSpPr>
          <p:nvPr/>
        </p:nvSpPr>
        <p:spPr>
          <a:xfrm>
            <a:off x="1060132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LigandSeek-Find (CA2)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B08A51A-A502-4EF8-BA99-5709835CB34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191750" y="5838825"/>
            <a:ext cx="4857750" cy="3886200"/>
          </a:xfrm>
          <a:prstGeom prst="rect">
            <a:avLst/>
          </a:prstGeom>
        </p:spPr>
      </p:pic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A6003B87-E1DE-430F-AD38-2F85A6DE92E1}"/>
              </a:ext>
            </a:extLst>
          </p:cNvPr>
          <p:cNvSpPr>
            <a:spLocks noGrp="1"/>
          </p:cNvSpPr>
          <p:nvPr/>
        </p:nvSpPr>
        <p:spPr>
          <a:xfrm>
            <a:off x="14232583" y="9534525"/>
            <a:ext cx="674042" cy="95"/>
          </a:xfrm>
          <a:custGeom>
            <a:avLst/>
            <a:gdLst/>
            <a:ahLst/>
            <a:cxnLst/>
            <a:rect l="0" t="0" r="0" b="0"/>
            <a:pathLst>
              <a:path w="674042" h="95">
                <a:moveTo>
                  <a:pt x="0" y="0"/>
                </a:moveTo>
                <a:lnTo>
                  <a:pt x="674042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0996484-9D1E-4E55-9D0A-47230CD93D2E}"/>
              </a:ext>
            </a:extLst>
          </p:cNvPr>
          <p:cNvSpPr>
            <a:spLocks noGrp="1"/>
          </p:cNvSpPr>
          <p:nvPr/>
        </p:nvSpPr>
        <p:spPr>
          <a:xfrm>
            <a:off x="14184958" y="9229725"/>
            <a:ext cx="1007417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084BA881-690C-428D-9C9D-D3B6337F6429}"/>
              </a:ext>
            </a:extLst>
          </p:cNvPr>
          <p:cNvSpPr>
            <a:spLocks noGrp="1"/>
          </p:cNvSpPr>
          <p:nvPr/>
        </p:nvSpPr>
        <p:spPr>
          <a:xfrm>
            <a:off x="1028700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0.792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9ADD315-9238-4BCC-BEB9-C25EEB6502D7}"/>
              </a:ext>
            </a:extLst>
          </p:cNvPr>
          <p:cNvSpPr>
            <a:spLocks noGrp="1"/>
          </p:cNvSpPr>
          <p:nvPr/>
        </p:nvSpPr>
        <p:spPr>
          <a:xfrm>
            <a:off x="6956611" y="2747301"/>
            <a:ext cx="308724" cy="269096"/>
          </a:xfrm>
          <a:prstGeom prst="rect">
            <a:avLst/>
          </a:prstGeom>
          <a:noFill/>
          <a:ln w="19050">
            <a:solidFill>
              <a:srgbClr val="B51F4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DDF20C0-A233-445D-BB13-A06600AE6962}"/>
              </a:ext>
            </a:extLst>
          </p:cNvPr>
          <p:cNvSpPr>
            <a:spLocks noGrp="1"/>
          </p:cNvSpPr>
          <p:nvPr/>
        </p:nvSpPr>
        <p:spPr>
          <a:xfrm>
            <a:off x="6689911" y="2734212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1F4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1043E3F-C453-499C-AC96-4095355C21B9}"/>
              </a:ext>
            </a:extLst>
          </p:cNvPr>
          <p:cNvSpPr>
            <a:spLocks noGrp="1"/>
          </p:cNvSpPr>
          <p:nvPr/>
        </p:nvSpPr>
        <p:spPr>
          <a:xfrm>
            <a:off x="7143253" y="2530751"/>
            <a:ext cx="547435" cy="546367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A6D8159D-E286-418A-9DB9-6705CEA39A80}"/>
              </a:ext>
            </a:extLst>
          </p:cNvPr>
          <p:cNvSpPr>
            <a:spLocks noGrp="1"/>
          </p:cNvSpPr>
          <p:nvPr/>
        </p:nvSpPr>
        <p:spPr>
          <a:xfrm>
            <a:off x="7143253" y="2159276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BE16233B-9E88-42FE-A5FE-DD0B97F2EC5D}"/>
              </a:ext>
            </a:extLst>
          </p:cNvPr>
          <p:cNvSpPr>
            <a:spLocks noGrp="1"/>
          </p:cNvSpPr>
          <p:nvPr/>
        </p:nvSpPr>
        <p:spPr>
          <a:xfrm>
            <a:off x="12143878" y="2530751"/>
            <a:ext cx="547435" cy="546367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1A13C12-79F2-4115-B1EB-4C5A927C81E3}"/>
              </a:ext>
            </a:extLst>
          </p:cNvPr>
          <p:cNvSpPr>
            <a:spLocks noGrp="1"/>
          </p:cNvSpPr>
          <p:nvPr/>
        </p:nvSpPr>
        <p:spPr>
          <a:xfrm>
            <a:off x="12143878" y="2159276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214894909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C001B-2013-F52F-8D83-AC330E9B8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138852D3-26B0-7F6B-A36B-8AF23F3720F2}"/>
              </a:ext>
            </a:extLst>
          </p:cNvPr>
          <p:cNvSpPr>
            <a:spLocks noGrp="1"/>
          </p:cNvSpPr>
          <p:nvPr/>
        </p:nvSpPr>
        <p:spPr>
          <a:xfrm>
            <a:off x="2681696" y="3481388"/>
            <a:ext cx="3399548" cy="361949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>
                <a:solidFill>
                  <a:srgbClr val="333333"/>
                </a:solidFill>
              </a:rPr>
              <a:t>PDB ID: 9NVS 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319DA22-24D5-A001-CB25-6361CF777A75}"/>
              </a:ext>
            </a:extLst>
          </p:cNvPr>
          <p:cNvSpPr>
            <a:spLocks noGrp="1"/>
          </p:cNvSpPr>
          <p:nvPr/>
        </p:nvSpPr>
        <p:spPr>
          <a:xfrm>
            <a:off x="2019300" y="31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EBD4BC-932C-78F3-E22F-41E0051AA1BE}"/>
              </a:ext>
            </a:extLst>
          </p:cNvPr>
          <p:cNvSpPr>
            <a:spLocks noGrp="1"/>
          </p:cNvSpPr>
          <p:nvPr/>
        </p:nvSpPr>
        <p:spPr>
          <a:xfrm>
            <a:off x="2428875" y="69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A8D847-F86A-3AB7-237A-5BB7ABEC5487}"/>
              </a:ext>
            </a:extLst>
          </p:cNvPr>
          <p:cNvPicPr>
            <a:picLocks/>
          </p:cNvPicPr>
          <p:nvPr/>
        </p:nvPicPr>
        <p:blipFill>
          <a:blip r:embed="rId4"/>
          <a:srcRect l="20516" t="6863" r="19545" b="14461"/>
          <a:stretch>
            <a:fillRect/>
          </a:stretch>
        </p:blipFill>
        <p:spPr>
          <a:xfrm>
            <a:off x="2063714" y="485774"/>
            <a:ext cx="2911758" cy="3057525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B3C9A4FE-FF05-13E4-055D-963A0922B015}"/>
              </a:ext>
            </a:extLst>
          </p:cNvPr>
          <p:cNvSpPr>
            <a:spLocks noGrp="1"/>
          </p:cNvSpPr>
          <p:nvPr/>
        </p:nvSpPr>
        <p:spPr>
          <a:xfrm>
            <a:off x="6151748" y="31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12D5E4-000A-7FB9-6A5D-8E7FEC3B0FBC}"/>
              </a:ext>
            </a:extLst>
          </p:cNvPr>
          <p:cNvSpPr>
            <a:spLocks noGrp="1"/>
          </p:cNvSpPr>
          <p:nvPr/>
        </p:nvSpPr>
        <p:spPr>
          <a:xfrm>
            <a:off x="6561323" y="69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Emap2lig-Find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49AB631-F738-DFD4-BBAB-C1F00E39ECE5}"/>
              </a:ext>
            </a:extLst>
          </p:cNvPr>
          <p:cNvPicPr>
            <a:picLocks/>
          </p:cNvPicPr>
          <p:nvPr/>
        </p:nvPicPr>
        <p:blipFill>
          <a:blip r:embed="rId5"/>
          <a:srcRect l="21285" t="7598" r="20306" b="13727"/>
          <a:stretch>
            <a:fillRect/>
          </a:stretch>
        </p:blipFill>
        <p:spPr>
          <a:xfrm>
            <a:off x="6151748" y="504824"/>
            <a:ext cx="2837312" cy="30575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A42EBEF-12F5-6181-0CCE-68DB8E4BE3BB}"/>
              </a:ext>
            </a:extLst>
          </p:cNvPr>
          <p:cNvSpPr>
            <a:spLocks noGrp="1"/>
          </p:cNvSpPr>
          <p:nvPr/>
        </p:nvSpPr>
        <p:spPr>
          <a:xfrm>
            <a:off x="6366060" y="3468081"/>
            <a:ext cx="2226054" cy="365631"/>
          </a:xfrm>
          <a:prstGeom prst="rect">
            <a:avLst/>
          </a:prstGeom>
          <a:noFill/>
          <a:ln w="0">
            <a:noFill/>
          </a:ln>
        </p:spPr>
        <p:txBody>
          <a:bodyPr wrap="none"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dirty="0"/>
              <a:t>Semantic Dice</a:t>
            </a:r>
            <a:r>
              <a:rPr lang="en-US"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: 0.160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617961-E6A0-A09F-74ED-151BA6EC196F}"/>
              </a:ext>
            </a:extLst>
          </p:cNvPr>
          <p:cNvSpPr>
            <a:spLocks noGrp="1"/>
          </p:cNvSpPr>
          <p:nvPr/>
        </p:nvSpPr>
        <p:spPr>
          <a:xfrm>
            <a:off x="9755854" y="31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9DFFF6-6715-37BE-2D85-E19EDEF93E43}"/>
              </a:ext>
            </a:extLst>
          </p:cNvPr>
          <p:cNvSpPr>
            <a:spLocks noGrp="1"/>
          </p:cNvSpPr>
          <p:nvPr/>
        </p:nvSpPr>
        <p:spPr>
          <a:xfrm>
            <a:off x="10165429" y="69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LigandSeek-Find (CA2)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1340068-ED42-F1DF-56A7-4F373965A0C9}"/>
              </a:ext>
            </a:extLst>
          </p:cNvPr>
          <p:cNvPicPr>
            <a:picLocks/>
          </p:cNvPicPr>
          <p:nvPr/>
        </p:nvPicPr>
        <p:blipFill>
          <a:blip r:embed="rId6"/>
          <a:srcRect l="27228" t="7598" r="17796" b="14216"/>
          <a:stretch>
            <a:fillRect/>
          </a:stretch>
        </p:blipFill>
        <p:spPr>
          <a:xfrm>
            <a:off x="9952946" y="533399"/>
            <a:ext cx="2670551" cy="3038476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326417F5-DE75-803E-6929-B27C9C13769A}"/>
              </a:ext>
            </a:extLst>
          </p:cNvPr>
          <p:cNvSpPr>
            <a:spLocks noGrp="1"/>
          </p:cNvSpPr>
          <p:nvPr/>
        </p:nvSpPr>
        <p:spPr>
          <a:xfrm>
            <a:off x="10172641" y="3471579"/>
            <a:ext cx="1727119" cy="333374"/>
          </a:xfrm>
          <a:prstGeom prst="rect">
            <a:avLst/>
          </a:prstGeom>
          <a:noFill/>
          <a:ln w="0">
            <a:noFill/>
          </a:ln>
        </p:spPr>
        <p:txBody>
          <a:bodyPr wrap="none"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altLang="zh-CN" dirty="0"/>
              <a:t>Semantic Dice: 0.757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0F4749-1D83-FC68-F315-2CFC6FF1FDA9}"/>
              </a:ext>
            </a:extLst>
          </p:cNvPr>
          <p:cNvSpPr>
            <a:spLocks noGrp="1"/>
          </p:cNvSpPr>
          <p:nvPr/>
        </p:nvSpPr>
        <p:spPr>
          <a:xfrm>
            <a:off x="2019300" y="4214308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400AA3B-A5D7-989D-27D9-0F2FFE2F1583}"/>
              </a:ext>
            </a:extLst>
          </p:cNvPr>
          <p:cNvSpPr>
            <a:spLocks noGrp="1"/>
          </p:cNvSpPr>
          <p:nvPr/>
        </p:nvSpPr>
        <p:spPr>
          <a:xfrm>
            <a:off x="2428875" y="4252408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i</a:t>
            </a:r>
            <a:r>
              <a:rPr sz="202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 · Receptor-associated FP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914A611-373C-8B57-0E72-EED9086573BE}"/>
              </a:ext>
            </a:extLst>
          </p:cNvPr>
          <p:cNvPicPr>
            <a:picLocks/>
          </p:cNvPicPr>
          <p:nvPr/>
        </p:nvPicPr>
        <p:blipFill>
          <a:blip r:embed="rId7"/>
          <a:srcRect l="21438" t="17075" r="24752" b="25245"/>
          <a:stretch>
            <a:fillRect/>
          </a:stretch>
        </p:blipFill>
        <p:spPr>
          <a:xfrm>
            <a:off x="2281896" y="5243008"/>
            <a:ext cx="2613954" cy="224155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488EBCB-AC01-B9CE-1B82-2060F2824730}"/>
              </a:ext>
            </a:extLst>
          </p:cNvPr>
          <p:cNvSpPr>
            <a:spLocks noGrp="1"/>
          </p:cNvSpPr>
          <p:nvPr/>
        </p:nvSpPr>
        <p:spPr>
          <a:xfrm>
            <a:off x="2681696" y="7919719"/>
            <a:ext cx="1855851" cy="444313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</a:t>
            </a:r>
            <a:r>
              <a:rPr lang="en-US"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alse </a:t>
            </a:r>
            <a:r>
              <a:rPr lang="en-US" dirty="0"/>
              <a:t>p</a:t>
            </a:r>
            <a:r>
              <a:rPr lang="en-US"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ositive</a:t>
            </a:r>
            <a:endParaRPr sz="1875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602FD52-FBB6-2BC0-D696-2A156D0A789D}"/>
              </a:ext>
            </a:extLst>
          </p:cNvPr>
          <p:cNvSpPr>
            <a:spLocks noGrp="1"/>
          </p:cNvSpPr>
          <p:nvPr/>
        </p:nvSpPr>
        <p:spPr>
          <a:xfrm>
            <a:off x="6151748" y="4214308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3C87454-996E-FFD5-DFF5-54B12BE62FBB}"/>
              </a:ext>
            </a:extLst>
          </p:cNvPr>
          <p:cNvSpPr>
            <a:spLocks noGrp="1"/>
          </p:cNvSpPr>
          <p:nvPr/>
        </p:nvSpPr>
        <p:spPr>
          <a:xfrm>
            <a:off x="6561323" y="4252408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Emap2lig-Find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8D26188F-09DE-1D4E-7685-F8A561989DF2}"/>
              </a:ext>
            </a:extLst>
          </p:cNvPr>
          <p:cNvPicPr>
            <a:picLocks/>
          </p:cNvPicPr>
          <p:nvPr/>
        </p:nvPicPr>
        <p:blipFill>
          <a:blip r:embed="rId8"/>
          <a:srcRect l="24642" t="4164" r="21549" b="10542"/>
          <a:stretch>
            <a:fillRect/>
          </a:stretch>
        </p:blipFill>
        <p:spPr>
          <a:xfrm>
            <a:off x="6245080" y="4706433"/>
            <a:ext cx="2613954" cy="33147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4D68863B-3D54-08F1-B2C4-2948F5E263CB}"/>
              </a:ext>
            </a:extLst>
          </p:cNvPr>
          <p:cNvSpPr>
            <a:spLocks noGrp="1"/>
          </p:cNvSpPr>
          <p:nvPr/>
        </p:nvSpPr>
        <p:spPr>
          <a:xfrm>
            <a:off x="6841927" y="7919719"/>
            <a:ext cx="887159" cy="374557"/>
          </a:xfrm>
          <a:prstGeom prst="rect">
            <a:avLst/>
          </a:prstGeom>
          <a:noFill/>
          <a:ln w="0">
            <a:noFill/>
          </a:ln>
        </p:spPr>
        <p:txBody>
          <a:bodyPr wrap="none"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IoU</a:t>
            </a:r>
            <a:r>
              <a:rPr lang="en-US"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: 0.306</a:t>
            </a:r>
            <a:endParaRPr sz="1875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7EC619D-13ED-D5CA-F139-BEB7447D71C1}"/>
              </a:ext>
            </a:extLst>
          </p:cNvPr>
          <p:cNvSpPr>
            <a:spLocks noGrp="1"/>
          </p:cNvSpPr>
          <p:nvPr/>
        </p:nvSpPr>
        <p:spPr>
          <a:xfrm>
            <a:off x="9755854" y="4214308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6E1E5CE-70BA-83AA-89D8-15EA76C83282}"/>
              </a:ext>
            </a:extLst>
          </p:cNvPr>
          <p:cNvSpPr>
            <a:spLocks noGrp="1"/>
          </p:cNvSpPr>
          <p:nvPr/>
        </p:nvSpPr>
        <p:spPr>
          <a:xfrm>
            <a:off x="10165429" y="4252408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</a:t>
            </a:r>
            <a:r>
              <a:rPr sz="2025" b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</a:t>
            </a:r>
            <a:r>
              <a:rPr sz="202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-Find (CA2)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7C400282-4F3F-6138-4B38-11B56577AAC6}"/>
              </a:ext>
            </a:extLst>
          </p:cNvPr>
          <p:cNvPicPr>
            <a:picLocks/>
          </p:cNvPicPr>
          <p:nvPr/>
        </p:nvPicPr>
        <p:blipFill>
          <a:blip r:embed="rId9"/>
          <a:srcRect l="20523" t="6291" r="22699" b="8415"/>
          <a:stretch>
            <a:fillRect/>
          </a:stretch>
        </p:blipFill>
        <p:spPr>
          <a:xfrm>
            <a:off x="10005064" y="4725483"/>
            <a:ext cx="2758133" cy="331470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BB8E72D7-AE27-3CBB-BAD5-57FE76CF037A}"/>
              </a:ext>
            </a:extLst>
          </p:cNvPr>
          <p:cNvSpPr>
            <a:spLocks noGrp="1"/>
          </p:cNvSpPr>
          <p:nvPr/>
        </p:nvSpPr>
        <p:spPr>
          <a:xfrm>
            <a:off x="10739747" y="7989476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 wrap="none"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lang="en-US" sz="1875" b="0" dirty="0" err="1">
                <a:solidFill>
                  <a:srgbClr val="333333"/>
                </a:solidFill>
                <a:latin typeface="Arial"/>
                <a:ea typeface="Arial"/>
                <a:cs typeface="Arial"/>
              </a:rPr>
              <a:t>IoU</a:t>
            </a:r>
            <a:r>
              <a:rPr lang="en-US"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: 0.656</a:t>
            </a:r>
            <a:endParaRPr sz="1875" b="0" dirty="0">
              <a:solidFill>
                <a:srgbClr val="3333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8B8E9C90-555B-6EA1-E18E-A6BFF70DB995}"/>
              </a:ext>
            </a:extLst>
          </p:cNvPr>
          <p:cNvSpPr>
            <a:spLocks noGrp="1"/>
          </p:cNvSpPr>
          <p:nvPr/>
        </p:nvSpPr>
        <p:spPr>
          <a:xfrm>
            <a:off x="6883202" y="1832901"/>
            <a:ext cx="308724" cy="269096"/>
          </a:xfrm>
          <a:prstGeom prst="rect">
            <a:avLst/>
          </a:prstGeom>
          <a:noFill/>
          <a:ln w="19050">
            <a:solidFill>
              <a:srgbClr val="B51F4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488BD163-FBCD-25AA-D797-BDA642DE4C79}"/>
              </a:ext>
            </a:extLst>
          </p:cNvPr>
          <p:cNvSpPr>
            <a:spLocks noGrp="1"/>
          </p:cNvSpPr>
          <p:nvPr/>
        </p:nvSpPr>
        <p:spPr>
          <a:xfrm>
            <a:off x="6616502" y="1819812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1F4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9B1506A-403A-F44A-A452-F470C02CC587}"/>
              </a:ext>
            </a:extLst>
          </p:cNvPr>
          <p:cNvSpPr>
            <a:spLocks noGrp="1"/>
          </p:cNvSpPr>
          <p:nvPr/>
        </p:nvSpPr>
        <p:spPr>
          <a:xfrm>
            <a:off x="7069844" y="1616351"/>
            <a:ext cx="547435" cy="546367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6E65E1CC-7AB1-4B7D-7F4E-D4FE9EF4DD2C}"/>
              </a:ext>
            </a:extLst>
          </p:cNvPr>
          <p:cNvSpPr>
            <a:spLocks noGrp="1"/>
          </p:cNvSpPr>
          <p:nvPr/>
        </p:nvSpPr>
        <p:spPr>
          <a:xfrm>
            <a:off x="7069844" y="1244876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E00F970F-55D2-D065-3680-E9140AA192F2}"/>
              </a:ext>
            </a:extLst>
          </p:cNvPr>
          <p:cNvSpPr>
            <a:spLocks noGrp="1"/>
          </p:cNvSpPr>
          <p:nvPr/>
        </p:nvSpPr>
        <p:spPr>
          <a:xfrm>
            <a:off x="10582417" y="1644926"/>
            <a:ext cx="547435" cy="546367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6731D942-938D-86EF-BD58-7F006B93E357}"/>
              </a:ext>
            </a:extLst>
          </p:cNvPr>
          <p:cNvSpPr>
            <a:spLocks noGrp="1"/>
          </p:cNvSpPr>
          <p:nvPr/>
        </p:nvSpPr>
        <p:spPr>
          <a:xfrm>
            <a:off x="10582417" y="1273451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30551237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9B74A1F-6B45-41BA-9F45-E93288557EC1}"/>
              </a:ext>
            </a:extLst>
          </p:cNvPr>
          <p:cNvSpPr>
            <a:spLocks noGrp="1"/>
          </p:cNvSpPr>
          <p:nvPr/>
        </p:nvSpPr>
        <p:spPr>
          <a:xfrm>
            <a:off x="190500" y="114300"/>
            <a:ext cx="1428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9NAL · ADP (A:1402)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9A9D234-895C-4D10-95F6-139A9864D1A5}"/>
              </a:ext>
            </a:extLst>
          </p:cNvPr>
          <p:cNvSpPr>
            <a:spLocks noGrp="1"/>
          </p:cNvSpPr>
          <p:nvPr/>
        </p:nvSpPr>
        <p:spPr>
          <a:xfrm>
            <a:off x="19050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385050-590A-409D-BBD8-DFA98A8FB4EE}"/>
              </a:ext>
            </a:extLst>
          </p:cNvPr>
          <p:cNvSpPr>
            <a:spLocks noGrp="1"/>
          </p:cNvSpPr>
          <p:nvPr/>
        </p:nvSpPr>
        <p:spPr>
          <a:xfrm>
            <a:off x="60007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C261B4-07BC-4B9D-A4E0-55ADADB3C0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" y="1123950"/>
            <a:ext cx="4857750" cy="3886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04F6551-687A-4139-ADC6-CA809D2E981E}"/>
              </a:ext>
            </a:extLst>
          </p:cNvPr>
          <p:cNvSpPr>
            <a:spLocks noGrp="1"/>
          </p:cNvSpPr>
          <p:nvPr/>
        </p:nvSpPr>
        <p:spPr>
          <a:xfrm>
            <a:off x="28575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 ligand regions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612C0B-3E53-4AEB-BF58-18909F220C1E}"/>
              </a:ext>
            </a:extLst>
          </p:cNvPr>
          <p:cNvSpPr>
            <a:spLocks noGrp="1"/>
          </p:cNvSpPr>
          <p:nvPr/>
        </p:nvSpPr>
        <p:spPr>
          <a:xfrm>
            <a:off x="5191125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688DA65-76E7-4924-A0F8-79D8A2AF01AB}"/>
              </a:ext>
            </a:extLst>
          </p:cNvPr>
          <p:cNvSpPr>
            <a:spLocks noGrp="1"/>
          </p:cNvSpPr>
          <p:nvPr/>
        </p:nvSpPr>
        <p:spPr>
          <a:xfrm>
            <a:off x="5600700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Emap2lig-Find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232C114-A1DA-4093-8438-F94FC1E9A8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91125" y="1123950"/>
            <a:ext cx="4857750" cy="38862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DA03DD1-DB8F-47C1-A9CA-5BA6ED8958C6}"/>
              </a:ext>
            </a:extLst>
          </p:cNvPr>
          <p:cNvSpPr>
            <a:spLocks noGrp="1"/>
          </p:cNvSpPr>
          <p:nvPr/>
        </p:nvSpPr>
        <p:spPr>
          <a:xfrm>
            <a:off x="5286375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2 · FP 11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FF9DCA-0005-48CB-8FEF-2CADC27D657B}"/>
              </a:ext>
            </a:extLst>
          </p:cNvPr>
          <p:cNvSpPr>
            <a:spLocks noGrp="1"/>
          </p:cNvSpPr>
          <p:nvPr/>
        </p:nvSpPr>
        <p:spPr>
          <a:xfrm>
            <a:off x="1019175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C44FED8-B5D6-46A9-9A37-21B332BE99E9}"/>
              </a:ext>
            </a:extLst>
          </p:cNvPr>
          <p:cNvSpPr>
            <a:spLocks noGrp="1"/>
          </p:cNvSpPr>
          <p:nvPr/>
        </p:nvSpPr>
        <p:spPr>
          <a:xfrm>
            <a:off x="1060132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LigandSeek-Find (CA2)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AF7F12A9-355B-4B16-8C25-A97DE61917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91750" y="1123950"/>
            <a:ext cx="4857750" cy="3886200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FD1FF34C-1B61-497B-8901-72F9E6A41247}"/>
              </a:ext>
            </a:extLst>
          </p:cNvPr>
          <p:cNvSpPr>
            <a:spLocks noGrp="1"/>
          </p:cNvSpPr>
          <p:nvPr/>
        </p:nvSpPr>
        <p:spPr>
          <a:xfrm>
            <a:off x="1028700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2 · FP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274D41-4AC7-4D1F-A6AB-96B654AB1E28}"/>
              </a:ext>
            </a:extLst>
          </p:cNvPr>
          <p:cNvSpPr>
            <a:spLocks noGrp="1"/>
          </p:cNvSpPr>
          <p:nvPr/>
        </p:nvSpPr>
        <p:spPr>
          <a:xfrm>
            <a:off x="19050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31ED508-33CB-45FF-A47A-D253E443080B}"/>
              </a:ext>
            </a:extLst>
          </p:cNvPr>
          <p:cNvSpPr>
            <a:spLocks noGrp="1"/>
          </p:cNvSpPr>
          <p:nvPr/>
        </p:nvSpPr>
        <p:spPr>
          <a:xfrm>
            <a:off x="60007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 · Receptor-associated FP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86C973A9-1DE7-484B-9004-375B6D9875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90500" y="5838825"/>
            <a:ext cx="4857750" cy="388620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D3BF614-326D-4187-9B6B-71152478CFFF}"/>
              </a:ext>
            </a:extLst>
          </p:cNvPr>
          <p:cNvSpPr>
            <a:spLocks noGrp="1"/>
          </p:cNvSpPr>
          <p:nvPr/>
        </p:nvSpPr>
        <p:spPr>
          <a:xfrm>
            <a:off x="28575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FP · zero overlap with ligand regions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15E48D9-E234-496F-8831-58D6E3B5FA5C}"/>
              </a:ext>
            </a:extLst>
          </p:cNvPr>
          <p:cNvSpPr>
            <a:spLocks noGrp="1"/>
          </p:cNvSpPr>
          <p:nvPr/>
        </p:nvSpPr>
        <p:spPr>
          <a:xfrm>
            <a:off x="5191125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25BE81-A1DE-48F9-A8C9-67F07E239AD1}"/>
              </a:ext>
            </a:extLst>
          </p:cNvPr>
          <p:cNvSpPr>
            <a:spLocks noGrp="1"/>
          </p:cNvSpPr>
          <p:nvPr/>
        </p:nvSpPr>
        <p:spPr>
          <a:xfrm>
            <a:off x="5600700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Emap2lig-Find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AA77FCB1-4AB5-4AA4-97B1-23C2A2302B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191125" y="5838825"/>
            <a:ext cx="4857750" cy="3886200"/>
          </a:xfrm>
          <a:prstGeom prst="rect">
            <a:avLst/>
          </a:prstGeom>
        </p:spPr>
      </p:pic>
      <p:sp>
        <p:nvSpPr>
          <p:cNvPr id="31" name="矩形 30">
            <a:extLst>
              <a:ext uri="{FF2B5EF4-FFF2-40B4-BE49-F238E27FC236}">
                <a16:creationId xmlns:a16="http://schemas.microsoft.com/office/drawing/2014/main" id="{BBDAF20C-461D-4119-85D0-9EA0075A4408}"/>
              </a:ext>
            </a:extLst>
          </p:cNvPr>
          <p:cNvSpPr>
            <a:spLocks noGrp="1"/>
          </p:cNvSpPr>
          <p:nvPr/>
        </p:nvSpPr>
        <p:spPr>
          <a:xfrm>
            <a:off x="5286375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0.393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086F97A-E34A-4E59-A415-69564C13FE9F}"/>
              </a:ext>
            </a:extLst>
          </p:cNvPr>
          <p:cNvSpPr>
            <a:spLocks noGrp="1"/>
          </p:cNvSpPr>
          <p:nvPr/>
        </p:nvSpPr>
        <p:spPr>
          <a:xfrm>
            <a:off x="1019175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BB6A267-B958-4167-9636-4C9E5E6CE411}"/>
              </a:ext>
            </a:extLst>
          </p:cNvPr>
          <p:cNvSpPr>
            <a:spLocks noGrp="1"/>
          </p:cNvSpPr>
          <p:nvPr/>
        </p:nvSpPr>
        <p:spPr>
          <a:xfrm>
            <a:off x="1060132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LigandSeek-Find (CA2)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39064DB0-715F-470A-90C3-61103BCCF6D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191750" y="5838825"/>
            <a:ext cx="4857750" cy="3886200"/>
          </a:xfrm>
          <a:prstGeom prst="rect">
            <a:avLst/>
          </a:prstGeom>
        </p:spPr>
      </p:pic>
      <p:sp>
        <p:nvSpPr>
          <p:cNvPr id="37" name="矩形 36">
            <a:extLst>
              <a:ext uri="{FF2B5EF4-FFF2-40B4-BE49-F238E27FC236}">
                <a16:creationId xmlns:a16="http://schemas.microsoft.com/office/drawing/2014/main" id="{50985600-847F-4919-8A19-4E8E49B87D23}"/>
              </a:ext>
            </a:extLst>
          </p:cNvPr>
          <p:cNvSpPr>
            <a:spLocks noGrp="1"/>
          </p:cNvSpPr>
          <p:nvPr/>
        </p:nvSpPr>
        <p:spPr>
          <a:xfrm>
            <a:off x="1028700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0.631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0082819-79C1-4EA2-BDBB-83B38D7EFDA9}"/>
              </a:ext>
            </a:extLst>
          </p:cNvPr>
          <p:cNvSpPr>
            <a:spLocks noGrp="1"/>
          </p:cNvSpPr>
          <p:nvPr/>
        </p:nvSpPr>
        <p:spPr>
          <a:xfrm>
            <a:off x="7476387" y="3369670"/>
            <a:ext cx="516223" cy="554494"/>
          </a:xfrm>
          <a:prstGeom prst="rect">
            <a:avLst/>
          </a:prstGeom>
          <a:noFill/>
          <a:ln w="19050">
            <a:solidFill>
              <a:srgbClr val="B51F4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EAB5C86E-7E9A-44D8-86B3-FF788E5A2DDB}"/>
              </a:ext>
            </a:extLst>
          </p:cNvPr>
          <p:cNvSpPr>
            <a:spLocks noGrp="1"/>
          </p:cNvSpPr>
          <p:nvPr/>
        </p:nvSpPr>
        <p:spPr>
          <a:xfrm>
            <a:off x="7209687" y="3499280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1F4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1746B99-D813-4DA4-8F96-41EC43B7B581}"/>
              </a:ext>
            </a:extLst>
          </p:cNvPr>
          <p:cNvSpPr>
            <a:spLocks noGrp="1"/>
          </p:cNvSpPr>
          <p:nvPr/>
        </p:nvSpPr>
        <p:spPr>
          <a:xfrm>
            <a:off x="7603426" y="2791739"/>
            <a:ext cx="826098" cy="744611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43CA3A6-29D0-4C64-AFA9-862D61BAD591}"/>
              </a:ext>
            </a:extLst>
          </p:cNvPr>
          <p:cNvSpPr>
            <a:spLocks noGrp="1"/>
          </p:cNvSpPr>
          <p:nvPr/>
        </p:nvSpPr>
        <p:spPr>
          <a:xfrm>
            <a:off x="7603426" y="2420264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24CE1E34-CE3D-4867-9F93-085D5E9A2C02}"/>
              </a:ext>
            </a:extLst>
          </p:cNvPr>
          <p:cNvSpPr>
            <a:spLocks noGrp="1"/>
          </p:cNvSpPr>
          <p:nvPr/>
        </p:nvSpPr>
        <p:spPr>
          <a:xfrm>
            <a:off x="12604051" y="2791739"/>
            <a:ext cx="826098" cy="744611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0537797-405D-4ED7-96E2-A954DD234DE7}"/>
              </a:ext>
            </a:extLst>
          </p:cNvPr>
          <p:cNvSpPr>
            <a:spLocks noGrp="1"/>
          </p:cNvSpPr>
          <p:nvPr/>
        </p:nvSpPr>
        <p:spPr>
          <a:xfrm>
            <a:off x="12604051" y="2420264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31074907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A5F4F8D-062A-4B0F-8059-7FD264D41A8B}"/>
              </a:ext>
            </a:extLst>
          </p:cNvPr>
          <p:cNvSpPr>
            <a:spLocks noGrp="1"/>
          </p:cNvSpPr>
          <p:nvPr/>
        </p:nvSpPr>
        <p:spPr>
          <a:xfrm>
            <a:off x="190500" y="114300"/>
            <a:ext cx="1428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9UJF · GTP (D:201)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84DCAE-9797-4D76-9DC9-7CABCDB754C5}"/>
              </a:ext>
            </a:extLst>
          </p:cNvPr>
          <p:cNvSpPr>
            <a:spLocks noGrp="1"/>
          </p:cNvSpPr>
          <p:nvPr/>
        </p:nvSpPr>
        <p:spPr>
          <a:xfrm>
            <a:off x="19050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4E6777-EF92-4151-B230-000EA9BD9AB6}"/>
              </a:ext>
            </a:extLst>
          </p:cNvPr>
          <p:cNvSpPr>
            <a:spLocks noGrp="1"/>
          </p:cNvSpPr>
          <p:nvPr/>
        </p:nvSpPr>
        <p:spPr>
          <a:xfrm>
            <a:off x="60007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C4D315-98A7-495C-A66F-AB4EF2673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" y="1123950"/>
            <a:ext cx="4857750" cy="3886200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F2AACDF3-E1CE-4ECE-BE99-F8AAD7988664}"/>
              </a:ext>
            </a:extLst>
          </p:cNvPr>
          <p:cNvSpPr>
            <a:spLocks noGrp="1"/>
          </p:cNvSpPr>
          <p:nvPr/>
        </p:nvSpPr>
        <p:spPr>
          <a:xfrm>
            <a:off x="3452310" y="4819650"/>
            <a:ext cx="1453065" cy="95"/>
          </a:xfrm>
          <a:custGeom>
            <a:avLst/>
            <a:gdLst/>
            <a:ahLst/>
            <a:cxnLst/>
            <a:rect l="0" t="0" r="0" b="0"/>
            <a:pathLst>
              <a:path w="1453065" h="95">
                <a:moveTo>
                  <a:pt x="0" y="0"/>
                </a:moveTo>
                <a:lnTo>
                  <a:pt x="1453065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C248F03-8F1F-447A-8B00-537CEF2C8EBC}"/>
              </a:ext>
            </a:extLst>
          </p:cNvPr>
          <p:cNvSpPr>
            <a:spLocks noGrp="1"/>
          </p:cNvSpPr>
          <p:nvPr/>
        </p:nvSpPr>
        <p:spPr>
          <a:xfrm>
            <a:off x="3404685" y="4514850"/>
            <a:ext cx="178644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4E24AE-0146-4372-ABBD-7842C493EB7C}"/>
              </a:ext>
            </a:extLst>
          </p:cNvPr>
          <p:cNvSpPr>
            <a:spLocks noGrp="1"/>
          </p:cNvSpPr>
          <p:nvPr/>
        </p:nvSpPr>
        <p:spPr>
          <a:xfrm>
            <a:off x="28575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 ligand regions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CBE0EE-865D-49B5-8699-89DC3F6C269A}"/>
              </a:ext>
            </a:extLst>
          </p:cNvPr>
          <p:cNvSpPr>
            <a:spLocks noGrp="1"/>
          </p:cNvSpPr>
          <p:nvPr/>
        </p:nvSpPr>
        <p:spPr>
          <a:xfrm>
            <a:off x="5191125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FD980DA-E3B6-4D7A-AA88-4DE9D53CAA4B}"/>
              </a:ext>
            </a:extLst>
          </p:cNvPr>
          <p:cNvSpPr>
            <a:spLocks noGrp="1"/>
          </p:cNvSpPr>
          <p:nvPr/>
        </p:nvSpPr>
        <p:spPr>
          <a:xfrm>
            <a:off x="5600700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Emap2lig-Find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3C3898C-C7B2-4100-AF4E-9426B55673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91125" y="1123950"/>
            <a:ext cx="4857750" cy="3886200"/>
          </a:xfrm>
          <a:prstGeom prst="rect">
            <a:avLst/>
          </a:prstGeom>
        </p:spPr>
      </p:pic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8FEA5334-497A-48D3-AFF5-B4073206E1EC}"/>
              </a:ext>
            </a:extLst>
          </p:cNvPr>
          <p:cNvSpPr>
            <a:spLocks noGrp="1"/>
          </p:cNvSpPr>
          <p:nvPr/>
        </p:nvSpPr>
        <p:spPr>
          <a:xfrm>
            <a:off x="8452935" y="4819650"/>
            <a:ext cx="1453065" cy="95"/>
          </a:xfrm>
          <a:custGeom>
            <a:avLst/>
            <a:gdLst/>
            <a:ahLst/>
            <a:cxnLst/>
            <a:rect l="0" t="0" r="0" b="0"/>
            <a:pathLst>
              <a:path w="1453065" h="95">
                <a:moveTo>
                  <a:pt x="0" y="0"/>
                </a:moveTo>
                <a:lnTo>
                  <a:pt x="1453065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1454BD1-4BB7-486E-B319-EA99F97A9FBF}"/>
              </a:ext>
            </a:extLst>
          </p:cNvPr>
          <p:cNvSpPr>
            <a:spLocks noGrp="1"/>
          </p:cNvSpPr>
          <p:nvPr/>
        </p:nvSpPr>
        <p:spPr>
          <a:xfrm>
            <a:off x="8405310" y="4514850"/>
            <a:ext cx="178644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E9BC457-B1FA-4BAB-9AC4-8D71FB83D4F8}"/>
              </a:ext>
            </a:extLst>
          </p:cNvPr>
          <p:cNvSpPr>
            <a:spLocks noGrp="1"/>
          </p:cNvSpPr>
          <p:nvPr/>
        </p:nvSpPr>
        <p:spPr>
          <a:xfrm>
            <a:off x="5286375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10 · FP 10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54DA1C-EC27-45BB-AC10-CA9254C1BDCC}"/>
              </a:ext>
            </a:extLst>
          </p:cNvPr>
          <p:cNvSpPr>
            <a:spLocks noGrp="1"/>
          </p:cNvSpPr>
          <p:nvPr/>
        </p:nvSpPr>
        <p:spPr>
          <a:xfrm>
            <a:off x="1019175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F257BDC-3037-4CCC-BEEA-D3C0F251641B}"/>
              </a:ext>
            </a:extLst>
          </p:cNvPr>
          <p:cNvSpPr>
            <a:spLocks noGrp="1"/>
          </p:cNvSpPr>
          <p:nvPr/>
        </p:nvSpPr>
        <p:spPr>
          <a:xfrm>
            <a:off x="1060132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LigandSeek-Find (CA2)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CA152611-72DB-4AAC-AB91-469BF1AC8A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91750" y="1123950"/>
            <a:ext cx="4857750" cy="3886200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42DE825-7D00-4121-A03F-EEDBD3022D89}"/>
              </a:ext>
            </a:extLst>
          </p:cNvPr>
          <p:cNvSpPr>
            <a:spLocks noGrp="1"/>
          </p:cNvSpPr>
          <p:nvPr/>
        </p:nvSpPr>
        <p:spPr>
          <a:xfrm>
            <a:off x="13453560" y="4819650"/>
            <a:ext cx="1453065" cy="95"/>
          </a:xfrm>
          <a:custGeom>
            <a:avLst/>
            <a:gdLst/>
            <a:ahLst/>
            <a:cxnLst/>
            <a:rect l="0" t="0" r="0" b="0"/>
            <a:pathLst>
              <a:path w="1453065" h="95">
                <a:moveTo>
                  <a:pt x="0" y="0"/>
                </a:moveTo>
                <a:lnTo>
                  <a:pt x="1453065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41919B8-C044-4323-B6FB-463F549B2426}"/>
              </a:ext>
            </a:extLst>
          </p:cNvPr>
          <p:cNvSpPr>
            <a:spLocks noGrp="1"/>
          </p:cNvSpPr>
          <p:nvPr/>
        </p:nvSpPr>
        <p:spPr>
          <a:xfrm>
            <a:off x="13405935" y="4514850"/>
            <a:ext cx="178644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5B169F0-741C-4B9E-A157-A06B513B6EA2}"/>
              </a:ext>
            </a:extLst>
          </p:cNvPr>
          <p:cNvSpPr>
            <a:spLocks noGrp="1"/>
          </p:cNvSpPr>
          <p:nvPr/>
        </p:nvSpPr>
        <p:spPr>
          <a:xfrm>
            <a:off x="1028700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10 · FP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5A169B3-4832-47A9-B36B-7AEECC120A70}"/>
              </a:ext>
            </a:extLst>
          </p:cNvPr>
          <p:cNvSpPr>
            <a:spLocks noGrp="1"/>
          </p:cNvSpPr>
          <p:nvPr/>
        </p:nvSpPr>
        <p:spPr>
          <a:xfrm>
            <a:off x="19050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1AEE408-391C-4EF0-A69D-990CC7789DAD}"/>
              </a:ext>
            </a:extLst>
          </p:cNvPr>
          <p:cNvSpPr>
            <a:spLocks noGrp="1"/>
          </p:cNvSpPr>
          <p:nvPr/>
        </p:nvSpPr>
        <p:spPr>
          <a:xfrm>
            <a:off x="60007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 · Receptor-associated FP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BDB9AFD-3C32-482B-B323-60F9AC9E5FC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90500" y="5838825"/>
            <a:ext cx="4857750" cy="3886200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C2F17CDC-8A52-4D7E-87D3-3A1925A04E0B}"/>
              </a:ext>
            </a:extLst>
          </p:cNvPr>
          <p:cNvSpPr>
            <a:spLocks noGrp="1"/>
          </p:cNvSpPr>
          <p:nvPr/>
        </p:nvSpPr>
        <p:spPr>
          <a:xfrm>
            <a:off x="4251267" y="9534525"/>
            <a:ext cx="654108" cy="95"/>
          </a:xfrm>
          <a:custGeom>
            <a:avLst/>
            <a:gdLst/>
            <a:ahLst/>
            <a:cxnLst/>
            <a:rect l="0" t="0" r="0" b="0"/>
            <a:pathLst>
              <a:path w="654108" h="95">
                <a:moveTo>
                  <a:pt x="0" y="0"/>
                </a:moveTo>
                <a:lnTo>
                  <a:pt x="654108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15774E7-18F3-4B23-BFC6-7AFA23B2B620}"/>
              </a:ext>
            </a:extLst>
          </p:cNvPr>
          <p:cNvSpPr>
            <a:spLocks noGrp="1"/>
          </p:cNvSpPr>
          <p:nvPr/>
        </p:nvSpPr>
        <p:spPr>
          <a:xfrm>
            <a:off x="4203642" y="9229725"/>
            <a:ext cx="987483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31D42FF-7C5C-49F5-81BC-2F2F6C42B03F}"/>
              </a:ext>
            </a:extLst>
          </p:cNvPr>
          <p:cNvSpPr>
            <a:spLocks noGrp="1"/>
          </p:cNvSpPr>
          <p:nvPr/>
        </p:nvSpPr>
        <p:spPr>
          <a:xfrm>
            <a:off x="28575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FP · zero overlap with ligand regions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B601A1B9-42AE-41BE-B322-6C7DA45B7353}"/>
              </a:ext>
            </a:extLst>
          </p:cNvPr>
          <p:cNvSpPr>
            <a:spLocks noGrp="1"/>
          </p:cNvSpPr>
          <p:nvPr/>
        </p:nvSpPr>
        <p:spPr>
          <a:xfrm>
            <a:off x="5191125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D67407E-C083-4B0B-8CB4-C81FE1A08A83}"/>
              </a:ext>
            </a:extLst>
          </p:cNvPr>
          <p:cNvSpPr>
            <a:spLocks noGrp="1"/>
          </p:cNvSpPr>
          <p:nvPr/>
        </p:nvSpPr>
        <p:spPr>
          <a:xfrm>
            <a:off x="5600700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Emap2lig-Find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1CB139D5-BE5E-4B8F-A74A-8B6B605EA0F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191125" y="5838825"/>
            <a:ext cx="4857750" cy="3886200"/>
          </a:xfrm>
          <a:prstGeom prst="rect">
            <a:avLst/>
          </a:prstGeom>
        </p:spPr>
      </p:pic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42F6A662-1043-43C1-8074-E91A59BF4193}"/>
              </a:ext>
            </a:extLst>
          </p:cNvPr>
          <p:cNvSpPr>
            <a:spLocks noGrp="1"/>
          </p:cNvSpPr>
          <p:nvPr/>
        </p:nvSpPr>
        <p:spPr>
          <a:xfrm>
            <a:off x="9233671" y="9534525"/>
            <a:ext cx="672329" cy="95"/>
          </a:xfrm>
          <a:custGeom>
            <a:avLst/>
            <a:gdLst/>
            <a:ahLst/>
            <a:cxnLst/>
            <a:rect l="0" t="0" r="0" b="0"/>
            <a:pathLst>
              <a:path w="672329" h="95">
                <a:moveTo>
                  <a:pt x="0" y="0"/>
                </a:moveTo>
                <a:lnTo>
                  <a:pt x="672329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359CE36-20A3-4AC5-8C62-5FAE66588721}"/>
              </a:ext>
            </a:extLst>
          </p:cNvPr>
          <p:cNvSpPr>
            <a:spLocks noGrp="1"/>
          </p:cNvSpPr>
          <p:nvPr/>
        </p:nvSpPr>
        <p:spPr>
          <a:xfrm>
            <a:off x="9186046" y="9229725"/>
            <a:ext cx="1005704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C5145F0-B8AA-40D3-9C4A-EBC797E23AFB}"/>
              </a:ext>
            </a:extLst>
          </p:cNvPr>
          <p:cNvSpPr>
            <a:spLocks noGrp="1"/>
          </p:cNvSpPr>
          <p:nvPr/>
        </p:nvSpPr>
        <p:spPr>
          <a:xfrm>
            <a:off x="5286375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0.560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7DEA79E5-456C-414B-BAA7-1B3AF2B90E2E}"/>
              </a:ext>
            </a:extLst>
          </p:cNvPr>
          <p:cNvSpPr>
            <a:spLocks noGrp="1"/>
          </p:cNvSpPr>
          <p:nvPr/>
        </p:nvSpPr>
        <p:spPr>
          <a:xfrm>
            <a:off x="1019175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DFC8A7C8-FF28-4A42-8119-A85FB48AA2FF}"/>
              </a:ext>
            </a:extLst>
          </p:cNvPr>
          <p:cNvSpPr>
            <a:spLocks noGrp="1"/>
          </p:cNvSpPr>
          <p:nvPr/>
        </p:nvSpPr>
        <p:spPr>
          <a:xfrm>
            <a:off x="1060132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LigandSeek-Find (CA2)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C13B3E63-FDB7-41C3-8001-066972B4BB6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191750" y="5838825"/>
            <a:ext cx="4857750" cy="3886200"/>
          </a:xfrm>
          <a:prstGeom prst="rect">
            <a:avLst/>
          </a:prstGeom>
        </p:spPr>
      </p:pic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A114CAD-243A-42AF-AB7B-E23993FA7DFC}"/>
              </a:ext>
            </a:extLst>
          </p:cNvPr>
          <p:cNvSpPr>
            <a:spLocks noGrp="1"/>
          </p:cNvSpPr>
          <p:nvPr/>
        </p:nvSpPr>
        <p:spPr>
          <a:xfrm>
            <a:off x="14234296" y="9534525"/>
            <a:ext cx="672329" cy="95"/>
          </a:xfrm>
          <a:custGeom>
            <a:avLst/>
            <a:gdLst/>
            <a:ahLst/>
            <a:cxnLst/>
            <a:rect l="0" t="0" r="0" b="0"/>
            <a:pathLst>
              <a:path w="672329" h="95">
                <a:moveTo>
                  <a:pt x="0" y="0"/>
                </a:moveTo>
                <a:lnTo>
                  <a:pt x="672329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BF368EEB-6539-4BE1-B108-93AFAEE1FC5A}"/>
              </a:ext>
            </a:extLst>
          </p:cNvPr>
          <p:cNvSpPr>
            <a:spLocks noGrp="1"/>
          </p:cNvSpPr>
          <p:nvPr/>
        </p:nvSpPr>
        <p:spPr>
          <a:xfrm>
            <a:off x="14186671" y="9229725"/>
            <a:ext cx="1005704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3219AED-4A74-4424-8D26-45CE72FAD7C9}"/>
              </a:ext>
            </a:extLst>
          </p:cNvPr>
          <p:cNvSpPr>
            <a:spLocks noGrp="1"/>
          </p:cNvSpPr>
          <p:nvPr/>
        </p:nvSpPr>
        <p:spPr>
          <a:xfrm>
            <a:off x="1028700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0.864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B667A2C-2F82-4037-ACEF-8BFCDA5F3454}"/>
              </a:ext>
            </a:extLst>
          </p:cNvPr>
          <p:cNvSpPr>
            <a:spLocks noGrp="1"/>
          </p:cNvSpPr>
          <p:nvPr/>
        </p:nvSpPr>
        <p:spPr>
          <a:xfrm>
            <a:off x="6656842" y="2493412"/>
            <a:ext cx="498317" cy="442102"/>
          </a:xfrm>
          <a:prstGeom prst="rect">
            <a:avLst/>
          </a:prstGeom>
          <a:noFill/>
          <a:ln w="19050">
            <a:solidFill>
              <a:srgbClr val="B51F4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842CFF5-8B70-4EB3-9569-3CFC6DB0470A}"/>
              </a:ext>
            </a:extLst>
          </p:cNvPr>
          <p:cNvSpPr>
            <a:spLocks noGrp="1"/>
          </p:cNvSpPr>
          <p:nvPr/>
        </p:nvSpPr>
        <p:spPr>
          <a:xfrm>
            <a:off x="6390142" y="2566826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1F4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AA48C0CB-0076-4306-A531-95B127619C0E}"/>
              </a:ext>
            </a:extLst>
          </p:cNvPr>
          <p:cNvSpPr>
            <a:spLocks noGrp="1"/>
          </p:cNvSpPr>
          <p:nvPr/>
        </p:nvSpPr>
        <p:spPr>
          <a:xfrm>
            <a:off x="8075062" y="2879075"/>
            <a:ext cx="842143" cy="840450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26A7A870-7F54-430F-AC1F-E8F5A127327A}"/>
              </a:ext>
            </a:extLst>
          </p:cNvPr>
          <p:cNvSpPr>
            <a:spLocks noGrp="1"/>
          </p:cNvSpPr>
          <p:nvPr/>
        </p:nvSpPr>
        <p:spPr>
          <a:xfrm>
            <a:off x="8075062" y="2507600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222F974-1202-42FF-B1B4-3F4ABDEB2E64}"/>
              </a:ext>
            </a:extLst>
          </p:cNvPr>
          <p:cNvSpPr>
            <a:spLocks noGrp="1"/>
          </p:cNvSpPr>
          <p:nvPr/>
        </p:nvSpPr>
        <p:spPr>
          <a:xfrm>
            <a:off x="13075687" y="2879075"/>
            <a:ext cx="842143" cy="840450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0672C826-764F-417F-B1B8-3D11F4281EC9}"/>
              </a:ext>
            </a:extLst>
          </p:cNvPr>
          <p:cNvSpPr>
            <a:spLocks noGrp="1"/>
          </p:cNvSpPr>
          <p:nvPr/>
        </p:nvSpPr>
        <p:spPr>
          <a:xfrm>
            <a:off x="13075687" y="2507600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4674751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D3CD5FFA-07BB-474C-8BB7-8E4AD31FC2CB}"/>
              </a:ext>
            </a:extLst>
          </p:cNvPr>
          <p:cNvSpPr>
            <a:spLocks noGrp="1"/>
          </p:cNvSpPr>
          <p:nvPr/>
        </p:nvSpPr>
        <p:spPr>
          <a:xfrm>
            <a:off x="190500" y="114300"/>
            <a:ext cx="1428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9WFU · ATP (A:1401)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96470B-981E-4FF7-BFD7-C305F8ED7214}"/>
              </a:ext>
            </a:extLst>
          </p:cNvPr>
          <p:cNvSpPr>
            <a:spLocks noGrp="1"/>
          </p:cNvSpPr>
          <p:nvPr/>
        </p:nvSpPr>
        <p:spPr>
          <a:xfrm>
            <a:off x="19050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48922D-9DCC-4660-A869-CFBB97206CA5}"/>
              </a:ext>
            </a:extLst>
          </p:cNvPr>
          <p:cNvSpPr>
            <a:spLocks noGrp="1"/>
          </p:cNvSpPr>
          <p:nvPr/>
        </p:nvSpPr>
        <p:spPr>
          <a:xfrm>
            <a:off x="60007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960C88A-1D58-4808-A976-CFC0695AFB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" y="1123950"/>
            <a:ext cx="4857750" cy="3886200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80858462-2376-454F-9D0C-62AC43A1C9AA}"/>
              </a:ext>
            </a:extLst>
          </p:cNvPr>
          <p:cNvSpPr>
            <a:spLocks noGrp="1"/>
          </p:cNvSpPr>
          <p:nvPr/>
        </p:nvSpPr>
        <p:spPr>
          <a:xfrm>
            <a:off x="3398963" y="4819650"/>
            <a:ext cx="1506412" cy="95"/>
          </a:xfrm>
          <a:custGeom>
            <a:avLst/>
            <a:gdLst/>
            <a:ahLst/>
            <a:cxnLst/>
            <a:rect l="0" t="0" r="0" b="0"/>
            <a:pathLst>
              <a:path w="1506412" h="95">
                <a:moveTo>
                  <a:pt x="0" y="0"/>
                </a:moveTo>
                <a:lnTo>
                  <a:pt x="1506412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1B0F7FF-44BA-46C9-9A23-95ABDC59A2C6}"/>
              </a:ext>
            </a:extLst>
          </p:cNvPr>
          <p:cNvSpPr>
            <a:spLocks noGrp="1"/>
          </p:cNvSpPr>
          <p:nvPr/>
        </p:nvSpPr>
        <p:spPr>
          <a:xfrm>
            <a:off x="3351338" y="4514850"/>
            <a:ext cx="1839787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EDFF1F-AAD8-4106-9931-47149BD3B56A}"/>
              </a:ext>
            </a:extLst>
          </p:cNvPr>
          <p:cNvSpPr>
            <a:spLocks noGrp="1"/>
          </p:cNvSpPr>
          <p:nvPr/>
        </p:nvSpPr>
        <p:spPr>
          <a:xfrm>
            <a:off x="28575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 ligand regions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FFAACF8-4927-486F-9595-51F67F01C0B8}"/>
              </a:ext>
            </a:extLst>
          </p:cNvPr>
          <p:cNvSpPr>
            <a:spLocks noGrp="1"/>
          </p:cNvSpPr>
          <p:nvPr/>
        </p:nvSpPr>
        <p:spPr>
          <a:xfrm>
            <a:off x="5191125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BDB5193-7284-493D-BF2B-A66C26839BF7}"/>
              </a:ext>
            </a:extLst>
          </p:cNvPr>
          <p:cNvSpPr>
            <a:spLocks noGrp="1"/>
          </p:cNvSpPr>
          <p:nvPr/>
        </p:nvSpPr>
        <p:spPr>
          <a:xfrm>
            <a:off x="5600700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Emap2lig-Find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7942F9A-5D68-4226-A3FA-2B0A0D0AF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91125" y="1123950"/>
            <a:ext cx="4857750" cy="3886200"/>
          </a:xfrm>
          <a:prstGeom prst="rect">
            <a:avLst/>
          </a:prstGeom>
        </p:spPr>
      </p:pic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92F476DE-5C4F-482F-B701-3C7E26FB3EE2}"/>
              </a:ext>
            </a:extLst>
          </p:cNvPr>
          <p:cNvSpPr>
            <a:spLocks noGrp="1"/>
          </p:cNvSpPr>
          <p:nvPr/>
        </p:nvSpPr>
        <p:spPr>
          <a:xfrm>
            <a:off x="8399588" y="4819650"/>
            <a:ext cx="1506412" cy="95"/>
          </a:xfrm>
          <a:custGeom>
            <a:avLst/>
            <a:gdLst/>
            <a:ahLst/>
            <a:cxnLst/>
            <a:rect l="0" t="0" r="0" b="0"/>
            <a:pathLst>
              <a:path w="1506412" h="95">
                <a:moveTo>
                  <a:pt x="0" y="0"/>
                </a:moveTo>
                <a:lnTo>
                  <a:pt x="1506412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9856CCE-E867-4D49-99A2-BD141B96A01B}"/>
              </a:ext>
            </a:extLst>
          </p:cNvPr>
          <p:cNvSpPr>
            <a:spLocks noGrp="1"/>
          </p:cNvSpPr>
          <p:nvPr/>
        </p:nvSpPr>
        <p:spPr>
          <a:xfrm>
            <a:off x="8351963" y="4514850"/>
            <a:ext cx="1839787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E65CB03-B51A-46CD-94C5-697CB53BCE8D}"/>
              </a:ext>
            </a:extLst>
          </p:cNvPr>
          <p:cNvSpPr>
            <a:spLocks noGrp="1"/>
          </p:cNvSpPr>
          <p:nvPr/>
        </p:nvSpPr>
        <p:spPr>
          <a:xfrm>
            <a:off x="5286375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2 · FP 8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7EC222-BF57-451A-BA0D-A0422A32991C}"/>
              </a:ext>
            </a:extLst>
          </p:cNvPr>
          <p:cNvSpPr>
            <a:spLocks noGrp="1"/>
          </p:cNvSpPr>
          <p:nvPr/>
        </p:nvSpPr>
        <p:spPr>
          <a:xfrm>
            <a:off x="1019175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3D6F1E-12E6-465A-A233-B797A24B2512}"/>
              </a:ext>
            </a:extLst>
          </p:cNvPr>
          <p:cNvSpPr>
            <a:spLocks noGrp="1"/>
          </p:cNvSpPr>
          <p:nvPr/>
        </p:nvSpPr>
        <p:spPr>
          <a:xfrm>
            <a:off x="1060132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LigandSeek-Find (CA2)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F8E8C1A5-3265-445D-8177-49272C78EA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91750" y="1123950"/>
            <a:ext cx="4857750" cy="3886200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E5B60FA1-330F-4ED2-8489-EBED06A20F65}"/>
              </a:ext>
            </a:extLst>
          </p:cNvPr>
          <p:cNvSpPr>
            <a:spLocks noGrp="1"/>
          </p:cNvSpPr>
          <p:nvPr/>
        </p:nvSpPr>
        <p:spPr>
          <a:xfrm>
            <a:off x="13400213" y="4819650"/>
            <a:ext cx="1506412" cy="95"/>
          </a:xfrm>
          <a:custGeom>
            <a:avLst/>
            <a:gdLst/>
            <a:ahLst/>
            <a:cxnLst/>
            <a:rect l="0" t="0" r="0" b="0"/>
            <a:pathLst>
              <a:path w="1506412" h="95">
                <a:moveTo>
                  <a:pt x="0" y="0"/>
                </a:moveTo>
                <a:lnTo>
                  <a:pt x="1506412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34356E3-3B74-471C-8752-BFEF41EF3F0F}"/>
              </a:ext>
            </a:extLst>
          </p:cNvPr>
          <p:cNvSpPr>
            <a:spLocks noGrp="1"/>
          </p:cNvSpPr>
          <p:nvPr/>
        </p:nvSpPr>
        <p:spPr>
          <a:xfrm>
            <a:off x="13352588" y="4514850"/>
            <a:ext cx="1839787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AB7AF6-5CF6-4AFB-9737-1A838E4880AC}"/>
              </a:ext>
            </a:extLst>
          </p:cNvPr>
          <p:cNvSpPr>
            <a:spLocks noGrp="1"/>
          </p:cNvSpPr>
          <p:nvPr/>
        </p:nvSpPr>
        <p:spPr>
          <a:xfrm>
            <a:off x="1028700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2 · FP 0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9AFC99-A763-4962-A379-C60AAB92BEBA}"/>
              </a:ext>
            </a:extLst>
          </p:cNvPr>
          <p:cNvSpPr>
            <a:spLocks noGrp="1"/>
          </p:cNvSpPr>
          <p:nvPr/>
        </p:nvSpPr>
        <p:spPr>
          <a:xfrm>
            <a:off x="19050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5862D009-5385-4AD7-B29D-C9DB21457EF9}"/>
              </a:ext>
            </a:extLst>
          </p:cNvPr>
          <p:cNvSpPr>
            <a:spLocks noGrp="1"/>
          </p:cNvSpPr>
          <p:nvPr/>
        </p:nvSpPr>
        <p:spPr>
          <a:xfrm>
            <a:off x="60007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 · Receptor-associated FP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20CFAB44-0405-4A77-BF69-64FCAE9E91A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90500" y="5838825"/>
            <a:ext cx="4857750" cy="3886200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10C1F289-2B9A-4AA0-8411-E946FEA2B884}"/>
              </a:ext>
            </a:extLst>
          </p:cNvPr>
          <p:cNvSpPr>
            <a:spLocks noGrp="1"/>
          </p:cNvSpPr>
          <p:nvPr/>
        </p:nvSpPr>
        <p:spPr>
          <a:xfrm>
            <a:off x="4318380" y="9534525"/>
            <a:ext cx="586995" cy="95"/>
          </a:xfrm>
          <a:custGeom>
            <a:avLst/>
            <a:gdLst/>
            <a:ahLst/>
            <a:cxnLst/>
            <a:rect l="0" t="0" r="0" b="0"/>
            <a:pathLst>
              <a:path w="586995" h="95">
                <a:moveTo>
                  <a:pt x="0" y="0"/>
                </a:moveTo>
                <a:lnTo>
                  <a:pt x="586995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10D367DE-5DB5-4545-9CAC-2B13306F0B22}"/>
              </a:ext>
            </a:extLst>
          </p:cNvPr>
          <p:cNvSpPr>
            <a:spLocks noGrp="1"/>
          </p:cNvSpPr>
          <p:nvPr/>
        </p:nvSpPr>
        <p:spPr>
          <a:xfrm>
            <a:off x="4270755" y="9229725"/>
            <a:ext cx="92037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7EF8F20-FC49-47DA-BAC6-318A3E101203}"/>
              </a:ext>
            </a:extLst>
          </p:cNvPr>
          <p:cNvSpPr>
            <a:spLocks noGrp="1"/>
          </p:cNvSpPr>
          <p:nvPr/>
        </p:nvSpPr>
        <p:spPr>
          <a:xfrm>
            <a:off x="28575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FP · zero overlap with ligand regions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BF3BB37-7BDB-445A-AED2-C1C432478A23}"/>
              </a:ext>
            </a:extLst>
          </p:cNvPr>
          <p:cNvSpPr>
            <a:spLocks noGrp="1"/>
          </p:cNvSpPr>
          <p:nvPr/>
        </p:nvSpPr>
        <p:spPr>
          <a:xfrm>
            <a:off x="5191125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F69EE9AC-C32B-4C0C-B9FF-184726EB9383}"/>
              </a:ext>
            </a:extLst>
          </p:cNvPr>
          <p:cNvSpPr>
            <a:spLocks noGrp="1"/>
          </p:cNvSpPr>
          <p:nvPr/>
        </p:nvSpPr>
        <p:spPr>
          <a:xfrm>
            <a:off x="5600700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Emap2lig-Find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E33C0806-A0F5-4535-9E3D-0867489D03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191125" y="5838825"/>
            <a:ext cx="4857750" cy="3886200"/>
          </a:xfrm>
          <a:prstGeom prst="rect">
            <a:avLst/>
          </a:prstGeom>
        </p:spPr>
      </p:pic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A680C91-13F3-437A-B1A0-5197CC9C7B33}"/>
              </a:ext>
            </a:extLst>
          </p:cNvPr>
          <p:cNvSpPr>
            <a:spLocks noGrp="1"/>
          </p:cNvSpPr>
          <p:nvPr/>
        </p:nvSpPr>
        <p:spPr>
          <a:xfrm>
            <a:off x="9108023" y="9534525"/>
            <a:ext cx="797977" cy="95"/>
          </a:xfrm>
          <a:custGeom>
            <a:avLst/>
            <a:gdLst/>
            <a:ahLst/>
            <a:cxnLst/>
            <a:rect l="0" t="0" r="0" b="0"/>
            <a:pathLst>
              <a:path w="797977" h="95">
                <a:moveTo>
                  <a:pt x="0" y="0"/>
                </a:moveTo>
                <a:lnTo>
                  <a:pt x="797977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0E473EE8-6B7F-453F-8DB2-2DA74AF86BE0}"/>
              </a:ext>
            </a:extLst>
          </p:cNvPr>
          <p:cNvSpPr>
            <a:spLocks noGrp="1"/>
          </p:cNvSpPr>
          <p:nvPr/>
        </p:nvSpPr>
        <p:spPr>
          <a:xfrm>
            <a:off x="9060398" y="9229725"/>
            <a:ext cx="1131352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7ED8CAC-B4C8-4CA3-91DF-9F8FAF4CC09C}"/>
              </a:ext>
            </a:extLst>
          </p:cNvPr>
          <p:cNvSpPr>
            <a:spLocks noGrp="1"/>
          </p:cNvSpPr>
          <p:nvPr/>
        </p:nvSpPr>
        <p:spPr>
          <a:xfrm>
            <a:off x="5286375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0.655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2577BF95-342D-4B0E-A8A8-B3D77B15870C}"/>
              </a:ext>
            </a:extLst>
          </p:cNvPr>
          <p:cNvSpPr>
            <a:spLocks noGrp="1"/>
          </p:cNvSpPr>
          <p:nvPr/>
        </p:nvSpPr>
        <p:spPr>
          <a:xfrm>
            <a:off x="1019175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9851F4F1-D9B2-4F87-BC27-372EBFED9765}"/>
              </a:ext>
            </a:extLst>
          </p:cNvPr>
          <p:cNvSpPr>
            <a:spLocks noGrp="1"/>
          </p:cNvSpPr>
          <p:nvPr/>
        </p:nvSpPr>
        <p:spPr>
          <a:xfrm>
            <a:off x="1060132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LigandSeek-Find (CA2)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86D21134-854F-49DD-A5D8-7918DF0930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191750" y="5838825"/>
            <a:ext cx="4857750" cy="3886200"/>
          </a:xfrm>
          <a:prstGeom prst="rect">
            <a:avLst/>
          </a:prstGeom>
        </p:spPr>
      </p:pic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ACA05B82-9E80-409C-AF59-B728CEDCFD93}"/>
              </a:ext>
            </a:extLst>
          </p:cNvPr>
          <p:cNvSpPr>
            <a:spLocks noGrp="1"/>
          </p:cNvSpPr>
          <p:nvPr/>
        </p:nvSpPr>
        <p:spPr>
          <a:xfrm>
            <a:off x="14108648" y="9534525"/>
            <a:ext cx="797977" cy="95"/>
          </a:xfrm>
          <a:custGeom>
            <a:avLst/>
            <a:gdLst/>
            <a:ahLst/>
            <a:cxnLst/>
            <a:rect l="0" t="0" r="0" b="0"/>
            <a:pathLst>
              <a:path w="797977" h="95">
                <a:moveTo>
                  <a:pt x="0" y="0"/>
                </a:moveTo>
                <a:lnTo>
                  <a:pt x="797977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DBD61EE-7DF5-43A1-BED1-40E6222C729B}"/>
              </a:ext>
            </a:extLst>
          </p:cNvPr>
          <p:cNvSpPr>
            <a:spLocks noGrp="1"/>
          </p:cNvSpPr>
          <p:nvPr/>
        </p:nvSpPr>
        <p:spPr>
          <a:xfrm>
            <a:off x="14061023" y="9229725"/>
            <a:ext cx="1131352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95611CE9-53D7-4C1D-8056-E928698128C9}"/>
              </a:ext>
            </a:extLst>
          </p:cNvPr>
          <p:cNvSpPr>
            <a:spLocks noGrp="1"/>
          </p:cNvSpPr>
          <p:nvPr/>
        </p:nvSpPr>
        <p:spPr>
          <a:xfrm>
            <a:off x="1028700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0.743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D288AAF5-61F0-48BC-9132-5FB4DF75B592}"/>
              </a:ext>
            </a:extLst>
          </p:cNvPr>
          <p:cNvSpPr>
            <a:spLocks noGrp="1"/>
          </p:cNvSpPr>
          <p:nvPr/>
        </p:nvSpPr>
        <p:spPr>
          <a:xfrm>
            <a:off x="7107134" y="3085990"/>
            <a:ext cx="562431" cy="594002"/>
          </a:xfrm>
          <a:prstGeom prst="rect">
            <a:avLst/>
          </a:prstGeom>
          <a:noFill/>
          <a:ln w="19050">
            <a:solidFill>
              <a:srgbClr val="B51F4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90F92996-D047-4BC0-B1A2-68CC3DBB1530}"/>
              </a:ext>
            </a:extLst>
          </p:cNvPr>
          <p:cNvSpPr>
            <a:spLocks noGrp="1"/>
          </p:cNvSpPr>
          <p:nvPr/>
        </p:nvSpPr>
        <p:spPr>
          <a:xfrm>
            <a:off x="6840434" y="3235354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1F4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0579C5D-6E9F-44FF-9484-39723C8319F5}"/>
              </a:ext>
            </a:extLst>
          </p:cNvPr>
          <p:cNvSpPr>
            <a:spLocks noGrp="1"/>
          </p:cNvSpPr>
          <p:nvPr/>
        </p:nvSpPr>
        <p:spPr>
          <a:xfrm>
            <a:off x="6315515" y="3091505"/>
            <a:ext cx="912620" cy="735621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8F59122F-5CCE-46EE-A309-F709D555E11B}"/>
              </a:ext>
            </a:extLst>
          </p:cNvPr>
          <p:cNvSpPr>
            <a:spLocks noGrp="1"/>
          </p:cNvSpPr>
          <p:nvPr/>
        </p:nvSpPr>
        <p:spPr>
          <a:xfrm>
            <a:off x="6315515" y="2720030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3E507858-7B30-4819-B6A9-7F0C9B49E3BA}"/>
              </a:ext>
            </a:extLst>
          </p:cNvPr>
          <p:cNvSpPr>
            <a:spLocks noGrp="1"/>
          </p:cNvSpPr>
          <p:nvPr/>
        </p:nvSpPr>
        <p:spPr>
          <a:xfrm>
            <a:off x="11316140" y="3091505"/>
            <a:ext cx="912620" cy="735621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5167F0C-A437-4024-B836-8493BA6D2D32}"/>
              </a:ext>
            </a:extLst>
          </p:cNvPr>
          <p:cNvSpPr>
            <a:spLocks noGrp="1"/>
          </p:cNvSpPr>
          <p:nvPr/>
        </p:nvSpPr>
        <p:spPr>
          <a:xfrm>
            <a:off x="11316140" y="2720030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42704937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C89E9FF2-084F-4205-BD22-D618F38CF91D}"/>
              </a:ext>
            </a:extLst>
          </p:cNvPr>
          <p:cNvSpPr>
            <a:spLocks noGrp="1"/>
          </p:cNvSpPr>
          <p:nvPr/>
        </p:nvSpPr>
        <p:spPr>
          <a:xfrm>
            <a:off x="190500" y="114300"/>
            <a:ext cx="14287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9X0X · PTY (T:801)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52BA6CF-F536-4D82-96C2-A2BC40438901}"/>
              </a:ext>
            </a:extLst>
          </p:cNvPr>
          <p:cNvSpPr>
            <a:spLocks noGrp="1"/>
          </p:cNvSpPr>
          <p:nvPr/>
        </p:nvSpPr>
        <p:spPr>
          <a:xfrm>
            <a:off x="19050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0DFE8B5-CFA0-4C07-9A0F-8B66DF272348}"/>
              </a:ext>
            </a:extLst>
          </p:cNvPr>
          <p:cNvSpPr>
            <a:spLocks noGrp="1"/>
          </p:cNvSpPr>
          <p:nvPr/>
        </p:nvSpPr>
        <p:spPr>
          <a:xfrm>
            <a:off x="60007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B98F68F-04B1-44A6-9586-7677A14A7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90500" y="1123950"/>
            <a:ext cx="4857750" cy="3886200"/>
          </a:xfrm>
          <a:prstGeom prst="rect">
            <a:avLst/>
          </a:prstGeom>
        </p:spPr>
      </p:pic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9A578AF0-81A5-4B70-8549-5E76F2A2897B}"/>
              </a:ext>
            </a:extLst>
          </p:cNvPr>
          <p:cNvSpPr>
            <a:spLocks noGrp="1"/>
          </p:cNvSpPr>
          <p:nvPr/>
        </p:nvSpPr>
        <p:spPr>
          <a:xfrm>
            <a:off x="4038374" y="4819650"/>
            <a:ext cx="867001" cy="95"/>
          </a:xfrm>
          <a:custGeom>
            <a:avLst/>
            <a:gdLst/>
            <a:ahLst/>
            <a:cxnLst/>
            <a:rect l="0" t="0" r="0" b="0"/>
            <a:pathLst>
              <a:path w="867001" h="95">
                <a:moveTo>
                  <a:pt x="0" y="0"/>
                </a:moveTo>
                <a:lnTo>
                  <a:pt x="86700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BC25DF-9F2D-44F3-B17A-70508BEB9227}"/>
              </a:ext>
            </a:extLst>
          </p:cNvPr>
          <p:cNvSpPr>
            <a:spLocks noGrp="1"/>
          </p:cNvSpPr>
          <p:nvPr/>
        </p:nvSpPr>
        <p:spPr>
          <a:xfrm>
            <a:off x="3990749" y="4514850"/>
            <a:ext cx="120037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8172F44-B8E3-4961-8F3F-55E2DA36CEC3}"/>
              </a:ext>
            </a:extLst>
          </p:cNvPr>
          <p:cNvSpPr>
            <a:spLocks noGrp="1"/>
          </p:cNvSpPr>
          <p:nvPr/>
        </p:nvSpPr>
        <p:spPr>
          <a:xfrm>
            <a:off x="28575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Reference ligand regions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53F08C-3E38-4DD7-8D2A-34BB81BC2BA3}"/>
              </a:ext>
            </a:extLst>
          </p:cNvPr>
          <p:cNvSpPr>
            <a:spLocks noGrp="1"/>
          </p:cNvSpPr>
          <p:nvPr/>
        </p:nvSpPr>
        <p:spPr>
          <a:xfrm>
            <a:off x="5191125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DC4719C-F689-438C-9E13-6E044F89EC0B}"/>
              </a:ext>
            </a:extLst>
          </p:cNvPr>
          <p:cNvSpPr>
            <a:spLocks noGrp="1"/>
          </p:cNvSpPr>
          <p:nvPr/>
        </p:nvSpPr>
        <p:spPr>
          <a:xfrm>
            <a:off x="5600700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Emap2lig-Find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AA6AAFA-7A6A-467D-ADC4-1CF76CB2F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191125" y="1123950"/>
            <a:ext cx="4857750" cy="3886200"/>
          </a:xfrm>
          <a:prstGeom prst="rect">
            <a:avLst/>
          </a:prstGeom>
        </p:spPr>
      </p:pic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7FC72173-4897-4A38-8541-5A7A925DFB23}"/>
              </a:ext>
            </a:extLst>
          </p:cNvPr>
          <p:cNvSpPr>
            <a:spLocks noGrp="1"/>
          </p:cNvSpPr>
          <p:nvPr/>
        </p:nvSpPr>
        <p:spPr>
          <a:xfrm>
            <a:off x="9038999" y="4819650"/>
            <a:ext cx="867001" cy="95"/>
          </a:xfrm>
          <a:custGeom>
            <a:avLst/>
            <a:gdLst/>
            <a:ahLst/>
            <a:cxnLst/>
            <a:rect l="0" t="0" r="0" b="0"/>
            <a:pathLst>
              <a:path w="867001" h="95">
                <a:moveTo>
                  <a:pt x="0" y="0"/>
                </a:moveTo>
                <a:lnTo>
                  <a:pt x="86700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0E162C0-AD5C-4240-897C-828677FC67A9}"/>
              </a:ext>
            </a:extLst>
          </p:cNvPr>
          <p:cNvSpPr>
            <a:spLocks noGrp="1"/>
          </p:cNvSpPr>
          <p:nvPr/>
        </p:nvSpPr>
        <p:spPr>
          <a:xfrm>
            <a:off x="8991374" y="4514850"/>
            <a:ext cx="120037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FA276D9-D745-41CD-9917-34B6BDC1C5A9}"/>
              </a:ext>
            </a:extLst>
          </p:cNvPr>
          <p:cNvSpPr>
            <a:spLocks noGrp="1"/>
          </p:cNvSpPr>
          <p:nvPr/>
        </p:nvSpPr>
        <p:spPr>
          <a:xfrm>
            <a:off x="5286375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12 · FP 65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7D7CE1F-BE1A-465D-80AB-6866E6493D61}"/>
              </a:ext>
            </a:extLst>
          </p:cNvPr>
          <p:cNvSpPr>
            <a:spLocks noGrp="1"/>
          </p:cNvSpPr>
          <p:nvPr/>
        </p:nvSpPr>
        <p:spPr>
          <a:xfrm>
            <a:off x="10191750" y="666750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7EF973-51B3-4993-8AEB-4DA5E3086EAA}"/>
              </a:ext>
            </a:extLst>
          </p:cNvPr>
          <p:cNvSpPr>
            <a:spLocks noGrp="1"/>
          </p:cNvSpPr>
          <p:nvPr/>
        </p:nvSpPr>
        <p:spPr>
          <a:xfrm>
            <a:off x="10601325" y="704850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LigandSeek-Find (CA2)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3688571F-35D8-4C12-9FEF-6DB1756EBB0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10191750" y="1123950"/>
            <a:ext cx="4857750" cy="3886200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FE8D59EF-C299-4B23-BFB2-80302B3B5CE5}"/>
              </a:ext>
            </a:extLst>
          </p:cNvPr>
          <p:cNvSpPr>
            <a:spLocks noGrp="1"/>
          </p:cNvSpPr>
          <p:nvPr/>
        </p:nvSpPr>
        <p:spPr>
          <a:xfrm>
            <a:off x="14039624" y="4819650"/>
            <a:ext cx="867001" cy="95"/>
          </a:xfrm>
          <a:custGeom>
            <a:avLst/>
            <a:gdLst/>
            <a:ahLst/>
            <a:cxnLst/>
            <a:rect l="0" t="0" r="0" b="0"/>
            <a:pathLst>
              <a:path w="867001" h="95">
                <a:moveTo>
                  <a:pt x="0" y="0"/>
                </a:moveTo>
                <a:lnTo>
                  <a:pt x="867001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FF5BA21-8208-4FAD-8176-41CC834A8DB2}"/>
              </a:ext>
            </a:extLst>
          </p:cNvPr>
          <p:cNvSpPr>
            <a:spLocks noGrp="1"/>
          </p:cNvSpPr>
          <p:nvPr/>
        </p:nvSpPr>
        <p:spPr>
          <a:xfrm>
            <a:off x="13991999" y="4514850"/>
            <a:ext cx="1200376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50 Å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D956C2A-AFC7-4986-AC44-A2BCC91FD43C}"/>
              </a:ext>
            </a:extLst>
          </p:cNvPr>
          <p:cNvSpPr>
            <a:spLocks noGrp="1"/>
          </p:cNvSpPr>
          <p:nvPr/>
        </p:nvSpPr>
        <p:spPr>
          <a:xfrm>
            <a:off x="10287000" y="5038725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TP 14 · FP 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D10A99E-CD56-42D9-8CD6-8C0DD9B5788C}"/>
              </a:ext>
            </a:extLst>
          </p:cNvPr>
          <p:cNvSpPr>
            <a:spLocks noGrp="1"/>
          </p:cNvSpPr>
          <p:nvPr/>
        </p:nvSpPr>
        <p:spPr>
          <a:xfrm>
            <a:off x="19050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96D39F0-FE4C-41D3-B6C8-5AB4181CED4A}"/>
              </a:ext>
            </a:extLst>
          </p:cNvPr>
          <p:cNvSpPr>
            <a:spLocks noGrp="1"/>
          </p:cNvSpPr>
          <p:nvPr/>
        </p:nvSpPr>
        <p:spPr>
          <a:xfrm>
            <a:off x="60007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 · Receptor-associated FP</a:t>
            </a: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D5E8CC97-589A-42F5-98EE-7321F7F5EB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190500" y="5838825"/>
            <a:ext cx="4857750" cy="3886200"/>
          </a:xfrm>
          <a:prstGeom prst="rect">
            <a:avLst/>
          </a:prstGeom>
        </p:spPr>
      </p:pic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84029989-1685-4021-BB95-E6CA2E4EF347}"/>
              </a:ext>
            </a:extLst>
          </p:cNvPr>
          <p:cNvSpPr>
            <a:spLocks noGrp="1"/>
          </p:cNvSpPr>
          <p:nvPr/>
        </p:nvSpPr>
        <p:spPr>
          <a:xfrm>
            <a:off x="4316591" y="9534525"/>
            <a:ext cx="588784" cy="95"/>
          </a:xfrm>
          <a:custGeom>
            <a:avLst/>
            <a:gdLst/>
            <a:ahLst/>
            <a:cxnLst/>
            <a:rect l="0" t="0" r="0" b="0"/>
            <a:pathLst>
              <a:path w="588784" h="95">
                <a:moveTo>
                  <a:pt x="0" y="0"/>
                </a:moveTo>
                <a:lnTo>
                  <a:pt x="588784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2D8E1DA-A043-41AC-9838-DAC4A5CC1683}"/>
              </a:ext>
            </a:extLst>
          </p:cNvPr>
          <p:cNvSpPr>
            <a:spLocks noGrp="1"/>
          </p:cNvSpPr>
          <p:nvPr/>
        </p:nvSpPr>
        <p:spPr>
          <a:xfrm>
            <a:off x="4268966" y="9229725"/>
            <a:ext cx="922159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1AD8372-7ED8-42C9-83BF-CE3D45A61265}"/>
              </a:ext>
            </a:extLst>
          </p:cNvPr>
          <p:cNvSpPr>
            <a:spLocks noGrp="1"/>
          </p:cNvSpPr>
          <p:nvPr/>
        </p:nvSpPr>
        <p:spPr>
          <a:xfrm>
            <a:off x="28575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FP · zero overlap with ligand regions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DA0FC22-FD51-43FF-8CDD-EA9AE7DFEB4C}"/>
              </a:ext>
            </a:extLst>
          </p:cNvPr>
          <p:cNvSpPr>
            <a:spLocks noGrp="1"/>
          </p:cNvSpPr>
          <p:nvPr/>
        </p:nvSpPr>
        <p:spPr>
          <a:xfrm>
            <a:off x="5191125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8FC083E-E95D-4ABE-B598-036F6D8207D6}"/>
              </a:ext>
            </a:extLst>
          </p:cNvPr>
          <p:cNvSpPr>
            <a:spLocks noGrp="1"/>
          </p:cNvSpPr>
          <p:nvPr/>
        </p:nvSpPr>
        <p:spPr>
          <a:xfrm>
            <a:off x="5600700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Emap2lig-Find</a:t>
            </a:r>
          </a:p>
        </p:txBody>
      </p:sp>
      <p:pic>
        <p:nvPicPr>
          <p:cNvPr id="28" name="图片 27">
            <a:extLst>
              <a:ext uri="{FF2B5EF4-FFF2-40B4-BE49-F238E27FC236}">
                <a16:creationId xmlns:a16="http://schemas.microsoft.com/office/drawing/2014/main" id="{F8F94A3E-53F8-45EB-9772-089031ADF9C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191125" y="5838825"/>
            <a:ext cx="4857750" cy="3886200"/>
          </a:xfrm>
          <a:prstGeom prst="rect">
            <a:avLst/>
          </a:prstGeom>
        </p:spPr>
      </p:pic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9B29091C-5309-41F4-A71C-A2D441108776}"/>
              </a:ext>
            </a:extLst>
          </p:cNvPr>
          <p:cNvSpPr>
            <a:spLocks noGrp="1"/>
          </p:cNvSpPr>
          <p:nvPr/>
        </p:nvSpPr>
        <p:spPr>
          <a:xfrm>
            <a:off x="9451042" y="9534525"/>
            <a:ext cx="454958" cy="95"/>
          </a:xfrm>
          <a:custGeom>
            <a:avLst/>
            <a:gdLst/>
            <a:ahLst/>
            <a:cxnLst/>
            <a:rect l="0" t="0" r="0" b="0"/>
            <a:pathLst>
              <a:path w="454958" h="95">
                <a:moveTo>
                  <a:pt x="0" y="0"/>
                </a:moveTo>
                <a:lnTo>
                  <a:pt x="454958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0836B9D-E4EA-4698-B7A2-1273B5B7AB86}"/>
              </a:ext>
            </a:extLst>
          </p:cNvPr>
          <p:cNvSpPr>
            <a:spLocks noGrp="1"/>
          </p:cNvSpPr>
          <p:nvPr/>
        </p:nvSpPr>
        <p:spPr>
          <a:xfrm>
            <a:off x="9403417" y="9229725"/>
            <a:ext cx="788333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2048C82-AFAD-41E3-9169-9B89F5A5AA9A}"/>
              </a:ext>
            </a:extLst>
          </p:cNvPr>
          <p:cNvSpPr>
            <a:spLocks noGrp="1"/>
          </p:cNvSpPr>
          <p:nvPr/>
        </p:nvSpPr>
        <p:spPr>
          <a:xfrm>
            <a:off x="5286375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0.405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151F7989-25E5-47D1-8A47-68647D8AE96B}"/>
              </a:ext>
            </a:extLst>
          </p:cNvPr>
          <p:cNvSpPr>
            <a:spLocks noGrp="1"/>
          </p:cNvSpPr>
          <p:nvPr/>
        </p:nvSpPr>
        <p:spPr>
          <a:xfrm>
            <a:off x="10191750" y="5381625"/>
            <a:ext cx="428625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defPPr>
            <a:lvl1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1pPr>
            <a:lvl2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2pPr>
            <a:lvl3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3pPr>
            <a:lvl4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4pPr>
            <a:lvl5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5pPr>
            <a:lvl6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6pPr>
            <a:lvl7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7pPr>
            <a:lvl8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8pPr>
            <a:lvl9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2291B278-841F-4681-8131-4B134EF7BCCA}"/>
              </a:ext>
            </a:extLst>
          </p:cNvPr>
          <p:cNvSpPr>
            <a:spLocks noGrp="1"/>
          </p:cNvSpPr>
          <p:nvPr/>
        </p:nvSpPr>
        <p:spPr>
          <a:xfrm>
            <a:off x="10601325" y="5419725"/>
            <a:ext cx="4448175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02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ii · LigandSeek-Find (CA2)</a:t>
            </a:r>
          </a:p>
        </p:txBody>
      </p:sp>
      <p:pic>
        <p:nvPicPr>
          <p:cNvPr id="34" name="图片 33">
            <a:extLst>
              <a:ext uri="{FF2B5EF4-FFF2-40B4-BE49-F238E27FC236}">
                <a16:creationId xmlns:a16="http://schemas.microsoft.com/office/drawing/2014/main" id="{18350010-D8B1-4538-8995-A1C6FD6DE13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/>
        </p:blipFill>
        <p:spPr>
          <a:xfrm>
            <a:off x="10191750" y="5838825"/>
            <a:ext cx="4857750" cy="3886200"/>
          </a:xfrm>
          <a:prstGeom prst="rect">
            <a:avLst/>
          </a:prstGeom>
        </p:spPr>
      </p:pic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44561788-B646-4D7C-B56F-95C32EBDA8F2}"/>
              </a:ext>
            </a:extLst>
          </p:cNvPr>
          <p:cNvSpPr>
            <a:spLocks noGrp="1"/>
          </p:cNvSpPr>
          <p:nvPr/>
        </p:nvSpPr>
        <p:spPr>
          <a:xfrm>
            <a:off x="14451667" y="9534525"/>
            <a:ext cx="454958" cy="95"/>
          </a:xfrm>
          <a:custGeom>
            <a:avLst/>
            <a:gdLst/>
            <a:ahLst/>
            <a:cxnLst/>
            <a:rect l="0" t="0" r="0" b="0"/>
            <a:pathLst>
              <a:path w="454958" h="95">
                <a:moveTo>
                  <a:pt x="0" y="0"/>
                </a:moveTo>
                <a:lnTo>
                  <a:pt x="454958" y="0"/>
                </a:lnTo>
              </a:path>
            </a:pathLst>
          </a:custGeom>
          <a:noFill/>
          <a:ln w="20955">
            <a:solidFill>
              <a:srgbClr val="374151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A8DB83C3-FCAD-42F3-A3FF-8ECD65B93AED}"/>
              </a:ext>
            </a:extLst>
          </p:cNvPr>
          <p:cNvSpPr>
            <a:spLocks noGrp="1"/>
          </p:cNvSpPr>
          <p:nvPr/>
        </p:nvSpPr>
        <p:spPr>
          <a:xfrm>
            <a:off x="14404042" y="9229725"/>
            <a:ext cx="788333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37415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374151"/>
                </a:solidFill>
                <a:latin typeface="Arial"/>
                <a:ea typeface="Arial"/>
                <a:cs typeface="Arial"/>
              </a:rPr>
              <a:t>5 Å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4F8F14EE-971A-4598-A54E-F342DB988CB8}"/>
              </a:ext>
            </a:extLst>
          </p:cNvPr>
          <p:cNvSpPr>
            <a:spLocks noGrp="1"/>
          </p:cNvSpPr>
          <p:nvPr/>
        </p:nvSpPr>
        <p:spPr>
          <a:xfrm>
            <a:off x="10287000" y="9753600"/>
            <a:ext cx="4762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0">
                <a:solidFill>
                  <a:srgbClr val="33333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333333"/>
                </a:solidFill>
                <a:latin typeface="Arial"/>
                <a:ea typeface="Arial"/>
                <a:cs typeface="Arial"/>
              </a:rPr>
              <a:t>Dice 0.830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1606DDD-DD02-49D7-84F9-2A7CAF2C738C}"/>
              </a:ext>
            </a:extLst>
          </p:cNvPr>
          <p:cNvSpPr>
            <a:spLocks noGrp="1"/>
          </p:cNvSpPr>
          <p:nvPr/>
        </p:nvSpPr>
        <p:spPr>
          <a:xfrm>
            <a:off x="7926642" y="3791732"/>
            <a:ext cx="379091" cy="355116"/>
          </a:xfrm>
          <a:prstGeom prst="rect">
            <a:avLst/>
          </a:prstGeom>
          <a:noFill/>
          <a:ln w="19050">
            <a:solidFill>
              <a:srgbClr val="B51F4B"/>
            </a:solidFill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31BD5C7-AAB6-493C-96F5-89CC69692EE2}"/>
              </a:ext>
            </a:extLst>
          </p:cNvPr>
          <p:cNvSpPr>
            <a:spLocks noGrp="1"/>
          </p:cNvSpPr>
          <p:nvPr/>
        </p:nvSpPr>
        <p:spPr>
          <a:xfrm>
            <a:off x="7659942" y="3821652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B51F4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51F4B"/>
                </a:solidFill>
                <a:latin typeface="Arial"/>
                <a:ea typeface="Arial"/>
                <a:cs typeface="Arial"/>
              </a:rPr>
              <a:t>i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F7F32E40-28BE-4D91-80B4-0956059EAEFE}"/>
              </a:ext>
            </a:extLst>
          </p:cNvPr>
          <p:cNvSpPr>
            <a:spLocks noGrp="1"/>
          </p:cNvSpPr>
          <p:nvPr/>
        </p:nvSpPr>
        <p:spPr>
          <a:xfrm>
            <a:off x="8072795" y="1846526"/>
            <a:ext cx="746656" cy="705518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6313037-FBA7-4A8D-B561-211958C017DB}"/>
              </a:ext>
            </a:extLst>
          </p:cNvPr>
          <p:cNvSpPr>
            <a:spLocks noGrp="1"/>
          </p:cNvSpPr>
          <p:nvPr/>
        </p:nvSpPr>
        <p:spPr>
          <a:xfrm>
            <a:off x="8072795" y="1475051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A205DA4-9422-4CD3-BA02-8C6E9E2A94BF}"/>
              </a:ext>
            </a:extLst>
          </p:cNvPr>
          <p:cNvSpPr>
            <a:spLocks noGrp="1"/>
          </p:cNvSpPr>
          <p:nvPr/>
        </p:nvSpPr>
        <p:spPr>
          <a:xfrm>
            <a:off x="13073420" y="1846526"/>
            <a:ext cx="746656" cy="705518"/>
          </a:xfrm>
          <a:prstGeom prst="rect">
            <a:avLst/>
          </a:prstGeom>
          <a:noFill/>
          <a:ln w="19050">
            <a:solidFill>
              <a:srgbClr val="266987"/>
            </a:solidFill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D3BD688A-0FFA-4809-AA80-5F9FB2A0C2FA}"/>
              </a:ext>
            </a:extLst>
          </p:cNvPr>
          <p:cNvSpPr>
            <a:spLocks noGrp="1"/>
          </p:cNvSpPr>
          <p:nvPr/>
        </p:nvSpPr>
        <p:spPr>
          <a:xfrm>
            <a:off x="13073420" y="1475051"/>
            <a:ext cx="400050" cy="2952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>
            <a:def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defPPr>
            <a:lvl1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1pPr>
            <a:lvl2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2pPr>
            <a:lvl3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3pPr>
            <a:lvl4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4pPr>
            <a:lvl5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5pPr>
            <a:lvl6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6pPr>
            <a:lvl7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7pPr>
            <a:lvl8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8pPr>
            <a:lvl9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75" b="1">
                <a:solidFill>
                  <a:srgbClr val="266987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66987"/>
                </a:solidFill>
                <a:latin typeface="Arial"/>
                <a:ea typeface="Arial"/>
                <a:cs typeface="Arial"/>
              </a:rPr>
              <a:t>ii</a:t>
            </a:r>
          </a:p>
        </p:txBody>
      </p:sp>
    </p:spTree>
    <p:extLst>
      <p:ext uri="{BB962C8B-B14F-4D97-AF65-F5344CB8AC3E}">
        <p14:creationId xmlns:p14="http://schemas.microsoft.com/office/powerpoint/2010/main" val="21388632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1737</TotalTime>
  <Words>4711</Words>
  <Application>Microsoft Office PowerPoint</Application>
  <DocSecurity>0</DocSecurity>
  <PresentationFormat>自定义</PresentationFormat>
  <Paragraphs>218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27</cp:revision>
  <dcterms:created xsi:type="dcterms:W3CDTF">2026-09-30T07:02:47Z</dcterms:created>
  <dcterms:modified xsi:type="dcterms:W3CDTF">2026-10-29T14:44:13Z</dcterms:modified>
</cp:coreProperties>
</file>