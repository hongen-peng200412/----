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2916" autoAdjust="0"/>
  </p:normalViewPr>
  <p:slideViewPr>
    <p:cSldViewPr snapToGrid="0">
      <p:cViewPr varScale="1">
        <p:scale>
          <a:sx n="27" d="100"/>
          <a:sy n="27" d="100"/>
        </p:scale>
        <p:origin x="24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受体口袋与实验密度提供的互补约束。</a:t>
            </a:r>
            <a:endParaRPr lang="zh-CN"/>
          </a:p>
          <a:p>
            <a:pPr/>
            <a:r>
              <a:rPr lang="zh-CN" dirty="0"/>
              <a:t>a–c, PocketXMol-official 的 top-1 构象偏离实验密度的三个实例：9Q16–XG4、9UB7–Y01 和 9R3D–IHP。</a:t>
            </a:r>
            <a:endParaRPr lang="zh-CN"/>
          </a:p>
          <a:p>
            <a:pPr/>
            <a:r>
              <a:rPr lang="zh-CN" dirty="0"/>
              <a:t>d–f, Emap2lig-Build 的 top-1 构象与受体碰撞的三个实例：9U7J–GDU、9WUP–FAD 和 9WQ3–1SY。两个 PocketXMol 模型均使用真实受体和以中心定义的口袋。每行展示 PocketXMol-official（橙色）、PocketXMol-tuned（蓝色）和 Emap2lig-Build（紫色），top-1 构象按模型评分选取。沉积配体为青绿色，受体为橄榄绿色，实验密度以灰色网格展示。红色虚线和受体原子标出碰撞接触。D 表示三线性插值密度达到推荐等值面阈值的预测重原子比例。Clash 统计配体与标准受体重原子之间距离严格小于二者范德华半径之和 0.75 倍的原子对数。网格展示沉积配体重原子周围 2 Å 范围内的等值面。三种方法使用相同的展示区域、视角和尺度。比例尺为 5 Å。行标题给出链和残基标识。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Complementary constraints from receptor pockets and experimental density.</a:t>
            </a:r>
          </a:p>
          <a:p>
            <a:r>
              <a:rPr dirty="0"/>
              <a:t>a–c, Three instances in which </a:t>
            </a:r>
            <a:r>
              <a:rPr dirty="0" err="1"/>
              <a:t>PocketXMol</a:t>
            </a:r>
            <a:r>
              <a:rPr dirty="0"/>
              <a:t>-official top-1 poses deviate from experimental density: 9Q16–XG4, 9UB7–Y01 and 9R3D–IHP.</a:t>
            </a:r>
          </a:p>
          <a:p>
            <a:r>
              <a:rPr dirty="0"/>
              <a:t>d–f, Three instances in which Emap2lig-Build top-1 poses clash with the receptor: 9U7J–GDU, 9WUP–FAD and 9WQ3–1SY. </a:t>
            </a:r>
            <a:r>
              <a:rPr lang="en-US" altLang="zh-CN" dirty="0"/>
              <a:t>Both </a:t>
            </a:r>
            <a:r>
              <a:rPr lang="en-US" altLang="zh-CN" dirty="0" err="1"/>
              <a:t>PocketXMol</a:t>
            </a:r>
            <a:r>
              <a:rPr lang="en-US" altLang="zh-CN" dirty="0"/>
              <a:t> models use deposited receptors and </a:t>
            </a:r>
            <a:r>
              <a:rPr lang="en-US" altLang="zh-CN" dirty="0" err="1"/>
              <a:t>centre</a:t>
            </a:r>
            <a:r>
              <a:rPr lang="en-US" altLang="zh-CN" dirty="0"/>
              <a:t>-defined pockets. </a:t>
            </a:r>
            <a:r>
              <a:rPr dirty="0"/>
              <a:t>Each row shows </a:t>
            </a:r>
            <a:r>
              <a:rPr dirty="0" err="1"/>
              <a:t>PocketXMol</a:t>
            </a:r>
            <a:r>
              <a:rPr dirty="0"/>
              <a:t>-official (orange), </a:t>
            </a:r>
            <a:r>
              <a:rPr dirty="0" err="1"/>
              <a:t>PocketXMol</a:t>
            </a:r>
            <a:r>
              <a:rPr dirty="0"/>
              <a:t>-tuned (blue) and Emap2lig-Build (purple), with top-1 poses selected by model score. Deposited ligands are teal, receptors are olive green and experimental density appears as a grey mesh. Red dashed lines and receptor atoms mark clashing contacts. D denotes the fraction of predicted heavy atoms whose </a:t>
            </a:r>
            <a:r>
              <a:rPr dirty="0" err="1"/>
              <a:t>trilinearly</a:t>
            </a:r>
            <a:r>
              <a:rPr dirty="0"/>
              <a:t> interpolated density reaches the recommended </a:t>
            </a:r>
            <a:r>
              <a:rPr dirty="0" err="1"/>
              <a:t>isosurface</a:t>
            </a:r>
            <a:r>
              <a:rPr dirty="0"/>
              <a:t> threshold. Clash counts ligand–standard-receptor heavy-atom pairs separated by strictly less than 0.75 times the sum of their van der Waals radii. The mesh shows the </a:t>
            </a:r>
            <a:r>
              <a:rPr dirty="0" err="1"/>
              <a:t>isosurface</a:t>
            </a:r>
            <a:r>
              <a:rPr dirty="0"/>
              <a:t> within 2 Å of deposited ligand heavy atoms. All three methods share the same displayed region, viewing angle and scale. Scale bars, 5 Å. Row headings specify chain and residue identifiers.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9LLG–CLR、9LFA–A1EJF、9BJJ–A1AP0 和 30GA–ATP。三列为官方 PocketXMol、PocketXMol-tuned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tage3-cases-alternatives_0">
            <a:extLst>
              <a:ext uri="{FF2B5EF4-FFF2-40B4-BE49-F238E27FC236}">
                <a16:creationId xmlns:a16="http://schemas.microsoft.com/office/drawing/2014/main" id="{F6CBDA6A-7962-45FD-B961-4E9D2E45D49C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EADEECBB-ECCB-4675-B279-5C621EFC36D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61FE4002-C02F-4550-926E-31BE2D9A41C1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692E562E-B132-4A9B-A66E-0F97A7ED9733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AB5F6CCF-2D16-4D89-A31B-C6BEB51AA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5BA217F-11AF-470A-9856-67BB7C8A068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62347ED-3A4B-4B18-A586-4698FC1CF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29C32D7-DAA1-4C3D-B49D-05807C85AB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43EE52E7-B83E-40BA-9374-EF5E4D9CE8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82495B4-E1B1-4640-B728-23B7B7593C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50E9E204-E00F-4DE4-93BC-B3B5477E97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208974F9-C5B1-44B7-8D4F-FA9B657A04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89F38511-2F77-4853-B118-883826E357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92D6FA89-AC35-4587-B234-F82EF1D7E2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BCAF89ED-993E-43F3-8DFF-31798D23A1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1AD2E011-0384-482E-8073-831A0EB0D0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D34639F8-8DFE-45FA-BC7E-C6DFD3BD0E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93374356-E2D4-4CF3-A130-1BE627B619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D5DE638A-C9A4-43BB-8B3F-9490C93AFE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0F073B1B-F831-48B0-A144-61F008AD09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296326C7-527C-454A-9746-1FE23A330B1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28BC1EFC-A49E-48FA-9122-6BABEC4B95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1DB0F473-1A56-4B1E-882B-06AAA5D03A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9F6244F0-38D3-42D8-A521-3D6D0B4826A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F0492634-616F-4E5D-A7BA-D43A16006E4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C8FDDE87-9069-4CAF-AD2C-644CDBBC91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126ADD7D-60A4-4ADA-9CCF-AC151205D2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EE2B141B-10B4-47C5-995F-6011FC0A07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8EA7986-EF81-4B1A-BE15-245E7AA70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B771DC92-AF26-4F7C-BC0A-51B845C79D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F374790-A8D0-43A7-9CC5-BE4B45B35ED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674AD5AC-E4C9-422B-BB6A-F5599E95E2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21BB1DBD-C3C8-40AD-9800-2D18F7D9EA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089E344-041C-49A2-98EC-33C0A9264C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E6C1DB0C-F6A6-41DF-852A-F99709056A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8B5BAAD1-0185-4352-836D-5E901597F1E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F55F8809-20B9-4E6D-80CB-00C710F33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F1C2FE43-3341-41A3-BA83-E8C60EB9FB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0B872CC4-7F50-460D-AB45-7BCE013645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E828DBBB-8562-4883-BBCB-81B517CED7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1BAB8305-B380-4496-AE70-673ED7A78F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9F870107-773D-46E3-B2A0-ABE35B7AF7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45730F86-98D4-4938-9C48-84610C36EF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7C8D1BE7-6AB0-4214-BE99-37E6C7A6D6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A47AEF7B-2F0F-48BD-B6F5-2B0DFE99B5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609271E6-6A92-479B-81CF-76D8AD9F7F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9AECD0D3-9EAD-486E-953D-31458BC866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7A2D9D48-6B79-45CF-AA41-BB7B22ED3C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5C0AEB17-46F3-482A-AEFD-14F06BC18E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4531A92D-7C0F-49FD-87F0-4A3F64B2D7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38E1868-A9FA-4266-BB2F-450C0CD12F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873764C7-59A8-4FE2-820A-FBC20115B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301761FF-27E5-4C06-A0A3-2F72D59EC4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5667B8C3-C716-43E2-A14B-BEF49F9CBB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B599F899-0C9D-4867-B7F8-6A5D8EC17C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0E6A2BF8-A6C9-4507-8238-FC60805BFE6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B94AAAFF-E78F-4AAF-9045-E61ECE43DE6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415451EF-5ADA-4BE4-83DA-A3F7DF90AD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7F0ACF20-1B66-44BF-AE45-B3DCCA154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C26AC0D1-AC3C-423D-9042-87404105C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ADC4616-5FD5-4BA3-9468-65EA1276E8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909F719A-2C4E-4CC1-A167-740579EEA7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1CF5D851-8047-4C97-A58C-1C9DD9D2B3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00030E44-E8E9-4FA4-A545-09202B689F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7FDFB02-29F9-429A-9227-C746034B01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A6688491-354D-45AA-AEE4-77AD7283CC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CF7E474C-8C4D-446B-926D-0601BFA123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F48467E2-75AD-401B-83C7-ED031B987B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CAE656BC-E874-4C6F-8562-60EC34D99A0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DFB0EA7B-A37D-44C3-BF1F-ECB64B8F35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34DF0C21-FAFD-4727-AF51-886435A81E27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BA8FEBC-7B43-4008-A4E3-DBE460367B6E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A3FBC83B-0576-4A57-9ECF-7A9180D4D0EA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C36E412-54D7-4C72-9FBC-DD52C5FDF949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AB5B5E72-FF98-419B-9B25-123611D04642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BB4C6654-24B8-43F7-BA6C-39AF469CBD5C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E17FBB11-76AF-441D-8FC9-9276FACF566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EC3CA181-4258-495A-8CBD-3BD241749854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11AB6371-17AD-4492-A6D5-2AC192D51404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2CD9003E-E158-43DC-B727-098854B3D1DC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F712B5B2-D1B2-498C-A23E-6FE92BB98FBF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EED7C2C3-2801-43C6-9A8D-F65E5C4A1767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9B326A28-884A-4CED-AA1A-3C34900DAB0B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AC4F6838-94DF-464A-8551-35F315967F5D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FC3301C-5A91-43F5-9E57-F11F945B8D8B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0FB40F94-5EFD-40D7-AA76-D85A4FDCE0C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32094002-968B-44D5-A374-FDE9B3F0FA66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55EE9CD3-EA01-4477-9E93-ED01454D72E4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F3CC25F3-71A1-418C-B26A-5BE30D3883B6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FD50BA40-3751-4A55-BB10-92425BEBF1A6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E88763D2-4BA0-429F-86A0-9355F7A88672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6AA16C43-9FFF-461D-BDA2-FEEF741350CB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1B7F0049-A70D-4268-9E32-8FD4ADD191AF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10F19B96-5B56-4918-BFF3-C810FF4DB145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9AA09A2C-8963-4EAE-A050-B897ABB8DAFE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3C0E83B-EADC-4B00-BFAF-83EB17AD2D96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1AB528EC-5F88-41AB-AA6E-E02B86C32078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48684ACB-6D60-4A0C-A412-9B0A6A6BEA6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93E10049-947D-420C-B8C4-49121F60F0F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64738AC6-A051-4E81-B399-03B4FB54CD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6E2AB1DF-C13E-4C4D-9637-20BC84199A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79189F14-D5CA-47F2-88AF-9FF4FA3EA6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A911E908-D710-4D88-A47C-9447C7F518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2604AB39-FB86-4202-BAD3-0D2F9F5CD0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93F98AD7-44E5-4EE1-B61B-360A4F31C3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17355849-FDC4-4DCB-AA0A-D11E19E8E6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0AB6B6A-8C7B-458C-A86E-E2373A7A14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EE474C59-5606-4E12-8FF7-53A4D3E714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5CE41434-77F3-4208-8FFF-99A0CC4CD2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493F1DA3-5725-4A13-970C-63F491FFB3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1323B7B7-6D16-49AE-B95C-35B78F9173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A41276A9-07B1-4F54-B433-C393EB663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E4DED57C-8B2F-4238-BF99-FA342ECBC5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FE254425-5A7E-4CBD-9329-3CBAF5903C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33329ACE-A75F-4DBD-A4B4-23F4375FDD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B4EE800B-296C-4DE1-B089-756D853063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84D713A-B811-44A0-9FA9-67694CF282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1073D235-3744-4DDF-8B9C-B0A6588004F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F2FDF238-5737-41DF-8F75-62214395108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2DFF88DC-3CFE-4088-BEB0-7508DF027C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91EBCBED-B049-4558-BCA5-7BAE46AA47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FC822161-632C-4422-A84D-F9E719510C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E9E565E1-2861-4C94-A1C5-756113612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8E7200A4-11C0-4C39-966F-BE0054986C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42718E0C-703E-4D81-AD86-9471CA96EF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AB6DF397-E174-41F1-8612-CBB224AD29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F7B9FB6-E61E-482F-AB29-C4FADBBFDB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91003278-61B5-44E0-8070-CF4ED66BDC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870977D7-2E9D-4F13-9037-60C830F5EB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467B8528-A51D-43D4-BDC8-D3FEA4ED6E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B21A96-58C8-423C-8CBD-A5C30578C5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70FD55D9-01CF-473B-8F11-0CBEC7ABEE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A009722F-EA13-47CC-8C6B-D7EF63D055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A30598E5-037C-47A3-8C56-4E9C493889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824511D6-8FA7-4A02-8B1D-01D789E20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C6495C84-60B1-4EF1-9AE8-4E92EADEC2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B4F57C78-75DB-4CAC-9AB6-71BACF7435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C8DD7890-617D-479E-B29D-FCB226AD4B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9B75C25-D3E3-4F47-BA78-5C1DEB0283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13DA94C-DD65-4981-9ED2-641C385A82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3BC330D-D1E5-4F98-828E-83C194A997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4AE532E-0B8F-475A-9CB0-E697D5FFF07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E3425F14-02B0-4B31-8EC4-4D1AA449C8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D16BEDAB-6971-4158-8E7D-886A90255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C0B7A252-D501-40FB-A09E-2C44FF75F88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2B7B9D06-E95D-4DB5-8D54-AC320996F3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86C1B7CD-21E0-4F4C-BFA1-63FEDB14F8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2764C789-2DCE-4CB9-A453-9342D85FDB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81E60F7F-302A-4B0C-8791-3606D7131D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AD37AE1-F1A7-4119-A040-510BB8608A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2F949B0B-76A8-4533-B3C9-EA46BF97EC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A6D1B836-BE83-4330-9330-D34F30AB395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535C67D-CD55-4F2A-A329-5723AB2E03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1B8C1245-3244-46D9-86AE-A91EE353AF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BAB1AF52-9403-458C-95B9-8C23B3940D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82F24A3-6E6D-45F9-B9FF-FFC05059C5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FDF57BB1-F56D-4C92-A704-81EAF48328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6597CA64-6838-4C6D-9C3A-B29D88E90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C8C9D494-2A62-4AF5-93DE-00A2E130E5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DD72B740-9D53-4FE8-B1FB-D35CBF960C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963F7527-9529-49B0-9706-84CD240E7C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471F9218-7BF8-49EE-B765-65DA181FC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49556AA3-5762-4945-99A2-F03FAD16E99C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16C89ED6-F203-4D8D-AB95-2B6656DD7B71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4FF48B3F-8E9C-47AF-AF74-B5F6FD57F320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8B67E84E-D61B-4F23-A9FE-5F3D683732FD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A6053EC4-66D4-46A8-A33A-C2C70C58ECE1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99404251-7D22-4C68-B561-DF09506784A9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2A1F7336-4B09-4836-A9E3-AE18BC55817B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A1176F79-5828-4AB9-AABB-37AC5FF64360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394CB168-53B8-4223-BBBA-F5D0C5F55A75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0665677-F6D8-4CEE-ABE9-E294C11C67AD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5A3E6C5E-06C3-4008-B251-38692773D2D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C261DFA6-970A-432D-A892-3E7E52F99E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58E11BB-6A80-45F6-B560-D9C53D196086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3CF12CFF-400D-4D7E-8DF6-1E83D6B61CF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994A2537-047B-4107-A512-338084986F68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2271510F-0573-4BD2-804F-306090AF9F61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84E46EC5-51CC-4CB3-B9FF-15E7DD001593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89B3BF26-2F0D-4E46-8344-F7F0D3D6D723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D85A242A-843B-4B15-8EEB-86C61864CC5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1EDDBED4-4160-4E5A-9BD2-B8EEDDA3C0D7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93ED655D-ED32-4C23-B196-CECD80F24D6C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84E1B82-C34D-4061-8A67-9D1C09039E8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AF61DE79-19DB-4DA4-B357-5DEA7EAC5C0C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8D28687E-BF96-454B-90BD-11176C50C5C8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B5CB9469-3081-4DED-ADE6-9AB47F586980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CA4B82C6-B67D-4BEF-B91D-54E631FEFC46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65C97946-E82E-4FF5-87DF-53ED5015F46E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27650D5B-5E37-4062-86D2-C0DF157AE0AD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097622C8-309D-4B27-A523-5D280CDD9D2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74AD39E-D091-4876-B642-FEF67F3949C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A9A5A9C6-4465-4B11-979C-7BD099BD7C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F4D32E93-4914-41FD-8D71-0FBDA0AED9B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4A151512-0C4C-431E-B0F7-9535621763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C4C7B5B6-2BF5-46F3-AF3A-8324B10EA0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0CF86C99-7465-413C-8E5C-B10FD1BBBB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B671DD9B-D8CA-48F8-A0BB-EAA4C0E06B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51164E4A-B0ED-4267-B194-B790D00599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054AF136-16E9-4C4E-8AD4-ABF8E1F945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3472C365-A721-42AB-9C87-D04C2B24B35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D5B69A55-0804-4279-8577-33CD9178A4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33F2EC72-EB46-4C2D-8390-10D0469E45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89231145-21B7-4CAA-B99C-0FB45F0DEC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9B3CD2FF-6DE4-4CAE-9702-7DB8D457B00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A76DEF75-154C-4960-BEB7-104541C1DF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04DF72DB-54EB-4C0D-BC50-EAEA75E9924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30DE6204-D419-4E67-9148-F8BB7938BD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300FD77F-E6B2-4E05-B08A-AFC82EBD8D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B2656F-178D-4FD1-8676-7E3E22097C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6B45D12A-FFE5-4658-8C28-0724D2F081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73549530-EA82-465A-9CCF-AE8022050E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56D95890-87DF-4947-8029-811323C848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3F7FDA9B-8EB0-4992-8261-FBDFED5968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1EF8FBFF-7463-4B6F-ACA2-F324D52CC3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86896EE1-8949-4C81-976D-51C21872784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0550A3E6-19EC-4912-915F-66A667CC60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D754F15C-0763-4E14-8ED7-CEBDA4C47D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CEFDA5F-BE8D-4346-B746-20C4EF1AD6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2A40A1DF-4AB0-46CD-B9F9-D86C1C4D9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80AB4DE3-1B25-4ECA-B39D-280C44A380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D0EBC264-3F6C-480E-AEEA-CCF236C2EC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2D15AA77-8E49-4F7F-9489-38B781B868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31117575-9620-43DC-986F-BD580E6026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DB299864-C557-4A87-A733-74314B718D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C4274237-32F0-4FBC-886C-64E4038A0A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07952326-8F3C-4184-B227-85EEAF3BC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5A8C386C-1E3F-4A2A-8B44-6C9CB674E2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F569519D-2A91-44B9-9B1A-24B8AE845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EE8D56F0-1D5C-4DF8-A4E6-BF539EE71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549A81E-43D9-4A42-BDB0-D8361014C0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066AD108-D27C-45CA-8188-166D3EAD5C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B82BE11F-6C1D-444E-9016-C54260BAD14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BFAFAE29-A7FD-46BB-8D14-29149A20E0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03351823-321E-4549-99AB-06843C56F3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B1CA199F-907A-4EB1-8A2E-A41F5801AC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A79ED3B3-5E9E-4E42-B46F-BC08D9E65F1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5A58F634-6D8E-450C-B064-7BFDA6821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C2CD614C-25FB-424D-830E-34A0A5481B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7D3EB041-9DFD-4EFF-9471-2AC5EFBBA4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C807DB14-A76B-439D-AD8E-E2E3A41E47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302E73C-F627-4668-8BBF-B81F4D45DD2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F5D869FD-93FE-4F7B-B20E-3A1FCD3303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136E4EF7-D3FB-4ED1-9DA8-CBEBA107C5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EF832639-1F7E-49A5-98AD-AB5ACF26BA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B419D4D6-F779-4E09-8A8B-98B98504BD9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00986FD1-FC89-44ED-BEA3-4B1FA4B56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9D8188E4-00ED-4C48-B5E3-34D3B5F2A6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06D238A2-21D9-4545-94CD-0C1A589BCC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BEBDAAB0-04F9-43CE-98E6-F9748C938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938BB8B1-6F4B-4CC2-837F-42684A0EB5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D5A2E316-76D0-46B8-9FB4-C41954B3DB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7D1DCBC3-E61F-4248-8B12-EF65E06209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6AB111BA-C279-45B8-A529-46379808B3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372BFC06-B737-4C7B-B32E-D2DC4F040A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3FAFA6F2-36C9-48B0-B4D0-913330719DE7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14053622-3CE0-440B-B681-CB3FD5D1B951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4B03F8DE-EF69-43D4-91E7-716454DC127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FD0B1775-ECFF-4799-AE5F-16E9BBC45410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1403C31A-88E5-4429-97E2-5E2565B9C61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8EBD0934-B016-4849-AB41-DDFD75BE2084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2594D670-5ADF-4D46-BD52-4D49C55870A4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FBDB8651-E8FA-4FD3-BB94-D13B28C14585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FA16532B-B880-4ED0-A862-B978FBA4C88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FECBC4AE-10A3-49B2-9B28-68945355CFF5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8B0B2163-3745-4182-AA86-0BB66D3AC437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B2F97EB2-7A09-4A5F-A62C-24DA301323F9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08B69F3-CC3B-43B6-A058-F9E12129B37D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42045-AE70-43EB-B528-4A8FA8B938FB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B97DF106-EE76-423F-91D2-85A5DA675312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1D19723-047E-4751-B9B1-8ECD099E7CF9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F10F5018-5781-477A-87D3-F9A7DA070BB8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2F72D2E2-BB62-4AB9-8517-21271B395DCA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97E1B85A-3B09-407E-9958-0C098DCEECEB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7F6CC8AC-F151-4152-BD8F-D71E0B9DFD96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D6F66A03-5F51-416E-87AB-DDAE027A0D87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02369102-C967-4ADF-B5EC-3E82653A7781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CC11D6F-B5D2-4D0D-A7E2-BD41AD994063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297CD53C-6376-4855-98D4-0255C7E583E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5A9C51FC-B5DA-4591-A6AC-837C1BAC395C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4A61F76E-F5BC-40BA-A1C3-725F7E4834B5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EB33FBF5-F49F-46DE-BDC5-EA1290EA2DBC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CDA60B99-8F54-41EA-A574-1CFCC9829BB5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0D6C1BFC-7EE3-484B-83C8-E744D258C0B0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37D460BB-516B-452A-AA3B-77A0C5C3AB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FE4C716A-5755-467D-9A5C-36BCD31FF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27AB67CC-28C3-43B0-BB33-65F88F91A7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8CF58BE-14E8-492A-B16E-4509F89AD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03213769-6D6D-47F6-99C8-687B34B6204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E5C5706A-89AA-4454-823D-52612891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1378CADE-D0C4-458C-AC4C-898D0D3D19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B0FDA26E-6C35-46F2-B13B-571F3EE79A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8FCDDE96-77DE-46B4-AFF8-27F14481E4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18BD61E-B997-4C46-92F5-AF96BD1474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6712AC12-9AE0-48E5-94EB-1B6B75AC658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A768F774-29A8-462B-BD8A-A03EC14C4B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789FE1F6-A404-4B89-83EE-95F4B8F466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93CFAA2A-D0C5-42FB-A529-FB7F2AE9A1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6D59BA4C-866D-42D2-88F9-41A847972F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4EDB050-A76C-4AE8-9203-2F500C1F5B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41090BDA-A2A6-4EB9-BB95-E88D96AC69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4FC33858-1863-4A13-AF38-AA95CB471E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AB827008-2CDA-473F-9E8C-8F55B161DD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227ABAE2-4560-44C0-B771-0A9D54769B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E5203D56-E55D-4979-AD96-B7514E7F2C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6118BD52-C089-44EB-A134-B938868F09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54319FA3-A431-4DCA-B20D-6F53D7E99D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160605C0-59C0-4CDA-87E8-6757AF9B29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F29B5DA7-EF48-4383-885A-FE7A7F2E65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5B0EFF42-F445-4E25-80E8-1C1BF29F28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04DC5EA3-83A8-4267-94BF-47F4E3D4E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3CFB96A7-959B-4318-A2DC-6D0D4E4809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22BFC460-B939-4363-8169-CAFF6A7695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AE22675-3329-4B7A-9CF6-D3AB2709CD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305F1232-08F9-481E-BAF0-D48C8DC606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DB3440A8-BDDE-4456-A5A6-B51F5E3A9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C0727BA6-725E-4E04-9C66-7DC5EDAF5F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CDF62A41-67F2-4FFB-A070-359EE08D95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EE2A2DD-8515-4F28-A1A8-FC3CF7F7CE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1C15E915-64CA-45DE-990B-C41BD10C75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5C476A82-9E5A-4D2B-85B6-61E5358778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A5F90FE-769B-45B6-B4B6-C8E9EC6644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61AAF53E-0D70-4A98-A1A0-9FF4FC9554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486C7544-6A53-4E90-8B48-94E9810D9E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B30DFCC4-FD8D-49FF-9AAD-53602F0E26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FC57CCA1-6BA3-43AF-8B2A-599FCD5CA9F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6EB870D7-7C46-46F5-95C3-4F6D6B169A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539C54BC-0612-4A74-9405-2298CC3250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DCFA088-CFA8-48F8-8772-97CC824059E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9700443A-8E63-4207-99B3-77E25FFFDA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4CE98F6A-CA40-4E97-831A-192B5847D5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02D77399-7C4A-4564-8FFF-DD66F0E22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E35094F0-B5C8-4615-A486-C0C5A805D7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FB2EFA04-8BF0-4529-9426-6FF983C853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27E952C6-B5F1-4968-BFAB-4CF10C8DE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55494E64-BAA5-482E-9FAA-5E8D8B3AC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12A3B2EA-285F-4729-9A6B-98FC52845F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721D91E5-2AE7-4AF6-A020-D300DAA9A8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F0EB8E98-B208-41A4-B739-7CBA64622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D2049A7D-E049-41E6-8DBE-CF4628F55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A388D97B-A98E-437F-8510-4150F5E54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3C4CFC05-C1A9-4E77-A4E6-0F270889CC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13265CFD-62A5-4167-A7C0-950849A2E7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9CF6E002-A707-4221-96B3-7352C38BAE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BB48F27A-A688-4EA1-9277-6D9AA138A0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C7F0D06C-9EC0-40A9-873C-DDEBC8EDC5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20B1D730-7F1B-4FB2-AE04-D509154398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BDB26366-03BA-4860-9358-E37E619420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2019C06F-0394-45D5-A2B5-3779D75CE4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98756517-61AA-466D-8511-5EB5B29AC9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ABE28442-BF95-4AD7-A8F4-BFA88AD805D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EA929510-86F5-4665-AD15-24110916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2296180B-3BF8-4570-B145-7BB75C8122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60701B1C-C9C1-4A43-B1FD-80B67347BD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238B449-18CA-4505-B2F5-CF96BE9817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1812BFAA-074C-46EA-A0DA-65EB8C479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C6303FF4-4B1C-4597-9D8F-67883A98AD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AF33CA0-B9B9-4285-B279-03ABB8569E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9C9E9C6E-6009-46AC-BA93-D8D802890E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D4A0047D-AB2B-4DC9-867B-98D2F6F79C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C713CB4C-9D92-4C5D-82E4-3746E8647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3F69B7EF-6293-4486-8326-88060ED47C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3320B061-ADE2-4513-B8A5-C73A06803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5401BF60-3656-4315-BA9A-D8768D978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CE3B620-349F-4F96-B128-54DD0422D4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0D02FF02-97B0-400F-BEFD-620554A44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A9A14D62-A601-4BDE-AD6D-44B36663D2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5EEB52BD-03DF-4CC4-B794-E0D15019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9E48519E-5E15-46EB-97FE-259230D867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1E694DE2-5F92-4D30-9D50-19872CF0CA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853EAAB1-9342-4D2C-BCB0-409E6B11A63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8092D3F3-3040-4283-B7FD-32FDC4CE63E2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785FDBD4-1F6B-45AA-87F5-B84A68122708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D1EFF0CC-3837-4FCD-B682-7A6978C251EA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360E4CA6-4614-4402-9EFD-810284DEB310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0FA036E9-D6E0-4C45-BB49-694E45ABA83B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A3F61009-F0B3-4E72-8D26-489F4DEE6215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70A8974-DA0A-4F6A-BB0D-5D8F5A75D4A0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DCDBEC57-4F8C-4673-94EC-C1D3CF4D47BE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0EBA7331-1F0E-46CA-BB96-5C8871571B88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A8BBB7E-EBEF-4F2B-9AAD-319D3F84CB02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62D153CC-DFFC-4A5C-B049-2562AC38680A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3F5AF88B-03C6-4E4F-9348-A9C7DD50F719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B8B2A5F-312C-4365-A27D-56069A3249AD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1B4416DD-10ED-4B96-A60C-E6E7D835B8CC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57FE7F24-E5AE-4F83-8493-01C42A3904EB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AFCA4161-20AE-4636-9531-80C4BE9F7857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CE254B4D-325C-4EA7-AC5A-8D60DB08B261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78A1B59D-C31D-4FDD-A88C-142E08165F24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52D66BBF-E02B-4532-B646-4F0DCA819356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9547BE9-9E73-4E72-BCE0-20FFE496DE92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9D8BEC89-6EB4-482D-8559-5A03A8781BAC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6FE46531-F656-4541-BE94-2A471C018C73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A7B7B316-DBB2-4F00-AD51-647B4D0CA609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24D82257-207D-4C64-8F7A-91B7BB74DC39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6EAFD6BF-29B4-41BD-8E36-3787412839B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33B305A5-BEDF-434D-A5A2-CF0B8C21C8A3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9499389-5E3A-40EC-9BFB-5D299E0211F4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85D119D9-5853-4524-984A-8D2A0F38A2AC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3D306361-1926-444E-9CB1-5E8FD54006FB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44933000-4C66-4085-96A2-053C605E3740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6156A49F-AD0E-4ADF-86FE-44F0B5C83A76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06B52037-BE55-4A7D-8E97-956AF596560C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B24510A-1A3A-40F6-897D-2F7E50729548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2D26D35E-F92F-487A-8F00-0FBE814D2753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C6E7EB3E-3AC3-4E97-A66D-952C9DF344AD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2BFADBFE-DA48-4DE8-AFF2-2CCA6C8E8D36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939DD4B6-CC8F-4320-B3E3-402845385B7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AA935741-BD2D-4E31-839F-E431EFA0B7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9146B325-8AEA-4DED-A061-33D1BB445D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506A43F8-2B72-41FB-B670-DE048D4F18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A41E34B4-53C7-4B78-BA50-AEF8369E72D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94604DB3-11EA-4F15-ACB7-2EBF70B4D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CE75780B-2660-4234-91F0-3D766FC83A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E076BD5-4757-4F2A-A4F7-1C90E893FD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968D196A-C70F-42F0-8A37-5C8ACC1F67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80B82FD0-0CE9-494A-A609-E087BF5F4A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78234F4A-2CAD-4E21-B31C-9AFC794F58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15F86410-A29D-4BEF-99FF-CCA8AD9A3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0AADAB6-11BB-4BFA-AF55-BF3E7751AF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9BB78CED-3731-43FD-AE0C-1BE731ACF86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270C6893-E704-4F78-8F25-8ED48BC921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A0CF50E0-720A-44C7-9396-F44B12F0D3B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C7944C12-E0D5-41F1-9C6B-294F84FD5C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092478BC-4036-410B-9A14-FAAB23AA19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C72AAED9-BAF3-4A11-8F4D-B51153244F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B1835D26-D4CC-4DEA-8F48-AA3D622BC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2581692B-3A9D-485A-A63C-AA3484CC92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DBF0A6A6-C6D1-4D53-9709-0DAB2D44EE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BEBDC07D-ACE2-4C76-8164-3EB65608BD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71FC4E2B-564D-46C6-9E03-D236C6ACD8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A2D6C56D-9649-4CED-85A2-1A546B6371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EA778D8-431F-41D0-8112-B86EFE97AA7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3B60A7E1-A24A-418A-9A96-850E2D664C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6002FCCE-3B8A-4379-87F8-6D3EE03ECD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53BCCE46-7527-421D-901E-058A811DEA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B274C860-5D0E-4901-9EC6-5BFD2735B1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E17B3B35-02EE-4410-BF41-5A7DF5FF34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5B8301E1-989E-41B4-98B0-09EC02E0E5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AAA7D8C4-6FEE-4BAC-A8D0-E9B8FFA6CA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4371AEEE-AD39-43CF-ACB5-3D1BDD6A3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F24EDC54-FB20-40D2-BCB9-0694B16C18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CE6BD2F-C195-4DD7-9681-FE76A88FA2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1F8E171C-DEE8-4C16-A9A1-41184AAF11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3EF5046-F802-4908-A84A-59AEB05DD8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26A09B0D-B44B-4441-A1BE-0232B94FCD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B2007B07-76A3-4725-92B9-1206479BF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08ABF337-7476-4F7D-BC72-DB3C16021C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C1FC5B35-4F81-4F10-A2EB-30EA415D32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666ADF6E-EA00-4F6C-8C3B-4B29F905F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01D5FFA6-B0A5-4F61-9467-E43A076D11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6CD6180F-BF85-432F-BD60-52E1CE725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356432C-523F-4CE0-BA52-B372A2FE04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94E6BC77-1E7B-418D-B93E-B60B74DB2F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53D12E69-61D2-4A6B-B1E5-F312F75E21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C728654C-6443-464F-8023-9BAB3DDC8E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582E16C9-58E2-4D98-AF24-2C5D97619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2AC1C052-D9B8-47EE-8187-D8EB460653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91A6B4BA-4AB0-4235-A29E-E8BECD36DE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09039FE6-72AA-4347-A822-BB107A3596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57DD717-F9E8-475B-BCFB-8A566678E6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21F18CAB-619C-4241-B2F4-7D1576330C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B38136AE-50DA-4135-AD35-88BCB705C7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FD702147-75BE-48B2-AB02-92D075FC99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950F182D-F798-45CA-A4F9-F9BF71C1AD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DBF5985E-4DC7-4B42-8E8D-C6705003F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B6CDC4FF-4892-4977-A944-0E182D9D9B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398F001A-DE14-47E8-8F1B-3FB9AEBBFC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61F53A53-5A95-4073-8734-51E6B85442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ECE58A71-C014-4C3F-9318-7D1E13F7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0894A57B-FCF9-46D9-BC4F-588AE35B6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1ADC03CC-8D84-4219-A9FF-60A205C437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469F2AB7-9E7F-4EB1-8ECE-AC101D1D561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B0AF3E0C-B223-4A0D-9F86-4935BC7CE1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0CF83E55-BBCD-4307-8C81-0E65EFF2B2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E9F5E195-4400-495A-8CD8-1CA5A7151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4A5272B-4CEC-4394-B35F-8D44A5B4FC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4B425492-19D1-40A9-8698-9213AB97BF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27533BAC-0AC9-40C9-93B7-206879702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104F203D-E74B-4980-9E81-A3B9022DFA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A2D623A0-BC99-4A8E-8FEE-9E439F2381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6E209AA-64E8-4323-A41A-D66F8E415CD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1F2A00CF-6552-46BF-8912-E52361CA09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8B8E9179-206A-4DE1-9F19-CC776365F6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7C89911C-1200-4AA0-BCC6-BBDD01B4E5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232ECED-DAFA-4D9E-8BBB-086C045764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A3120F44-AB97-4CC7-B91D-6F852CC49E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5B206B18-C28D-4021-A627-215D2D61A4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30BD24F9-AC9F-4EAB-83AA-07342D9542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61732AD0-713E-49A9-84F3-56B796D394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6A700EFE-C861-4623-AABD-3652A90F03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55820FC0-C9AC-43C9-93C8-E7F24C0B31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83F5EE1B-7737-43C1-8482-EF97B3ED31A7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0ADD70F5-DD1B-4423-B104-4C624A55FAA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CDC81D9E-C893-4697-B757-71EA7F77635B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9C8B0C27-19EE-4841-9795-D4B2A2041C30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B92E01A7-8C7D-472F-9866-B63315F3F2A5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599969A6-AEBD-46B5-8870-3BBCCE9A386A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9041FAAA-44C9-4214-8D1C-FF067E739987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4DBDB712-736B-4F63-9DAB-BDF86D6CC99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C3A93C48-6BCD-4EB3-A35E-65C201BE5548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3B45EDD1-551B-4F11-B3FC-34E833C715A7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DDB9028D-65CA-4BC3-8AA0-25A09F582FBA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C2106FA5-F59D-4DC7-BD6E-6509E762E00E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053B419C-168F-43CB-952F-3F143B4576B2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7F06DDD-46B8-4D89-AE83-495ECC6CB2EF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5BA94296-09DC-457D-B82F-A47324920C34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962048-DD03-443A-9C1D-137B7A79A3A0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AB564BB5-7565-401E-8E3C-2CAE390B97E4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7A3AE403-CDA8-427D-B3BF-645CEF028C40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E6A25E01-6B6A-497E-92F0-6691E4A16397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3D7EF951-259B-4885-8F60-8FD4BC501C24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29F560B1-E5B4-411D-A938-3ECAAED48CF8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09BDA4BA-27AD-47C6-84E6-16B288887A57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BAC42A01-5AB4-412F-B3B7-0AC0E37E210A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89B34607-CC81-4BE5-BBA2-1E49C2E3121F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D6EFFFAA-1C88-464C-9489-EEDD15572552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78AD81FB-0499-4474-A98F-BE043266338F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0C2E5058-09BB-46AA-A204-331DF9CE0E06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0143268A-E130-4890-B731-887F0FBC397E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5E92A2E-914D-42F9-8D37-D22D5C0E4CBE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C65672B6-AEED-46CC-B5DC-319D26A8B472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EC138F11-3F99-448F-B4F9-9F1E0EC7ACC5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66CFB046-7C15-4D1E-8B49-E3B22BB7AA57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3C9BB1C-A114-47A1-B8DE-9E03C3EF52EF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F53994DE-D130-4E2C-B05A-77E97CA834C9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C7CE7D56-E30C-440C-82FF-733857495191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E5DB2C74-7418-4A90-BA0A-8FCA70C32E8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3D70706B-3674-4F7B-B0A7-B35A7B1E0A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992C176-7DE3-4FE9-B8A9-E786EDCB24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6271511C-7020-414D-B0EF-6AFD252EEB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837A8B64-D015-4E83-B127-579890A160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2AD626-D701-4C26-B0F2-5509259396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CB019E03-C839-4319-AC59-8C3CB55084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5FDAB49-E68F-4D3C-B108-44907C4BC3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55E59DFF-97AD-4C7A-AC10-28819B40A1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48C35401-7FA6-433B-8AA5-BB07CF54D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520DBE6A-782D-4DE0-A076-B12CD87F1F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33BE8DC9-E67E-4E00-98A1-FF3452808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9878191F-3D47-4CAA-83ED-EA5414DD44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C9000A5D-CE4D-41B2-B57B-2EFD686552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897B2332-29BB-4FA6-9E47-C1EB32D99E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1DB4D19-F92E-4A7B-AFEF-777D9046A4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CCE6D77-209B-4338-BB78-3E0C573472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56BDC20C-74BB-40A9-89C9-EE2FB1CA0F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B9A4D9A3-D191-4433-A2B1-242DF11376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DA1695FC-3708-4087-840E-0308E88A09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479D4765-CE4D-427B-9D51-FA808EA3E8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8EBF926-2A08-4730-BD09-EF30A67DB3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17C1D935-0765-4AD0-830E-0A966A881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C143F8-71A5-44F3-8EE5-5C690A2798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B2AAF6B8-DEF0-40C8-A6E4-717CD45109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A1830487-1617-4787-AE40-023A7515E6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A60F326B-F75C-4C41-8A3F-BC48DAE91C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41E3914-ECF3-40E2-86DF-F5625F0223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5C150CD1-ECC8-410C-990F-C14F39EFFD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931F314F-C41F-4756-ABB1-544439988E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E2DF7DD0-4511-4E14-975B-88960B3F71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01F9922-A9D0-48C2-B0F5-50626FA741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F70DF8C5-8174-4692-94EE-612138C9C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D7B3FC1-A265-4E27-B280-5B24028CAF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BE9C5937-9D89-44E4-8741-FF3610171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00DCE9B2-DE28-460A-868D-4404F30730D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F51F43E3-62A4-4DFF-8BC7-296BCC871B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3A9638F3-4391-4DCF-9130-5A900E6581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940840E9-AD52-41E5-BE88-9D8B00F50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78A3958E-09C5-4EE1-83D1-054B6CEEDC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065A487D-6CF6-499A-A58B-A939E8EE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398BC033-D717-4C28-B42C-58C25A4D5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0CEEB273-C31D-48B6-893E-D002C0FEEA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205E9028-F6CE-48AB-A0D6-61AB18E4CD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353D7496-A1AC-466E-8068-FCE3A0CDC0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E78EF1C3-6F16-4173-9E8F-71738CD4EA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12306A8D-75E1-4C6A-AEE9-B6CC321EE1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C92C1E2D-D27D-48FB-8343-46B7A3B592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DEBDC6B9-A335-46C2-8E6B-03ECE7EB8F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EF2A8D8F-4A37-4C5D-82A4-EF557A24D3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BE322401-5C9D-4F1A-BAA1-BCB420A273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E3FF9B92-C644-43B0-8C08-0F019451F0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CD27A9D-03BB-4DD7-AFB7-A750661D5C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FE4E973F-3963-4978-8709-51B5D67E67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1AE1560E-D19D-4F99-95AE-93604B35E2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305213FB-B311-4E6F-9D2D-B5F73001EE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B7EF3E01-80F1-485C-9149-FE69F94CB7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5FF3988A-53BE-4F7F-8B35-CD0156E2B3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2B667C5B-B6EE-43B4-B5FF-633C188D4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369A7FED-F322-413A-A561-8AC9ED53F0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521F1577-F8BC-435F-BEFE-6A819308E3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B82E064-CCB5-433E-A048-538B8D8F096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60EF5D32-C0BF-4EC7-BDF0-C7EB23AF63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BAFBD4CB-827E-4642-BA98-BAA0F83FD3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87B4000A-7EA6-4853-B008-78391A6B40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9C6BE69C-B58E-4152-8C6F-9FCBE8C751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6894079B-A76E-4400-A568-AA050B78CD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C359046-88F9-4032-9DB0-8C0EC5B87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733C0776-6E46-4B64-B382-BB6ED8359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1C3CCE77-E56F-4C0F-B813-E7A5ADC49D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F0565249-2C9C-4DAC-8836-1F5776BC74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5F4C1EAE-684B-4DBE-9326-EA8888598A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E16F5B4-E94E-4374-A4AC-7316FF7223F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397CD199-7DF6-4650-BCC0-7DB50221E8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661D58D9-C780-4DF7-8C15-E74CD7C7E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23E71F55-305A-4645-8D76-34B6BD5D18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198192FC-D9F9-4356-B7D1-3F50B5BFE0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CE91724C-7F21-45CF-B07C-7B5E1561D82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0FF3E8C-D448-4799-9455-113BAE00393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86679799-5597-4EFE-9E7D-3FEF6401EE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402439E4-414F-4E3C-9E48-8D61E49754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14D80EAE-6701-4015-B32D-0D039B338E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399B7A62-4A54-4006-9BB4-2033A463A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A11963F-8C34-4A07-88BF-2788F32033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EC1C4FE-2383-4423-A917-42FC1A5AC2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5081F9F-AA39-4622-A087-5EB89F9353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83BFA76B-FA68-4AD5-A578-86329E00CA1F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199A6E52-C586-4671-B164-FCAFFE1FD515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F8C3D84D-3BDC-424D-AFF4-6664B7422CB1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0D7CCC79-9766-467F-8A03-76CF721621CD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6B6AC4D-4D32-41AB-82DE-379B44B1BFD4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38B04B4D-1F65-4D43-AA38-747644ECB6D0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1D45C108-A75E-49A1-9CA9-6D85BA6836D3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2CF303B2-65AE-49DB-A5DC-F159A6909322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2A35B7D-BA26-4C6C-B628-D9579F6B846E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EEE56281-1972-408A-B169-24AA0197736C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F70CD991-EAB3-4CDE-9106-B53EA3ADEA3E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968BAE8-60A8-435D-A28E-CBE19C45D854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AAB5D9B7-1E17-422C-BC31-37822E17ACFD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95B2C3B1-604C-492C-ADF2-3C8E11A945D8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EA5649E9-837D-40C4-A793-204483F11AD4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BAEC375D-55A2-4BC9-9336-563B2A4D593B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07912669-EA56-4550-B58C-86A07D81307C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A6E2050B-1509-445F-B357-A09B30D0C360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0717A688-733D-49AA-832E-9C1BD11E0888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07CB7CF-CA51-4CE9-9524-AAB485141ECA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0DBF95C7-D78B-4864-98AF-189CE673B6E9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94F5645C-B0A1-4286-93B8-FE81D08B007D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BC1DB99D-6B77-4253-8477-FA015BB0F5DD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C32EAE69-9508-4A4C-9FC3-F1F50C39385F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852BD803-6660-4DCA-8DB4-9B42D94D6116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DE3D1E7A-FC79-40A8-831D-D746616CDB53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685B3B3E-BDE5-4DB4-A8B9-B6696D70ED53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61965B37-7616-4298-829A-8AE4A1FB194F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1FE12A94-5378-4D67-AD86-B6BACE9CDBC4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E451E8E4-65C9-4DA3-A64B-A8D312E0930B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3E4212E0-4A65-47D7-8A6D-40C14B39E192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F09BD2CF-14EB-4425-94DC-B5561361F39C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B4267321-2502-449A-8F3D-1B5F2CEB70A2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7650165-AD77-4D1C-9683-C58FABA77E19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16E47A31-D4DB-4AF7-9DA3-89A1E4BB5B75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04CCE618-5712-4F1A-B6AB-DEA0A853EB3D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A08F06F4-1A0D-437E-B5E9-2A45B159BA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A16ACC0A-DA82-4CCF-96CE-5B9E434013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D78BB7E6-309B-41A4-8A1F-939E5721B9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5384FFDA-B486-4AF9-A9CA-64767BC225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C380FD9F-D45B-4CEE-8A25-698A4D71607C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35548BF9-5812-4734-B685-6C835F869A6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A3690598-2AD2-418D-AD2D-26C4069132EF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9BJJ · A1AP0 (E:1001)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68B76EB4-F0C3-4684-8D15-E031BC85F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AB3AE359-C2F7-4B1F-9145-E805EB7513A7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bjj_16_official_Receptor">
            <a:extLst>
              <a:ext uri="{FF2B5EF4-FFF2-40B4-BE49-F238E27FC236}">
                <a16:creationId xmlns:a16="http://schemas.microsoft.com/office/drawing/2014/main" id="{B58AA9DB-C872-4112-B01D-6A425BD82F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bjj_16_official_ExperimentalDensity">
            <a:extLst>
              <a:ext uri="{FF2B5EF4-FFF2-40B4-BE49-F238E27FC236}">
                <a16:creationId xmlns:a16="http://schemas.microsoft.com/office/drawing/2014/main" id="{24021A88-F868-45F1-932E-84D3CEC5D5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bjj_16_official_ReferenceLigand_0">
            <a:extLst>
              <a:ext uri="{FF2B5EF4-FFF2-40B4-BE49-F238E27FC236}">
                <a16:creationId xmlns:a16="http://schemas.microsoft.com/office/drawing/2014/main" id="{74B09704-B296-4B70-A2D7-A5D2B56D92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bjj_16_official_ReferenceLigand_1">
            <a:extLst>
              <a:ext uri="{FF2B5EF4-FFF2-40B4-BE49-F238E27FC236}">
                <a16:creationId xmlns:a16="http://schemas.microsoft.com/office/drawing/2014/main" id="{57F167B6-3C8D-4069-817E-4095E6DA45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bjj_16_official_ReferenceLigand_2">
            <a:extLst>
              <a:ext uri="{FF2B5EF4-FFF2-40B4-BE49-F238E27FC236}">
                <a16:creationId xmlns:a16="http://schemas.microsoft.com/office/drawing/2014/main" id="{387436D2-FC29-4F44-ACD3-F85ACCD3F7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bjj_16_official_ReferenceLigand_3">
            <a:extLst>
              <a:ext uri="{FF2B5EF4-FFF2-40B4-BE49-F238E27FC236}">
                <a16:creationId xmlns:a16="http://schemas.microsoft.com/office/drawing/2014/main" id="{DC58C93D-F9A4-4CC6-BD4D-F0BF12406E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bjj_16_official_ReferenceLigand_4">
            <a:extLst>
              <a:ext uri="{FF2B5EF4-FFF2-40B4-BE49-F238E27FC236}">
                <a16:creationId xmlns:a16="http://schemas.microsoft.com/office/drawing/2014/main" id="{646EC947-EA56-46B3-BF5A-8CC954D76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bjj_16_official_ReferenceLigand_5">
            <a:extLst>
              <a:ext uri="{FF2B5EF4-FFF2-40B4-BE49-F238E27FC236}">
                <a16:creationId xmlns:a16="http://schemas.microsoft.com/office/drawing/2014/main" id="{1CE71FCE-EB29-411F-AD37-ADF51B13D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bjj_16_official_ReferenceLigand_6">
            <a:extLst>
              <a:ext uri="{FF2B5EF4-FFF2-40B4-BE49-F238E27FC236}">
                <a16:creationId xmlns:a16="http://schemas.microsoft.com/office/drawing/2014/main" id="{30E810D5-67C1-4824-94AA-55DF895813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bjj_16_official_ReferenceLigand_7">
            <a:extLst>
              <a:ext uri="{FF2B5EF4-FFF2-40B4-BE49-F238E27FC236}">
                <a16:creationId xmlns:a16="http://schemas.microsoft.com/office/drawing/2014/main" id="{96561281-22C1-4AFB-921F-CF3AEBD9ED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bjj_16_official_ReferenceLigand_8">
            <a:extLst>
              <a:ext uri="{FF2B5EF4-FFF2-40B4-BE49-F238E27FC236}">
                <a16:creationId xmlns:a16="http://schemas.microsoft.com/office/drawing/2014/main" id="{CD6A61B2-4F57-4ADA-A5C2-8CDE544E9A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bjj_16_official_ReferenceLigand_9">
            <a:extLst>
              <a:ext uri="{FF2B5EF4-FFF2-40B4-BE49-F238E27FC236}">
                <a16:creationId xmlns:a16="http://schemas.microsoft.com/office/drawing/2014/main" id="{5E3A29A2-4BC8-47F1-965A-B0354AE8E1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bjj_16_official_ReferenceLigand_10">
            <a:extLst>
              <a:ext uri="{FF2B5EF4-FFF2-40B4-BE49-F238E27FC236}">
                <a16:creationId xmlns:a16="http://schemas.microsoft.com/office/drawing/2014/main" id="{32E0643E-D5E8-4082-8F21-F6B89B16C7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bjj_16_official_ReferenceLigand_11">
            <a:extLst>
              <a:ext uri="{FF2B5EF4-FFF2-40B4-BE49-F238E27FC236}">
                <a16:creationId xmlns:a16="http://schemas.microsoft.com/office/drawing/2014/main" id="{CDE4164B-A501-4B31-85F8-9F1EA56073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bjj_16_official_ReferenceLigand_12">
            <a:extLst>
              <a:ext uri="{FF2B5EF4-FFF2-40B4-BE49-F238E27FC236}">
                <a16:creationId xmlns:a16="http://schemas.microsoft.com/office/drawing/2014/main" id="{27103CB2-22C7-48D7-9674-8F65622FDE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bjj_16_official_ReferenceLigand_13">
            <a:extLst>
              <a:ext uri="{FF2B5EF4-FFF2-40B4-BE49-F238E27FC236}">
                <a16:creationId xmlns:a16="http://schemas.microsoft.com/office/drawing/2014/main" id="{BC728E08-054A-46AB-BB8C-8856DAB93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bjj_16_official_ReferenceLigand_14">
            <a:extLst>
              <a:ext uri="{FF2B5EF4-FFF2-40B4-BE49-F238E27FC236}">
                <a16:creationId xmlns:a16="http://schemas.microsoft.com/office/drawing/2014/main" id="{E24228FF-E3E1-491F-A1C2-9C603A300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bjj_16_official_ReferenceLigand_15">
            <a:extLst>
              <a:ext uri="{FF2B5EF4-FFF2-40B4-BE49-F238E27FC236}">
                <a16:creationId xmlns:a16="http://schemas.microsoft.com/office/drawing/2014/main" id="{D4F1054C-7B09-4B08-9843-DC0E0766BE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bjj_16_official_ReferenceLigand_16">
            <a:extLst>
              <a:ext uri="{FF2B5EF4-FFF2-40B4-BE49-F238E27FC236}">
                <a16:creationId xmlns:a16="http://schemas.microsoft.com/office/drawing/2014/main" id="{5B3F3884-0B13-4414-93CA-235FA4661C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bjj_16_official_ReferenceLigand_17">
            <a:extLst>
              <a:ext uri="{FF2B5EF4-FFF2-40B4-BE49-F238E27FC236}">
                <a16:creationId xmlns:a16="http://schemas.microsoft.com/office/drawing/2014/main" id="{897D08AC-CACE-440A-A0C7-FDF32EBE7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bjj_16_official_ReferenceLigand_18">
            <a:extLst>
              <a:ext uri="{FF2B5EF4-FFF2-40B4-BE49-F238E27FC236}">
                <a16:creationId xmlns:a16="http://schemas.microsoft.com/office/drawing/2014/main" id="{AA1C2BE7-052E-44BD-9F83-8774C1B09A2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bjj_16_official_ReferenceLigand_19">
            <a:extLst>
              <a:ext uri="{FF2B5EF4-FFF2-40B4-BE49-F238E27FC236}">
                <a16:creationId xmlns:a16="http://schemas.microsoft.com/office/drawing/2014/main" id="{C307B0F6-3996-4BAC-88B9-21182091E2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bjj_16_official_ReferenceLigand_20">
            <a:extLst>
              <a:ext uri="{FF2B5EF4-FFF2-40B4-BE49-F238E27FC236}">
                <a16:creationId xmlns:a16="http://schemas.microsoft.com/office/drawing/2014/main" id="{096126C7-29B9-4BA5-A936-AC318F321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bjj_16_official_ReferenceLigand_21">
            <a:extLst>
              <a:ext uri="{FF2B5EF4-FFF2-40B4-BE49-F238E27FC236}">
                <a16:creationId xmlns:a16="http://schemas.microsoft.com/office/drawing/2014/main" id="{2D5E16AC-48B8-49A9-B102-C2429E43F5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bjj_16_official_ReferenceLigand_22">
            <a:extLst>
              <a:ext uri="{FF2B5EF4-FFF2-40B4-BE49-F238E27FC236}">
                <a16:creationId xmlns:a16="http://schemas.microsoft.com/office/drawing/2014/main" id="{0E35A3A5-1A6F-4F23-9FED-09B1425ED8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bjj_16_official_ReferenceLigand_23">
            <a:extLst>
              <a:ext uri="{FF2B5EF4-FFF2-40B4-BE49-F238E27FC236}">
                <a16:creationId xmlns:a16="http://schemas.microsoft.com/office/drawing/2014/main" id="{C9A1A9E1-72AC-483D-A232-8DC5C80D12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bjj_16_official_ReferenceLigand_24">
            <a:extLst>
              <a:ext uri="{FF2B5EF4-FFF2-40B4-BE49-F238E27FC236}">
                <a16:creationId xmlns:a16="http://schemas.microsoft.com/office/drawing/2014/main" id="{57793464-821A-42EA-A229-46E18FEA5D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bjj_16_official_ReferenceLigand_25">
            <a:extLst>
              <a:ext uri="{FF2B5EF4-FFF2-40B4-BE49-F238E27FC236}">
                <a16:creationId xmlns:a16="http://schemas.microsoft.com/office/drawing/2014/main" id="{13C0C56C-B598-4AAA-B205-95106794D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bjj_16_official_ReferenceLigand_26">
            <a:extLst>
              <a:ext uri="{FF2B5EF4-FFF2-40B4-BE49-F238E27FC236}">
                <a16:creationId xmlns:a16="http://schemas.microsoft.com/office/drawing/2014/main" id="{4CF01CE8-FF1D-443E-A054-20704756D5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bjj_16_official_ReferenceLigand_27">
            <a:extLst>
              <a:ext uri="{FF2B5EF4-FFF2-40B4-BE49-F238E27FC236}">
                <a16:creationId xmlns:a16="http://schemas.microsoft.com/office/drawing/2014/main" id="{52DC4052-9648-49CD-94AE-795806DA53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bjj_16_official_ReferenceLigand_28">
            <a:extLst>
              <a:ext uri="{FF2B5EF4-FFF2-40B4-BE49-F238E27FC236}">
                <a16:creationId xmlns:a16="http://schemas.microsoft.com/office/drawing/2014/main" id="{561F31AB-65FB-4376-95D2-1E74CF72DE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bjj_16_official_ReferenceLigand_29">
            <a:extLst>
              <a:ext uri="{FF2B5EF4-FFF2-40B4-BE49-F238E27FC236}">
                <a16:creationId xmlns:a16="http://schemas.microsoft.com/office/drawing/2014/main" id="{E3B90A8D-252B-4A47-BC71-F6D9914A72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bjj_16_official_ReferenceLigand_30">
            <a:extLst>
              <a:ext uri="{FF2B5EF4-FFF2-40B4-BE49-F238E27FC236}">
                <a16:creationId xmlns:a16="http://schemas.microsoft.com/office/drawing/2014/main" id="{0D3B0E62-26F8-4A16-8BD1-AC7D8EC32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bjj_16_official_PredictedLigand_0">
            <a:extLst>
              <a:ext uri="{FF2B5EF4-FFF2-40B4-BE49-F238E27FC236}">
                <a16:creationId xmlns:a16="http://schemas.microsoft.com/office/drawing/2014/main" id="{D72293DA-7828-45C5-8C4E-DCE6F90BAF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bjj_16_official_PredictedLigand_1">
            <a:extLst>
              <a:ext uri="{FF2B5EF4-FFF2-40B4-BE49-F238E27FC236}">
                <a16:creationId xmlns:a16="http://schemas.microsoft.com/office/drawing/2014/main" id="{5A3E5E67-AC82-4476-8BFC-4B1A2383BF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bjj_16_official_PredictedLigand_2">
            <a:extLst>
              <a:ext uri="{FF2B5EF4-FFF2-40B4-BE49-F238E27FC236}">
                <a16:creationId xmlns:a16="http://schemas.microsoft.com/office/drawing/2014/main" id="{CFE4499D-8B3E-4222-8153-0E39D91DBA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bjj_16_official_PredictedLigand_3">
            <a:extLst>
              <a:ext uri="{FF2B5EF4-FFF2-40B4-BE49-F238E27FC236}">
                <a16:creationId xmlns:a16="http://schemas.microsoft.com/office/drawing/2014/main" id="{57763B5D-D8AF-4764-8081-31E864BD02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bjj_16_official_PredictedLigand_4">
            <a:extLst>
              <a:ext uri="{FF2B5EF4-FFF2-40B4-BE49-F238E27FC236}">
                <a16:creationId xmlns:a16="http://schemas.microsoft.com/office/drawing/2014/main" id="{466AE778-8371-4CE3-8C78-EEF4105285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bjj_16_official_PredictedLigand_5">
            <a:extLst>
              <a:ext uri="{FF2B5EF4-FFF2-40B4-BE49-F238E27FC236}">
                <a16:creationId xmlns:a16="http://schemas.microsoft.com/office/drawing/2014/main" id="{2BF59E80-4A24-417C-BE29-010C338B1B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bjj_16_official_PredictedLigand_6">
            <a:extLst>
              <a:ext uri="{FF2B5EF4-FFF2-40B4-BE49-F238E27FC236}">
                <a16:creationId xmlns:a16="http://schemas.microsoft.com/office/drawing/2014/main" id="{3F606FFA-8BCC-463C-8154-E3210639A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bjj_16_official_PredictedLigand_7">
            <a:extLst>
              <a:ext uri="{FF2B5EF4-FFF2-40B4-BE49-F238E27FC236}">
                <a16:creationId xmlns:a16="http://schemas.microsoft.com/office/drawing/2014/main" id="{EC373CC1-E01F-4C7C-9E98-8D240EB928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bjj_16_official_PredictedLigand_8">
            <a:extLst>
              <a:ext uri="{FF2B5EF4-FFF2-40B4-BE49-F238E27FC236}">
                <a16:creationId xmlns:a16="http://schemas.microsoft.com/office/drawing/2014/main" id="{DAE73DE5-46A9-4049-8438-35D0FB96D0F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bjj_16_official_PredictedLigand_9">
            <a:extLst>
              <a:ext uri="{FF2B5EF4-FFF2-40B4-BE49-F238E27FC236}">
                <a16:creationId xmlns:a16="http://schemas.microsoft.com/office/drawing/2014/main" id="{37ADC423-F876-4781-8DB2-58FE59C106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bjj_16_official_PredictedLigand_10">
            <a:extLst>
              <a:ext uri="{FF2B5EF4-FFF2-40B4-BE49-F238E27FC236}">
                <a16:creationId xmlns:a16="http://schemas.microsoft.com/office/drawing/2014/main" id="{C420956D-9C3F-4D33-95DB-C5EC63EA82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bjj_16_official_PredictedLigand_11">
            <a:extLst>
              <a:ext uri="{FF2B5EF4-FFF2-40B4-BE49-F238E27FC236}">
                <a16:creationId xmlns:a16="http://schemas.microsoft.com/office/drawing/2014/main" id="{F27AD778-2757-4529-9780-802A15E73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bjj_16_official_PredictedLigand_12">
            <a:extLst>
              <a:ext uri="{FF2B5EF4-FFF2-40B4-BE49-F238E27FC236}">
                <a16:creationId xmlns:a16="http://schemas.microsoft.com/office/drawing/2014/main" id="{66203F1E-6A9C-4BBC-9526-12EE335F85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bjj_16_official_PredictedLigand_13">
            <a:extLst>
              <a:ext uri="{FF2B5EF4-FFF2-40B4-BE49-F238E27FC236}">
                <a16:creationId xmlns:a16="http://schemas.microsoft.com/office/drawing/2014/main" id="{CF510F80-8513-4D37-B3A5-C1DA79C08A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bjj_16_official_PredictedLigand_14">
            <a:extLst>
              <a:ext uri="{FF2B5EF4-FFF2-40B4-BE49-F238E27FC236}">
                <a16:creationId xmlns:a16="http://schemas.microsoft.com/office/drawing/2014/main" id="{1E15B489-FF92-478E-835A-3D8B56BCA5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bjj_16_official_PredictedLigand_15">
            <a:extLst>
              <a:ext uri="{FF2B5EF4-FFF2-40B4-BE49-F238E27FC236}">
                <a16:creationId xmlns:a16="http://schemas.microsoft.com/office/drawing/2014/main" id="{D765E276-295E-410E-A974-6691189482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bjj_16_official_PredictedLigand_16">
            <a:extLst>
              <a:ext uri="{FF2B5EF4-FFF2-40B4-BE49-F238E27FC236}">
                <a16:creationId xmlns:a16="http://schemas.microsoft.com/office/drawing/2014/main" id="{A17789AE-D933-44A9-9611-A40A14CE2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bjj_16_official_PredictedLigand_17">
            <a:extLst>
              <a:ext uri="{FF2B5EF4-FFF2-40B4-BE49-F238E27FC236}">
                <a16:creationId xmlns:a16="http://schemas.microsoft.com/office/drawing/2014/main" id="{030B3013-7A39-4ED4-BFB6-B7F588C728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bjj_16_official_PredictedLigand_18">
            <a:extLst>
              <a:ext uri="{FF2B5EF4-FFF2-40B4-BE49-F238E27FC236}">
                <a16:creationId xmlns:a16="http://schemas.microsoft.com/office/drawing/2014/main" id="{4299CFF6-A89C-459F-844C-6300047DE5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bjj_16_official_PredictedLigand_19">
            <a:extLst>
              <a:ext uri="{FF2B5EF4-FFF2-40B4-BE49-F238E27FC236}">
                <a16:creationId xmlns:a16="http://schemas.microsoft.com/office/drawing/2014/main" id="{A1ED43C8-C80E-45C9-A926-166D2894D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bjj_16_official_PredictedLigand_20">
            <a:extLst>
              <a:ext uri="{FF2B5EF4-FFF2-40B4-BE49-F238E27FC236}">
                <a16:creationId xmlns:a16="http://schemas.microsoft.com/office/drawing/2014/main" id="{AD4CD1B4-CE43-407E-8504-ADE5FF80B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bjj_16_official_PredictedLigand_21">
            <a:extLst>
              <a:ext uri="{FF2B5EF4-FFF2-40B4-BE49-F238E27FC236}">
                <a16:creationId xmlns:a16="http://schemas.microsoft.com/office/drawing/2014/main" id="{B6C54C65-B77B-4CE1-A19E-B2D69CC75D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bjj_16_official_PredictedLigand_22">
            <a:extLst>
              <a:ext uri="{FF2B5EF4-FFF2-40B4-BE49-F238E27FC236}">
                <a16:creationId xmlns:a16="http://schemas.microsoft.com/office/drawing/2014/main" id="{500AC10C-5E15-4129-A504-3C546F2350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bjj_16_official_PredictedLigand_23">
            <a:extLst>
              <a:ext uri="{FF2B5EF4-FFF2-40B4-BE49-F238E27FC236}">
                <a16:creationId xmlns:a16="http://schemas.microsoft.com/office/drawing/2014/main" id="{625B5C63-14BD-405B-9990-A68965886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bjj_16_official_PredictedLigand_24">
            <a:extLst>
              <a:ext uri="{FF2B5EF4-FFF2-40B4-BE49-F238E27FC236}">
                <a16:creationId xmlns:a16="http://schemas.microsoft.com/office/drawing/2014/main" id="{1EC8B8D6-812B-4FE1-AF97-4875009CA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bjj_16_official_PredictedLigand_25">
            <a:extLst>
              <a:ext uri="{FF2B5EF4-FFF2-40B4-BE49-F238E27FC236}">
                <a16:creationId xmlns:a16="http://schemas.microsoft.com/office/drawing/2014/main" id="{FB4B3297-3E9D-4C7A-B0F5-FEF27E09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bjj_16_official_PredictedLigand_26">
            <a:extLst>
              <a:ext uri="{FF2B5EF4-FFF2-40B4-BE49-F238E27FC236}">
                <a16:creationId xmlns:a16="http://schemas.microsoft.com/office/drawing/2014/main" id="{DA4B20E7-013D-440A-BD1B-26DEF4D94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bjj_16_official_PredictedLigand_27">
            <a:extLst>
              <a:ext uri="{FF2B5EF4-FFF2-40B4-BE49-F238E27FC236}">
                <a16:creationId xmlns:a16="http://schemas.microsoft.com/office/drawing/2014/main" id="{6174F185-C931-41F6-981C-BAF29C0098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bjj_16_official_PredictedLigand_28">
            <a:extLst>
              <a:ext uri="{FF2B5EF4-FFF2-40B4-BE49-F238E27FC236}">
                <a16:creationId xmlns:a16="http://schemas.microsoft.com/office/drawing/2014/main" id="{8AC22293-E183-4E72-9788-033CFC4356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bjj_16_official_PredictedLigand_29">
            <a:extLst>
              <a:ext uri="{FF2B5EF4-FFF2-40B4-BE49-F238E27FC236}">
                <a16:creationId xmlns:a16="http://schemas.microsoft.com/office/drawing/2014/main" id="{0DB1CB3D-9D7B-48BF-84F7-081701E3A7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bjj_16_official_PredictedLigand_30">
            <a:extLst>
              <a:ext uri="{FF2B5EF4-FFF2-40B4-BE49-F238E27FC236}">
                <a16:creationId xmlns:a16="http://schemas.microsoft.com/office/drawing/2014/main" id="{3E2A81A2-CF09-4135-9469-C2B3871CE1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bjj_16_official_PredictedAtoms_0">
            <a:extLst>
              <a:ext uri="{FF2B5EF4-FFF2-40B4-BE49-F238E27FC236}">
                <a16:creationId xmlns:a16="http://schemas.microsoft.com/office/drawing/2014/main" id="{5CF484B8-D7D7-4DC5-9926-46E4B0F3D3C0}"/>
              </a:ext>
            </a:extLst>
          </p:cNvPr>
          <p:cNvSpPr>
            <a:spLocks noGrp="1"/>
          </p:cNvSpPr>
          <p:nvPr/>
        </p:nvSpPr>
        <p:spPr>
          <a:xfrm>
            <a:off x="807621" y="48274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4" name="9bjj_16_official_PredictedAtoms_1">
            <a:extLst>
              <a:ext uri="{FF2B5EF4-FFF2-40B4-BE49-F238E27FC236}">
                <a16:creationId xmlns:a16="http://schemas.microsoft.com/office/drawing/2014/main" id="{785FF992-FB59-423B-9F64-661E8341A151}"/>
              </a:ext>
            </a:extLst>
          </p:cNvPr>
          <p:cNvSpPr>
            <a:spLocks noGrp="1"/>
          </p:cNvSpPr>
          <p:nvPr/>
        </p:nvSpPr>
        <p:spPr>
          <a:xfrm>
            <a:off x="897297" y="4745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5" name="9bjj_16_official_PredictedAtoms_2">
            <a:extLst>
              <a:ext uri="{FF2B5EF4-FFF2-40B4-BE49-F238E27FC236}">
                <a16:creationId xmlns:a16="http://schemas.microsoft.com/office/drawing/2014/main" id="{BA206A0B-8B29-4FE9-8D87-830FF39F8CD7}"/>
              </a:ext>
            </a:extLst>
          </p:cNvPr>
          <p:cNvSpPr>
            <a:spLocks noGrp="1"/>
          </p:cNvSpPr>
          <p:nvPr/>
        </p:nvSpPr>
        <p:spPr>
          <a:xfrm>
            <a:off x="1059724" y="4778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bjj_16_official_PredictedAtoms_3">
            <a:extLst>
              <a:ext uri="{FF2B5EF4-FFF2-40B4-BE49-F238E27FC236}">
                <a16:creationId xmlns:a16="http://schemas.microsoft.com/office/drawing/2014/main" id="{3182E108-3809-48CB-91A1-685194CA873E}"/>
              </a:ext>
            </a:extLst>
          </p:cNvPr>
          <p:cNvSpPr>
            <a:spLocks noGrp="1"/>
          </p:cNvSpPr>
          <p:nvPr/>
        </p:nvSpPr>
        <p:spPr>
          <a:xfrm>
            <a:off x="1078694" y="4885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bjj_16_official_PredictedAtoms_4">
            <a:extLst>
              <a:ext uri="{FF2B5EF4-FFF2-40B4-BE49-F238E27FC236}">
                <a16:creationId xmlns:a16="http://schemas.microsoft.com/office/drawing/2014/main" id="{4C610600-AA60-45EF-AE51-BD6AA60C0BB6}"/>
              </a:ext>
            </a:extLst>
          </p:cNvPr>
          <p:cNvSpPr>
            <a:spLocks noGrp="1"/>
          </p:cNvSpPr>
          <p:nvPr/>
        </p:nvSpPr>
        <p:spPr>
          <a:xfrm>
            <a:off x="1232995" y="4949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8" name="9bjj_16_official_PredictedAtoms_5">
            <a:extLst>
              <a:ext uri="{FF2B5EF4-FFF2-40B4-BE49-F238E27FC236}">
                <a16:creationId xmlns:a16="http://schemas.microsoft.com/office/drawing/2014/main" id="{488D534C-212F-4F3C-BE28-25E1C0924E53}"/>
              </a:ext>
            </a:extLst>
          </p:cNvPr>
          <p:cNvSpPr>
            <a:spLocks noGrp="1"/>
          </p:cNvSpPr>
          <p:nvPr/>
        </p:nvSpPr>
        <p:spPr>
          <a:xfrm>
            <a:off x="1235005" y="5039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bjj_16_official_PredictedAtoms_6">
            <a:extLst>
              <a:ext uri="{FF2B5EF4-FFF2-40B4-BE49-F238E27FC236}">
                <a16:creationId xmlns:a16="http://schemas.microsoft.com/office/drawing/2014/main" id="{288B2306-DA66-4CBD-93C4-7AE9FE74F721}"/>
              </a:ext>
            </a:extLst>
          </p:cNvPr>
          <p:cNvSpPr>
            <a:spLocks noGrp="1"/>
          </p:cNvSpPr>
          <p:nvPr/>
        </p:nvSpPr>
        <p:spPr>
          <a:xfrm>
            <a:off x="1377949" y="49160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0" name="9bjj_16_official_PredictedAtoms_7">
            <a:extLst>
              <a:ext uri="{FF2B5EF4-FFF2-40B4-BE49-F238E27FC236}">
                <a16:creationId xmlns:a16="http://schemas.microsoft.com/office/drawing/2014/main" id="{D0C2D1CB-85CD-455B-81C7-160379D84C63}"/>
              </a:ext>
            </a:extLst>
          </p:cNvPr>
          <p:cNvSpPr>
            <a:spLocks noGrp="1"/>
          </p:cNvSpPr>
          <p:nvPr/>
        </p:nvSpPr>
        <p:spPr>
          <a:xfrm>
            <a:off x="1539281" y="49458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bjj_16_official_PredictedAtoms_8">
            <a:extLst>
              <a:ext uri="{FF2B5EF4-FFF2-40B4-BE49-F238E27FC236}">
                <a16:creationId xmlns:a16="http://schemas.microsoft.com/office/drawing/2014/main" id="{E0D65C83-AD99-4B38-905C-96C7ED92F292}"/>
              </a:ext>
            </a:extLst>
          </p:cNvPr>
          <p:cNvSpPr>
            <a:spLocks noGrp="1"/>
          </p:cNvSpPr>
          <p:nvPr/>
        </p:nvSpPr>
        <p:spPr>
          <a:xfrm>
            <a:off x="1600433" y="5074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2" name="9bjj_16_official_PredictedAtoms_9">
            <a:extLst>
              <a:ext uri="{FF2B5EF4-FFF2-40B4-BE49-F238E27FC236}">
                <a16:creationId xmlns:a16="http://schemas.microsoft.com/office/drawing/2014/main" id="{1F6A1216-482E-44C8-9F04-792578C03EB2}"/>
              </a:ext>
            </a:extLst>
          </p:cNvPr>
          <p:cNvSpPr>
            <a:spLocks noGrp="1"/>
          </p:cNvSpPr>
          <p:nvPr/>
        </p:nvSpPr>
        <p:spPr>
          <a:xfrm>
            <a:off x="1763984" y="5101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bjj_16_official_PredictedAtoms_10">
            <a:extLst>
              <a:ext uri="{FF2B5EF4-FFF2-40B4-BE49-F238E27FC236}">
                <a16:creationId xmlns:a16="http://schemas.microsoft.com/office/drawing/2014/main" id="{9885F1D1-1E94-4D36-9512-6BC6D2E97FD9}"/>
              </a:ext>
            </a:extLst>
          </p:cNvPr>
          <p:cNvSpPr>
            <a:spLocks noGrp="1"/>
          </p:cNvSpPr>
          <p:nvPr/>
        </p:nvSpPr>
        <p:spPr>
          <a:xfrm>
            <a:off x="1870719" y="4990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bjj_16_official_PredictedAtoms_11">
            <a:extLst>
              <a:ext uri="{FF2B5EF4-FFF2-40B4-BE49-F238E27FC236}">
                <a16:creationId xmlns:a16="http://schemas.microsoft.com/office/drawing/2014/main" id="{C7C970D7-C016-4BF9-AB82-878858FFDE9B}"/>
              </a:ext>
            </a:extLst>
          </p:cNvPr>
          <p:cNvSpPr>
            <a:spLocks noGrp="1"/>
          </p:cNvSpPr>
          <p:nvPr/>
        </p:nvSpPr>
        <p:spPr>
          <a:xfrm>
            <a:off x="1802136" y="4858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bjj_16_official_PredictedAtoms_12">
            <a:extLst>
              <a:ext uri="{FF2B5EF4-FFF2-40B4-BE49-F238E27FC236}">
                <a16:creationId xmlns:a16="http://schemas.microsoft.com/office/drawing/2014/main" id="{F9C6234A-58F2-47F3-9C16-2441A2B066EB}"/>
              </a:ext>
            </a:extLst>
          </p:cNvPr>
          <p:cNvSpPr>
            <a:spLocks noGrp="1"/>
          </p:cNvSpPr>
          <p:nvPr/>
        </p:nvSpPr>
        <p:spPr>
          <a:xfrm>
            <a:off x="1636230" y="4842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bjj_16_official_PredictedAtoms_13">
            <a:extLst>
              <a:ext uri="{FF2B5EF4-FFF2-40B4-BE49-F238E27FC236}">
                <a16:creationId xmlns:a16="http://schemas.microsoft.com/office/drawing/2014/main" id="{D06B3C44-A785-4E3B-9660-77E297CFEBB2}"/>
              </a:ext>
            </a:extLst>
          </p:cNvPr>
          <p:cNvSpPr>
            <a:spLocks noGrp="1"/>
          </p:cNvSpPr>
          <p:nvPr/>
        </p:nvSpPr>
        <p:spPr>
          <a:xfrm>
            <a:off x="1903802" y="47163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bjj_16_official_PredictedAtoms_14">
            <a:extLst>
              <a:ext uri="{FF2B5EF4-FFF2-40B4-BE49-F238E27FC236}">
                <a16:creationId xmlns:a16="http://schemas.microsoft.com/office/drawing/2014/main" id="{9804BC21-DFE8-4EEE-A361-A5EE61CF06D8}"/>
              </a:ext>
            </a:extLst>
          </p:cNvPr>
          <p:cNvSpPr>
            <a:spLocks noGrp="1"/>
          </p:cNvSpPr>
          <p:nvPr/>
        </p:nvSpPr>
        <p:spPr>
          <a:xfrm>
            <a:off x="2050992" y="4633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bjj_16_official_PredictedAtoms_15">
            <a:extLst>
              <a:ext uri="{FF2B5EF4-FFF2-40B4-BE49-F238E27FC236}">
                <a16:creationId xmlns:a16="http://schemas.microsoft.com/office/drawing/2014/main" id="{1592A43E-B36D-4CBB-BBF0-576438A4C939}"/>
              </a:ext>
            </a:extLst>
          </p:cNvPr>
          <p:cNvSpPr>
            <a:spLocks noGrp="1"/>
          </p:cNvSpPr>
          <p:nvPr/>
        </p:nvSpPr>
        <p:spPr>
          <a:xfrm>
            <a:off x="2063408" y="446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bjj_16_official_PredictedAtoms_16">
            <a:extLst>
              <a:ext uri="{FF2B5EF4-FFF2-40B4-BE49-F238E27FC236}">
                <a16:creationId xmlns:a16="http://schemas.microsoft.com/office/drawing/2014/main" id="{46B3A9F6-2ED4-464D-B41A-EE4694EAF080}"/>
              </a:ext>
            </a:extLst>
          </p:cNvPr>
          <p:cNvSpPr>
            <a:spLocks noGrp="1"/>
          </p:cNvSpPr>
          <p:nvPr/>
        </p:nvSpPr>
        <p:spPr>
          <a:xfrm>
            <a:off x="2174035" y="43785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bjj_16_official_PredictedAtoms_17">
            <a:extLst>
              <a:ext uri="{FF2B5EF4-FFF2-40B4-BE49-F238E27FC236}">
                <a16:creationId xmlns:a16="http://schemas.microsoft.com/office/drawing/2014/main" id="{B855B983-ACB4-4745-8573-144A17190DBD}"/>
              </a:ext>
            </a:extLst>
          </p:cNvPr>
          <p:cNvSpPr>
            <a:spLocks noGrp="1"/>
          </p:cNvSpPr>
          <p:nvPr/>
        </p:nvSpPr>
        <p:spPr>
          <a:xfrm>
            <a:off x="2276204" y="44549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bjj_16_official_PredictedAtoms_18">
            <a:extLst>
              <a:ext uri="{FF2B5EF4-FFF2-40B4-BE49-F238E27FC236}">
                <a16:creationId xmlns:a16="http://schemas.microsoft.com/office/drawing/2014/main" id="{1D6B1B86-8D64-46C3-BF55-FA1876FFF3CC}"/>
              </a:ext>
            </a:extLst>
          </p:cNvPr>
          <p:cNvSpPr>
            <a:spLocks noGrp="1"/>
          </p:cNvSpPr>
          <p:nvPr/>
        </p:nvSpPr>
        <p:spPr>
          <a:xfrm>
            <a:off x="2274530" y="4623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bjj_16_official_PredictedAtoms_19">
            <a:extLst>
              <a:ext uri="{FF2B5EF4-FFF2-40B4-BE49-F238E27FC236}">
                <a16:creationId xmlns:a16="http://schemas.microsoft.com/office/drawing/2014/main" id="{80E9E3DB-6213-4B78-98CF-D16A367DDB8F}"/>
              </a:ext>
            </a:extLst>
          </p:cNvPr>
          <p:cNvSpPr>
            <a:spLocks noGrp="1"/>
          </p:cNvSpPr>
          <p:nvPr/>
        </p:nvSpPr>
        <p:spPr>
          <a:xfrm>
            <a:off x="2164213" y="47211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bjj_16_official_PredictedAtoms_20">
            <a:extLst>
              <a:ext uri="{FF2B5EF4-FFF2-40B4-BE49-F238E27FC236}">
                <a16:creationId xmlns:a16="http://schemas.microsoft.com/office/drawing/2014/main" id="{70061ACC-F837-4D73-9D02-21388F431FB3}"/>
              </a:ext>
            </a:extLst>
          </p:cNvPr>
          <p:cNvSpPr>
            <a:spLocks noGrp="1"/>
          </p:cNvSpPr>
          <p:nvPr/>
        </p:nvSpPr>
        <p:spPr>
          <a:xfrm>
            <a:off x="2172042" y="4894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bjj_16_official_PredictedAtoms_21">
            <a:extLst>
              <a:ext uri="{FF2B5EF4-FFF2-40B4-BE49-F238E27FC236}">
                <a16:creationId xmlns:a16="http://schemas.microsoft.com/office/drawing/2014/main" id="{5044E417-0DD8-4C60-B7B0-B9F5606D5FA6}"/>
              </a:ext>
            </a:extLst>
          </p:cNvPr>
          <p:cNvSpPr>
            <a:spLocks noGrp="1"/>
          </p:cNvSpPr>
          <p:nvPr/>
        </p:nvSpPr>
        <p:spPr>
          <a:xfrm>
            <a:off x="2306384" y="4955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bjj_16_official_PredictedAtoms_22">
            <a:extLst>
              <a:ext uri="{FF2B5EF4-FFF2-40B4-BE49-F238E27FC236}">
                <a16:creationId xmlns:a16="http://schemas.microsoft.com/office/drawing/2014/main" id="{63F1F3C4-94B4-48FF-97D9-9E6F3BAD1D17}"/>
              </a:ext>
            </a:extLst>
          </p:cNvPr>
          <p:cNvSpPr>
            <a:spLocks noGrp="1"/>
          </p:cNvSpPr>
          <p:nvPr/>
        </p:nvSpPr>
        <p:spPr>
          <a:xfrm>
            <a:off x="2039435" y="5005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bjj_16_official_PredictedAtoms_23">
            <a:extLst>
              <a:ext uri="{FF2B5EF4-FFF2-40B4-BE49-F238E27FC236}">
                <a16:creationId xmlns:a16="http://schemas.microsoft.com/office/drawing/2014/main" id="{F1AF7FB0-ABEF-47A9-A38D-2C441403C568}"/>
              </a:ext>
            </a:extLst>
          </p:cNvPr>
          <p:cNvSpPr>
            <a:spLocks noGrp="1"/>
          </p:cNvSpPr>
          <p:nvPr/>
        </p:nvSpPr>
        <p:spPr>
          <a:xfrm>
            <a:off x="2092227" y="5178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bjj_16_official_PredictedAtoms_24">
            <a:extLst>
              <a:ext uri="{FF2B5EF4-FFF2-40B4-BE49-F238E27FC236}">
                <a16:creationId xmlns:a16="http://schemas.microsoft.com/office/drawing/2014/main" id="{45F33116-8A9B-44AF-820B-C4ECF3327ABA}"/>
              </a:ext>
            </a:extLst>
          </p:cNvPr>
          <p:cNvSpPr>
            <a:spLocks noGrp="1"/>
          </p:cNvSpPr>
          <p:nvPr/>
        </p:nvSpPr>
        <p:spPr>
          <a:xfrm>
            <a:off x="2124332" y="5242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bjj_16_official_PredictedAtoms_25">
            <a:extLst>
              <a:ext uri="{FF2B5EF4-FFF2-40B4-BE49-F238E27FC236}">
                <a16:creationId xmlns:a16="http://schemas.microsoft.com/office/drawing/2014/main" id="{BDAD4D22-CE48-43AB-8A13-2C93909C380F}"/>
              </a:ext>
            </a:extLst>
          </p:cNvPr>
          <p:cNvSpPr>
            <a:spLocks noGrp="1"/>
          </p:cNvSpPr>
          <p:nvPr/>
        </p:nvSpPr>
        <p:spPr>
          <a:xfrm>
            <a:off x="2290968" y="5210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bjj_16_official_PredictedAtoms_26">
            <a:extLst>
              <a:ext uri="{FF2B5EF4-FFF2-40B4-BE49-F238E27FC236}">
                <a16:creationId xmlns:a16="http://schemas.microsoft.com/office/drawing/2014/main" id="{680307B2-CC7C-44C6-86D6-7BCBE39EACF5}"/>
              </a:ext>
            </a:extLst>
          </p:cNvPr>
          <p:cNvSpPr>
            <a:spLocks noGrp="1"/>
          </p:cNvSpPr>
          <p:nvPr/>
        </p:nvSpPr>
        <p:spPr>
          <a:xfrm>
            <a:off x="2319524" y="52955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bjj_16_official_PredictedAtoms_27">
            <a:extLst>
              <a:ext uri="{FF2B5EF4-FFF2-40B4-BE49-F238E27FC236}">
                <a16:creationId xmlns:a16="http://schemas.microsoft.com/office/drawing/2014/main" id="{187F82F3-1DAE-401B-A1BF-EBFC1344E15B}"/>
              </a:ext>
            </a:extLst>
          </p:cNvPr>
          <p:cNvSpPr>
            <a:spLocks noGrp="1"/>
          </p:cNvSpPr>
          <p:nvPr/>
        </p:nvSpPr>
        <p:spPr>
          <a:xfrm>
            <a:off x="920325" y="49174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stage3-cases-alternatives_25">
            <a:extLst>
              <a:ext uri="{FF2B5EF4-FFF2-40B4-BE49-F238E27FC236}">
                <a16:creationId xmlns:a16="http://schemas.microsoft.com/office/drawing/2014/main" id="{6DC47D5A-D93F-45DB-B60B-68A7A2BBF6DB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752" name="9bjj_16_tuned_Receptor">
            <a:extLst>
              <a:ext uri="{FF2B5EF4-FFF2-40B4-BE49-F238E27FC236}">
                <a16:creationId xmlns:a16="http://schemas.microsoft.com/office/drawing/2014/main" id="{64E4081B-E702-4105-BE90-10BD008151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53" name="9bjj_16_tuned_ExperimentalDensity">
            <a:extLst>
              <a:ext uri="{FF2B5EF4-FFF2-40B4-BE49-F238E27FC236}">
                <a16:creationId xmlns:a16="http://schemas.microsoft.com/office/drawing/2014/main" id="{B84D057E-CD03-4E8A-9B51-BDC46FEFC3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54" name="9bjj_16_tuned_ReferenceLigand_0">
            <a:extLst>
              <a:ext uri="{FF2B5EF4-FFF2-40B4-BE49-F238E27FC236}">
                <a16:creationId xmlns:a16="http://schemas.microsoft.com/office/drawing/2014/main" id="{1A9DAD79-D9BB-4B0E-9B63-1CE850C28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bjj_16_tuned_ReferenceLigand_1">
            <a:extLst>
              <a:ext uri="{FF2B5EF4-FFF2-40B4-BE49-F238E27FC236}">
                <a16:creationId xmlns:a16="http://schemas.microsoft.com/office/drawing/2014/main" id="{B6541D78-5C03-4508-A40C-22A1B11C64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bjj_16_tuned_ReferenceLigand_2">
            <a:extLst>
              <a:ext uri="{FF2B5EF4-FFF2-40B4-BE49-F238E27FC236}">
                <a16:creationId xmlns:a16="http://schemas.microsoft.com/office/drawing/2014/main" id="{2B8DBE1B-3137-4392-A676-DD9AB11357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bjj_16_tuned_ReferenceLigand_3">
            <a:extLst>
              <a:ext uri="{FF2B5EF4-FFF2-40B4-BE49-F238E27FC236}">
                <a16:creationId xmlns:a16="http://schemas.microsoft.com/office/drawing/2014/main" id="{58AE564F-AAFF-4BBC-A483-E1B5534562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bjj_16_tuned_ReferenceLigand_4">
            <a:extLst>
              <a:ext uri="{FF2B5EF4-FFF2-40B4-BE49-F238E27FC236}">
                <a16:creationId xmlns:a16="http://schemas.microsoft.com/office/drawing/2014/main" id="{4FD1F1C9-4BFE-4B0B-8CDA-0100196064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bjj_16_tuned_ReferenceLigand_5">
            <a:extLst>
              <a:ext uri="{FF2B5EF4-FFF2-40B4-BE49-F238E27FC236}">
                <a16:creationId xmlns:a16="http://schemas.microsoft.com/office/drawing/2014/main" id="{33444BF2-939D-495A-9F2A-AD3F74824A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bjj_16_tuned_ReferenceLigand_6">
            <a:extLst>
              <a:ext uri="{FF2B5EF4-FFF2-40B4-BE49-F238E27FC236}">
                <a16:creationId xmlns:a16="http://schemas.microsoft.com/office/drawing/2014/main" id="{A188A58B-FECF-4ABD-8E74-6531EC2209A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bjj_16_tuned_ReferenceLigand_7">
            <a:extLst>
              <a:ext uri="{FF2B5EF4-FFF2-40B4-BE49-F238E27FC236}">
                <a16:creationId xmlns:a16="http://schemas.microsoft.com/office/drawing/2014/main" id="{BB1D8CD9-7645-4CA0-935D-1C94C14DCF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bjj_16_tuned_ReferenceLigand_8">
            <a:extLst>
              <a:ext uri="{FF2B5EF4-FFF2-40B4-BE49-F238E27FC236}">
                <a16:creationId xmlns:a16="http://schemas.microsoft.com/office/drawing/2014/main" id="{CC921BD1-984B-47EC-8A04-75D845A1A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bjj_16_tuned_ReferenceLigand_9">
            <a:extLst>
              <a:ext uri="{FF2B5EF4-FFF2-40B4-BE49-F238E27FC236}">
                <a16:creationId xmlns:a16="http://schemas.microsoft.com/office/drawing/2014/main" id="{C744CFD5-0F25-4D18-84C7-297EABC9C8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bjj_16_tuned_ReferenceLigand_10">
            <a:extLst>
              <a:ext uri="{FF2B5EF4-FFF2-40B4-BE49-F238E27FC236}">
                <a16:creationId xmlns:a16="http://schemas.microsoft.com/office/drawing/2014/main" id="{FAD08B3B-306C-45EE-95AC-AE925E1775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bjj_16_tuned_ReferenceLigand_11">
            <a:extLst>
              <a:ext uri="{FF2B5EF4-FFF2-40B4-BE49-F238E27FC236}">
                <a16:creationId xmlns:a16="http://schemas.microsoft.com/office/drawing/2014/main" id="{94C9581B-7C62-4BBA-B1F3-9E559F5E9F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bjj_16_tuned_ReferenceLigand_12">
            <a:extLst>
              <a:ext uri="{FF2B5EF4-FFF2-40B4-BE49-F238E27FC236}">
                <a16:creationId xmlns:a16="http://schemas.microsoft.com/office/drawing/2014/main" id="{71971A66-C2C7-4610-8E1F-2125EF8B3D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bjj_16_tuned_ReferenceLigand_13">
            <a:extLst>
              <a:ext uri="{FF2B5EF4-FFF2-40B4-BE49-F238E27FC236}">
                <a16:creationId xmlns:a16="http://schemas.microsoft.com/office/drawing/2014/main" id="{FC9F45FF-4A47-4936-8EBA-5CA1600BC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bjj_16_tuned_ReferenceLigand_14">
            <a:extLst>
              <a:ext uri="{FF2B5EF4-FFF2-40B4-BE49-F238E27FC236}">
                <a16:creationId xmlns:a16="http://schemas.microsoft.com/office/drawing/2014/main" id="{C7C45A33-371E-4B45-95B9-D42BB622E5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bjj_16_tuned_ReferenceLigand_15">
            <a:extLst>
              <a:ext uri="{FF2B5EF4-FFF2-40B4-BE49-F238E27FC236}">
                <a16:creationId xmlns:a16="http://schemas.microsoft.com/office/drawing/2014/main" id="{5F90D287-E518-4A3E-8744-1BB2FB4941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bjj_16_tuned_ReferenceLigand_16">
            <a:extLst>
              <a:ext uri="{FF2B5EF4-FFF2-40B4-BE49-F238E27FC236}">
                <a16:creationId xmlns:a16="http://schemas.microsoft.com/office/drawing/2014/main" id="{09BD4DDD-E925-4B6D-B8E0-4EF6B0172D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bjj_16_tuned_ReferenceLigand_17">
            <a:extLst>
              <a:ext uri="{FF2B5EF4-FFF2-40B4-BE49-F238E27FC236}">
                <a16:creationId xmlns:a16="http://schemas.microsoft.com/office/drawing/2014/main" id="{81641218-E718-4AC8-9B7B-F9410361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bjj_16_tuned_ReferenceLigand_18">
            <a:extLst>
              <a:ext uri="{FF2B5EF4-FFF2-40B4-BE49-F238E27FC236}">
                <a16:creationId xmlns:a16="http://schemas.microsoft.com/office/drawing/2014/main" id="{E03150BC-9C71-4921-A285-83EBC3AB67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bjj_16_tuned_ReferenceLigand_19">
            <a:extLst>
              <a:ext uri="{FF2B5EF4-FFF2-40B4-BE49-F238E27FC236}">
                <a16:creationId xmlns:a16="http://schemas.microsoft.com/office/drawing/2014/main" id="{B079FD25-CFBB-4ECD-B271-6B185051B6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bjj_16_tuned_ReferenceLigand_20">
            <a:extLst>
              <a:ext uri="{FF2B5EF4-FFF2-40B4-BE49-F238E27FC236}">
                <a16:creationId xmlns:a16="http://schemas.microsoft.com/office/drawing/2014/main" id="{6C7F3DAF-5214-4F68-A721-317465FC21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bjj_16_tuned_ReferenceLigand_21">
            <a:extLst>
              <a:ext uri="{FF2B5EF4-FFF2-40B4-BE49-F238E27FC236}">
                <a16:creationId xmlns:a16="http://schemas.microsoft.com/office/drawing/2014/main" id="{9D5084DA-3234-4D04-8D75-E0D593B774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bjj_16_tuned_ReferenceLigand_22">
            <a:extLst>
              <a:ext uri="{FF2B5EF4-FFF2-40B4-BE49-F238E27FC236}">
                <a16:creationId xmlns:a16="http://schemas.microsoft.com/office/drawing/2014/main" id="{FC20518D-CF05-4ECF-ADE2-B37DD09B3D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bjj_16_tuned_ReferenceLigand_23">
            <a:extLst>
              <a:ext uri="{FF2B5EF4-FFF2-40B4-BE49-F238E27FC236}">
                <a16:creationId xmlns:a16="http://schemas.microsoft.com/office/drawing/2014/main" id="{3DF2F07B-199A-43CE-A974-B41DDC9137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bjj_16_tuned_ReferenceLigand_24">
            <a:extLst>
              <a:ext uri="{FF2B5EF4-FFF2-40B4-BE49-F238E27FC236}">
                <a16:creationId xmlns:a16="http://schemas.microsoft.com/office/drawing/2014/main" id="{7D522AA9-E674-4B31-845C-47EE020782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bjj_16_tuned_ReferenceLigand_25">
            <a:extLst>
              <a:ext uri="{FF2B5EF4-FFF2-40B4-BE49-F238E27FC236}">
                <a16:creationId xmlns:a16="http://schemas.microsoft.com/office/drawing/2014/main" id="{B8BF88D1-E765-4361-A582-681C4CE332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bjj_16_tuned_ReferenceLigand_26">
            <a:extLst>
              <a:ext uri="{FF2B5EF4-FFF2-40B4-BE49-F238E27FC236}">
                <a16:creationId xmlns:a16="http://schemas.microsoft.com/office/drawing/2014/main" id="{A79C5B6C-91B4-4837-B79C-7EB18B86A4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bjj_16_tuned_ReferenceLigand_27">
            <a:extLst>
              <a:ext uri="{FF2B5EF4-FFF2-40B4-BE49-F238E27FC236}">
                <a16:creationId xmlns:a16="http://schemas.microsoft.com/office/drawing/2014/main" id="{548B8360-AFD9-42D7-A364-8C5009D15F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bjj_16_tuned_ReferenceLigand_28">
            <a:extLst>
              <a:ext uri="{FF2B5EF4-FFF2-40B4-BE49-F238E27FC236}">
                <a16:creationId xmlns:a16="http://schemas.microsoft.com/office/drawing/2014/main" id="{4BBA3A2F-1EA5-4627-96BD-5312DCF783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bjj_16_tuned_ReferenceLigand_29">
            <a:extLst>
              <a:ext uri="{FF2B5EF4-FFF2-40B4-BE49-F238E27FC236}">
                <a16:creationId xmlns:a16="http://schemas.microsoft.com/office/drawing/2014/main" id="{0B946AC5-7DE7-46D2-B441-EE9BA398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bjj_16_tuned_ReferenceLigand_30">
            <a:extLst>
              <a:ext uri="{FF2B5EF4-FFF2-40B4-BE49-F238E27FC236}">
                <a16:creationId xmlns:a16="http://schemas.microsoft.com/office/drawing/2014/main" id="{B96E237D-7153-42E5-BF97-DCE80FF8AD8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bjj_16_tuned_PredictedLigand_0">
            <a:extLst>
              <a:ext uri="{FF2B5EF4-FFF2-40B4-BE49-F238E27FC236}">
                <a16:creationId xmlns:a16="http://schemas.microsoft.com/office/drawing/2014/main" id="{DF7A3D71-17A5-4B27-BFC8-5A500AE79D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bjj_16_tuned_PredictedLigand_1">
            <a:extLst>
              <a:ext uri="{FF2B5EF4-FFF2-40B4-BE49-F238E27FC236}">
                <a16:creationId xmlns:a16="http://schemas.microsoft.com/office/drawing/2014/main" id="{6B801515-81C8-4627-A5A2-025D36DEC5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bjj_16_tuned_PredictedLigand_2">
            <a:extLst>
              <a:ext uri="{FF2B5EF4-FFF2-40B4-BE49-F238E27FC236}">
                <a16:creationId xmlns:a16="http://schemas.microsoft.com/office/drawing/2014/main" id="{4CFF7003-8D7C-4CF1-933F-6CAECFD10D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bjj_16_tuned_PredictedLigand_3">
            <a:extLst>
              <a:ext uri="{FF2B5EF4-FFF2-40B4-BE49-F238E27FC236}">
                <a16:creationId xmlns:a16="http://schemas.microsoft.com/office/drawing/2014/main" id="{68073ACF-2B8C-4E30-9E38-6AA667FC74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bjj_16_tuned_PredictedLigand_4">
            <a:extLst>
              <a:ext uri="{FF2B5EF4-FFF2-40B4-BE49-F238E27FC236}">
                <a16:creationId xmlns:a16="http://schemas.microsoft.com/office/drawing/2014/main" id="{1447A1B6-A2C7-4989-BD94-F6D969E265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bjj_16_tuned_PredictedLigand_5">
            <a:extLst>
              <a:ext uri="{FF2B5EF4-FFF2-40B4-BE49-F238E27FC236}">
                <a16:creationId xmlns:a16="http://schemas.microsoft.com/office/drawing/2014/main" id="{69D8C720-B204-49BD-BBC4-53B4FE2AE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bjj_16_tuned_PredictedLigand_6">
            <a:extLst>
              <a:ext uri="{FF2B5EF4-FFF2-40B4-BE49-F238E27FC236}">
                <a16:creationId xmlns:a16="http://schemas.microsoft.com/office/drawing/2014/main" id="{8205C977-BD32-4AFC-AF12-71BB67A87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bjj_16_tuned_PredictedLigand_7">
            <a:extLst>
              <a:ext uri="{FF2B5EF4-FFF2-40B4-BE49-F238E27FC236}">
                <a16:creationId xmlns:a16="http://schemas.microsoft.com/office/drawing/2014/main" id="{BFAD09DD-1893-4A74-AC26-4E31BA21B1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bjj_16_tuned_PredictedLigand_8">
            <a:extLst>
              <a:ext uri="{FF2B5EF4-FFF2-40B4-BE49-F238E27FC236}">
                <a16:creationId xmlns:a16="http://schemas.microsoft.com/office/drawing/2014/main" id="{96CF5E61-82B1-43E8-8B4A-86F29712574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bjj_16_tuned_PredictedLigand_9">
            <a:extLst>
              <a:ext uri="{FF2B5EF4-FFF2-40B4-BE49-F238E27FC236}">
                <a16:creationId xmlns:a16="http://schemas.microsoft.com/office/drawing/2014/main" id="{9F40486B-1C45-4719-BFB1-C8EE050101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bjj_16_tuned_PredictedLigand_10">
            <a:extLst>
              <a:ext uri="{FF2B5EF4-FFF2-40B4-BE49-F238E27FC236}">
                <a16:creationId xmlns:a16="http://schemas.microsoft.com/office/drawing/2014/main" id="{3604FB2B-E018-4552-8BC4-714B1326499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bjj_16_tuned_PredictedLigand_11">
            <a:extLst>
              <a:ext uri="{FF2B5EF4-FFF2-40B4-BE49-F238E27FC236}">
                <a16:creationId xmlns:a16="http://schemas.microsoft.com/office/drawing/2014/main" id="{D8B1F0AC-C0E3-48DF-91A0-E74E9FFBB8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bjj_16_tuned_PredictedLigand_12">
            <a:extLst>
              <a:ext uri="{FF2B5EF4-FFF2-40B4-BE49-F238E27FC236}">
                <a16:creationId xmlns:a16="http://schemas.microsoft.com/office/drawing/2014/main" id="{A9ED0690-23FC-442F-8663-F4006C8E2B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bjj_16_tuned_PredictedLigand_13">
            <a:extLst>
              <a:ext uri="{FF2B5EF4-FFF2-40B4-BE49-F238E27FC236}">
                <a16:creationId xmlns:a16="http://schemas.microsoft.com/office/drawing/2014/main" id="{9905E859-B8BB-448F-838D-C71AE4C6EC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bjj_16_tuned_PredictedLigand_14">
            <a:extLst>
              <a:ext uri="{FF2B5EF4-FFF2-40B4-BE49-F238E27FC236}">
                <a16:creationId xmlns:a16="http://schemas.microsoft.com/office/drawing/2014/main" id="{C6118B21-30BB-4AA6-8BA3-A10A271501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bjj_16_tuned_PredictedLigand_15">
            <a:extLst>
              <a:ext uri="{FF2B5EF4-FFF2-40B4-BE49-F238E27FC236}">
                <a16:creationId xmlns:a16="http://schemas.microsoft.com/office/drawing/2014/main" id="{37AFE31A-7E04-49D2-AFF3-C8E5AD95C3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bjj_16_tuned_PredictedLigand_16">
            <a:extLst>
              <a:ext uri="{FF2B5EF4-FFF2-40B4-BE49-F238E27FC236}">
                <a16:creationId xmlns:a16="http://schemas.microsoft.com/office/drawing/2014/main" id="{95B0FCB0-3DF9-4A69-887C-06FF3A4656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bjj_16_tuned_PredictedLigand_17">
            <a:extLst>
              <a:ext uri="{FF2B5EF4-FFF2-40B4-BE49-F238E27FC236}">
                <a16:creationId xmlns:a16="http://schemas.microsoft.com/office/drawing/2014/main" id="{E3158DA1-49B1-4B1E-BADD-447F944E8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bjj_16_tuned_PredictedLigand_18">
            <a:extLst>
              <a:ext uri="{FF2B5EF4-FFF2-40B4-BE49-F238E27FC236}">
                <a16:creationId xmlns:a16="http://schemas.microsoft.com/office/drawing/2014/main" id="{3554D993-274F-48F4-B292-2ED9F17504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bjj_16_tuned_PredictedLigand_19">
            <a:extLst>
              <a:ext uri="{FF2B5EF4-FFF2-40B4-BE49-F238E27FC236}">
                <a16:creationId xmlns:a16="http://schemas.microsoft.com/office/drawing/2014/main" id="{4B19C930-79A1-4154-A469-F760D8CF02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bjj_16_tuned_PredictedLigand_20">
            <a:extLst>
              <a:ext uri="{FF2B5EF4-FFF2-40B4-BE49-F238E27FC236}">
                <a16:creationId xmlns:a16="http://schemas.microsoft.com/office/drawing/2014/main" id="{93B30401-A536-4F44-82F9-E7BFAA506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bjj_16_tuned_PredictedLigand_21">
            <a:extLst>
              <a:ext uri="{FF2B5EF4-FFF2-40B4-BE49-F238E27FC236}">
                <a16:creationId xmlns:a16="http://schemas.microsoft.com/office/drawing/2014/main" id="{6CBBB195-18F1-494C-B8BD-A6D186A18C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bjj_16_tuned_PredictedLigand_22">
            <a:extLst>
              <a:ext uri="{FF2B5EF4-FFF2-40B4-BE49-F238E27FC236}">
                <a16:creationId xmlns:a16="http://schemas.microsoft.com/office/drawing/2014/main" id="{BD40C4D0-7517-43EA-A84B-423173C395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bjj_16_tuned_PredictedLigand_23">
            <a:extLst>
              <a:ext uri="{FF2B5EF4-FFF2-40B4-BE49-F238E27FC236}">
                <a16:creationId xmlns:a16="http://schemas.microsoft.com/office/drawing/2014/main" id="{02D64FBD-8A32-492F-9BC3-A7B738CC69C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bjj_16_tuned_PredictedLigand_24">
            <a:extLst>
              <a:ext uri="{FF2B5EF4-FFF2-40B4-BE49-F238E27FC236}">
                <a16:creationId xmlns:a16="http://schemas.microsoft.com/office/drawing/2014/main" id="{3AEDACAF-AD7B-4D8E-99CF-D43C522271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bjj_16_tuned_PredictedLigand_25">
            <a:extLst>
              <a:ext uri="{FF2B5EF4-FFF2-40B4-BE49-F238E27FC236}">
                <a16:creationId xmlns:a16="http://schemas.microsoft.com/office/drawing/2014/main" id="{8E7998E8-5222-4E26-B96F-9BAA6C9689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bjj_16_tuned_PredictedLigand_26">
            <a:extLst>
              <a:ext uri="{FF2B5EF4-FFF2-40B4-BE49-F238E27FC236}">
                <a16:creationId xmlns:a16="http://schemas.microsoft.com/office/drawing/2014/main" id="{75939DF8-58F0-48E5-B560-D3A188067E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bjj_16_tuned_PredictedLigand_27">
            <a:extLst>
              <a:ext uri="{FF2B5EF4-FFF2-40B4-BE49-F238E27FC236}">
                <a16:creationId xmlns:a16="http://schemas.microsoft.com/office/drawing/2014/main" id="{7DC9EA1D-36BA-4B8C-B62A-1FC001D27E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bjj_16_tuned_PredictedLigand_28">
            <a:extLst>
              <a:ext uri="{FF2B5EF4-FFF2-40B4-BE49-F238E27FC236}">
                <a16:creationId xmlns:a16="http://schemas.microsoft.com/office/drawing/2014/main" id="{E1BABAF7-7377-4833-B797-4BF811AD9E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bjj_16_tuned_PredictedLigand_29">
            <a:extLst>
              <a:ext uri="{FF2B5EF4-FFF2-40B4-BE49-F238E27FC236}">
                <a16:creationId xmlns:a16="http://schemas.microsoft.com/office/drawing/2014/main" id="{0A8DF85C-3D91-4C81-B060-FFE18CDC8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bjj_16_tuned_PredictedLigand_30">
            <a:extLst>
              <a:ext uri="{FF2B5EF4-FFF2-40B4-BE49-F238E27FC236}">
                <a16:creationId xmlns:a16="http://schemas.microsoft.com/office/drawing/2014/main" id="{6399FF99-C2BB-4AEE-92E8-EA967D1E4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bjj_16_tuned_PredictedAtoms_0">
            <a:extLst>
              <a:ext uri="{FF2B5EF4-FFF2-40B4-BE49-F238E27FC236}">
                <a16:creationId xmlns:a16="http://schemas.microsoft.com/office/drawing/2014/main" id="{CD2EE77B-5585-4D9F-A992-F1E741749F9B}"/>
              </a:ext>
            </a:extLst>
          </p:cNvPr>
          <p:cNvSpPr>
            <a:spLocks noGrp="1"/>
          </p:cNvSpPr>
          <p:nvPr/>
        </p:nvSpPr>
        <p:spPr>
          <a:xfrm>
            <a:off x="3776075" y="4879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7" name="9bjj_16_tuned_PredictedAtoms_1">
            <a:extLst>
              <a:ext uri="{FF2B5EF4-FFF2-40B4-BE49-F238E27FC236}">
                <a16:creationId xmlns:a16="http://schemas.microsoft.com/office/drawing/2014/main" id="{58F613DC-71F7-4182-95E2-58B13736AA67}"/>
              </a:ext>
            </a:extLst>
          </p:cNvPr>
          <p:cNvSpPr>
            <a:spLocks noGrp="1"/>
          </p:cNvSpPr>
          <p:nvPr/>
        </p:nvSpPr>
        <p:spPr>
          <a:xfrm>
            <a:off x="3857458" y="4807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8" name="9bjj_16_tuned_PredictedAtoms_2">
            <a:extLst>
              <a:ext uri="{FF2B5EF4-FFF2-40B4-BE49-F238E27FC236}">
                <a16:creationId xmlns:a16="http://schemas.microsoft.com/office/drawing/2014/main" id="{AB3E87A8-FEAB-4DC2-9095-7F80EC10F4D3}"/>
              </a:ext>
            </a:extLst>
          </p:cNvPr>
          <p:cNvSpPr>
            <a:spLocks noGrp="1"/>
          </p:cNvSpPr>
          <p:nvPr/>
        </p:nvSpPr>
        <p:spPr>
          <a:xfrm>
            <a:off x="4022025" y="4839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bjj_16_tuned_PredictedAtoms_3">
            <a:extLst>
              <a:ext uri="{FF2B5EF4-FFF2-40B4-BE49-F238E27FC236}">
                <a16:creationId xmlns:a16="http://schemas.microsoft.com/office/drawing/2014/main" id="{CC0795DF-F7EA-4A37-8913-BA6E7D26BD1F}"/>
              </a:ext>
            </a:extLst>
          </p:cNvPr>
          <p:cNvSpPr>
            <a:spLocks noGrp="1"/>
          </p:cNvSpPr>
          <p:nvPr/>
        </p:nvSpPr>
        <p:spPr>
          <a:xfrm>
            <a:off x="4052057" y="4932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bjj_16_tuned_PredictedAtoms_4">
            <a:extLst>
              <a:ext uri="{FF2B5EF4-FFF2-40B4-BE49-F238E27FC236}">
                <a16:creationId xmlns:a16="http://schemas.microsoft.com/office/drawing/2014/main" id="{800C2F85-26DD-4793-89E6-CA481EB976BF}"/>
              </a:ext>
            </a:extLst>
          </p:cNvPr>
          <p:cNvSpPr>
            <a:spLocks noGrp="1"/>
          </p:cNvSpPr>
          <p:nvPr/>
        </p:nvSpPr>
        <p:spPr>
          <a:xfrm>
            <a:off x="4209341" y="4985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bjj_16_tuned_PredictedAtoms_5">
            <a:extLst>
              <a:ext uri="{FF2B5EF4-FFF2-40B4-BE49-F238E27FC236}">
                <a16:creationId xmlns:a16="http://schemas.microsoft.com/office/drawing/2014/main" id="{9EEA82DB-8638-48F1-A6FD-0BF98F6AD3D0}"/>
              </a:ext>
            </a:extLst>
          </p:cNvPr>
          <p:cNvSpPr>
            <a:spLocks noGrp="1"/>
          </p:cNvSpPr>
          <p:nvPr/>
        </p:nvSpPr>
        <p:spPr>
          <a:xfrm>
            <a:off x="4224547" y="50768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bjj_16_tuned_PredictedAtoms_6">
            <a:extLst>
              <a:ext uri="{FF2B5EF4-FFF2-40B4-BE49-F238E27FC236}">
                <a16:creationId xmlns:a16="http://schemas.microsoft.com/office/drawing/2014/main" id="{394EA678-374A-4AF7-8178-F03D4142D0E3}"/>
              </a:ext>
            </a:extLst>
          </p:cNvPr>
          <p:cNvSpPr>
            <a:spLocks noGrp="1"/>
          </p:cNvSpPr>
          <p:nvPr/>
        </p:nvSpPr>
        <p:spPr>
          <a:xfrm>
            <a:off x="4350402" y="49371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bjj_16_tuned_PredictedAtoms_7">
            <a:extLst>
              <a:ext uri="{FF2B5EF4-FFF2-40B4-BE49-F238E27FC236}">
                <a16:creationId xmlns:a16="http://schemas.microsoft.com/office/drawing/2014/main" id="{3098DD20-A086-4346-B289-F4AE90D4E589}"/>
              </a:ext>
            </a:extLst>
          </p:cNvPr>
          <p:cNvSpPr>
            <a:spLocks noGrp="1"/>
          </p:cNvSpPr>
          <p:nvPr/>
        </p:nvSpPr>
        <p:spPr>
          <a:xfrm>
            <a:off x="4516270" y="49675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bjj_16_tuned_PredictedAtoms_8">
            <a:extLst>
              <a:ext uri="{FF2B5EF4-FFF2-40B4-BE49-F238E27FC236}">
                <a16:creationId xmlns:a16="http://schemas.microsoft.com/office/drawing/2014/main" id="{6933A726-85C9-44E2-9852-8F81EB6A78ED}"/>
              </a:ext>
            </a:extLst>
          </p:cNvPr>
          <p:cNvSpPr>
            <a:spLocks noGrp="1"/>
          </p:cNvSpPr>
          <p:nvPr/>
        </p:nvSpPr>
        <p:spPr>
          <a:xfrm>
            <a:off x="4576770" y="50878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bjj_16_tuned_PredictedAtoms_9">
            <a:extLst>
              <a:ext uri="{FF2B5EF4-FFF2-40B4-BE49-F238E27FC236}">
                <a16:creationId xmlns:a16="http://schemas.microsoft.com/office/drawing/2014/main" id="{0A8F9905-F5AF-440A-B079-17029EE92F41}"/>
              </a:ext>
            </a:extLst>
          </p:cNvPr>
          <p:cNvSpPr>
            <a:spLocks noGrp="1"/>
          </p:cNvSpPr>
          <p:nvPr/>
        </p:nvSpPr>
        <p:spPr>
          <a:xfrm>
            <a:off x="4745206" y="5111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bjj_16_tuned_PredictedAtoms_10">
            <a:extLst>
              <a:ext uri="{FF2B5EF4-FFF2-40B4-BE49-F238E27FC236}">
                <a16:creationId xmlns:a16="http://schemas.microsoft.com/office/drawing/2014/main" id="{17EA136C-F8C8-4B7B-A5A5-F0E2E6AF4CBE}"/>
              </a:ext>
            </a:extLst>
          </p:cNvPr>
          <p:cNvSpPr>
            <a:spLocks noGrp="1"/>
          </p:cNvSpPr>
          <p:nvPr/>
        </p:nvSpPr>
        <p:spPr>
          <a:xfrm>
            <a:off x="4850120" y="5010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bjj_16_tuned_PredictedAtoms_11">
            <a:extLst>
              <a:ext uri="{FF2B5EF4-FFF2-40B4-BE49-F238E27FC236}">
                <a16:creationId xmlns:a16="http://schemas.microsoft.com/office/drawing/2014/main" id="{D6004207-9CD7-4FBB-B61F-B28F5545DA83}"/>
              </a:ext>
            </a:extLst>
          </p:cNvPr>
          <p:cNvSpPr>
            <a:spLocks noGrp="1"/>
          </p:cNvSpPr>
          <p:nvPr/>
        </p:nvSpPr>
        <p:spPr>
          <a:xfrm>
            <a:off x="4782379" y="48918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bjj_16_tuned_PredictedAtoms_12">
            <a:extLst>
              <a:ext uri="{FF2B5EF4-FFF2-40B4-BE49-F238E27FC236}">
                <a16:creationId xmlns:a16="http://schemas.microsoft.com/office/drawing/2014/main" id="{4BF32391-E8F1-4AD5-893B-FB0999C539AC}"/>
              </a:ext>
            </a:extLst>
          </p:cNvPr>
          <p:cNvSpPr>
            <a:spLocks noGrp="1"/>
          </p:cNvSpPr>
          <p:nvPr/>
        </p:nvSpPr>
        <p:spPr>
          <a:xfrm>
            <a:off x="4614447" y="4873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bjj_16_tuned_PredictedAtoms_13">
            <a:extLst>
              <a:ext uri="{FF2B5EF4-FFF2-40B4-BE49-F238E27FC236}">
                <a16:creationId xmlns:a16="http://schemas.microsoft.com/office/drawing/2014/main" id="{1F3B901A-F082-4186-BB38-5F825912F31B}"/>
              </a:ext>
            </a:extLst>
          </p:cNvPr>
          <p:cNvSpPr>
            <a:spLocks noGrp="1"/>
          </p:cNvSpPr>
          <p:nvPr/>
        </p:nvSpPr>
        <p:spPr>
          <a:xfrm>
            <a:off x="4910421" y="4754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bjj_16_tuned_PredictedAtoms_14">
            <a:extLst>
              <a:ext uri="{FF2B5EF4-FFF2-40B4-BE49-F238E27FC236}">
                <a16:creationId xmlns:a16="http://schemas.microsoft.com/office/drawing/2014/main" id="{339B423B-03C7-49BA-A0C4-E7B8C6D1B066}"/>
              </a:ext>
            </a:extLst>
          </p:cNvPr>
          <p:cNvSpPr>
            <a:spLocks noGrp="1"/>
          </p:cNvSpPr>
          <p:nvPr/>
        </p:nvSpPr>
        <p:spPr>
          <a:xfrm>
            <a:off x="5044069" y="4634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bjj_16_tuned_PredictedAtoms_15">
            <a:extLst>
              <a:ext uri="{FF2B5EF4-FFF2-40B4-BE49-F238E27FC236}">
                <a16:creationId xmlns:a16="http://schemas.microsoft.com/office/drawing/2014/main" id="{BF574F0F-9480-4831-A7F1-1FB4F993867B}"/>
              </a:ext>
            </a:extLst>
          </p:cNvPr>
          <p:cNvSpPr>
            <a:spLocks noGrp="1"/>
          </p:cNvSpPr>
          <p:nvPr/>
        </p:nvSpPr>
        <p:spPr>
          <a:xfrm>
            <a:off x="5035882" y="44632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bjj_16_tuned_PredictedAtoms_17">
            <a:extLst>
              <a:ext uri="{FF2B5EF4-FFF2-40B4-BE49-F238E27FC236}">
                <a16:creationId xmlns:a16="http://schemas.microsoft.com/office/drawing/2014/main" id="{DB969817-961E-4602-A70D-9D76ADB3AADE}"/>
              </a:ext>
            </a:extLst>
          </p:cNvPr>
          <p:cNvSpPr>
            <a:spLocks noGrp="1"/>
          </p:cNvSpPr>
          <p:nvPr/>
        </p:nvSpPr>
        <p:spPr>
          <a:xfrm>
            <a:off x="5234206" y="44276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bjj_16_tuned_PredictedAtoms_18">
            <a:extLst>
              <a:ext uri="{FF2B5EF4-FFF2-40B4-BE49-F238E27FC236}">
                <a16:creationId xmlns:a16="http://schemas.microsoft.com/office/drawing/2014/main" id="{7FD49507-79A2-42A9-9A14-FB9A573A0E1E}"/>
              </a:ext>
            </a:extLst>
          </p:cNvPr>
          <p:cNvSpPr>
            <a:spLocks noGrp="1"/>
          </p:cNvSpPr>
          <p:nvPr/>
        </p:nvSpPr>
        <p:spPr>
          <a:xfrm>
            <a:off x="5250308" y="46032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bjj_16_tuned_PredictedAtoms_19">
            <a:extLst>
              <a:ext uri="{FF2B5EF4-FFF2-40B4-BE49-F238E27FC236}">
                <a16:creationId xmlns:a16="http://schemas.microsoft.com/office/drawing/2014/main" id="{28316B84-AAF7-46F5-87E7-8B8CA64AD24F}"/>
              </a:ext>
            </a:extLst>
          </p:cNvPr>
          <p:cNvSpPr>
            <a:spLocks noGrp="1"/>
          </p:cNvSpPr>
          <p:nvPr/>
        </p:nvSpPr>
        <p:spPr>
          <a:xfrm>
            <a:off x="5153041" y="470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bjj_16_tuned_PredictedAtoms_20">
            <a:extLst>
              <a:ext uri="{FF2B5EF4-FFF2-40B4-BE49-F238E27FC236}">
                <a16:creationId xmlns:a16="http://schemas.microsoft.com/office/drawing/2014/main" id="{5F511866-5602-4A95-B331-E4A71F475669}"/>
              </a:ext>
            </a:extLst>
          </p:cNvPr>
          <p:cNvSpPr>
            <a:spLocks noGrp="1"/>
          </p:cNvSpPr>
          <p:nvPr/>
        </p:nvSpPr>
        <p:spPr>
          <a:xfrm>
            <a:off x="5169494" y="4887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bjj_16_tuned_PredictedAtoms_21">
            <a:extLst>
              <a:ext uri="{FF2B5EF4-FFF2-40B4-BE49-F238E27FC236}">
                <a16:creationId xmlns:a16="http://schemas.microsoft.com/office/drawing/2014/main" id="{0F3746F1-BC12-4B3C-B039-92C1050B895B}"/>
              </a:ext>
            </a:extLst>
          </p:cNvPr>
          <p:cNvSpPr>
            <a:spLocks noGrp="1"/>
          </p:cNvSpPr>
          <p:nvPr/>
        </p:nvSpPr>
        <p:spPr>
          <a:xfrm>
            <a:off x="5308601" y="49454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bjj_16_tuned_PredictedAtoms_22">
            <a:extLst>
              <a:ext uri="{FF2B5EF4-FFF2-40B4-BE49-F238E27FC236}">
                <a16:creationId xmlns:a16="http://schemas.microsoft.com/office/drawing/2014/main" id="{20B9F305-9F66-4FE5-B712-3984BB05FA67}"/>
              </a:ext>
            </a:extLst>
          </p:cNvPr>
          <p:cNvSpPr>
            <a:spLocks noGrp="1"/>
          </p:cNvSpPr>
          <p:nvPr/>
        </p:nvSpPr>
        <p:spPr>
          <a:xfrm>
            <a:off x="5026238" y="5011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bjj_16_tuned_PredictedAtoms_23">
            <a:extLst>
              <a:ext uri="{FF2B5EF4-FFF2-40B4-BE49-F238E27FC236}">
                <a16:creationId xmlns:a16="http://schemas.microsoft.com/office/drawing/2014/main" id="{47C08CFC-442E-49D0-B3F3-5B0506367910}"/>
              </a:ext>
            </a:extLst>
          </p:cNvPr>
          <p:cNvSpPr>
            <a:spLocks noGrp="1"/>
          </p:cNvSpPr>
          <p:nvPr/>
        </p:nvSpPr>
        <p:spPr>
          <a:xfrm>
            <a:off x="5079786" y="5188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bjj_16_tuned_PredictedAtoms_24">
            <a:extLst>
              <a:ext uri="{FF2B5EF4-FFF2-40B4-BE49-F238E27FC236}">
                <a16:creationId xmlns:a16="http://schemas.microsoft.com/office/drawing/2014/main" id="{36C8305A-B351-4C2C-9EC8-65C4670C553F}"/>
              </a:ext>
            </a:extLst>
          </p:cNvPr>
          <p:cNvSpPr>
            <a:spLocks noGrp="1"/>
          </p:cNvSpPr>
          <p:nvPr/>
        </p:nvSpPr>
        <p:spPr>
          <a:xfrm>
            <a:off x="5087275" y="525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bjj_16_tuned_PredictedAtoms_25">
            <a:extLst>
              <a:ext uri="{FF2B5EF4-FFF2-40B4-BE49-F238E27FC236}">
                <a16:creationId xmlns:a16="http://schemas.microsoft.com/office/drawing/2014/main" id="{6D5ABD22-E4EE-4537-8A58-D8E387756D18}"/>
              </a:ext>
            </a:extLst>
          </p:cNvPr>
          <p:cNvSpPr>
            <a:spLocks noGrp="1"/>
          </p:cNvSpPr>
          <p:nvPr/>
        </p:nvSpPr>
        <p:spPr>
          <a:xfrm>
            <a:off x="5244832" y="5225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bjj_16_tuned_PredictedAtoms_26">
            <a:extLst>
              <a:ext uri="{FF2B5EF4-FFF2-40B4-BE49-F238E27FC236}">
                <a16:creationId xmlns:a16="http://schemas.microsoft.com/office/drawing/2014/main" id="{87400E1E-F26C-4106-B36B-548A4A3159FA}"/>
              </a:ext>
            </a:extLst>
          </p:cNvPr>
          <p:cNvSpPr>
            <a:spLocks noGrp="1"/>
          </p:cNvSpPr>
          <p:nvPr/>
        </p:nvSpPr>
        <p:spPr>
          <a:xfrm>
            <a:off x="5263028" y="52664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bjj_16_tuned_PredictedAtoms_27">
            <a:extLst>
              <a:ext uri="{FF2B5EF4-FFF2-40B4-BE49-F238E27FC236}">
                <a16:creationId xmlns:a16="http://schemas.microsoft.com/office/drawing/2014/main" id="{857DCDBB-CA71-4183-AD6C-307CC381B208}"/>
              </a:ext>
            </a:extLst>
          </p:cNvPr>
          <p:cNvSpPr>
            <a:spLocks noGrp="1"/>
          </p:cNvSpPr>
          <p:nvPr/>
        </p:nvSpPr>
        <p:spPr>
          <a:xfrm>
            <a:off x="3899140" y="49601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stage3-cases-alternatives_27">
            <a:extLst>
              <a:ext uri="{FF2B5EF4-FFF2-40B4-BE49-F238E27FC236}">
                <a16:creationId xmlns:a16="http://schemas.microsoft.com/office/drawing/2014/main" id="{726EB425-7EAA-4ABA-9327-FF18A92E627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844" name="9bjj_16_build_Receptor">
            <a:extLst>
              <a:ext uri="{FF2B5EF4-FFF2-40B4-BE49-F238E27FC236}">
                <a16:creationId xmlns:a16="http://schemas.microsoft.com/office/drawing/2014/main" id="{DF37F01A-45B0-4945-9A12-97A530BC8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45" name="9bjj_16_build_ExperimentalDensity">
            <a:extLst>
              <a:ext uri="{FF2B5EF4-FFF2-40B4-BE49-F238E27FC236}">
                <a16:creationId xmlns:a16="http://schemas.microsoft.com/office/drawing/2014/main" id="{DE29C9D2-1765-4E10-BCF3-20B3E61789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46" name="9bjj_16_build_ReferenceLigand_0">
            <a:extLst>
              <a:ext uri="{FF2B5EF4-FFF2-40B4-BE49-F238E27FC236}">
                <a16:creationId xmlns:a16="http://schemas.microsoft.com/office/drawing/2014/main" id="{36761308-2067-4BC0-926E-77948BBB22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7" name="9bjj_16_build_ReferenceLigand_1">
            <a:extLst>
              <a:ext uri="{FF2B5EF4-FFF2-40B4-BE49-F238E27FC236}">
                <a16:creationId xmlns:a16="http://schemas.microsoft.com/office/drawing/2014/main" id="{46427255-00A9-44C8-8F15-05943396B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8" name="9bjj_16_build_ReferenceLigand_2">
            <a:extLst>
              <a:ext uri="{FF2B5EF4-FFF2-40B4-BE49-F238E27FC236}">
                <a16:creationId xmlns:a16="http://schemas.microsoft.com/office/drawing/2014/main" id="{04BC9DE3-D7CD-4186-80AD-9B7335208E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9" name="9bjj_16_build_ReferenceLigand_3">
            <a:extLst>
              <a:ext uri="{FF2B5EF4-FFF2-40B4-BE49-F238E27FC236}">
                <a16:creationId xmlns:a16="http://schemas.microsoft.com/office/drawing/2014/main" id="{2CE1FE0C-BD8C-4A71-9932-BE00F89F62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0" name="9bjj_16_build_ReferenceLigand_4">
            <a:extLst>
              <a:ext uri="{FF2B5EF4-FFF2-40B4-BE49-F238E27FC236}">
                <a16:creationId xmlns:a16="http://schemas.microsoft.com/office/drawing/2014/main" id="{A0E15FEB-D17B-4817-9DF1-54B24C8E99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1" name="9bjj_16_build_ReferenceLigand_5">
            <a:extLst>
              <a:ext uri="{FF2B5EF4-FFF2-40B4-BE49-F238E27FC236}">
                <a16:creationId xmlns:a16="http://schemas.microsoft.com/office/drawing/2014/main" id="{AA671D3C-12AA-421E-9F33-E525A6972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2" name="9bjj_16_build_ReferenceLigand_6">
            <a:extLst>
              <a:ext uri="{FF2B5EF4-FFF2-40B4-BE49-F238E27FC236}">
                <a16:creationId xmlns:a16="http://schemas.microsoft.com/office/drawing/2014/main" id="{2AC53C9A-6F9A-42E1-BC28-39B23902DF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3" name="9bjj_16_build_ReferenceLigand_7">
            <a:extLst>
              <a:ext uri="{FF2B5EF4-FFF2-40B4-BE49-F238E27FC236}">
                <a16:creationId xmlns:a16="http://schemas.microsoft.com/office/drawing/2014/main" id="{CD0251B6-7A24-4AAE-AF1B-9550FA42D5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4" name="9bjj_16_build_ReferenceLigand_8">
            <a:extLst>
              <a:ext uri="{FF2B5EF4-FFF2-40B4-BE49-F238E27FC236}">
                <a16:creationId xmlns:a16="http://schemas.microsoft.com/office/drawing/2014/main" id="{02665F71-4CA4-4EFD-AE50-3778231A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5" name="9bjj_16_build_ReferenceLigand_9">
            <a:extLst>
              <a:ext uri="{FF2B5EF4-FFF2-40B4-BE49-F238E27FC236}">
                <a16:creationId xmlns:a16="http://schemas.microsoft.com/office/drawing/2014/main" id="{72195D33-F356-4508-8000-AD39A35A9B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6" name="9bjj_16_build_ReferenceLigand_10">
            <a:extLst>
              <a:ext uri="{FF2B5EF4-FFF2-40B4-BE49-F238E27FC236}">
                <a16:creationId xmlns:a16="http://schemas.microsoft.com/office/drawing/2014/main" id="{158CFBF4-91B4-4F58-BD74-1F1DD27EB1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7" name="9bjj_16_build_ReferenceLigand_11">
            <a:extLst>
              <a:ext uri="{FF2B5EF4-FFF2-40B4-BE49-F238E27FC236}">
                <a16:creationId xmlns:a16="http://schemas.microsoft.com/office/drawing/2014/main" id="{463BD3B5-CB78-4C99-B75C-F8DBDC9D6A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8" name="9bjj_16_build_ReferenceLigand_12">
            <a:extLst>
              <a:ext uri="{FF2B5EF4-FFF2-40B4-BE49-F238E27FC236}">
                <a16:creationId xmlns:a16="http://schemas.microsoft.com/office/drawing/2014/main" id="{EDF40277-59A6-4833-8796-C355428C00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9" name="9bjj_16_build_ReferenceLigand_13">
            <a:extLst>
              <a:ext uri="{FF2B5EF4-FFF2-40B4-BE49-F238E27FC236}">
                <a16:creationId xmlns:a16="http://schemas.microsoft.com/office/drawing/2014/main" id="{A8A3B118-4DDD-4D06-8331-5495F67289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0" name="9bjj_16_build_ReferenceLigand_14">
            <a:extLst>
              <a:ext uri="{FF2B5EF4-FFF2-40B4-BE49-F238E27FC236}">
                <a16:creationId xmlns:a16="http://schemas.microsoft.com/office/drawing/2014/main" id="{12BF2B73-A0D8-406B-B19F-76F700B6C6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1" name="9bjj_16_build_ReferenceLigand_15">
            <a:extLst>
              <a:ext uri="{FF2B5EF4-FFF2-40B4-BE49-F238E27FC236}">
                <a16:creationId xmlns:a16="http://schemas.microsoft.com/office/drawing/2014/main" id="{B158EB13-A8B2-4F4B-ACD6-494B865646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2" name="9bjj_16_build_ReferenceLigand_16">
            <a:extLst>
              <a:ext uri="{FF2B5EF4-FFF2-40B4-BE49-F238E27FC236}">
                <a16:creationId xmlns:a16="http://schemas.microsoft.com/office/drawing/2014/main" id="{620A9EE3-AF52-4149-8986-5DFD53A83E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3" name="9bjj_16_build_ReferenceLigand_17">
            <a:extLst>
              <a:ext uri="{FF2B5EF4-FFF2-40B4-BE49-F238E27FC236}">
                <a16:creationId xmlns:a16="http://schemas.microsoft.com/office/drawing/2014/main" id="{EF95D34A-1C0E-467F-94EC-D2091E1627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4" name="9bjj_16_build_ReferenceLigand_18">
            <a:extLst>
              <a:ext uri="{FF2B5EF4-FFF2-40B4-BE49-F238E27FC236}">
                <a16:creationId xmlns:a16="http://schemas.microsoft.com/office/drawing/2014/main" id="{BF13EE8B-EAA2-49B5-9456-41696D0B17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5" name="9bjj_16_build_ReferenceLigand_19">
            <a:extLst>
              <a:ext uri="{FF2B5EF4-FFF2-40B4-BE49-F238E27FC236}">
                <a16:creationId xmlns:a16="http://schemas.microsoft.com/office/drawing/2014/main" id="{430EA029-6E21-4E26-8EC3-C5EC46B3472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6" name="9bjj_16_build_ReferenceLigand_20">
            <a:extLst>
              <a:ext uri="{FF2B5EF4-FFF2-40B4-BE49-F238E27FC236}">
                <a16:creationId xmlns:a16="http://schemas.microsoft.com/office/drawing/2014/main" id="{501E4375-EAD9-489D-AA63-BF6E19A8DB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7" name="9bjj_16_build_ReferenceLigand_21">
            <a:extLst>
              <a:ext uri="{FF2B5EF4-FFF2-40B4-BE49-F238E27FC236}">
                <a16:creationId xmlns:a16="http://schemas.microsoft.com/office/drawing/2014/main" id="{26147D38-6E59-4C5D-B107-208546ED42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8" name="9bjj_16_build_ReferenceLigand_22">
            <a:extLst>
              <a:ext uri="{FF2B5EF4-FFF2-40B4-BE49-F238E27FC236}">
                <a16:creationId xmlns:a16="http://schemas.microsoft.com/office/drawing/2014/main" id="{5097D5A9-8E5D-4B66-BC41-20CD812365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9" name="9bjj_16_build_ReferenceLigand_23">
            <a:extLst>
              <a:ext uri="{FF2B5EF4-FFF2-40B4-BE49-F238E27FC236}">
                <a16:creationId xmlns:a16="http://schemas.microsoft.com/office/drawing/2014/main" id="{EE35EE1F-EF9C-44B8-A380-99C837CCDB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0" name="9bjj_16_build_ReferenceLigand_24">
            <a:extLst>
              <a:ext uri="{FF2B5EF4-FFF2-40B4-BE49-F238E27FC236}">
                <a16:creationId xmlns:a16="http://schemas.microsoft.com/office/drawing/2014/main" id="{BB597EFE-9A70-40CB-AC51-1961A81D51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1" name="9bjj_16_build_ReferenceLigand_25">
            <a:extLst>
              <a:ext uri="{FF2B5EF4-FFF2-40B4-BE49-F238E27FC236}">
                <a16:creationId xmlns:a16="http://schemas.microsoft.com/office/drawing/2014/main" id="{FDDD9D93-FD5B-4796-BE79-989C8B7BAE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2" name="9bjj_16_build_ReferenceLigand_26">
            <a:extLst>
              <a:ext uri="{FF2B5EF4-FFF2-40B4-BE49-F238E27FC236}">
                <a16:creationId xmlns:a16="http://schemas.microsoft.com/office/drawing/2014/main" id="{0C85D4E4-E321-4875-833D-D32193FB0F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3" name="9bjj_16_build_ReferenceLigand_27">
            <a:extLst>
              <a:ext uri="{FF2B5EF4-FFF2-40B4-BE49-F238E27FC236}">
                <a16:creationId xmlns:a16="http://schemas.microsoft.com/office/drawing/2014/main" id="{1A8F6FFE-E2B7-471F-A364-40536E3FB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4" name="9bjj_16_build_ReferenceLigand_28">
            <a:extLst>
              <a:ext uri="{FF2B5EF4-FFF2-40B4-BE49-F238E27FC236}">
                <a16:creationId xmlns:a16="http://schemas.microsoft.com/office/drawing/2014/main" id="{34E2C75A-AEDC-4F5A-A489-1A32A060027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bjj_16_build_ReferenceLigand_29">
            <a:extLst>
              <a:ext uri="{FF2B5EF4-FFF2-40B4-BE49-F238E27FC236}">
                <a16:creationId xmlns:a16="http://schemas.microsoft.com/office/drawing/2014/main" id="{209B8209-82F1-4B2E-8840-CFE570E45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bjj_16_build_ReferenceLigand_30">
            <a:extLst>
              <a:ext uri="{FF2B5EF4-FFF2-40B4-BE49-F238E27FC236}">
                <a16:creationId xmlns:a16="http://schemas.microsoft.com/office/drawing/2014/main" id="{A7126343-817D-4182-B641-D5A7CDE9AF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bjj_16_build_PredictedLigand_0">
            <a:extLst>
              <a:ext uri="{FF2B5EF4-FFF2-40B4-BE49-F238E27FC236}">
                <a16:creationId xmlns:a16="http://schemas.microsoft.com/office/drawing/2014/main" id="{A236E53B-B5EC-4528-A7DE-7B9CC6E50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8" name="9bjj_16_build_PredictedLigand_1">
            <a:extLst>
              <a:ext uri="{FF2B5EF4-FFF2-40B4-BE49-F238E27FC236}">
                <a16:creationId xmlns:a16="http://schemas.microsoft.com/office/drawing/2014/main" id="{3FD66798-C4A5-4093-B8A6-FE2F74091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9" name="9bjj_16_build_PredictedLigand_2">
            <a:extLst>
              <a:ext uri="{FF2B5EF4-FFF2-40B4-BE49-F238E27FC236}">
                <a16:creationId xmlns:a16="http://schemas.microsoft.com/office/drawing/2014/main" id="{F705168B-7098-460E-8831-7A776BA1AE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0" name="9bjj_16_build_PredictedLigand_3">
            <a:extLst>
              <a:ext uri="{FF2B5EF4-FFF2-40B4-BE49-F238E27FC236}">
                <a16:creationId xmlns:a16="http://schemas.microsoft.com/office/drawing/2014/main" id="{A30AFD8B-C22C-48C9-A21A-63AEF4FAC5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1" name="9bjj_16_build_PredictedLigand_4">
            <a:extLst>
              <a:ext uri="{FF2B5EF4-FFF2-40B4-BE49-F238E27FC236}">
                <a16:creationId xmlns:a16="http://schemas.microsoft.com/office/drawing/2014/main" id="{5E9E8B3C-AD29-4C56-81B8-1DE1DF7C8B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2" name="9bjj_16_build_PredictedLigand_5">
            <a:extLst>
              <a:ext uri="{FF2B5EF4-FFF2-40B4-BE49-F238E27FC236}">
                <a16:creationId xmlns:a16="http://schemas.microsoft.com/office/drawing/2014/main" id="{8C749DBF-532A-4BA6-9DDB-DE72E5D250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3" name="9bjj_16_build_PredictedLigand_6">
            <a:extLst>
              <a:ext uri="{FF2B5EF4-FFF2-40B4-BE49-F238E27FC236}">
                <a16:creationId xmlns:a16="http://schemas.microsoft.com/office/drawing/2014/main" id="{15AC72D1-F0B0-4071-9EFB-469FB4735F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4" name="9bjj_16_build_PredictedLigand_7">
            <a:extLst>
              <a:ext uri="{FF2B5EF4-FFF2-40B4-BE49-F238E27FC236}">
                <a16:creationId xmlns:a16="http://schemas.microsoft.com/office/drawing/2014/main" id="{F7E0C364-82F2-4722-8D30-17459CF8A7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5" name="9bjj_16_build_PredictedLigand_8">
            <a:extLst>
              <a:ext uri="{FF2B5EF4-FFF2-40B4-BE49-F238E27FC236}">
                <a16:creationId xmlns:a16="http://schemas.microsoft.com/office/drawing/2014/main" id="{5180C377-44C5-4D41-AEE8-30F1F7B63D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6" name="9bjj_16_build_PredictedLigand_9">
            <a:extLst>
              <a:ext uri="{FF2B5EF4-FFF2-40B4-BE49-F238E27FC236}">
                <a16:creationId xmlns:a16="http://schemas.microsoft.com/office/drawing/2014/main" id="{53A88CE8-B680-4DB5-84F0-A3F51931ED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7" name="9bjj_16_build_PredictedLigand_10">
            <a:extLst>
              <a:ext uri="{FF2B5EF4-FFF2-40B4-BE49-F238E27FC236}">
                <a16:creationId xmlns:a16="http://schemas.microsoft.com/office/drawing/2014/main" id="{FAEC5238-F867-422B-BAF6-ED51FDBC25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8" name="9bjj_16_build_PredictedLigand_11">
            <a:extLst>
              <a:ext uri="{FF2B5EF4-FFF2-40B4-BE49-F238E27FC236}">
                <a16:creationId xmlns:a16="http://schemas.microsoft.com/office/drawing/2014/main" id="{CFA7AE80-58EB-4577-9A0E-5D80AACA06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9" name="9bjj_16_build_PredictedLigand_12">
            <a:extLst>
              <a:ext uri="{FF2B5EF4-FFF2-40B4-BE49-F238E27FC236}">
                <a16:creationId xmlns:a16="http://schemas.microsoft.com/office/drawing/2014/main" id="{7E487C4F-CF8F-48E7-BE16-E1050E668F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0" name="9bjj_16_build_PredictedLigand_13">
            <a:extLst>
              <a:ext uri="{FF2B5EF4-FFF2-40B4-BE49-F238E27FC236}">
                <a16:creationId xmlns:a16="http://schemas.microsoft.com/office/drawing/2014/main" id="{97DC252A-D3FD-4205-B673-612B42F7E7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1" name="9bjj_16_build_PredictedLigand_14">
            <a:extLst>
              <a:ext uri="{FF2B5EF4-FFF2-40B4-BE49-F238E27FC236}">
                <a16:creationId xmlns:a16="http://schemas.microsoft.com/office/drawing/2014/main" id="{1451CCD8-AD36-40B4-8E32-3A5A0835B4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2" name="9bjj_16_build_PredictedLigand_15">
            <a:extLst>
              <a:ext uri="{FF2B5EF4-FFF2-40B4-BE49-F238E27FC236}">
                <a16:creationId xmlns:a16="http://schemas.microsoft.com/office/drawing/2014/main" id="{E67EB347-EFDC-446D-8193-DFD83311F2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3" name="9bjj_16_build_PredictedLigand_16">
            <a:extLst>
              <a:ext uri="{FF2B5EF4-FFF2-40B4-BE49-F238E27FC236}">
                <a16:creationId xmlns:a16="http://schemas.microsoft.com/office/drawing/2014/main" id="{BFDE60E6-FED3-49A9-9646-80A8D5F505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4" name="9bjj_16_build_PredictedLigand_17">
            <a:extLst>
              <a:ext uri="{FF2B5EF4-FFF2-40B4-BE49-F238E27FC236}">
                <a16:creationId xmlns:a16="http://schemas.microsoft.com/office/drawing/2014/main" id="{E4D19478-42C5-4BE5-8633-372E785CA4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5" name="9bjj_16_build_PredictedLigand_18">
            <a:extLst>
              <a:ext uri="{FF2B5EF4-FFF2-40B4-BE49-F238E27FC236}">
                <a16:creationId xmlns:a16="http://schemas.microsoft.com/office/drawing/2014/main" id="{62E45BC9-8B58-437B-90C7-C11527EB27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6" name="9bjj_16_build_PredictedLigand_19">
            <a:extLst>
              <a:ext uri="{FF2B5EF4-FFF2-40B4-BE49-F238E27FC236}">
                <a16:creationId xmlns:a16="http://schemas.microsoft.com/office/drawing/2014/main" id="{63C907AD-438D-424D-87B6-612AC4DA3C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7" name="9bjj_16_build_PredictedLigand_20">
            <a:extLst>
              <a:ext uri="{FF2B5EF4-FFF2-40B4-BE49-F238E27FC236}">
                <a16:creationId xmlns:a16="http://schemas.microsoft.com/office/drawing/2014/main" id="{36339F00-3E26-431E-AD61-E46E15EE5C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8" name="9bjj_16_build_PredictedLigand_21">
            <a:extLst>
              <a:ext uri="{FF2B5EF4-FFF2-40B4-BE49-F238E27FC236}">
                <a16:creationId xmlns:a16="http://schemas.microsoft.com/office/drawing/2014/main" id="{08029947-6788-4551-8F6C-385980BA7D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9" name="9bjj_16_build_PredictedLigand_22">
            <a:extLst>
              <a:ext uri="{FF2B5EF4-FFF2-40B4-BE49-F238E27FC236}">
                <a16:creationId xmlns:a16="http://schemas.microsoft.com/office/drawing/2014/main" id="{81881737-0613-46B9-84DA-59F1B4F256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0" name="9bjj_16_build_PredictedLigand_23">
            <a:extLst>
              <a:ext uri="{FF2B5EF4-FFF2-40B4-BE49-F238E27FC236}">
                <a16:creationId xmlns:a16="http://schemas.microsoft.com/office/drawing/2014/main" id="{E2405060-930A-4819-8C69-18BFF66CDA8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1" name="9bjj_16_build_PredictedLigand_24">
            <a:extLst>
              <a:ext uri="{FF2B5EF4-FFF2-40B4-BE49-F238E27FC236}">
                <a16:creationId xmlns:a16="http://schemas.microsoft.com/office/drawing/2014/main" id="{E5F041B8-0CEB-4D0F-AD6F-E3C67A4331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2" name="9bjj_16_build_PredictedLigand_25">
            <a:extLst>
              <a:ext uri="{FF2B5EF4-FFF2-40B4-BE49-F238E27FC236}">
                <a16:creationId xmlns:a16="http://schemas.microsoft.com/office/drawing/2014/main" id="{A0CA53D2-DF3D-42BE-A3CC-594666730A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3" name="9bjj_16_build_PredictedLigand_26">
            <a:extLst>
              <a:ext uri="{FF2B5EF4-FFF2-40B4-BE49-F238E27FC236}">
                <a16:creationId xmlns:a16="http://schemas.microsoft.com/office/drawing/2014/main" id="{6CC1B84D-76BF-44EC-9B6E-7034C5A9D3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4" name="9bjj_16_build_PredictedLigand_27">
            <a:extLst>
              <a:ext uri="{FF2B5EF4-FFF2-40B4-BE49-F238E27FC236}">
                <a16:creationId xmlns:a16="http://schemas.microsoft.com/office/drawing/2014/main" id="{E5DAF81C-E837-4D56-88DF-8807A3BF13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5" name="9bjj_16_build_PredictedLigand_28">
            <a:extLst>
              <a:ext uri="{FF2B5EF4-FFF2-40B4-BE49-F238E27FC236}">
                <a16:creationId xmlns:a16="http://schemas.microsoft.com/office/drawing/2014/main" id="{ED50D28A-C0AC-46C2-A70B-A902430F3A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6" name="9bjj_16_build_PredictedLigand_29">
            <a:extLst>
              <a:ext uri="{FF2B5EF4-FFF2-40B4-BE49-F238E27FC236}">
                <a16:creationId xmlns:a16="http://schemas.microsoft.com/office/drawing/2014/main" id="{B5653CE3-4EAB-41C6-BE04-250CE4BEDC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7" name="9bjj_16_build_PredictedAtoms_0">
            <a:extLst>
              <a:ext uri="{FF2B5EF4-FFF2-40B4-BE49-F238E27FC236}">
                <a16:creationId xmlns:a16="http://schemas.microsoft.com/office/drawing/2014/main" id="{40076436-6D75-402E-87FA-705614417F9C}"/>
              </a:ext>
            </a:extLst>
          </p:cNvPr>
          <p:cNvSpPr>
            <a:spLocks noGrp="1"/>
          </p:cNvSpPr>
          <p:nvPr/>
        </p:nvSpPr>
        <p:spPr>
          <a:xfrm>
            <a:off x="6718711" y="493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8" name="9bjj_16_build_PredictedAtoms_1">
            <a:extLst>
              <a:ext uri="{FF2B5EF4-FFF2-40B4-BE49-F238E27FC236}">
                <a16:creationId xmlns:a16="http://schemas.microsoft.com/office/drawing/2014/main" id="{22B122A8-B455-438C-80AB-F66A253A6B28}"/>
              </a:ext>
            </a:extLst>
          </p:cNvPr>
          <p:cNvSpPr>
            <a:spLocks noGrp="1"/>
          </p:cNvSpPr>
          <p:nvPr/>
        </p:nvSpPr>
        <p:spPr>
          <a:xfrm>
            <a:off x="6649575" y="4828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9" name="9bjj_16_build_PredictedAtoms_2">
            <a:extLst>
              <a:ext uri="{FF2B5EF4-FFF2-40B4-BE49-F238E27FC236}">
                <a16:creationId xmlns:a16="http://schemas.microsoft.com/office/drawing/2014/main" id="{5891244E-2CC7-4504-BDD0-C7A828BC6A0F}"/>
              </a:ext>
            </a:extLst>
          </p:cNvPr>
          <p:cNvSpPr>
            <a:spLocks noGrp="1"/>
          </p:cNvSpPr>
          <p:nvPr/>
        </p:nvSpPr>
        <p:spPr>
          <a:xfrm>
            <a:off x="6741235" y="4772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0" name="9bjj_16_build_PredictedAtoms_3">
            <a:extLst>
              <a:ext uri="{FF2B5EF4-FFF2-40B4-BE49-F238E27FC236}">
                <a16:creationId xmlns:a16="http://schemas.microsoft.com/office/drawing/2014/main" id="{A2460E3C-2F15-4458-9456-D777BF007EFD}"/>
              </a:ext>
            </a:extLst>
          </p:cNvPr>
          <p:cNvSpPr>
            <a:spLocks noGrp="1"/>
          </p:cNvSpPr>
          <p:nvPr/>
        </p:nvSpPr>
        <p:spPr>
          <a:xfrm>
            <a:off x="6915536" y="496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1" name="9bjj_16_build_PredictedAtoms_4">
            <a:extLst>
              <a:ext uri="{FF2B5EF4-FFF2-40B4-BE49-F238E27FC236}">
                <a16:creationId xmlns:a16="http://schemas.microsoft.com/office/drawing/2014/main" id="{D8F6CD8A-5D25-4C92-B494-83296937D58C}"/>
              </a:ext>
            </a:extLst>
          </p:cNvPr>
          <p:cNvSpPr>
            <a:spLocks noGrp="1"/>
          </p:cNvSpPr>
          <p:nvPr/>
        </p:nvSpPr>
        <p:spPr>
          <a:xfrm>
            <a:off x="7076986" y="4904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2" name="9bjj_16_build_PredictedAtoms_5">
            <a:extLst>
              <a:ext uri="{FF2B5EF4-FFF2-40B4-BE49-F238E27FC236}">
                <a16:creationId xmlns:a16="http://schemas.microsoft.com/office/drawing/2014/main" id="{3DAB9E7F-FE59-470E-B6F4-11F5AD9D8B16}"/>
              </a:ext>
            </a:extLst>
          </p:cNvPr>
          <p:cNvSpPr>
            <a:spLocks noGrp="1"/>
          </p:cNvSpPr>
          <p:nvPr/>
        </p:nvSpPr>
        <p:spPr>
          <a:xfrm>
            <a:off x="7089835" y="4788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3" name="9bjj_16_build_PredictedAtoms_6">
            <a:extLst>
              <a:ext uri="{FF2B5EF4-FFF2-40B4-BE49-F238E27FC236}">
                <a16:creationId xmlns:a16="http://schemas.microsoft.com/office/drawing/2014/main" id="{C60C18EF-D19B-469C-93B9-4851AB3BC3B2}"/>
              </a:ext>
            </a:extLst>
          </p:cNvPr>
          <p:cNvSpPr>
            <a:spLocks noGrp="1"/>
          </p:cNvSpPr>
          <p:nvPr/>
        </p:nvSpPr>
        <p:spPr>
          <a:xfrm>
            <a:off x="7206459" y="5015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4" name="9bjj_16_build_PredictedAtoms_7">
            <a:extLst>
              <a:ext uri="{FF2B5EF4-FFF2-40B4-BE49-F238E27FC236}">
                <a16:creationId xmlns:a16="http://schemas.microsoft.com/office/drawing/2014/main" id="{6E702669-2EE5-47B8-9859-DCEFDAC444C5}"/>
              </a:ext>
            </a:extLst>
          </p:cNvPr>
          <p:cNvSpPr>
            <a:spLocks noGrp="1"/>
          </p:cNvSpPr>
          <p:nvPr/>
        </p:nvSpPr>
        <p:spPr>
          <a:xfrm>
            <a:off x="7343563" y="49881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5" name="9bjj_16_build_PredictedAtoms_8">
            <a:extLst>
              <a:ext uri="{FF2B5EF4-FFF2-40B4-BE49-F238E27FC236}">
                <a16:creationId xmlns:a16="http://schemas.microsoft.com/office/drawing/2014/main" id="{57FC0625-3240-477A-A558-9A3FB5328B64}"/>
              </a:ext>
            </a:extLst>
          </p:cNvPr>
          <p:cNvSpPr>
            <a:spLocks noGrp="1"/>
          </p:cNvSpPr>
          <p:nvPr/>
        </p:nvSpPr>
        <p:spPr>
          <a:xfrm>
            <a:off x="7468313" y="482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6" name="9bjj_16_build_PredictedAtoms_9">
            <a:extLst>
              <a:ext uri="{FF2B5EF4-FFF2-40B4-BE49-F238E27FC236}">
                <a16:creationId xmlns:a16="http://schemas.microsoft.com/office/drawing/2014/main" id="{D91CDEB8-0C02-4833-930E-B9EB340C3223}"/>
              </a:ext>
            </a:extLst>
          </p:cNvPr>
          <p:cNvSpPr>
            <a:spLocks noGrp="1"/>
          </p:cNvSpPr>
          <p:nvPr/>
        </p:nvSpPr>
        <p:spPr>
          <a:xfrm>
            <a:off x="7636234" y="488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7" name="9bjj_16_build_PredictedAtoms_10">
            <a:extLst>
              <a:ext uri="{FF2B5EF4-FFF2-40B4-BE49-F238E27FC236}">
                <a16:creationId xmlns:a16="http://schemas.microsoft.com/office/drawing/2014/main" id="{F46832E6-5EA3-434A-A448-C18BE8B345A6}"/>
              </a:ext>
            </a:extLst>
          </p:cNvPr>
          <p:cNvSpPr>
            <a:spLocks noGrp="1"/>
          </p:cNvSpPr>
          <p:nvPr/>
        </p:nvSpPr>
        <p:spPr>
          <a:xfrm>
            <a:off x="7781478" y="4795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8" name="9bjj_16_build_PredictedAtoms_11">
            <a:extLst>
              <a:ext uri="{FF2B5EF4-FFF2-40B4-BE49-F238E27FC236}">
                <a16:creationId xmlns:a16="http://schemas.microsoft.com/office/drawing/2014/main" id="{6E78491C-853A-4D4C-9FB6-63C907004C3B}"/>
              </a:ext>
            </a:extLst>
          </p:cNvPr>
          <p:cNvSpPr>
            <a:spLocks noGrp="1"/>
          </p:cNvSpPr>
          <p:nvPr/>
        </p:nvSpPr>
        <p:spPr>
          <a:xfrm>
            <a:off x="7667936" y="5047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9" name="9bjj_16_build_PredictedAtoms_12">
            <a:extLst>
              <a:ext uri="{FF2B5EF4-FFF2-40B4-BE49-F238E27FC236}">
                <a16:creationId xmlns:a16="http://schemas.microsoft.com/office/drawing/2014/main" id="{03B71818-AFE6-4C5A-9BB2-EC3E9567ABB5}"/>
              </a:ext>
            </a:extLst>
          </p:cNvPr>
          <p:cNvSpPr>
            <a:spLocks noGrp="1"/>
          </p:cNvSpPr>
          <p:nvPr/>
        </p:nvSpPr>
        <p:spPr>
          <a:xfrm>
            <a:off x="7461564" y="5047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0" name="9bjj_16_build_PredictedAtoms_13">
            <a:extLst>
              <a:ext uri="{FF2B5EF4-FFF2-40B4-BE49-F238E27FC236}">
                <a16:creationId xmlns:a16="http://schemas.microsoft.com/office/drawing/2014/main" id="{8477C3DD-525D-4516-930E-1FC86A976C1D}"/>
              </a:ext>
            </a:extLst>
          </p:cNvPr>
          <p:cNvSpPr>
            <a:spLocks noGrp="1"/>
          </p:cNvSpPr>
          <p:nvPr/>
        </p:nvSpPr>
        <p:spPr>
          <a:xfrm>
            <a:off x="7776977" y="51612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1" name="9bjj_16_build_PredictedAtoms_14">
            <a:extLst>
              <a:ext uri="{FF2B5EF4-FFF2-40B4-BE49-F238E27FC236}">
                <a16:creationId xmlns:a16="http://schemas.microsoft.com/office/drawing/2014/main" id="{DFAB7C02-2AC9-470D-B4FF-76F7A3D7919B}"/>
              </a:ext>
            </a:extLst>
          </p:cNvPr>
          <p:cNvSpPr>
            <a:spLocks noGrp="1"/>
          </p:cNvSpPr>
          <p:nvPr/>
        </p:nvSpPr>
        <p:spPr>
          <a:xfrm>
            <a:off x="7964941" y="5233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2" name="9bjj_16_build_PredictedAtoms_15">
            <a:extLst>
              <a:ext uri="{FF2B5EF4-FFF2-40B4-BE49-F238E27FC236}">
                <a16:creationId xmlns:a16="http://schemas.microsoft.com/office/drawing/2014/main" id="{80FB8CBE-B178-4E98-A537-6F381E0E6CD2}"/>
              </a:ext>
            </a:extLst>
          </p:cNvPr>
          <p:cNvSpPr>
            <a:spLocks noGrp="1"/>
          </p:cNvSpPr>
          <p:nvPr/>
        </p:nvSpPr>
        <p:spPr>
          <a:xfrm>
            <a:off x="8023607" y="5412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3" name="9bjj_16_build_PredictedAtoms_16">
            <a:extLst>
              <a:ext uri="{FF2B5EF4-FFF2-40B4-BE49-F238E27FC236}">
                <a16:creationId xmlns:a16="http://schemas.microsoft.com/office/drawing/2014/main" id="{37B2A0B5-7CCB-46A0-9159-B0EA4C21F193}"/>
              </a:ext>
            </a:extLst>
          </p:cNvPr>
          <p:cNvSpPr>
            <a:spLocks noGrp="1"/>
          </p:cNvSpPr>
          <p:nvPr/>
        </p:nvSpPr>
        <p:spPr>
          <a:xfrm>
            <a:off x="8156707" y="54451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4" name="9bjj_16_build_PredictedAtoms_17">
            <a:extLst>
              <a:ext uri="{FF2B5EF4-FFF2-40B4-BE49-F238E27FC236}">
                <a16:creationId xmlns:a16="http://schemas.microsoft.com/office/drawing/2014/main" id="{F1FEB719-18FC-49F8-A064-12EC4E3027DA}"/>
              </a:ext>
            </a:extLst>
          </p:cNvPr>
          <p:cNvSpPr>
            <a:spLocks noGrp="1"/>
          </p:cNvSpPr>
          <p:nvPr/>
        </p:nvSpPr>
        <p:spPr>
          <a:xfrm>
            <a:off x="8145266" y="5332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5" name="9bjj_16_build_PredictedAtoms_18">
            <a:extLst>
              <a:ext uri="{FF2B5EF4-FFF2-40B4-BE49-F238E27FC236}">
                <a16:creationId xmlns:a16="http://schemas.microsoft.com/office/drawing/2014/main" id="{464A523B-AA64-4623-85F2-607A631A18EC}"/>
              </a:ext>
            </a:extLst>
          </p:cNvPr>
          <p:cNvSpPr>
            <a:spLocks noGrp="1"/>
          </p:cNvSpPr>
          <p:nvPr/>
        </p:nvSpPr>
        <p:spPr>
          <a:xfrm>
            <a:off x="8220886" y="5191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6" name="9bjj_16_build_PredictedAtoms_19">
            <a:extLst>
              <a:ext uri="{FF2B5EF4-FFF2-40B4-BE49-F238E27FC236}">
                <a16:creationId xmlns:a16="http://schemas.microsoft.com/office/drawing/2014/main" id="{A0CDE2B2-1040-4A01-97E1-BBD558B7E2E2}"/>
              </a:ext>
            </a:extLst>
          </p:cNvPr>
          <p:cNvSpPr>
            <a:spLocks noGrp="1"/>
          </p:cNvSpPr>
          <p:nvPr/>
        </p:nvSpPr>
        <p:spPr>
          <a:xfrm>
            <a:off x="8065610" y="500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7" name="9bjj_16_build_PredictedAtoms_20">
            <a:extLst>
              <a:ext uri="{FF2B5EF4-FFF2-40B4-BE49-F238E27FC236}">
                <a16:creationId xmlns:a16="http://schemas.microsoft.com/office/drawing/2014/main" id="{D47C7567-3318-4114-976D-5FB454751FA2}"/>
              </a:ext>
            </a:extLst>
          </p:cNvPr>
          <p:cNvSpPr>
            <a:spLocks noGrp="1"/>
          </p:cNvSpPr>
          <p:nvPr/>
        </p:nvSpPr>
        <p:spPr>
          <a:xfrm>
            <a:off x="8064823" y="48847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8" name="9bjj_16_build_PredictedAtoms_21">
            <a:extLst>
              <a:ext uri="{FF2B5EF4-FFF2-40B4-BE49-F238E27FC236}">
                <a16:creationId xmlns:a16="http://schemas.microsoft.com/office/drawing/2014/main" id="{DA76A85D-4937-4BE6-8D34-B1568FA567C5}"/>
              </a:ext>
            </a:extLst>
          </p:cNvPr>
          <p:cNvSpPr>
            <a:spLocks noGrp="1"/>
          </p:cNvSpPr>
          <p:nvPr/>
        </p:nvSpPr>
        <p:spPr>
          <a:xfrm>
            <a:off x="8177680" y="49012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9" name="9bjj_16_build_PredictedAtoms_22">
            <a:extLst>
              <a:ext uri="{FF2B5EF4-FFF2-40B4-BE49-F238E27FC236}">
                <a16:creationId xmlns:a16="http://schemas.microsoft.com/office/drawing/2014/main" id="{F1EA3B53-93F5-4A7B-AF2C-5DD9FCF44795}"/>
              </a:ext>
            </a:extLst>
          </p:cNvPr>
          <p:cNvSpPr>
            <a:spLocks noGrp="1"/>
          </p:cNvSpPr>
          <p:nvPr/>
        </p:nvSpPr>
        <p:spPr>
          <a:xfrm>
            <a:off x="7942659" y="4775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0" name="9bjj_16_build_PredictedAtoms_23">
            <a:extLst>
              <a:ext uri="{FF2B5EF4-FFF2-40B4-BE49-F238E27FC236}">
                <a16:creationId xmlns:a16="http://schemas.microsoft.com/office/drawing/2014/main" id="{0BE0E6D5-A665-4384-910B-BF20708A0E88}"/>
              </a:ext>
            </a:extLst>
          </p:cNvPr>
          <p:cNvSpPr>
            <a:spLocks noGrp="1"/>
          </p:cNvSpPr>
          <p:nvPr/>
        </p:nvSpPr>
        <p:spPr>
          <a:xfrm>
            <a:off x="8015275" y="46182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1" name="9bjj_16_build_PredictedAtoms_24">
            <a:extLst>
              <a:ext uri="{FF2B5EF4-FFF2-40B4-BE49-F238E27FC236}">
                <a16:creationId xmlns:a16="http://schemas.microsoft.com/office/drawing/2014/main" id="{27FD2C1F-2BC3-4D94-92DF-8A460E17C5F5}"/>
              </a:ext>
            </a:extLst>
          </p:cNvPr>
          <p:cNvSpPr>
            <a:spLocks noGrp="1"/>
          </p:cNvSpPr>
          <p:nvPr/>
        </p:nvSpPr>
        <p:spPr>
          <a:xfrm>
            <a:off x="7932147" y="448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2" name="9bjj_16_build_PredictedAtoms_27">
            <a:extLst>
              <a:ext uri="{FF2B5EF4-FFF2-40B4-BE49-F238E27FC236}">
                <a16:creationId xmlns:a16="http://schemas.microsoft.com/office/drawing/2014/main" id="{4A723469-A05F-4A2E-AAC3-3BA30044C9BD}"/>
              </a:ext>
            </a:extLst>
          </p:cNvPr>
          <p:cNvSpPr>
            <a:spLocks noGrp="1"/>
          </p:cNvSpPr>
          <p:nvPr/>
        </p:nvSpPr>
        <p:spPr>
          <a:xfrm>
            <a:off x="6715791" y="4864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3" name="9bjj_16_build_Clashes_0">
            <a:extLst>
              <a:ext uri="{FF2B5EF4-FFF2-40B4-BE49-F238E27FC236}">
                <a16:creationId xmlns:a16="http://schemas.microsoft.com/office/drawing/2014/main" id="{B4904BEE-BD34-476C-AF2F-C62B54FBD4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4" name="9bjj_16_build_Clashes_1">
            <a:extLst>
              <a:ext uri="{FF2B5EF4-FFF2-40B4-BE49-F238E27FC236}">
                <a16:creationId xmlns:a16="http://schemas.microsoft.com/office/drawing/2014/main" id="{3D20DE01-FD8D-45EB-AC68-51E0FEC938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5" name="9bjj_16_build_Clashes_2">
            <a:extLst>
              <a:ext uri="{FF2B5EF4-FFF2-40B4-BE49-F238E27FC236}">
                <a16:creationId xmlns:a16="http://schemas.microsoft.com/office/drawing/2014/main" id="{2D2570A1-5B93-497B-B824-9885D7E1E5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6" name="9bjj_16_build_Clashes_3">
            <a:extLst>
              <a:ext uri="{FF2B5EF4-FFF2-40B4-BE49-F238E27FC236}">
                <a16:creationId xmlns:a16="http://schemas.microsoft.com/office/drawing/2014/main" id="{C2085DE0-AEEC-482D-B999-F627DAA1C5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7" name="9bjj_16_build_Clashes_4">
            <a:extLst>
              <a:ext uri="{FF2B5EF4-FFF2-40B4-BE49-F238E27FC236}">
                <a16:creationId xmlns:a16="http://schemas.microsoft.com/office/drawing/2014/main" id="{82366E78-1E83-409D-9C92-F96FFFB748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8" name="9bjj_16_build_Clashes_5">
            <a:extLst>
              <a:ext uri="{FF2B5EF4-FFF2-40B4-BE49-F238E27FC236}">
                <a16:creationId xmlns:a16="http://schemas.microsoft.com/office/drawing/2014/main" id="{06B65323-FF99-46BB-93AD-0F344F4570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9" name="9bjj_16_build_ClashingReceptorAtoms_0">
            <a:extLst>
              <a:ext uri="{FF2B5EF4-FFF2-40B4-BE49-F238E27FC236}">
                <a16:creationId xmlns:a16="http://schemas.microsoft.com/office/drawing/2014/main" id="{67F45871-5D3A-46BD-8770-34C8E926FAFF}"/>
              </a:ext>
            </a:extLst>
          </p:cNvPr>
          <p:cNvSpPr>
            <a:spLocks noGrp="1"/>
          </p:cNvSpPr>
          <p:nvPr/>
        </p:nvSpPr>
        <p:spPr>
          <a:xfrm>
            <a:off x="7719041" y="5100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0" name="9bjj_16_build_ClashingReceptorAtoms_1">
            <a:extLst>
              <a:ext uri="{FF2B5EF4-FFF2-40B4-BE49-F238E27FC236}">
                <a16:creationId xmlns:a16="http://schemas.microsoft.com/office/drawing/2014/main" id="{1440C6FE-ADD1-4BA2-99A4-0F72FAB978E2}"/>
              </a:ext>
            </a:extLst>
          </p:cNvPr>
          <p:cNvSpPr>
            <a:spLocks noGrp="1"/>
          </p:cNvSpPr>
          <p:nvPr/>
        </p:nvSpPr>
        <p:spPr>
          <a:xfrm>
            <a:off x="7834442" y="51760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1" name="9bjj_16_build_ClashingReceptorAtoms_2">
            <a:extLst>
              <a:ext uri="{FF2B5EF4-FFF2-40B4-BE49-F238E27FC236}">
                <a16:creationId xmlns:a16="http://schemas.microsoft.com/office/drawing/2014/main" id="{9EC9E565-AF2B-4118-9F51-C68B0F537A52}"/>
              </a:ext>
            </a:extLst>
          </p:cNvPr>
          <p:cNvSpPr>
            <a:spLocks noGrp="1"/>
          </p:cNvSpPr>
          <p:nvPr/>
        </p:nvSpPr>
        <p:spPr>
          <a:xfrm>
            <a:off x="7707506" y="4937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2" name="9bjj_16_build_ClashingReceptorAtoms_4">
            <a:extLst>
              <a:ext uri="{FF2B5EF4-FFF2-40B4-BE49-F238E27FC236}">
                <a16:creationId xmlns:a16="http://schemas.microsoft.com/office/drawing/2014/main" id="{B1042EFA-A2EB-44C1-9B64-E72D0BFC77E6}"/>
              </a:ext>
            </a:extLst>
          </p:cNvPr>
          <p:cNvSpPr>
            <a:spLocks noGrp="1"/>
          </p:cNvSpPr>
          <p:nvPr/>
        </p:nvSpPr>
        <p:spPr>
          <a:xfrm>
            <a:off x="7883300" y="56131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3" name="9bjj_16_build_ClashingReceptorAtoms_5">
            <a:extLst>
              <a:ext uri="{FF2B5EF4-FFF2-40B4-BE49-F238E27FC236}">
                <a16:creationId xmlns:a16="http://schemas.microsoft.com/office/drawing/2014/main" id="{A135C282-7913-44A3-B454-5F13F2234F35}"/>
              </a:ext>
            </a:extLst>
          </p:cNvPr>
          <p:cNvSpPr>
            <a:spLocks noGrp="1"/>
          </p:cNvSpPr>
          <p:nvPr/>
        </p:nvSpPr>
        <p:spPr>
          <a:xfrm>
            <a:off x="6366740" y="48785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4" name="stage3-cases-alternatives_29">
            <a:extLst>
              <a:ext uri="{FF2B5EF4-FFF2-40B4-BE49-F238E27FC236}">
                <a16:creationId xmlns:a16="http://schemas.microsoft.com/office/drawing/2014/main" id="{EDDFF511-12BB-4AA9-83BE-EF0A977A3E68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945" name="stage3-cases-alternatives_30">
            <a:extLst>
              <a:ext uri="{FF2B5EF4-FFF2-40B4-BE49-F238E27FC236}">
                <a16:creationId xmlns:a16="http://schemas.microsoft.com/office/drawing/2014/main" id="{5E69F341-E2D2-403D-AC06-B4ACB12E0061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30GA · ATP (L:401)</a:t>
            </a:r>
          </a:p>
        </p:txBody>
      </p:sp>
      <p:sp>
        <p:nvSpPr>
          <p:cNvPr id="946" name="stage3-cases-alternatives_31">
            <a:extLst>
              <a:ext uri="{FF2B5EF4-FFF2-40B4-BE49-F238E27FC236}">
                <a16:creationId xmlns:a16="http://schemas.microsoft.com/office/drawing/2014/main" id="{8DF4560B-D92D-487A-9DDF-9C13BC48F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47" name="stage3-cases-alternatives_32">
            <a:extLst>
              <a:ext uri="{FF2B5EF4-FFF2-40B4-BE49-F238E27FC236}">
                <a16:creationId xmlns:a16="http://schemas.microsoft.com/office/drawing/2014/main" id="{D678B54E-BF63-4C2D-A8BC-246097ABCC2C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48" name="30ga_7_official_Receptor">
            <a:extLst>
              <a:ext uri="{FF2B5EF4-FFF2-40B4-BE49-F238E27FC236}">
                <a16:creationId xmlns:a16="http://schemas.microsoft.com/office/drawing/2014/main" id="{86DEF826-EF31-4059-B7CC-514C18AD9E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49" name="30ga_7_official_ExperimentalDensity">
            <a:extLst>
              <a:ext uri="{FF2B5EF4-FFF2-40B4-BE49-F238E27FC236}">
                <a16:creationId xmlns:a16="http://schemas.microsoft.com/office/drawing/2014/main" id="{8DE77017-8080-44CF-945B-84D65E73D2F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50" name="30ga_7_official_ReferenceLigand_0">
            <a:extLst>
              <a:ext uri="{FF2B5EF4-FFF2-40B4-BE49-F238E27FC236}">
                <a16:creationId xmlns:a16="http://schemas.microsoft.com/office/drawing/2014/main" id="{93A63F93-4169-48E7-B40B-14FC72793D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30ga_7_official_ReferenceLigand_1">
            <a:extLst>
              <a:ext uri="{FF2B5EF4-FFF2-40B4-BE49-F238E27FC236}">
                <a16:creationId xmlns:a16="http://schemas.microsoft.com/office/drawing/2014/main" id="{6465BBE5-F5F0-40E6-B48E-1339C7FFC6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30ga_7_official_ReferenceLigand_2">
            <a:extLst>
              <a:ext uri="{FF2B5EF4-FFF2-40B4-BE49-F238E27FC236}">
                <a16:creationId xmlns:a16="http://schemas.microsoft.com/office/drawing/2014/main" id="{42DDD01A-6E85-4D56-83FE-7824AE2108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30ga_7_official_ReferenceLigand_3">
            <a:extLst>
              <a:ext uri="{FF2B5EF4-FFF2-40B4-BE49-F238E27FC236}">
                <a16:creationId xmlns:a16="http://schemas.microsoft.com/office/drawing/2014/main" id="{C0664AAC-899B-497D-A379-36A4682F8E5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30ga_7_official_ReferenceLigand_4">
            <a:extLst>
              <a:ext uri="{FF2B5EF4-FFF2-40B4-BE49-F238E27FC236}">
                <a16:creationId xmlns:a16="http://schemas.microsoft.com/office/drawing/2014/main" id="{8C2A6495-76BE-4C7D-B6E6-D499E50FB4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30ga_7_official_ReferenceLigand_5">
            <a:extLst>
              <a:ext uri="{FF2B5EF4-FFF2-40B4-BE49-F238E27FC236}">
                <a16:creationId xmlns:a16="http://schemas.microsoft.com/office/drawing/2014/main" id="{6044D57B-5778-430C-B2D0-9F7498460F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30ga_7_official_ReferenceLigand_6">
            <a:extLst>
              <a:ext uri="{FF2B5EF4-FFF2-40B4-BE49-F238E27FC236}">
                <a16:creationId xmlns:a16="http://schemas.microsoft.com/office/drawing/2014/main" id="{70DAE921-88B0-44BB-8236-88915C01D4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30ga_7_official_ReferenceLigand_7">
            <a:extLst>
              <a:ext uri="{FF2B5EF4-FFF2-40B4-BE49-F238E27FC236}">
                <a16:creationId xmlns:a16="http://schemas.microsoft.com/office/drawing/2014/main" id="{89B9E96C-6A35-4928-983C-24FCD91053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30ga_7_official_ReferenceLigand_8">
            <a:extLst>
              <a:ext uri="{FF2B5EF4-FFF2-40B4-BE49-F238E27FC236}">
                <a16:creationId xmlns:a16="http://schemas.microsoft.com/office/drawing/2014/main" id="{EE356F57-A749-4A63-A429-3C0E00FD9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30ga_7_official_ReferenceLigand_9">
            <a:extLst>
              <a:ext uri="{FF2B5EF4-FFF2-40B4-BE49-F238E27FC236}">
                <a16:creationId xmlns:a16="http://schemas.microsoft.com/office/drawing/2014/main" id="{188D6B17-3456-4D85-A2BF-FEA358A5A5D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30ga_7_official_ReferenceLigand_10">
            <a:extLst>
              <a:ext uri="{FF2B5EF4-FFF2-40B4-BE49-F238E27FC236}">
                <a16:creationId xmlns:a16="http://schemas.microsoft.com/office/drawing/2014/main" id="{A0737018-E502-42B4-A74F-D2C2962F03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30ga_7_official_ReferenceLigand_11">
            <a:extLst>
              <a:ext uri="{FF2B5EF4-FFF2-40B4-BE49-F238E27FC236}">
                <a16:creationId xmlns:a16="http://schemas.microsoft.com/office/drawing/2014/main" id="{6F3F2720-B0E3-4DA7-A7C6-693D66ACFD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30ga_7_official_ReferenceLigand_12">
            <a:extLst>
              <a:ext uri="{FF2B5EF4-FFF2-40B4-BE49-F238E27FC236}">
                <a16:creationId xmlns:a16="http://schemas.microsoft.com/office/drawing/2014/main" id="{742EE3F7-3636-4D25-95DE-E1F7B47255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30ga_7_official_ReferenceLigand_13">
            <a:extLst>
              <a:ext uri="{FF2B5EF4-FFF2-40B4-BE49-F238E27FC236}">
                <a16:creationId xmlns:a16="http://schemas.microsoft.com/office/drawing/2014/main" id="{D49D70BB-FB8D-44B1-9084-EA79F034DB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30ga_7_official_ReferenceLigand_14">
            <a:extLst>
              <a:ext uri="{FF2B5EF4-FFF2-40B4-BE49-F238E27FC236}">
                <a16:creationId xmlns:a16="http://schemas.microsoft.com/office/drawing/2014/main" id="{7E02177E-4003-42C4-86F4-28D6BDDD5B2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30ga_7_official_ReferenceLigand_15">
            <a:extLst>
              <a:ext uri="{FF2B5EF4-FFF2-40B4-BE49-F238E27FC236}">
                <a16:creationId xmlns:a16="http://schemas.microsoft.com/office/drawing/2014/main" id="{A36BF0BA-AC47-4D08-9BD2-89466E17FC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6" name="30ga_7_official_ReferenceLigand_16">
            <a:extLst>
              <a:ext uri="{FF2B5EF4-FFF2-40B4-BE49-F238E27FC236}">
                <a16:creationId xmlns:a16="http://schemas.microsoft.com/office/drawing/2014/main" id="{85BE1EEB-0865-442F-A046-C5F6D169E5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7" name="30ga_7_official_ReferenceLigand_17">
            <a:extLst>
              <a:ext uri="{FF2B5EF4-FFF2-40B4-BE49-F238E27FC236}">
                <a16:creationId xmlns:a16="http://schemas.microsoft.com/office/drawing/2014/main" id="{C6217A4C-781D-45CC-B956-05730F5986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8" name="30ga_7_official_ReferenceLigand_18">
            <a:extLst>
              <a:ext uri="{FF2B5EF4-FFF2-40B4-BE49-F238E27FC236}">
                <a16:creationId xmlns:a16="http://schemas.microsoft.com/office/drawing/2014/main" id="{2982BAB2-A5A4-4CCA-B3CC-ABE3D1D00C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9" name="30ga_7_official_ReferenceLigand_19">
            <a:extLst>
              <a:ext uri="{FF2B5EF4-FFF2-40B4-BE49-F238E27FC236}">
                <a16:creationId xmlns:a16="http://schemas.microsoft.com/office/drawing/2014/main" id="{107B3036-DC54-4448-B42A-629FE27BDA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0" name="30ga_7_official_ReferenceLigand_20">
            <a:extLst>
              <a:ext uri="{FF2B5EF4-FFF2-40B4-BE49-F238E27FC236}">
                <a16:creationId xmlns:a16="http://schemas.microsoft.com/office/drawing/2014/main" id="{2C0F4F3F-3F82-4C22-B2A4-E08E001D17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1" name="30ga_7_official_ReferenceLigand_21">
            <a:extLst>
              <a:ext uri="{FF2B5EF4-FFF2-40B4-BE49-F238E27FC236}">
                <a16:creationId xmlns:a16="http://schemas.microsoft.com/office/drawing/2014/main" id="{89390CBC-B387-47EB-8373-01C24B3C34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2" name="30ga_7_official_ReferenceLigand_22">
            <a:extLst>
              <a:ext uri="{FF2B5EF4-FFF2-40B4-BE49-F238E27FC236}">
                <a16:creationId xmlns:a16="http://schemas.microsoft.com/office/drawing/2014/main" id="{D85C8D42-B8C1-4732-B8D0-443D8EBBBE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3" name="30ga_7_official_ReferenceLigand_23">
            <a:extLst>
              <a:ext uri="{FF2B5EF4-FFF2-40B4-BE49-F238E27FC236}">
                <a16:creationId xmlns:a16="http://schemas.microsoft.com/office/drawing/2014/main" id="{4FB61044-C130-48BA-9724-E1F92132C7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4" name="30ga_7_official_ReferenceLigand_24">
            <a:extLst>
              <a:ext uri="{FF2B5EF4-FFF2-40B4-BE49-F238E27FC236}">
                <a16:creationId xmlns:a16="http://schemas.microsoft.com/office/drawing/2014/main" id="{28138010-E6A0-4D06-97FD-779B831B66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5" name="30ga_7_official_ReferenceLigand_25">
            <a:extLst>
              <a:ext uri="{FF2B5EF4-FFF2-40B4-BE49-F238E27FC236}">
                <a16:creationId xmlns:a16="http://schemas.microsoft.com/office/drawing/2014/main" id="{EFD7BDFF-EC87-4B2F-9B00-18C27D9BF0B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6" name="30ga_7_official_ReferenceLigand_26">
            <a:extLst>
              <a:ext uri="{FF2B5EF4-FFF2-40B4-BE49-F238E27FC236}">
                <a16:creationId xmlns:a16="http://schemas.microsoft.com/office/drawing/2014/main" id="{412DED14-DE17-41E6-AB7B-B4E12570CE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7" name="30ga_7_official_ReferenceLigand_27">
            <a:extLst>
              <a:ext uri="{FF2B5EF4-FFF2-40B4-BE49-F238E27FC236}">
                <a16:creationId xmlns:a16="http://schemas.microsoft.com/office/drawing/2014/main" id="{BD7841F2-6895-4E3E-97E4-9C79D65F63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8" name="30ga_7_official_ReferenceLigand_28">
            <a:extLst>
              <a:ext uri="{FF2B5EF4-FFF2-40B4-BE49-F238E27FC236}">
                <a16:creationId xmlns:a16="http://schemas.microsoft.com/office/drawing/2014/main" id="{B1673AFA-0F19-4C17-B5E1-694F5D7652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9" name="30ga_7_official_ReferenceLigand_29">
            <a:extLst>
              <a:ext uri="{FF2B5EF4-FFF2-40B4-BE49-F238E27FC236}">
                <a16:creationId xmlns:a16="http://schemas.microsoft.com/office/drawing/2014/main" id="{DFAD014C-EE5B-4F01-9FB0-34127978C89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0" name="30ga_7_official_ReferenceLigand_30">
            <a:extLst>
              <a:ext uri="{FF2B5EF4-FFF2-40B4-BE49-F238E27FC236}">
                <a16:creationId xmlns:a16="http://schemas.microsoft.com/office/drawing/2014/main" id="{3155E633-285A-4DF8-9BBA-E228F342A2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1" name="30ga_7_official_ReferenceLigand_31">
            <a:extLst>
              <a:ext uri="{FF2B5EF4-FFF2-40B4-BE49-F238E27FC236}">
                <a16:creationId xmlns:a16="http://schemas.microsoft.com/office/drawing/2014/main" id="{F106C03B-BA01-40F2-A2DD-8611E13988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2" name="30ga_7_official_ReferenceLigand_32">
            <a:extLst>
              <a:ext uri="{FF2B5EF4-FFF2-40B4-BE49-F238E27FC236}">
                <a16:creationId xmlns:a16="http://schemas.microsoft.com/office/drawing/2014/main" id="{4761D945-FBFE-4568-96D5-5F73FB506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3" name="30ga_7_official_PredictedLigand_0">
            <a:extLst>
              <a:ext uri="{FF2B5EF4-FFF2-40B4-BE49-F238E27FC236}">
                <a16:creationId xmlns:a16="http://schemas.microsoft.com/office/drawing/2014/main" id="{016D782A-4C41-4818-91AF-33D22E6C3B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30ga_7_official_PredictedLigand_1">
            <a:extLst>
              <a:ext uri="{FF2B5EF4-FFF2-40B4-BE49-F238E27FC236}">
                <a16:creationId xmlns:a16="http://schemas.microsoft.com/office/drawing/2014/main" id="{E9B91CB6-1783-4AE3-BF4C-4AA117EC63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30ga_7_official_PredictedLigand_2">
            <a:extLst>
              <a:ext uri="{FF2B5EF4-FFF2-40B4-BE49-F238E27FC236}">
                <a16:creationId xmlns:a16="http://schemas.microsoft.com/office/drawing/2014/main" id="{133F1AFC-B54F-4BAE-A2AA-EC694C4752E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30ga_7_official_PredictedLigand_3">
            <a:extLst>
              <a:ext uri="{FF2B5EF4-FFF2-40B4-BE49-F238E27FC236}">
                <a16:creationId xmlns:a16="http://schemas.microsoft.com/office/drawing/2014/main" id="{9FDBD7D3-2311-44C7-9413-B8AFF5D8C07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30ga_7_official_PredictedLigand_4">
            <a:extLst>
              <a:ext uri="{FF2B5EF4-FFF2-40B4-BE49-F238E27FC236}">
                <a16:creationId xmlns:a16="http://schemas.microsoft.com/office/drawing/2014/main" id="{3B93AC1E-F84A-438C-8BAA-0E611EBF11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30ga_7_official_PredictedLigand_5">
            <a:extLst>
              <a:ext uri="{FF2B5EF4-FFF2-40B4-BE49-F238E27FC236}">
                <a16:creationId xmlns:a16="http://schemas.microsoft.com/office/drawing/2014/main" id="{AD4782BF-AAB1-49D1-99F8-95C206FA1DB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30ga_7_official_PredictedLigand_6">
            <a:extLst>
              <a:ext uri="{FF2B5EF4-FFF2-40B4-BE49-F238E27FC236}">
                <a16:creationId xmlns:a16="http://schemas.microsoft.com/office/drawing/2014/main" id="{DA9A4CEA-9623-44E7-8CEB-CED9202F0A5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30ga_7_official_PredictedLigand_7">
            <a:extLst>
              <a:ext uri="{FF2B5EF4-FFF2-40B4-BE49-F238E27FC236}">
                <a16:creationId xmlns:a16="http://schemas.microsoft.com/office/drawing/2014/main" id="{439747C5-826F-4666-AB6C-7C3F96A8D9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30ga_7_official_PredictedLigand_8">
            <a:extLst>
              <a:ext uri="{FF2B5EF4-FFF2-40B4-BE49-F238E27FC236}">
                <a16:creationId xmlns:a16="http://schemas.microsoft.com/office/drawing/2014/main" id="{A06CF008-B2DB-468A-B413-4807A95368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30ga_7_official_PredictedLigand_9">
            <a:extLst>
              <a:ext uri="{FF2B5EF4-FFF2-40B4-BE49-F238E27FC236}">
                <a16:creationId xmlns:a16="http://schemas.microsoft.com/office/drawing/2014/main" id="{82784362-FE51-4DD7-946A-C395FD53D6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30ga_7_official_PredictedLigand_10">
            <a:extLst>
              <a:ext uri="{FF2B5EF4-FFF2-40B4-BE49-F238E27FC236}">
                <a16:creationId xmlns:a16="http://schemas.microsoft.com/office/drawing/2014/main" id="{032817D3-9F9A-4E3A-B419-692F532C27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30ga_7_official_PredictedLigand_11">
            <a:extLst>
              <a:ext uri="{FF2B5EF4-FFF2-40B4-BE49-F238E27FC236}">
                <a16:creationId xmlns:a16="http://schemas.microsoft.com/office/drawing/2014/main" id="{57506DA7-F74A-475B-80C9-B6D3B138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30ga_7_official_PredictedLigand_12">
            <a:extLst>
              <a:ext uri="{FF2B5EF4-FFF2-40B4-BE49-F238E27FC236}">
                <a16:creationId xmlns:a16="http://schemas.microsoft.com/office/drawing/2014/main" id="{6447A476-E722-4891-8543-7BE7321D1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30ga_7_official_PredictedLigand_13">
            <a:extLst>
              <a:ext uri="{FF2B5EF4-FFF2-40B4-BE49-F238E27FC236}">
                <a16:creationId xmlns:a16="http://schemas.microsoft.com/office/drawing/2014/main" id="{8A8AF420-48FF-4DC8-8C23-A2A23406EE5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30ga_7_official_PredictedLigand_14">
            <a:extLst>
              <a:ext uri="{FF2B5EF4-FFF2-40B4-BE49-F238E27FC236}">
                <a16:creationId xmlns:a16="http://schemas.microsoft.com/office/drawing/2014/main" id="{D1862B12-A953-451C-B14B-F25DC5AEA5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30ga_7_official_PredictedLigand_15">
            <a:extLst>
              <a:ext uri="{FF2B5EF4-FFF2-40B4-BE49-F238E27FC236}">
                <a16:creationId xmlns:a16="http://schemas.microsoft.com/office/drawing/2014/main" id="{576978CA-C29F-449D-B0F5-40A47E534F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30ga_7_official_PredictedLigand_16">
            <a:extLst>
              <a:ext uri="{FF2B5EF4-FFF2-40B4-BE49-F238E27FC236}">
                <a16:creationId xmlns:a16="http://schemas.microsoft.com/office/drawing/2014/main" id="{37ED6367-415E-4892-A255-FD5F64666A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30ga_7_official_PredictedLigand_17">
            <a:extLst>
              <a:ext uri="{FF2B5EF4-FFF2-40B4-BE49-F238E27FC236}">
                <a16:creationId xmlns:a16="http://schemas.microsoft.com/office/drawing/2014/main" id="{8AFDA8EE-88C8-41A4-9983-197AC32D64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30ga_7_official_PredictedLigand_18">
            <a:extLst>
              <a:ext uri="{FF2B5EF4-FFF2-40B4-BE49-F238E27FC236}">
                <a16:creationId xmlns:a16="http://schemas.microsoft.com/office/drawing/2014/main" id="{2D3A5B43-4F14-45CD-9F83-1A59DBCFD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30ga_7_official_PredictedLigand_19">
            <a:extLst>
              <a:ext uri="{FF2B5EF4-FFF2-40B4-BE49-F238E27FC236}">
                <a16:creationId xmlns:a16="http://schemas.microsoft.com/office/drawing/2014/main" id="{C3A18430-6EB2-46BF-AA8C-95CCEE676E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30ga_7_official_PredictedLigand_20">
            <a:extLst>
              <a:ext uri="{FF2B5EF4-FFF2-40B4-BE49-F238E27FC236}">
                <a16:creationId xmlns:a16="http://schemas.microsoft.com/office/drawing/2014/main" id="{838C59C6-19F6-4C0F-8883-63554AD60B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30ga_7_official_PredictedLigand_21">
            <a:extLst>
              <a:ext uri="{FF2B5EF4-FFF2-40B4-BE49-F238E27FC236}">
                <a16:creationId xmlns:a16="http://schemas.microsoft.com/office/drawing/2014/main" id="{1F77ED7C-A44B-4546-8FE6-5AE6B54340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30ga_7_official_PredictedLigand_22">
            <a:extLst>
              <a:ext uri="{FF2B5EF4-FFF2-40B4-BE49-F238E27FC236}">
                <a16:creationId xmlns:a16="http://schemas.microsoft.com/office/drawing/2014/main" id="{9425B4B1-E3C7-4544-947B-E88D08C0669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30ga_7_official_PredictedLigand_23">
            <a:extLst>
              <a:ext uri="{FF2B5EF4-FFF2-40B4-BE49-F238E27FC236}">
                <a16:creationId xmlns:a16="http://schemas.microsoft.com/office/drawing/2014/main" id="{445FED04-41EF-4036-AA8F-6D360B4695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30ga_7_official_PredictedLigand_24">
            <a:extLst>
              <a:ext uri="{FF2B5EF4-FFF2-40B4-BE49-F238E27FC236}">
                <a16:creationId xmlns:a16="http://schemas.microsoft.com/office/drawing/2014/main" id="{09DDA269-0F9E-4EB4-8FB0-53C5E9E1B2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30ga_7_official_PredictedLigand_25">
            <a:extLst>
              <a:ext uri="{FF2B5EF4-FFF2-40B4-BE49-F238E27FC236}">
                <a16:creationId xmlns:a16="http://schemas.microsoft.com/office/drawing/2014/main" id="{A56187DC-6328-40AA-9BE0-4FEB44A6A25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30ga_7_official_PredictedLigand_26">
            <a:extLst>
              <a:ext uri="{FF2B5EF4-FFF2-40B4-BE49-F238E27FC236}">
                <a16:creationId xmlns:a16="http://schemas.microsoft.com/office/drawing/2014/main" id="{0871BE7C-986D-43BB-8771-4DE78EED5F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30ga_7_official_PredictedLigand_27">
            <a:extLst>
              <a:ext uri="{FF2B5EF4-FFF2-40B4-BE49-F238E27FC236}">
                <a16:creationId xmlns:a16="http://schemas.microsoft.com/office/drawing/2014/main" id="{46149B5F-4324-4F4F-BFFD-FA2D7DE761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30ga_7_official_PredictedLigand_28">
            <a:extLst>
              <a:ext uri="{FF2B5EF4-FFF2-40B4-BE49-F238E27FC236}">
                <a16:creationId xmlns:a16="http://schemas.microsoft.com/office/drawing/2014/main" id="{B3DCB1D1-CC2E-469B-BFD7-65275AB383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30ga_7_official_PredictedLigand_29">
            <a:extLst>
              <a:ext uri="{FF2B5EF4-FFF2-40B4-BE49-F238E27FC236}">
                <a16:creationId xmlns:a16="http://schemas.microsoft.com/office/drawing/2014/main" id="{EDCBA993-C75E-4F2B-A134-B001FFA653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30ga_7_official_PredictedLigand_30">
            <a:extLst>
              <a:ext uri="{FF2B5EF4-FFF2-40B4-BE49-F238E27FC236}">
                <a16:creationId xmlns:a16="http://schemas.microsoft.com/office/drawing/2014/main" id="{5001268C-EB0D-4A05-8429-176EF3EDA7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30ga_7_official_PredictedLigand_31">
            <a:extLst>
              <a:ext uri="{FF2B5EF4-FFF2-40B4-BE49-F238E27FC236}">
                <a16:creationId xmlns:a16="http://schemas.microsoft.com/office/drawing/2014/main" id="{963114AF-EA38-4825-B088-CC7C3F2FE9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5" name="30ga_7_official_PredictedLigand_32">
            <a:extLst>
              <a:ext uri="{FF2B5EF4-FFF2-40B4-BE49-F238E27FC236}">
                <a16:creationId xmlns:a16="http://schemas.microsoft.com/office/drawing/2014/main" id="{897F0093-4705-4560-BFD5-207564855C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6" name="30ga_7_official_PredictedAtoms_0">
            <a:extLst>
              <a:ext uri="{FF2B5EF4-FFF2-40B4-BE49-F238E27FC236}">
                <a16:creationId xmlns:a16="http://schemas.microsoft.com/office/drawing/2014/main" id="{F9E2D019-23A7-40BF-ACD3-2C8517DB5D93}"/>
              </a:ext>
            </a:extLst>
          </p:cNvPr>
          <p:cNvSpPr>
            <a:spLocks noGrp="1"/>
          </p:cNvSpPr>
          <p:nvPr/>
        </p:nvSpPr>
        <p:spPr>
          <a:xfrm>
            <a:off x="2025852" y="62249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30ga_7_official_PredictedAtoms_1">
            <a:extLst>
              <a:ext uri="{FF2B5EF4-FFF2-40B4-BE49-F238E27FC236}">
                <a16:creationId xmlns:a16="http://schemas.microsoft.com/office/drawing/2014/main" id="{7717008C-3144-4E5E-9607-C3C4AE85672B}"/>
              </a:ext>
            </a:extLst>
          </p:cNvPr>
          <p:cNvSpPr>
            <a:spLocks noGrp="1"/>
          </p:cNvSpPr>
          <p:nvPr/>
        </p:nvSpPr>
        <p:spPr>
          <a:xfrm>
            <a:off x="1898205" y="6363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30ga_7_official_PredictedAtoms_2">
            <a:extLst>
              <a:ext uri="{FF2B5EF4-FFF2-40B4-BE49-F238E27FC236}">
                <a16:creationId xmlns:a16="http://schemas.microsoft.com/office/drawing/2014/main" id="{495A4BE1-5C53-4522-B1F2-EE69D137EC81}"/>
              </a:ext>
            </a:extLst>
          </p:cNvPr>
          <p:cNvSpPr>
            <a:spLocks noGrp="1"/>
          </p:cNvSpPr>
          <p:nvPr/>
        </p:nvSpPr>
        <p:spPr>
          <a:xfrm>
            <a:off x="1977657" y="6478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30ga_7_official_PredictedAtoms_3">
            <a:extLst>
              <a:ext uri="{FF2B5EF4-FFF2-40B4-BE49-F238E27FC236}">
                <a16:creationId xmlns:a16="http://schemas.microsoft.com/office/drawing/2014/main" id="{3F79445A-4B15-42E4-B1E1-F299FD0E1973}"/>
              </a:ext>
            </a:extLst>
          </p:cNvPr>
          <p:cNvSpPr>
            <a:spLocks noGrp="1"/>
          </p:cNvSpPr>
          <p:nvPr/>
        </p:nvSpPr>
        <p:spPr>
          <a:xfrm>
            <a:off x="2058283" y="665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30ga_7_official_PredictedAtoms_4">
            <a:extLst>
              <a:ext uri="{FF2B5EF4-FFF2-40B4-BE49-F238E27FC236}">
                <a16:creationId xmlns:a16="http://schemas.microsoft.com/office/drawing/2014/main" id="{A86AF607-CA24-4C0C-A635-47A425437FBE}"/>
              </a:ext>
            </a:extLst>
          </p:cNvPr>
          <p:cNvSpPr>
            <a:spLocks noGrp="1"/>
          </p:cNvSpPr>
          <p:nvPr/>
        </p:nvSpPr>
        <p:spPr>
          <a:xfrm>
            <a:off x="1963287" y="6818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30ga_7_official_PredictedAtoms_5">
            <a:extLst>
              <a:ext uri="{FF2B5EF4-FFF2-40B4-BE49-F238E27FC236}">
                <a16:creationId xmlns:a16="http://schemas.microsoft.com/office/drawing/2014/main" id="{2B96FBE0-DBBF-4DE1-8252-C2060EAA5BFA}"/>
              </a:ext>
            </a:extLst>
          </p:cNvPr>
          <p:cNvSpPr>
            <a:spLocks noGrp="1"/>
          </p:cNvSpPr>
          <p:nvPr/>
        </p:nvSpPr>
        <p:spPr>
          <a:xfrm>
            <a:off x="2075204" y="69715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30ga_7_official_PredictedAtoms_6">
            <a:extLst>
              <a:ext uri="{FF2B5EF4-FFF2-40B4-BE49-F238E27FC236}">
                <a16:creationId xmlns:a16="http://schemas.microsoft.com/office/drawing/2014/main" id="{F1980C52-A7DC-48CF-8B09-30E7C682E66B}"/>
              </a:ext>
            </a:extLst>
          </p:cNvPr>
          <p:cNvSpPr>
            <a:spLocks noGrp="1"/>
          </p:cNvSpPr>
          <p:nvPr/>
        </p:nvSpPr>
        <p:spPr>
          <a:xfrm>
            <a:off x="2256620" y="690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30ga_7_official_PredictedAtoms_7">
            <a:extLst>
              <a:ext uri="{FF2B5EF4-FFF2-40B4-BE49-F238E27FC236}">
                <a16:creationId xmlns:a16="http://schemas.microsoft.com/office/drawing/2014/main" id="{CF517D37-E5CA-4EEF-9387-EAF2AD81A050}"/>
              </a:ext>
            </a:extLst>
          </p:cNvPr>
          <p:cNvSpPr>
            <a:spLocks noGrp="1"/>
          </p:cNvSpPr>
          <p:nvPr/>
        </p:nvSpPr>
        <p:spPr>
          <a:xfrm>
            <a:off x="2435814" y="69856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30ga_7_official_PredictedAtoms_8">
            <a:extLst>
              <a:ext uri="{FF2B5EF4-FFF2-40B4-BE49-F238E27FC236}">
                <a16:creationId xmlns:a16="http://schemas.microsoft.com/office/drawing/2014/main" id="{02733826-8F15-46A3-AD21-BE9E3FB9F7E5}"/>
              </a:ext>
            </a:extLst>
          </p:cNvPr>
          <p:cNvSpPr>
            <a:spLocks noGrp="1"/>
          </p:cNvSpPr>
          <p:nvPr/>
        </p:nvSpPr>
        <p:spPr>
          <a:xfrm>
            <a:off x="2472061" y="7173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30ga_7_official_PredictedAtoms_9">
            <a:extLst>
              <a:ext uri="{FF2B5EF4-FFF2-40B4-BE49-F238E27FC236}">
                <a16:creationId xmlns:a16="http://schemas.microsoft.com/office/drawing/2014/main" id="{A9F02B7D-4D0E-4AF8-9B67-F77B691AA995}"/>
              </a:ext>
            </a:extLst>
          </p:cNvPr>
          <p:cNvSpPr>
            <a:spLocks noGrp="1"/>
          </p:cNvSpPr>
          <p:nvPr/>
        </p:nvSpPr>
        <p:spPr>
          <a:xfrm>
            <a:off x="2589882" y="68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30ga_7_official_PredictedAtoms_10">
            <a:extLst>
              <a:ext uri="{FF2B5EF4-FFF2-40B4-BE49-F238E27FC236}">
                <a16:creationId xmlns:a16="http://schemas.microsoft.com/office/drawing/2014/main" id="{BE4E23AB-4332-41EB-B275-4A4DA920D45E}"/>
              </a:ext>
            </a:extLst>
          </p:cNvPr>
          <p:cNvSpPr>
            <a:spLocks noGrp="1"/>
          </p:cNvSpPr>
          <p:nvPr/>
        </p:nvSpPr>
        <p:spPr>
          <a:xfrm>
            <a:off x="2564928" y="66822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30ga_7_official_PredictedAtoms_11">
            <a:extLst>
              <a:ext uri="{FF2B5EF4-FFF2-40B4-BE49-F238E27FC236}">
                <a16:creationId xmlns:a16="http://schemas.microsoft.com/office/drawing/2014/main" id="{1D9538FC-A515-48D5-A54F-9CD041DD44C3}"/>
              </a:ext>
            </a:extLst>
          </p:cNvPr>
          <p:cNvSpPr>
            <a:spLocks noGrp="1"/>
          </p:cNvSpPr>
          <p:nvPr/>
        </p:nvSpPr>
        <p:spPr>
          <a:xfrm>
            <a:off x="2400964" y="6595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30ga_7_official_PredictedAtoms_12">
            <a:extLst>
              <a:ext uri="{FF2B5EF4-FFF2-40B4-BE49-F238E27FC236}">
                <a16:creationId xmlns:a16="http://schemas.microsoft.com/office/drawing/2014/main" id="{82AB28EF-3EB1-4977-960A-A82C3B3C0934}"/>
              </a:ext>
            </a:extLst>
          </p:cNvPr>
          <p:cNvSpPr>
            <a:spLocks noGrp="1"/>
          </p:cNvSpPr>
          <p:nvPr/>
        </p:nvSpPr>
        <p:spPr>
          <a:xfrm>
            <a:off x="2245625" y="6704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30ga_7_official_PredictedAtoms_13">
            <a:extLst>
              <a:ext uri="{FF2B5EF4-FFF2-40B4-BE49-F238E27FC236}">
                <a16:creationId xmlns:a16="http://schemas.microsoft.com/office/drawing/2014/main" id="{E3B22A6E-B31F-43B6-9208-C270CEDA0CAC}"/>
              </a:ext>
            </a:extLst>
          </p:cNvPr>
          <p:cNvSpPr>
            <a:spLocks noGrp="1"/>
          </p:cNvSpPr>
          <p:nvPr/>
        </p:nvSpPr>
        <p:spPr>
          <a:xfrm>
            <a:off x="1828620" y="6479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30ga_7_official_PredictedAtoms_14">
            <a:extLst>
              <a:ext uri="{FF2B5EF4-FFF2-40B4-BE49-F238E27FC236}">
                <a16:creationId xmlns:a16="http://schemas.microsoft.com/office/drawing/2014/main" id="{2F28CBB1-236E-49A5-B605-84D282BFBFCA}"/>
              </a:ext>
            </a:extLst>
          </p:cNvPr>
          <p:cNvSpPr>
            <a:spLocks noGrp="1"/>
          </p:cNvSpPr>
          <p:nvPr/>
        </p:nvSpPr>
        <p:spPr>
          <a:xfrm>
            <a:off x="1664366" y="638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30ga_7_official_PredictedAtoms_15">
            <a:extLst>
              <a:ext uri="{FF2B5EF4-FFF2-40B4-BE49-F238E27FC236}">
                <a16:creationId xmlns:a16="http://schemas.microsoft.com/office/drawing/2014/main" id="{A25F952B-2B75-4096-B0A7-81DE3EBC5D00}"/>
              </a:ext>
            </a:extLst>
          </p:cNvPr>
          <p:cNvSpPr>
            <a:spLocks noGrp="1"/>
          </p:cNvSpPr>
          <p:nvPr/>
        </p:nvSpPr>
        <p:spPr>
          <a:xfrm>
            <a:off x="1520911" y="65405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30ga_7_official_PredictedAtoms_16">
            <a:extLst>
              <a:ext uri="{FF2B5EF4-FFF2-40B4-BE49-F238E27FC236}">
                <a16:creationId xmlns:a16="http://schemas.microsoft.com/office/drawing/2014/main" id="{F9BC2E3E-E541-4EB6-9F0A-3D5249EE0CAF}"/>
              </a:ext>
            </a:extLst>
          </p:cNvPr>
          <p:cNvSpPr>
            <a:spLocks noGrp="1"/>
          </p:cNvSpPr>
          <p:nvPr/>
        </p:nvSpPr>
        <p:spPr>
          <a:xfrm>
            <a:off x="1379620" y="6469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30ga_7_official_PredictedAtoms_17">
            <a:extLst>
              <a:ext uri="{FF2B5EF4-FFF2-40B4-BE49-F238E27FC236}">
                <a16:creationId xmlns:a16="http://schemas.microsoft.com/office/drawing/2014/main" id="{2D44548C-A6C8-457C-A2FD-601212FD5D46}"/>
              </a:ext>
            </a:extLst>
          </p:cNvPr>
          <p:cNvSpPr>
            <a:spLocks noGrp="1"/>
          </p:cNvSpPr>
          <p:nvPr/>
        </p:nvSpPr>
        <p:spPr>
          <a:xfrm>
            <a:off x="1243283" y="65900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30ga_7_official_PredictedAtoms_18">
            <a:extLst>
              <a:ext uri="{FF2B5EF4-FFF2-40B4-BE49-F238E27FC236}">
                <a16:creationId xmlns:a16="http://schemas.microsoft.com/office/drawing/2014/main" id="{C23AC085-3875-4A93-8557-2AC0C176915F}"/>
              </a:ext>
            </a:extLst>
          </p:cNvPr>
          <p:cNvSpPr>
            <a:spLocks noGrp="1"/>
          </p:cNvSpPr>
          <p:nvPr/>
        </p:nvSpPr>
        <p:spPr>
          <a:xfrm>
            <a:off x="1125847" y="6456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30ga_7_official_PredictedAtoms_19">
            <a:extLst>
              <a:ext uri="{FF2B5EF4-FFF2-40B4-BE49-F238E27FC236}">
                <a16:creationId xmlns:a16="http://schemas.microsoft.com/office/drawing/2014/main" id="{7093AE53-9CF5-490F-A046-8C0191E8B26E}"/>
              </a:ext>
            </a:extLst>
          </p:cNvPr>
          <p:cNvSpPr>
            <a:spLocks noGrp="1"/>
          </p:cNvSpPr>
          <p:nvPr/>
        </p:nvSpPr>
        <p:spPr>
          <a:xfrm>
            <a:off x="1345283" y="6738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30ga_7_official_PredictedAtoms_20">
            <a:extLst>
              <a:ext uri="{FF2B5EF4-FFF2-40B4-BE49-F238E27FC236}">
                <a16:creationId xmlns:a16="http://schemas.microsoft.com/office/drawing/2014/main" id="{1DDAB682-E228-4903-814E-0959DFECC69E}"/>
              </a:ext>
            </a:extLst>
          </p:cNvPr>
          <p:cNvSpPr>
            <a:spLocks noGrp="1"/>
          </p:cNvSpPr>
          <p:nvPr/>
        </p:nvSpPr>
        <p:spPr>
          <a:xfrm>
            <a:off x="1109181" y="66958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30ga_7_official_PredictedAtoms_21">
            <a:extLst>
              <a:ext uri="{FF2B5EF4-FFF2-40B4-BE49-F238E27FC236}">
                <a16:creationId xmlns:a16="http://schemas.microsoft.com/office/drawing/2014/main" id="{D1B561A0-6356-4062-A750-E32EF3A86AE0}"/>
              </a:ext>
            </a:extLst>
          </p:cNvPr>
          <p:cNvSpPr>
            <a:spLocks noGrp="1"/>
          </p:cNvSpPr>
          <p:nvPr/>
        </p:nvSpPr>
        <p:spPr>
          <a:xfrm>
            <a:off x="975530" y="6879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30ga_7_official_PredictedAtoms_22">
            <a:extLst>
              <a:ext uri="{FF2B5EF4-FFF2-40B4-BE49-F238E27FC236}">
                <a16:creationId xmlns:a16="http://schemas.microsoft.com/office/drawing/2014/main" id="{4636107F-21C7-4395-BF47-B998FB0291DF}"/>
              </a:ext>
            </a:extLst>
          </p:cNvPr>
          <p:cNvSpPr>
            <a:spLocks noGrp="1"/>
          </p:cNvSpPr>
          <p:nvPr/>
        </p:nvSpPr>
        <p:spPr>
          <a:xfrm>
            <a:off x="1073681" y="704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30ga_7_official_PredictedAtoms_23">
            <a:extLst>
              <a:ext uri="{FF2B5EF4-FFF2-40B4-BE49-F238E27FC236}">
                <a16:creationId xmlns:a16="http://schemas.microsoft.com/office/drawing/2014/main" id="{5277A84B-CD54-4091-8995-DB53272CB23F}"/>
              </a:ext>
            </a:extLst>
          </p:cNvPr>
          <p:cNvSpPr>
            <a:spLocks noGrp="1"/>
          </p:cNvSpPr>
          <p:nvPr/>
        </p:nvSpPr>
        <p:spPr>
          <a:xfrm>
            <a:off x="922303" y="6910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30ga_7_official_PredictedAtoms_24">
            <a:extLst>
              <a:ext uri="{FF2B5EF4-FFF2-40B4-BE49-F238E27FC236}">
                <a16:creationId xmlns:a16="http://schemas.microsoft.com/office/drawing/2014/main" id="{B8423E70-4B32-4B1B-ACA6-69D144231C49}"/>
              </a:ext>
            </a:extLst>
          </p:cNvPr>
          <p:cNvSpPr>
            <a:spLocks noGrp="1"/>
          </p:cNvSpPr>
          <p:nvPr/>
        </p:nvSpPr>
        <p:spPr>
          <a:xfrm>
            <a:off x="791650" y="6834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30ga_7_official_PredictedAtoms_25">
            <a:extLst>
              <a:ext uri="{FF2B5EF4-FFF2-40B4-BE49-F238E27FC236}">
                <a16:creationId xmlns:a16="http://schemas.microsoft.com/office/drawing/2014/main" id="{1E4D450E-D11D-4890-AD3D-B1AC655DBE6A}"/>
              </a:ext>
            </a:extLst>
          </p:cNvPr>
          <p:cNvSpPr>
            <a:spLocks noGrp="1"/>
          </p:cNvSpPr>
          <p:nvPr/>
        </p:nvSpPr>
        <p:spPr>
          <a:xfrm>
            <a:off x="611973" y="6729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30ga_7_official_PredictedAtoms_26">
            <a:extLst>
              <a:ext uri="{FF2B5EF4-FFF2-40B4-BE49-F238E27FC236}">
                <a16:creationId xmlns:a16="http://schemas.microsoft.com/office/drawing/2014/main" id="{09A3E330-2A27-45B1-A350-36E805626CCF}"/>
              </a:ext>
            </a:extLst>
          </p:cNvPr>
          <p:cNvSpPr>
            <a:spLocks noGrp="1"/>
          </p:cNvSpPr>
          <p:nvPr/>
        </p:nvSpPr>
        <p:spPr>
          <a:xfrm>
            <a:off x="481379" y="6662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30ga_7_official_PredictedAtoms_27">
            <a:extLst>
              <a:ext uri="{FF2B5EF4-FFF2-40B4-BE49-F238E27FC236}">
                <a16:creationId xmlns:a16="http://schemas.microsoft.com/office/drawing/2014/main" id="{A12BFD22-C5DC-4C6D-B7AB-CA0741A891FD}"/>
              </a:ext>
            </a:extLst>
          </p:cNvPr>
          <p:cNvSpPr>
            <a:spLocks noGrp="1"/>
          </p:cNvSpPr>
          <p:nvPr/>
        </p:nvSpPr>
        <p:spPr>
          <a:xfrm>
            <a:off x="502603" y="6869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30ga_7_official_PredictedAtoms_28">
            <a:extLst>
              <a:ext uri="{FF2B5EF4-FFF2-40B4-BE49-F238E27FC236}">
                <a16:creationId xmlns:a16="http://schemas.microsoft.com/office/drawing/2014/main" id="{EEB0CDC9-317F-4B96-A9DC-8D0E556E4F9C}"/>
              </a:ext>
            </a:extLst>
          </p:cNvPr>
          <p:cNvSpPr>
            <a:spLocks noGrp="1"/>
          </p:cNvSpPr>
          <p:nvPr/>
        </p:nvSpPr>
        <p:spPr>
          <a:xfrm>
            <a:off x="684067" y="65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30ga_7_official_PredictedAtoms_29">
            <a:extLst>
              <a:ext uri="{FF2B5EF4-FFF2-40B4-BE49-F238E27FC236}">
                <a16:creationId xmlns:a16="http://schemas.microsoft.com/office/drawing/2014/main" id="{13A37222-F632-4486-A852-51966FC0EC9F}"/>
              </a:ext>
            </a:extLst>
          </p:cNvPr>
          <p:cNvSpPr>
            <a:spLocks noGrp="1"/>
          </p:cNvSpPr>
          <p:nvPr/>
        </p:nvSpPr>
        <p:spPr>
          <a:xfrm>
            <a:off x="1738866" y="62465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stage3-cases-alternatives_34">
            <a:extLst>
              <a:ext uri="{FF2B5EF4-FFF2-40B4-BE49-F238E27FC236}">
                <a16:creationId xmlns:a16="http://schemas.microsoft.com/office/drawing/2014/main" id="{8BC59B8A-E641-4300-9A89-1848ECBF7D17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047" name="30ga_7_tuned_Receptor">
            <a:extLst>
              <a:ext uri="{FF2B5EF4-FFF2-40B4-BE49-F238E27FC236}">
                <a16:creationId xmlns:a16="http://schemas.microsoft.com/office/drawing/2014/main" id="{6F7A32E6-2272-4E25-B6E1-711C2E6D17E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48" name="30ga_7_tuned_ExperimentalDensity">
            <a:extLst>
              <a:ext uri="{FF2B5EF4-FFF2-40B4-BE49-F238E27FC236}">
                <a16:creationId xmlns:a16="http://schemas.microsoft.com/office/drawing/2014/main" id="{6C2D0516-E374-4FA8-8F52-0E32303D73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49" name="30ga_7_tuned_ReferenceLigand_0">
            <a:extLst>
              <a:ext uri="{FF2B5EF4-FFF2-40B4-BE49-F238E27FC236}">
                <a16:creationId xmlns:a16="http://schemas.microsoft.com/office/drawing/2014/main" id="{D509AD3C-78F4-4094-B08F-1CB6651AA4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30ga_7_tuned_ReferenceLigand_1">
            <a:extLst>
              <a:ext uri="{FF2B5EF4-FFF2-40B4-BE49-F238E27FC236}">
                <a16:creationId xmlns:a16="http://schemas.microsoft.com/office/drawing/2014/main" id="{3D9CDB55-9318-45DD-A4F8-92D80A5FF8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30ga_7_tuned_ReferenceLigand_2">
            <a:extLst>
              <a:ext uri="{FF2B5EF4-FFF2-40B4-BE49-F238E27FC236}">
                <a16:creationId xmlns:a16="http://schemas.microsoft.com/office/drawing/2014/main" id="{FFAB91B4-BDEB-4617-B92A-FBE0E9663E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30ga_7_tuned_ReferenceLigand_3">
            <a:extLst>
              <a:ext uri="{FF2B5EF4-FFF2-40B4-BE49-F238E27FC236}">
                <a16:creationId xmlns:a16="http://schemas.microsoft.com/office/drawing/2014/main" id="{C08B079D-C4A1-4889-A4E3-EF91927C22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30ga_7_tuned_ReferenceLigand_4">
            <a:extLst>
              <a:ext uri="{FF2B5EF4-FFF2-40B4-BE49-F238E27FC236}">
                <a16:creationId xmlns:a16="http://schemas.microsoft.com/office/drawing/2014/main" id="{2E97999F-534D-4F0F-B8DD-BB8FBF736A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30ga_7_tuned_ReferenceLigand_5">
            <a:extLst>
              <a:ext uri="{FF2B5EF4-FFF2-40B4-BE49-F238E27FC236}">
                <a16:creationId xmlns:a16="http://schemas.microsoft.com/office/drawing/2014/main" id="{80FB4CA5-0426-467A-8393-8CC6FA0F0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30ga_7_tuned_ReferenceLigand_6">
            <a:extLst>
              <a:ext uri="{FF2B5EF4-FFF2-40B4-BE49-F238E27FC236}">
                <a16:creationId xmlns:a16="http://schemas.microsoft.com/office/drawing/2014/main" id="{969F5F17-4E40-426B-8C54-203F366DAD4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30ga_7_tuned_ReferenceLigand_7">
            <a:extLst>
              <a:ext uri="{FF2B5EF4-FFF2-40B4-BE49-F238E27FC236}">
                <a16:creationId xmlns:a16="http://schemas.microsoft.com/office/drawing/2014/main" id="{64E9D9DC-8B09-4D0E-9E2E-E226D62757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30ga_7_tuned_ReferenceLigand_8">
            <a:extLst>
              <a:ext uri="{FF2B5EF4-FFF2-40B4-BE49-F238E27FC236}">
                <a16:creationId xmlns:a16="http://schemas.microsoft.com/office/drawing/2014/main" id="{A1ED88F6-3843-4A09-95FD-95CE5FB7B0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30ga_7_tuned_ReferenceLigand_9">
            <a:extLst>
              <a:ext uri="{FF2B5EF4-FFF2-40B4-BE49-F238E27FC236}">
                <a16:creationId xmlns:a16="http://schemas.microsoft.com/office/drawing/2014/main" id="{A1F71FB7-C252-45D8-929D-AF90D864BB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30ga_7_tuned_ReferenceLigand_10">
            <a:extLst>
              <a:ext uri="{FF2B5EF4-FFF2-40B4-BE49-F238E27FC236}">
                <a16:creationId xmlns:a16="http://schemas.microsoft.com/office/drawing/2014/main" id="{980C8B79-5E53-46D4-BB31-525B69070D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30ga_7_tuned_ReferenceLigand_11">
            <a:extLst>
              <a:ext uri="{FF2B5EF4-FFF2-40B4-BE49-F238E27FC236}">
                <a16:creationId xmlns:a16="http://schemas.microsoft.com/office/drawing/2014/main" id="{2AE0473A-79A3-4D48-ACF2-79D76EC508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30ga_7_tuned_ReferenceLigand_12">
            <a:extLst>
              <a:ext uri="{FF2B5EF4-FFF2-40B4-BE49-F238E27FC236}">
                <a16:creationId xmlns:a16="http://schemas.microsoft.com/office/drawing/2014/main" id="{6BD8534E-DB0F-403B-9CEF-A5F28C319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30ga_7_tuned_ReferenceLigand_13">
            <a:extLst>
              <a:ext uri="{FF2B5EF4-FFF2-40B4-BE49-F238E27FC236}">
                <a16:creationId xmlns:a16="http://schemas.microsoft.com/office/drawing/2014/main" id="{25F598C8-B5D5-45D1-84EC-930F14E818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30ga_7_tuned_ReferenceLigand_14">
            <a:extLst>
              <a:ext uri="{FF2B5EF4-FFF2-40B4-BE49-F238E27FC236}">
                <a16:creationId xmlns:a16="http://schemas.microsoft.com/office/drawing/2014/main" id="{19524204-75E9-4424-8639-1F5BAA8019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30ga_7_tuned_ReferenceLigand_15">
            <a:extLst>
              <a:ext uri="{FF2B5EF4-FFF2-40B4-BE49-F238E27FC236}">
                <a16:creationId xmlns:a16="http://schemas.microsoft.com/office/drawing/2014/main" id="{B9D414F0-28D3-4061-A572-6DF9DD0647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30ga_7_tuned_ReferenceLigand_16">
            <a:extLst>
              <a:ext uri="{FF2B5EF4-FFF2-40B4-BE49-F238E27FC236}">
                <a16:creationId xmlns:a16="http://schemas.microsoft.com/office/drawing/2014/main" id="{41BC973A-CD4D-4D51-B4BA-1D5146B6E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30ga_7_tuned_ReferenceLigand_17">
            <a:extLst>
              <a:ext uri="{FF2B5EF4-FFF2-40B4-BE49-F238E27FC236}">
                <a16:creationId xmlns:a16="http://schemas.microsoft.com/office/drawing/2014/main" id="{09BE5CE3-DF5E-47F2-B655-37734F936C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30ga_7_tuned_ReferenceLigand_18">
            <a:extLst>
              <a:ext uri="{FF2B5EF4-FFF2-40B4-BE49-F238E27FC236}">
                <a16:creationId xmlns:a16="http://schemas.microsoft.com/office/drawing/2014/main" id="{697D4BCF-5298-4738-B7A6-4F6BB9CB1F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30ga_7_tuned_ReferenceLigand_19">
            <a:extLst>
              <a:ext uri="{FF2B5EF4-FFF2-40B4-BE49-F238E27FC236}">
                <a16:creationId xmlns:a16="http://schemas.microsoft.com/office/drawing/2014/main" id="{6D368F29-D21F-4701-BE4E-129072C45B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30ga_7_tuned_ReferenceLigand_20">
            <a:extLst>
              <a:ext uri="{FF2B5EF4-FFF2-40B4-BE49-F238E27FC236}">
                <a16:creationId xmlns:a16="http://schemas.microsoft.com/office/drawing/2014/main" id="{84FC1405-59F2-4A78-A243-3089636E1B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30ga_7_tuned_ReferenceLigand_21">
            <a:extLst>
              <a:ext uri="{FF2B5EF4-FFF2-40B4-BE49-F238E27FC236}">
                <a16:creationId xmlns:a16="http://schemas.microsoft.com/office/drawing/2014/main" id="{29B720DE-3E00-4B0A-AFA5-A66533D5AC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30ga_7_tuned_ReferenceLigand_22">
            <a:extLst>
              <a:ext uri="{FF2B5EF4-FFF2-40B4-BE49-F238E27FC236}">
                <a16:creationId xmlns:a16="http://schemas.microsoft.com/office/drawing/2014/main" id="{5071DC19-77B2-479B-A195-0181DB10E0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30ga_7_tuned_ReferenceLigand_23">
            <a:extLst>
              <a:ext uri="{FF2B5EF4-FFF2-40B4-BE49-F238E27FC236}">
                <a16:creationId xmlns:a16="http://schemas.microsoft.com/office/drawing/2014/main" id="{1B336F26-415E-40CC-974C-0CBA3C1CC4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30ga_7_tuned_ReferenceLigand_24">
            <a:extLst>
              <a:ext uri="{FF2B5EF4-FFF2-40B4-BE49-F238E27FC236}">
                <a16:creationId xmlns:a16="http://schemas.microsoft.com/office/drawing/2014/main" id="{55569F28-5384-4B69-B61E-1B9936DD91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30ga_7_tuned_ReferenceLigand_25">
            <a:extLst>
              <a:ext uri="{FF2B5EF4-FFF2-40B4-BE49-F238E27FC236}">
                <a16:creationId xmlns:a16="http://schemas.microsoft.com/office/drawing/2014/main" id="{542FAE43-BE68-4A1C-B79A-12359C0556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30ga_7_tuned_ReferenceLigand_26">
            <a:extLst>
              <a:ext uri="{FF2B5EF4-FFF2-40B4-BE49-F238E27FC236}">
                <a16:creationId xmlns:a16="http://schemas.microsoft.com/office/drawing/2014/main" id="{759D17EE-17D6-4BC0-8012-C824038368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30ga_7_tuned_ReferenceLigand_27">
            <a:extLst>
              <a:ext uri="{FF2B5EF4-FFF2-40B4-BE49-F238E27FC236}">
                <a16:creationId xmlns:a16="http://schemas.microsoft.com/office/drawing/2014/main" id="{B2C6F793-C287-46D2-B987-87B306FE40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30ga_7_tuned_ReferenceLigand_28">
            <a:extLst>
              <a:ext uri="{FF2B5EF4-FFF2-40B4-BE49-F238E27FC236}">
                <a16:creationId xmlns:a16="http://schemas.microsoft.com/office/drawing/2014/main" id="{83A084C2-4B17-4C95-9367-10365F3BA2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30ga_7_tuned_ReferenceLigand_29">
            <a:extLst>
              <a:ext uri="{FF2B5EF4-FFF2-40B4-BE49-F238E27FC236}">
                <a16:creationId xmlns:a16="http://schemas.microsoft.com/office/drawing/2014/main" id="{06E4E233-E6B6-4F87-92EE-6AA6CEC1F49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30ga_7_tuned_ReferenceLigand_30">
            <a:extLst>
              <a:ext uri="{FF2B5EF4-FFF2-40B4-BE49-F238E27FC236}">
                <a16:creationId xmlns:a16="http://schemas.microsoft.com/office/drawing/2014/main" id="{A8854633-35A7-4EDE-BAC4-E1DF5A2ABC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30ga_7_tuned_ReferenceLigand_31">
            <a:extLst>
              <a:ext uri="{FF2B5EF4-FFF2-40B4-BE49-F238E27FC236}">
                <a16:creationId xmlns:a16="http://schemas.microsoft.com/office/drawing/2014/main" id="{B7000F45-222C-4FD0-9494-A391E4D242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30ga_7_tuned_ReferenceLigand_32">
            <a:extLst>
              <a:ext uri="{FF2B5EF4-FFF2-40B4-BE49-F238E27FC236}">
                <a16:creationId xmlns:a16="http://schemas.microsoft.com/office/drawing/2014/main" id="{3EC61F98-E216-4254-B977-827D7AD723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30ga_7_tuned_PredictedLigand_0">
            <a:extLst>
              <a:ext uri="{FF2B5EF4-FFF2-40B4-BE49-F238E27FC236}">
                <a16:creationId xmlns:a16="http://schemas.microsoft.com/office/drawing/2014/main" id="{347E404F-6453-4294-8068-725D87BBB5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3" name="30ga_7_tuned_PredictedLigand_1">
            <a:extLst>
              <a:ext uri="{FF2B5EF4-FFF2-40B4-BE49-F238E27FC236}">
                <a16:creationId xmlns:a16="http://schemas.microsoft.com/office/drawing/2014/main" id="{65647362-C620-4874-BDEB-9AD8D472923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4" name="30ga_7_tuned_PredictedLigand_2">
            <a:extLst>
              <a:ext uri="{FF2B5EF4-FFF2-40B4-BE49-F238E27FC236}">
                <a16:creationId xmlns:a16="http://schemas.microsoft.com/office/drawing/2014/main" id="{06F6CEC8-8A6C-4283-9FBA-C2E56BAA62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5" name="30ga_7_tuned_PredictedLigand_3">
            <a:extLst>
              <a:ext uri="{FF2B5EF4-FFF2-40B4-BE49-F238E27FC236}">
                <a16:creationId xmlns:a16="http://schemas.microsoft.com/office/drawing/2014/main" id="{38836073-468D-40A0-84FE-79DB321E4B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6" name="30ga_7_tuned_PredictedLigand_4">
            <a:extLst>
              <a:ext uri="{FF2B5EF4-FFF2-40B4-BE49-F238E27FC236}">
                <a16:creationId xmlns:a16="http://schemas.microsoft.com/office/drawing/2014/main" id="{0D8BB282-BECC-4E44-800A-CFE67412AE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7" name="30ga_7_tuned_PredictedLigand_5">
            <a:extLst>
              <a:ext uri="{FF2B5EF4-FFF2-40B4-BE49-F238E27FC236}">
                <a16:creationId xmlns:a16="http://schemas.microsoft.com/office/drawing/2014/main" id="{D0B23970-CF18-4313-954E-405FE221A1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8" name="30ga_7_tuned_PredictedLigand_6">
            <a:extLst>
              <a:ext uri="{FF2B5EF4-FFF2-40B4-BE49-F238E27FC236}">
                <a16:creationId xmlns:a16="http://schemas.microsoft.com/office/drawing/2014/main" id="{15C9B601-9AE1-4B8B-A290-DA89AFAD34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9" name="30ga_7_tuned_PredictedLigand_7">
            <a:extLst>
              <a:ext uri="{FF2B5EF4-FFF2-40B4-BE49-F238E27FC236}">
                <a16:creationId xmlns:a16="http://schemas.microsoft.com/office/drawing/2014/main" id="{E1D416CC-1B8C-449E-A3D7-6F4F001E55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0" name="30ga_7_tuned_PredictedLigand_8">
            <a:extLst>
              <a:ext uri="{FF2B5EF4-FFF2-40B4-BE49-F238E27FC236}">
                <a16:creationId xmlns:a16="http://schemas.microsoft.com/office/drawing/2014/main" id="{FC96B413-36C6-42C1-ADFF-F2C9284605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1" name="30ga_7_tuned_PredictedLigand_9">
            <a:extLst>
              <a:ext uri="{FF2B5EF4-FFF2-40B4-BE49-F238E27FC236}">
                <a16:creationId xmlns:a16="http://schemas.microsoft.com/office/drawing/2014/main" id="{C3AE1A5A-FF11-4AD7-8FB0-15778BCE317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2" name="30ga_7_tuned_PredictedLigand_10">
            <a:extLst>
              <a:ext uri="{FF2B5EF4-FFF2-40B4-BE49-F238E27FC236}">
                <a16:creationId xmlns:a16="http://schemas.microsoft.com/office/drawing/2014/main" id="{EBAE380D-DCA9-4108-8412-84AED65CA2D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3" name="30ga_7_tuned_PredictedLigand_11">
            <a:extLst>
              <a:ext uri="{FF2B5EF4-FFF2-40B4-BE49-F238E27FC236}">
                <a16:creationId xmlns:a16="http://schemas.microsoft.com/office/drawing/2014/main" id="{43650B13-CB64-4836-9D04-DE45AE261B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4" name="30ga_7_tuned_PredictedLigand_12">
            <a:extLst>
              <a:ext uri="{FF2B5EF4-FFF2-40B4-BE49-F238E27FC236}">
                <a16:creationId xmlns:a16="http://schemas.microsoft.com/office/drawing/2014/main" id="{4D06F306-5FF6-4DD7-8DD7-0F63FC57110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5" name="30ga_7_tuned_PredictedLigand_13">
            <a:extLst>
              <a:ext uri="{FF2B5EF4-FFF2-40B4-BE49-F238E27FC236}">
                <a16:creationId xmlns:a16="http://schemas.microsoft.com/office/drawing/2014/main" id="{4AB261C6-C190-433B-9502-58B136588D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6" name="30ga_7_tuned_PredictedLigand_14">
            <a:extLst>
              <a:ext uri="{FF2B5EF4-FFF2-40B4-BE49-F238E27FC236}">
                <a16:creationId xmlns:a16="http://schemas.microsoft.com/office/drawing/2014/main" id="{6539ED0A-781E-4A6E-8A7C-CA755C5097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7" name="30ga_7_tuned_PredictedLigand_15">
            <a:extLst>
              <a:ext uri="{FF2B5EF4-FFF2-40B4-BE49-F238E27FC236}">
                <a16:creationId xmlns:a16="http://schemas.microsoft.com/office/drawing/2014/main" id="{602B585C-B012-4B9F-BC53-7A658715D6E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8" name="30ga_7_tuned_PredictedLigand_16">
            <a:extLst>
              <a:ext uri="{FF2B5EF4-FFF2-40B4-BE49-F238E27FC236}">
                <a16:creationId xmlns:a16="http://schemas.microsoft.com/office/drawing/2014/main" id="{3E52F5E2-46F8-4BA8-9F9B-3E233763A8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9" name="30ga_7_tuned_PredictedLigand_17">
            <a:extLst>
              <a:ext uri="{FF2B5EF4-FFF2-40B4-BE49-F238E27FC236}">
                <a16:creationId xmlns:a16="http://schemas.microsoft.com/office/drawing/2014/main" id="{A8D8D355-5910-4EDA-9813-AC605E69D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0" name="30ga_7_tuned_PredictedLigand_18">
            <a:extLst>
              <a:ext uri="{FF2B5EF4-FFF2-40B4-BE49-F238E27FC236}">
                <a16:creationId xmlns:a16="http://schemas.microsoft.com/office/drawing/2014/main" id="{4EB1546F-A2E9-4738-B730-20310D6DF3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1" name="30ga_7_tuned_PredictedLigand_19">
            <a:extLst>
              <a:ext uri="{FF2B5EF4-FFF2-40B4-BE49-F238E27FC236}">
                <a16:creationId xmlns:a16="http://schemas.microsoft.com/office/drawing/2014/main" id="{C147B04C-8A2C-4C79-96FA-4CA9C1D77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2" name="30ga_7_tuned_PredictedLigand_20">
            <a:extLst>
              <a:ext uri="{FF2B5EF4-FFF2-40B4-BE49-F238E27FC236}">
                <a16:creationId xmlns:a16="http://schemas.microsoft.com/office/drawing/2014/main" id="{5EFEE249-32FD-4D91-B0B9-C0883E1581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3" name="30ga_7_tuned_PredictedLigand_21">
            <a:extLst>
              <a:ext uri="{FF2B5EF4-FFF2-40B4-BE49-F238E27FC236}">
                <a16:creationId xmlns:a16="http://schemas.microsoft.com/office/drawing/2014/main" id="{1DB860E1-1413-4D75-9EC7-152A36213C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4" name="30ga_7_tuned_PredictedLigand_22">
            <a:extLst>
              <a:ext uri="{FF2B5EF4-FFF2-40B4-BE49-F238E27FC236}">
                <a16:creationId xmlns:a16="http://schemas.microsoft.com/office/drawing/2014/main" id="{59E18E4F-32FE-42EE-B68D-B08934F6CA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5" name="30ga_7_tuned_PredictedLigand_23">
            <a:extLst>
              <a:ext uri="{FF2B5EF4-FFF2-40B4-BE49-F238E27FC236}">
                <a16:creationId xmlns:a16="http://schemas.microsoft.com/office/drawing/2014/main" id="{368FC7FC-BE51-4927-AA30-862049C009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6" name="30ga_7_tuned_PredictedLigand_24">
            <a:extLst>
              <a:ext uri="{FF2B5EF4-FFF2-40B4-BE49-F238E27FC236}">
                <a16:creationId xmlns:a16="http://schemas.microsoft.com/office/drawing/2014/main" id="{524B3B4D-FF1F-4175-8A8B-501C9E4F68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7" name="30ga_7_tuned_PredictedLigand_25">
            <a:extLst>
              <a:ext uri="{FF2B5EF4-FFF2-40B4-BE49-F238E27FC236}">
                <a16:creationId xmlns:a16="http://schemas.microsoft.com/office/drawing/2014/main" id="{A94EC828-C220-4D3D-B2AD-9DC4F6B0C9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8" name="30ga_7_tuned_PredictedLigand_26">
            <a:extLst>
              <a:ext uri="{FF2B5EF4-FFF2-40B4-BE49-F238E27FC236}">
                <a16:creationId xmlns:a16="http://schemas.microsoft.com/office/drawing/2014/main" id="{C6B5493C-ACE1-4C9A-A17D-D27A1481F3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9" name="30ga_7_tuned_PredictedLigand_27">
            <a:extLst>
              <a:ext uri="{FF2B5EF4-FFF2-40B4-BE49-F238E27FC236}">
                <a16:creationId xmlns:a16="http://schemas.microsoft.com/office/drawing/2014/main" id="{620C63C0-1C7D-498D-AFB3-74A5BB76B3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30ga_7_tuned_PredictedLigand_28">
            <a:extLst>
              <a:ext uri="{FF2B5EF4-FFF2-40B4-BE49-F238E27FC236}">
                <a16:creationId xmlns:a16="http://schemas.microsoft.com/office/drawing/2014/main" id="{9C6140AD-8AA4-49D5-BDFB-6DEA8E3FDD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30ga_7_tuned_PredictedLigand_29">
            <a:extLst>
              <a:ext uri="{FF2B5EF4-FFF2-40B4-BE49-F238E27FC236}">
                <a16:creationId xmlns:a16="http://schemas.microsoft.com/office/drawing/2014/main" id="{7A771FCC-FA04-40C0-963F-3EC13C4093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30ga_7_tuned_PredictedLigand_30">
            <a:extLst>
              <a:ext uri="{FF2B5EF4-FFF2-40B4-BE49-F238E27FC236}">
                <a16:creationId xmlns:a16="http://schemas.microsoft.com/office/drawing/2014/main" id="{DE7A9588-3CFD-47F1-8FA5-4DC9BCAF6C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30ga_7_tuned_PredictedLigand_31">
            <a:extLst>
              <a:ext uri="{FF2B5EF4-FFF2-40B4-BE49-F238E27FC236}">
                <a16:creationId xmlns:a16="http://schemas.microsoft.com/office/drawing/2014/main" id="{59320331-97B2-4F1A-9F06-6A363CE306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30ga_7_tuned_PredictedLigand_32">
            <a:extLst>
              <a:ext uri="{FF2B5EF4-FFF2-40B4-BE49-F238E27FC236}">
                <a16:creationId xmlns:a16="http://schemas.microsoft.com/office/drawing/2014/main" id="{24B1CD02-A93F-489E-9766-D7E71534BB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30ga_7_tuned_PredictedAtoms_0">
            <a:extLst>
              <a:ext uri="{FF2B5EF4-FFF2-40B4-BE49-F238E27FC236}">
                <a16:creationId xmlns:a16="http://schemas.microsoft.com/office/drawing/2014/main" id="{D8D100CA-50BC-46E8-BB6A-854ADD7D20DE}"/>
              </a:ext>
            </a:extLst>
          </p:cNvPr>
          <p:cNvSpPr>
            <a:spLocks noGrp="1"/>
          </p:cNvSpPr>
          <p:nvPr/>
        </p:nvSpPr>
        <p:spPr>
          <a:xfrm>
            <a:off x="5055677" y="6294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6" name="30ga_7_tuned_PredictedAtoms_1">
            <a:extLst>
              <a:ext uri="{FF2B5EF4-FFF2-40B4-BE49-F238E27FC236}">
                <a16:creationId xmlns:a16="http://schemas.microsoft.com/office/drawing/2014/main" id="{2121302B-0CC5-4CF6-AF0C-DBA2BB1B2C84}"/>
              </a:ext>
            </a:extLst>
          </p:cNvPr>
          <p:cNvSpPr>
            <a:spLocks noGrp="1"/>
          </p:cNvSpPr>
          <p:nvPr/>
        </p:nvSpPr>
        <p:spPr>
          <a:xfrm>
            <a:off x="4935077" y="64313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7" name="30ga_7_tuned_PredictedAtoms_2">
            <a:extLst>
              <a:ext uri="{FF2B5EF4-FFF2-40B4-BE49-F238E27FC236}">
                <a16:creationId xmlns:a16="http://schemas.microsoft.com/office/drawing/2014/main" id="{1A580B57-0FEF-4D62-8735-CEB7F48E290E}"/>
              </a:ext>
            </a:extLst>
          </p:cNvPr>
          <p:cNvSpPr>
            <a:spLocks noGrp="1"/>
          </p:cNvSpPr>
          <p:nvPr/>
        </p:nvSpPr>
        <p:spPr>
          <a:xfrm>
            <a:off x="4995444" y="6513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8" name="30ga_7_tuned_PredictedAtoms_3">
            <a:extLst>
              <a:ext uri="{FF2B5EF4-FFF2-40B4-BE49-F238E27FC236}">
                <a16:creationId xmlns:a16="http://schemas.microsoft.com/office/drawing/2014/main" id="{7139F421-2911-4A06-95F7-20C43A8AB6FE}"/>
              </a:ext>
            </a:extLst>
          </p:cNvPr>
          <p:cNvSpPr>
            <a:spLocks noGrp="1"/>
          </p:cNvSpPr>
          <p:nvPr/>
        </p:nvSpPr>
        <p:spPr>
          <a:xfrm>
            <a:off x="5078277" y="6708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9" name="30ga_7_tuned_PredictedAtoms_4">
            <a:extLst>
              <a:ext uri="{FF2B5EF4-FFF2-40B4-BE49-F238E27FC236}">
                <a16:creationId xmlns:a16="http://schemas.microsoft.com/office/drawing/2014/main" id="{8F38BF87-98D5-44BC-9F50-61A0E3932591}"/>
              </a:ext>
            </a:extLst>
          </p:cNvPr>
          <p:cNvSpPr>
            <a:spLocks noGrp="1"/>
          </p:cNvSpPr>
          <p:nvPr/>
        </p:nvSpPr>
        <p:spPr>
          <a:xfrm>
            <a:off x="4985107" y="68822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0" name="30ga_7_tuned_PredictedAtoms_5">
            <a:extLst>
              <a:ext uri="{FF2B5EF4-FFF2-40B4-BE49-F238E27FC236}">
                <a16:creationId xmlns:a16="http://schemas.microsoft.com/office/drawing/2014/main" id="{BF0759C9-EA40-4C7F-A4A6-D23FFDFC5989}"/>
              </a:ext>
            </a:extLst>
          </p:cNvPr>
          <p:cNvSpPr>
            <a:spLocks noGrp="1"/>
          </p:cNvSpPr>
          <p:nvPr/>
        </p:nvSpPr>
        <p:spPr>
          <a:xfrm>
            <a:off x="5119337" y="7027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1" name="30ga_7_tuned_PredictedAtoms_6">
            <a:extLst>
              <a:ext uri="{FF2B5EF4-FFF2-40B4-BE49-F238E27FC236}">
                <a16:creationId xmlns:a16="http://schemas.microsoft.com/office/drawing/2014/main" id="{0F8B6482-FC8C-4F24-B5DC-0EA47BB313F9}"/>
              </a:ext>
            </a:extLst>
          </p:cNvPr>
          <p:cNvSpPr>
            <a:spLocks noGrp="1"/>
          </p:cNvSpPr>
          <p:nvPr/>
        </p:nvSpPr>
        <p:spPr>
          <a:xfrm>
            <a:off x="5291517" y="6939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2" name="30ga_7_tuned_PredictedAtoms_7">
            <a:extLst>
              <a:ext uri="{FF2B5EF4-FFF2-40B4-BE49-F238E27FC236}">
                <a16:creationId xmlns:a16="http://schemas.microsoft.com/office/drawing/2014/main" id="{467CA988-4BC3-416E-9BED-8F7843AA3398}"/>
              </a:ext>
            </a:extLst>
          </p:cNvPr>
          <p:cNvSpPr>
            <a:spLocks noGrp="1"/>
          </p:cNvSpPr>
          <p:nvPr/>
        </p:nvSpPr>
        <p:spPr>
          <a:xfrm>
            <a:off x="5471043" y="7007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3" name="30ga_7_tuned_PredictedAtoms_8">
            <a:extLst>
              <a:ext uri="{FF2B5EF4-FFF2-40B4-BE49-F238E27FC236}">
                <a16:creationId xmlns:a16="http://schemas.microsoft.com/office/drawing/2014/main" id="{557B6BBB-B575-40A5-803A-DEE272FCCCD4}"/>
              </a:ext>
            </a:extLst>
          </p:cNvPr>
          <p:cNvSpPr>
            <a:spLocks noGrp="1"/>
          </p:cNvSpPr>
          <p:nvPr/>
        </p:nvSpPr>
        <p:spPr>
          <a:xfrm>
            <a:off x="5505462" y="71936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4" name="30ga_7_tuned_PredictedAtoms_9">
            <a:extLst>
              <a:ext uri="{FF2B5EF4-FFF2-40B4-BE49-F238E27FC236}">
                <a16:creationId xmlns:a16="http://schemas.microsoft.com/office/drawing/2014/main" id="{8D1FFD67-6D5E-4F9E-BDE1-BC2E51F8687A}"/>
              </a:ext>
            </a:extLst>
          </p:cNvPr>
          <p:cNvSpPr>
            <a:spLocks noGrp="1"/>
          </p:cNvSpPr>
          <p:nvPr/>
        </p:nvSpPr>
        <p:spPr>
          <a:xfrm>
            <a:off x="5605502" y="68728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5" name="30ga_7_tuned_PredictedAtoms_10">
            <a:extLst>
              <a:ext uri="{FF2B5EF4-FFF2-40B4-BE49-F238E27FC236}">
                <a16:creationId xmlns:a16="http://schemas.microsoft.com/office/drawing/2014/main" id="{66757F7E-4D4E-4597-8BF2-F1B48CB2E12F}"/>
              </a:ext>
            </a:extLst>
          </p:cNvPr>
          <p:cNvSpPr>
            <a:spLocks noGrp="1"/>
          </p:cNvSpPr>
          <p:nvPr/>
        </p:nvSpPr>
        <p:spPr>
          <a:xfrm>
            <a:off x="5582161" y="66780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6" name="30ga_7_tuned_PredictedAtoms_11">
            <a:extLst>
              <a:ext uri="{FF2B5EF4-FFF2-40B4-BE49-F238E27FC236}">
                <a16:creationId xmlns:a16="http://schemas.microsoft.com/office/drawing/2014/main" id="{92CD9364-9678-4C8C-85F1-49837426DCD9}"/>
              </a:ext>
            </a:extLst>
          </p:cNvPr>
          <p:cNvSpPr>
            <a:spLocks noGrp="1"/>
          </p:cNvSpPr>
          <p:nvPr/>
        </p:nvSpPr>
        <p:spPr>
          <a:xfrm>
            <a:off x="5404770" y="6615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7" name="30ga_7_tuned_PredictedAtoms_12">
            <a:extLst>
              <a:ext uri="{FF2B5EF4-FFF2-40B4-BE49-F238E27FC236}">
                <a16:creationId xmlns:a16="http://schemas.microsoft.com/office/drawing/2014/main" id="{50622E6A-2FE5-4BFC-B553-29226E4E288A}"/>
              </a:ext>
            </a:extLst>
          </p:cNvPr>
          <p:cNvSpPr>
            <a:spLocks noGrp="1"/>
          </p:cNvSpPr>
          <p:nvPr/>
        </p:nvSpPr>
        <p:spPr>
          <a:xfrm>
            <a:off x="5261051" y="6742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8" name="30ga_7_tuned_PredictedAtoms_13">
            <a:extLst>
              <a:ext uri="{FF2B5EF4-FFF2-40B4-BE49-F238E27FC236}">
                <a16:creationId xmlns:a16="http://schemas.microsoft.com/office/drawing/2014/main" id="{FF7D7146-69B4-4ABC-AF6D-398C64258957}"/>
              </a:ext>
            </a:extLst>
          </p:cNvPr>
          <p:cNvSpPr>
            <a:spLocks noGrp="1"/>
          </p:cNvSpPr>
          <p:nvPr/>
        </p:nvSpPr>
        <p:spPr>
          <a:xfrm>
            <a:off x="4837592" y="6501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9" name="30ga_7_tuned_PredictedAtoms_14">
            <a:extLst>
              <a:ext uri="{FF2B5EF4-FFF2-40B4-BE49-F238E27FC236}">
                <a16:creationId xmlns:a16="http://schemas.microsoft.com/office/drawing/2014/main" id="{D8D1CF98-FA6B-48A6-A6C4-1AC7E59AA3B8}"/>
              </a:ext>
            </a:extLst>
          </p:cNvPr>
          <p:cNvSpPr>
            <a:spLocks noGrp="1"/>
          </p:cNvSpPr>
          <p:nvPr/>
        </p:nvSpPr>
        <p:spPr>
          <a:xfrm>
            <a:off x="4681660" y="6397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0" name="30ga_7_tuned_PredictedAtoms_15">
            <a:extLst>
              <a:ext uri="{FF2B5EF4-FFF2-40B4-BE49-F238E27FC236}">
                <a16:creationId xmlns:a16="http://schemas.microsoft.com/office/drawing/2014/main" id="{DF89A329-FC43-45BB-8838-DAF1EB1DA50F}"/>
              </a:ext>
            </a:extLst>
          </p:cNvPr>
          <p:cNvSpPr>
            <a:spLocks noGrp="1"/>
          </p:cNvSpPr>
          <p:nvPr/>
        </p:nvSpPr>
        <p:spPr>
          <a:xfrm>
            <a:off x="4522191" y="65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1" name="30ga_7_tuned_PredictedAtoms_16">
            <a:extLst>
              <a:ext uri="{FF2B5EF4-FFF2-40B4-BE49-F238E27FC236}">
                <a16:creationId xmlns:a16="http://schemas.microsoft.com/office/drawing/2014/main" id="{3DF5B29A-AD36-4426-B02B-7F2CF252D572}"/>
              </a:ext>
            </a:extLst>
          </p:cNvPr>
          <p:cNvSpPr>
            <a:spLocks noGrp="1"/>
          </p:cNvSpPr>
          <p:nvPr/>
        </p:nvSpPr>
        <p:spPr>
          <a:xfrm>
            <a:off x="4342295" y="6455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2" name="30ga_7_tuned_PredictedAtoms_17">
            <a:extLst>
              <a:ext uri="{FF2B5EF4-FFF2-40B4-BE49-F238E27FC236}">
                <a16:creationId xmlns:a16="http://schemas.microsoft.com/office/drawing/2014/main" id="{93423E35-9F5B-43E9-95DC-1DE5F76AC29F}"/>
              </a:ext>
            </a:extLst>
          </p:cNvPr>
          <p:cNvSpPr>
            <a:spLocks noGrp="1"/>
          </p:cNvSpPr>
          <p:nvPr/>
        </p:nvSpPr>
        <p:spPr>
          <a:xfrm>
            <a:off x="4231797" y="6559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3" name="30ga_7_tuned_PredictedAtoms_18">
            <a:extLst>
              <a:ext uri="{FF2B5EF4-FFF2-40B4-BE49-F238E27FC236}">
                <a16:creationId xmlns:a16="http://schemas.microsoft.com/office/drawing/2014/main" id="{E214F966-0488-481F-806F-4B5CE7DEC3DA}"/>
              </a:ext>
            </a:extLst>
          </p:cNvPr>
          <p:cNvSpPr>
            <a:spLocks noGrp="1"/>
          </p:cNvSpPr>
          <p:nvPr/>
        </p:nvSpPr>
        <p:spPr>
          <a:xfrm>
            <a:off x="4349864" y="6576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4" name="30ga_7_tuned_PredictedAtoms_19">
            <a:extLst>
              <a:ext uri="{FF2B5EF4-FFF2-40B4-BE49-F238E27FC236}">
                <a16:creationId xmlns:a16="http://schemas.microsoft.com/office/drawing/2014/main" id="{1EEC7E53-7351-4682-B5F3-B71D595646FA}"/>
              </a:ext>
            </a:extLst>
          </p:cNvPr>
          <p:cNvSpPr>
            <a:spLocks noGrp="1"/>
          </p:cNvSpPr>
          <p:nvPr/>
        </p:nvSpPr>
        <p:spPr>
          <a:xfrm>
            <a:off x="4046574" y="6443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5" name="30ga_7_tuned_PredictedAtoms_20">
            <a:extLst>
              <a:ext uri="{FF2B5EF4-FFF2-40B4-BE49-F238E27FC236}">
                <a16:creationId xmlns:a16="http://schemas.microsoft.com/office/drawing/2014/main" id="{8C714087-4D29-438A-8F5A-359814D39F95}"/>
              </a:ext>
            </a:extLst>
          </p:cNvPr>
          <p:cNvSpPr>
            <a:spLocks noGrp="1"/>
          </p:cNvSpPr>
          <p:nvPr/>
        </p:nvSpPr>
        <p:spPr>
          <a:xfrm>
            <a:off x="4182597" y="6762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6" name="30ga_7_tuned_PredictedAtoms_21">
            <a:extLst>
              <a:ext uri="{FF2B5EF4-FFF2-40B4-BE49-F238E27FC236}">
                <a16:creationId xmlns:a16="http://schemas.microsoft.com/office/drawing/2014/main" id="{1F88F689-7B7E-4B24-8AD9-9BF1EB55979B}"/>
              </a:ext>
            </a:extLst>
          </p:cNvPr>
          <p:cNvSpPr>
            <a:spLocks noGrp="1"/>
          </p:cNvSpPr>
          <p:nvPr/>
        </p:nvSpPr>
        <p:spPr>
          <a:xfrm>
            <a:off x="3995012" y="6882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7" name="30ga_7_tuned_PredictedAtoms_22">
            <a:extLst>
              <a:ext uri="{FF2B5EF4-FFF2-40B4-BE49-F238E27FC236}">
                <a16:creationId xmlns:a16="http://schemas.microsoft.com/office/drawing/2014/main" id="{A7B90BD6-826E-439D-AB58-6FFE23D3EE05}"/>
              </a:ext>
            </a:extLst>
          </p:cNvPr>
          <p:cNvSpPr>
            <a:spLocks noGrp="1"/>
          </p:cNvSpPr>
          <p:nvPr/>
        </p:nvSpPr>
        <p:spPr>
          <a:xfrm>
            <a:off x="3945603" y="69084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8" name="30ga_7_tuned_PredictedAtoms_23">
            <a:extLst>
              <a:ext uri="{FF2B5EF4-FFF2-40B4-BE49-F238E27FC236}">
                <a16:creationId xmlns:a16="http://schemas.microsoft.com/office/drawing/2014/main" id="{B2ACE238-6CF1-4154-8632-C4B361B8BB8E}"/>
              </a:ext>
            </a:extLst>
          </p:cNvPr>
          <p:cNvSpPr>
            <a:spLocks noGrp="1"/>
          </p:cNvSpPr>
          <p:nvPr/>
        </p:nvSpPr>
        <p:spPr>
          <a:xfrm>
            <a:off x="4022825" y="708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9" name="30ga_7_tuned_PredictedAtoms_24">
            <a:extLst>
              <a:ext uri="{FF2B5EF4-FFF2-40B4-BE49-F238E27FC236}">
                <a16:creationId xmlns:a16="http://schemas.microsoft.com/office/drawing/2014/main" id="{0916E82C-8EA0-410F-838D-6254D2A05A1E}"/>
              </a:ext>
            </a:extLst>
          </p:cNvPr>
          <p:cNvSpPr>
            <a:spLocks noGrp="1"/>
          </p:cNvSpPr>
          <p:nvPr/>
        </p:nvSpPr>
        <p:spPr>
          <a:xfrm>
            <a:off x="3819769" y="6773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0" name="30ga_7_tuned_PredictedAtoms_25">
            <a:extLst>
              <a:ext uri="{FF2B5EF4-FFF2-40B4-BE49-F238E27FC236}">
                <a16:creationId xmlns:a16="http://schemas.microsoft.com/office/drawing/2014/main" id="{AFEB3255-9D98-4C2B-A869-1550B8A01706}"/>
              </a:ext>
            </a:extLst>
          </p:cNvPr>
          <p:cNvSpPr>
            <a:spLocks noGrp="1"/>
          </p:cNvSpPr>
          <p:nvPr/>
        </p:nvSpPr>
        <p:spPr>
          <a:xfrm>
            <a:off x="3600532" y="67564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1" name="30ga_7_tuned_PredictedAtoms_26">
            <a:extLst>
              <a:ext uri="{FF2B5EF4-FFF2-40B4-BE49-F238E27FC236}">
                <a16:creationId xmlns:a16="http://schemas.microsoft.com/office/drawing/2014/main" id="{2F6C06FB-0E7E-49A2-B197-F48B07D994F4}"/>
              </a:ext>
            </a:extLst>
          </p:cNvPr>
          <p:cNvSpPr>
            <a:spLocks noGrp="1"/>
          </p:cNvSpPr>
          <p:nvPr/>
        </p:nvSpPr>
        <p:spPr>
          <a:xfrm>
            <a:off x="3590998" y="660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2" name="30ga_7_tuned_PredictedAtoms_27">
            <a:extLst>
              <a:ext uri="{FF2B5EF4-FFF2-40B4-BE49-F238E27FC236}">
                <a16:creationId xmlns:a16="http://schemas.microsoft.com/office/drawing/2014/main" id="{DFD28B87-35B6-424F-895B-008B926C80B2}"/>
              </a:ext>
            </a:extLst>
          </p:cNvPr>
          <p:cNvSpPr>
            <a:spLocks noGrp="1"/>
          </p:cNvSpPr>
          <p:nvPr/>
        </p:nvSpPr>
        <p:spPr>
          <a:xfrm>
            <a:off x="3539769" y="69553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3" name="30ga_7_tuned_PredictedAtoms_28">
            <a:extLst>
              <a:ext uri="{FF2B5EF4-FFF2-40B4-BE49-F238E27FC236}">
                <a16:creationId xmlns:a16="http://schemas.microsoft.com/office/drawing/2014/main" id="{E5232D21-87EF-4761-9197-42A937D92FCC}"/>
              </a:ext>
            </a:extLst>
          </p:cNvPr>
          <p:cNvSpPr>
            <a:spLocks noGrp="1"/>
          </p:cNvSpPr>
          <p:nvPr/>
        </p:nvSpPr>
        <p:spPr>
          <a:xfrm>
            <a:off x="3467701" y="6710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4" name="30ga_7_tuned_PredictedAtoms_29">
            <a:extLst>
              <a:ext uri="{FF2B5EF4-FFF2-40B4-BE49-F238E27FC236}">
                <a16:creationId xmlns:a16="http://schemas.microsoft.com/office/drawing/2014/main" id="{7C8C2B1B-EB78-48F3-A3AA-5E7C66BCCBCD}"/>
              </a:ext>
            </a:extLst>
          </p:cNvPr>
          <p:cNvSpPr>
            <a:spLocks noGrp="1"/>
          </p:cNvSpPr>
          <p:nvPr/>
        </p:nvSpPr>
        <p:spPr>
          <a:xfrm>
            <a:off x="4742130" y="63408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5" name="stage3-cases-alternatives_36">
            <a:extLst>
              <a:ext uri="{FF2B5EF4-FFF2-40B4-BE49-F238E27FC236}">
                <a16:creationId xmlns:a16="http://schemas.microsoft.com/office/drawing/2014/main" id="{F2E607E0-404A-4883-9401-74D4278EC9E8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146" name="30ga_7_build_Receptor">
            <a:extLst>
              <a:ext uri="{FF2B5EF4-FFF2-40B4-BE49-F238E27FC236}">
                <a16:creationId xmlns:a16="http://schemas.microsoft.com/office/drawing/2014/main" id="{7F1DAE64-C430-4036-A53F-120EB21F442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47" name="30ga_7_build_ExperimentalDensity">
            <a:extLst>
              <a:ext uri="{FF2B5EF4-FFF2-40B4-BE49-F238E27FC236}">
                <a16:creationId xmlns:a16="http://schemas.microsoft.com/office/drawing/2014/main" id="{7BF1126A-8641-44AD-A7EF-8B1A73EA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48" name="30ga_7_build_ReferenceLigand_0">
            <a:extLst>
              <a:ext uri="{FF2B5EF4-FFF2-40B4-BE49-F238E27FC236}">
                <a16:creationId xmlns:a16="http://schemas.microsoft.com/office/drawing/2014/main" id="{BA3D317E-4482-4B65-9A62-E23D6D7A413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30ga_7_build_ReferenceLigand_1">
            <a:extLst>
              <a:ext uri="{FF2B5EF4-FFF2-40B4-BE49-F238E27FC236}">
                <a16:creationId xmlns:a16="http://schemas.microsoft.com/office/drawing/2014/main" id="{22B56B4A-2673-4505-AE59-680E826304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30ga_7_build_ReferenceLigand_2">
            <a:extLst>
              <a:ext uri="{FF2B5EF4-FFF2-40B4-BE49-F238E27FC236}">
                <a16:creationId xmlns:a16="http://schemas.microsoft.com/office/drawing/2014/main" id="{67BC5BCA-7CD7-4578-A485-D6C04859AF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30ga_7_build_ReferenceLigand_3">
            <a:extLst>
              <a:ext uri="{FF2B5EF4-FFF2-40B4-BE49-F238E27FC236}">
                <a16:creationId xmlns:a16="http://schemas.microsoft.com/office/drawing/2014/main" id="{6CB15586-0045-41EE-9076-C04380589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2" name="30ga_7_build_ReferenceLigand_4">
            <a:extLst>
              <a:ext uri="{FF2B5EF4-FFF2-40B4-BE49-F238E27FC236}">
                <a16:creationId xmlns:a16="http://schemas.microsoft.com/office/drawing/2014/main" id="{1F94459F-2E5A-4913-8746-1FF0DD8AB8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3" name="30ga_7_build_ReferenceLigand_5">
            <a:extLst>
              <a:ext uri="{FF2B5EF4-FFF2-40B4-BE49-F238E27FC236}">
                <a16:creationId xmlns:a16="http://schemas.microsoft.com/office/drawing/2014/main" id="{C81F8746-C7C1-4C2A-AAD7-020BE6AD4E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30ga_7_build_ReferenceLigand_6">
            <a:extLst>
              <a:ext uri="{FF2B5EF4-FFF2-40B4-BE49-F238E27FC236}">
                <a16:creationId xmlns:a16="http://schemas.microsoft.com/office/drawing/2014/main" id="{13D07D8A-4F84-46BA-944C-A7C57C48C3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30ga_7_build_ReferenceLigand_7">
            <a:extLst>
              <a:ext uri="{FF2B5EF4-FFF2-40B4-BE49-F238E27FC236}">
                <a16:creationId xmlns:a16="http://schemas.microsoft.com/office/drawing/2014/main" id="{94012FB0-E4CD-4390-8538-08A71E10C7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30ga_7_build_ReferenceLigand_8">
            <a:extLst>
              <a:ext uri="{FF2B5EF4-FFF2-40B4-BE49-F238E27FC236}">
                <a16:creationId xmlns:a16="http://schemas.microsoft.com/office/drawing/2014/main" id="{1FA9A114-ACB7-4DC8-B42E-3849604D7F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30ga_7_build_ReferenceLigand_9">
            <a:extLst>
              <a:ext uri="{FF2B5EF4-FFF2-40B4-BE49-F238E27FC236}">
                <a16:creationId xmlns:a16="http://schemas.microsoft.com/office/drawing/2014/main" id="{BF1DE92B-8969-49A6-A4BC-980D7C556A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30ga_7_build_ReferenceLigand_10">
            <a:extLst>
              <a:ext uri="{FF2B5EF4-FFF2-40B4-BE49-F238E27FC236}">
                <a16:creationId xmlns:a16="http://schemas.microsoft.com/office/drawing/2014/main" id="{B2F49158-1406-4C04-AD9C-E465BCBC5A7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30ga_7_build_ReferenceLigand_11">
            <a:extLst>
              <a:ext uri="{FF2B5EF4-FFF2-40B4-BE49-F238E27FC236}">
                <a16:creationId xmlns:a16="http://schemas.microsoft.com/office/drawing/2014/main" id="{FBF77300-C819-486C-B1D0-8E1AAD4A34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30ga_7_build_ReferenceLigand_12">
            <a:extLst>
              <a:ext uri="{FF2B5EF4-FFF2-40B4-BE49-F238E27FC236}">
                <a16:creationId xmlns:a16="http://schemas.microsoft.com/office/drawing/2014/main" id="{86A3C4F6-2839-4E24-8157-6CD978A64F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30ga_7_build_ReferenceLigand_13">
            <a:extLst>
              <a:ext uri="{FF2B5EF4-FFF2-40B4-BE49-F238E27FC236}">
                <a16:creationId xmlns:a16="http://schemas.microsoft.com/office/drawing/2014/main" id="{FC87F7E4-EA17-43F0-8D9E-C7C67484C74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30ga_7_build_ReferenceLigand_14">
            <a:extLst>
              <a:ext uri="{FF2B5EF4-FFF2-40B4-BE49-F238E27FC236}">
                <a16:creationId xmlns:a16="http://schemas.microsoft.com/office/drawing/2014/main" id="{6D8C7836-1DC1-4EB7-9C5F-E2833FB386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30ga_7_build_ReferenceLigand_15">
            <a:extLst>
              <a:ext uri="{FF2B5EF4-FFF2-40B4-BE49-F238E27FC236}">
                <a16:creationId xmlns:a16="http://schemas.microsoft.com/office/drawing/2014/main" id="{FB8E110A-6199-4BA1-9FDF-2E8B22B8A47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30ga_7_build_ReferenceLigand_16">
            <a:extLst>
              <a:ext uri="{FF2B5EF4-FFF2-40B4-BE49-F238E27FC236}">
                <a16:creationId xmlns:a16="http://schemas.microsoft.com/office/drawing/2014/main" id="{99FCA0CF-DC13-4ECE-BA3A-FB7776B891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30ga_7_build_ReferenceLigand_17">
            <a:extLst>
              <a:ext uri="{FF2B5EF4-FFF2-40B4-BE49-F238E27FC236}">
                <a16:creationId xmlns:a16="http://schemas.microsoft.com/office/drawing/2014/main" id="{6376D327-1A10-4DBC-8945-720ECC269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30ga_7_build_ReferenceLigand_18">
            <a:extLst>
              <a:ext uri="{FF2B5EF4-FFF2-40B4-BE49-F238E27FC236}">
                <a16:creationId xmlns:a16="http://schemas.microsoft.com/office/drawing/2014/main" id="{86B72CC9-8551-4824-9C85-DD31DCED6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30ga_7_build_ReferenceLigand_19">
            <a:extLst>
              <a:ext uri="{FF2B5EF4-FFF2-40B4-BE49-F238E27FC236}">
                <a16:creationId xmlns:a16="http://schemas.microsoft.com/office/drawing/2014/main" id="{D649BA3E-C4F9-4EF4-901F-E4EBBF66CCA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30ga_7_build_ReferenceLigand_20">
            <a:extLst>
              <a:ext uri="{FF2B5EF4-FFF2-40B4-BE49-F238E27FC236}">
                <a16:creationId xmlns:a16="http://schemas.microsoft.com/office/drawing/2014/main" id="{E6C1911A-9759-4AE4-91D2-E7A846105C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30ga_7_build_ReferenceLigand_21">
            <a:extLst>
              <a:ext uri="{FF2B5EF4-FFF2-40B4-BE49-F238E27FC236}">
                <a16:creationId xmlns:a16="http://schemas.microsoft.com/office/drawing/2014/main" id="{0BA52002-52F4-4DF4-9355-4FAC47ACFE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30ga_7_build_ReferenceLigand_22">
            <a:extLst>
              <a:ext uri="{FF2B5EF4-FFF2-40B4-BE49-F238E27FC236}">
                <a16:creationId xmlns:a16="http://schemas.microsoft.com/office/drawing/2014/main" id="{42736907-355C-4E49-9A72-C0B128A7BE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30ga_7_build_ReferenceLigand_23">
            <a:extLst>
              <a:ext uri="{FF2B5EF4-FFF2-40B4-BE49-F238E27FC236}">
                <a16:creationId xmlns:a16="http://schemas.microsoft.com/office/drawing/2014/main" id="{5301DC66-1826-4953-A9BF-1FA53ACB62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30ga_7_build_ReferenceLigand_24">
            <a:extLst>
              <a:ext uri="{FF2B5EF4-FFF2-40B4-BE49-F238E27FC236}">
                <a16:creationId xmlns:a16="http://schemas.microsoft.com/office/drawing/2014/main" id="{6BCDF856-C9BC-4B9E-93AE-863152EBC6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30ga_7_build_ReferenceLigand_25">
            <a:extLst>
              <a:ext uri="{FF2B5EF4-FFF2-40B4-BE49-F238E27FC236}">
                <a16:creationId xmlns:a16="http://schemas.microsoft.com/office/drawing/2014/main" id="{72A6D94B-697B-4B14-A6DA-6BDCE98CFB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30ga_7_build_ReferenceLigand_26">
            <a:extLst>
              <a:ext uri="{FF2B5EF4-FFF2-40B4-BE49-F238E27FC236}">
                <a16:creationId xmlns:a16="http://schemas.microsoft.com/office/drawing/2014/main" id="{6D2DB049-4044-4E15-95B9-F3E78F1CE5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30ga_7_build_ReferenceLigand_27">
            <a:extLst>
              <a:ext uri="{FF2B5EF4-FFF2-40B4-BE49-F238E27FC236}">
                <a16:creationId xmlns:a16="http://schemas.microsoft.com/office/drawing/2014/main" id="{C96EBECD-8181-44B8-84F6-B74AF43F9B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30ga_7_build_ReferenceLigand_28">
            <a:extLst>
              <a:ext uri="{FF2B5EF4-FFF2-40B4-BE49-F238E27FC236}">
                <a16:creationId xmlns:a16="http://schemas.microsoft.com/office/drawing/2014/main" id="{ABDF2171-43F8-4051-9707-A833DB4EC1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30ga_7_build_ReferenceLigand_29">
            <a:extLst>
              <a:ext uri="{FF2B5EF4-FFF2-40B4-BE49-F238E27FC236}">
                <a16:creationId xmlns:a16="http://schemas.microsoft.com/office/drawing/2014/main" id="{ACB38244-1CD3-46AF-A6F2-2A1A01F70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30ga_7_build_ReferenceLigand_30">
            <a:extLst>
              <a:ext uri="{FF2B5EF4-FFF2-40B4-BE49-F238E27FC236}">
                <a16:creationId xmlns:a16="http://schemas.microsoft.com/office/drawing/2014/main" id="{9A308718-FFF9-49F4-8F9C-84669CB020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30ga_7_build_ReferenceLigand_31">
            <a:extLst>
              <a:ext uri="{FF2B5EF4-FFF2-40B4-BE49-F238E27FC236}">
                <a16:creationId xmlns:a16="http://schemas.microsoft.com/office/drawing/2014/main" id="{8CB5CEC4-899B-4510-9DB2-4BF362C995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30ga_7_build_ReferenceLigand_32">
            <a:extLst>
              <a:ext uri="{FF2B5EF4-FFF2-40B4-BE49-F238E27FC236}">
                <a16:creationId xmlns:a16="http://schemas.microsoft.com/office/drawing/2014/main" id="{94FEB935-2DD5-4329-AFD7-30D65232F1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30ga_7_build_PredictedLigand_0">
            <a:extLst>
              <a:ext uri="{FF2B5EF4-FFF2-40B4-BE49-F238E27FC236}">
                <a16:creationId xmlns:a16="http://schemas.microsoft.com/office/drawing/2014/main" id="{3167B5BF-B769-458A-B974-45C857F0FC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2" name="30ga_7_build_PredictedLigand_1">
            <a:extLst>
              <a:ext uri="{FF2B5EF4-FFF2-40B4-BE49-F238E27FC236}">
                <a16:creationId xmlns:a16="http://schemas.microsoft.com/office/drawing/2014/main" id="{4F8E75F4-E4A2-45EB-8483-CD34C574BD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3" name="30ga_7_build_PredictedLigand_2">
            <a:extLst>
              <a:ext uri="{FF2B5EF4-FFF2-40B4-BE49-F238E27FC236}">
                <a16:creationId xmlns:a16="http://schemas.microsoft.com/office/drawing/2014/main" id="{DD65AB64-05C1-422B-B77D-900DFF78C6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4" name="30ga_7_build_PredictedLigand_3">
            <a:extLst>
              <a:ext uri="{FF2B5EF4-FFF2-40B4-BE49-F238E27FC236}">
                <a16:creationId xmlns:a16="http://schemas.microsoft.com/office/drawing/2014/main" id="{B0079353-0429-4BAC-9162-B593D7F801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5" name="30ga_7_build_PredictedLigand_4">
            <a:extLst>
              <a:ext uri="{FF2B5EF4-FFF2-40B4-BE49-F238E27FC236}">
                <a16:creationId xmlns:a16="http://schemas.microsoft.com/office/drawing/2014/main" id="{4B4402E2-0E67-4C3C-B897-585E001B8C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6" name="30ga_7_build_PredictedLigand_5">
            <a:extLst>
              <a:ext uri="{FF2B5EF4-FFF2-40B4-BE49-F238E27FC236}">
                <a16:creationId xmlns:a16="http://schemas.microsoft.com/office/drawing/2014/main" id="{E77D760E-DCE7-4F4A-ACB5-FBED5461B7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7" name="30ga_7_build_PredictedLigand_6">
            <a:extLst>
              <a:ext uri="{FF2B5EF4-FFF2-40B4-BE49-F238E27FC236}">
                <a16:creationId xmlns:a16="http://schemas.microsoft.com/office/drawing/2014/main" id="{057DE6F7-4FA5-4CB0-85AA-1F336ACA8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8" name="30ga_7_build_PredictedLigand_7">
            <a:extLst>
              <a:ext uri="{FF2B5EF4-FFF2-40B4-BE49-F238E27FC236}">
                <a16:creationId xmlns:a16="http://schemas.microsoft.com/office/drawing/2014/main" id="{C02FA039-ECC9-48C1-8817-20F3CD87A15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9" name="30ga_7_build_PredictedLigand_8">
            <a:extLst>
              <a:ext uri="{FF2B5EF4-FFF2-40B4-BE49-F238E27FC236}">
                <a16:creationId xmlns:a16="http://schemas.microsoft.com/office/drawing/2014/main" id="{75D6CCAF-64E7-4D90-A028-03943C822D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0" name="30ga_7_build_PredictedLigand_9">
            <a:extLst>
              <a:ext uri="{FF2B5EF4-FFF2-40B4-BE49-F238E27FC236}">
                <a16:creationId xmlns:a16="http://schemas.microsoft.com/office/drawing/2014/main" id="{07C129B0-98F3-48BD-B9FE-36095A0F43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1" name="30ga_7_build_PredictedLigand_10">
            <a:extLst>
              <a:ext uri="{FF2B5EF4-FFF2-40B4-BE49-F238E27FC236}">
                <a16:creationId xmlns:a16="http://schemas.microsoft.com/office/drawing/2014/main" id="{A727DEFC-13C9-4ACD-AFC1-B77D793D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2" name="30ga_7_build_PredictedLigand_11">
            <a:extLst>
              <a:ext uri="{FF2B5EF4-FFF2-40B4-BE49-F238E27FC236}">
                <a16:creationId xmlns:a16="http://schemas.microsoft.com/office/drawing/2014/main" id="{37B73878-575F-434F-9CD2-569EA659D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3" name="30ga_7_build_PredictedLigand_12">
            <a:extLst>
              <a:ext uri="{FF2B5EF4-FFF2-40B4-BE49-F238E27FC236}">
                <a16:creationId xmlns:a16="http://schemas.microsoft.com/office/drawing/2014/main" id="{DB82F522-AFC2-49DF-A3F3-06E08D552D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4" name="30ga_7_build_PredictedLigand_13">
            <a:extLst>
              <a:ext uri="{FF2B5EF4-FFF2-40B4-BE49-F238E27FC236}">
                <a16:creationId xmlns:a16="http://schemas.microsoft.com/office/drawing/2014/main" id="{22A54257-85DA-4CCC-8EA9-AF7587B5791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5" name="30ga_7_build_PredictedLigand_14">
            <a:extLst>
              <a:ext uri="{FF2B5EF4-FFF2-40B4-BE49-F238E27FC236}">
                <a16:creationId xmlns:a16="http://schemas.microsoft.com/office/drawing/2014/main" id="{A27460DC-B344-4F9E-B32D-1FFCC501E8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6" name="30ga_7_build_PredictedLigand_15">
            <a:extLst>
              <a:ext uri="{FF2B5EF4-FFF2-40B4-BE49-F238E27FC236}">
                <a16:creationId xmlns:a16="http://schemas.microsoft.com/office/drawing/2014/main" id="{7CC8656B-2FD6-4564-969B-A87CC4268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7" name="30ga_7_build_PredictedLigand_16">
            <a:extLst>
              <a:ext uri="{FF2B5EF4-FFF2-40B4-BE49-F238E27FC236}">
                <a16:creationId xmlns:a16="http://schemas.microsoft.com/office/drawing/2014/main" id="{E8D74791-136D-40A7-9873-7ECB75E16EA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8" name="30ga_7_build_PredictedLigand_17">
            <a:extLst>
              <a:ext uri="{FF2B5EF4-FFF2-40B4-BE49-F238E27FC236}">
                <a16:creationId xmlns:a16="http://schemas.microsoft.com/office/drawing/2014/main" id="{77E7D72F-A7EE-4A4C-8ECB-AE59ABD9DB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9" name="30ga_7_build_PredictedLigand_18">
            <a:extLst>
              <a:ext uri="{FF2B5EF4-FFF2-40B4-BE49-F238E27FC236}">
                <a16:creationId xmlns:a16="http://schemas.microsoft.com/office/drawing/2014/main" id="{7EBF7274-88C1-48DE-80EA-7D170B78E23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0" name="30ga_7_build_PredictedLigand_19">
            <a:extLst>
              <a:ext uri="{FF2B5EF4-FFF2-40B4-BE49-F238E27FC236}">
                <a16:creationId xmlns:a16="http://schemas.microsoft.com/office/drawing/2014/main" id="{D0C565DE-CB33-4746-AA25-DE6F55EE0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1" name="30ga_7_build_PredictedLigand_20">
            <a:extLst>
              <a:ext uri="{FF2B5EF4-FFF2-40B4-BE49-F238E27FC236}">
                <a16:creationId xmlns:a16="http://schemas.microsoft.com/office/drawing/2014/main" id="{216FA50C-D2B2-44A0-8AC7-694FE2B3A0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2" name="30ga_7_build_PredictedLigand_21">
            <a:extLst>
              <a:ext uri="{FF2B5EF4-FFF2-40B4-BE49-F238E27FC236}">
                <a16:creationId xmlns:a16="http://schemas.microsoft.com/office/drawing/2014/main" id="{6A4F3DE9-5902-42AA-8F41-A18CC02FC0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3" name="30ga_7_build_PredictedLigand_22">
            <a:extLst>
              <a:ext uri="{FF2B5EF4-FFF2-40B4-BE49-F238E27FC236}">
                <a16:creationId xmlns:a16="http://schemas.microsoft.com/office/drawing/2014/main" id="{BE43A8A7-C6DB-44C9-913E-EA89DF2D13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4" name="30ga_7_build_PredictedLigand_23">
            <a:extLst>
              <a:ext uri="{FF2B5EF4-FFF2-40B4-BE49-F238E27FC236}">
                <a16:creationId xmlns:a16="http://schemas.microsoft.com/office/drawing/2014/main" id="{BB5E9979-A036-43C6-93AD-1E5D8D8067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5" name="30ga_7_build_PredictedLigand_24">
            <a:extLst>
              <a:ext uri="{FF2B5EF4-FFF2-40B4-BE49-F238E27FC236}">
                <a16:creationId xmlns:a16="http://schemas.microsoft.com/office/drawing/2014/main" id="{1CAC2CE4-D8D4-4044-A352-A84185CCAF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6" name="30ga_7_build_PredictedLigand_25">
            <a:extLst>
              <a:ext uri="{FF2B5EF4-FFF2-40B4-BE49-F238E27FC236}">
                <a16:creationId xmlns:a16="http://schemas.microsoft.com/office/drawing/2014/main" id="{84F3EF7A-E0EE-41BA-BA8B-7B27991819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7" name="30ga_7_build_PredictedLigand_26">
            <a:extLst>
              <a:ext uri="{FF2B5EF4-FFF2-40B4-BE49-F238E27FC236}">
                <a16:creationId xmlns:a16="http://schemas.microsoft.com/office/drawing/2014/main" id="{FE5E0C2A-A235-4658-B1AC-B007A1E4496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8" name="30ga_7_build_PredictedLigand_27">
            <a:extLst>
              <a:ext uri="{FF2B5EF4-FFF2-40B4-BE49-F238E27FC236}">
                <a16:creationId xmlns:a16="http://schemas.microsoft.com/office/drawing/2014/main" id="{8F2EE781-CD20-416F-9B7F-4D9BE4B8E6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9" name="30ga_7_build_PredictedLigand_28">
            <a:extLst>
              <a:ext uri="{FF2B5EF4-FFF2-40B4-BE49-F238E27FC236}">
                <a16:creationId xmlns:a16="http://schemas.microsoft.com/office/drawing/2014/main" id="{D6C172A5-24E4-446F-B3FA-E09BE6C903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0" name="30ga_7_build_PredictedLigand_29">
            <a:extLst>
              <a:ext uri="{FF2B5EF4-FFF2-40B4-BE49-F238E27FC236}">
                <a16:creationId xmlns:a16="http://schemas.microsoft.com/office/drawing/2014/main" id="{B141E6FD-7634-4D7E-B770-4FD2F39B92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1" name="30ga_7_build_PredictedLigand_30">
            <a:extLst>
              <a:ext uri="{FF2B5EF4-FFF2-40B4-BE49-F238E27FC236}">
                <a16:creationId xmlns:a16="http://schemas.microsoft.com/office/drawing/2014/main" id="{C51C5BFA-4F5D-4F0D-9B66-1DC337B2B65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2" name="30ga_7_build_PredictedLigand_31">
            <a:extLst>
              <a:ext uri="{FF2B5EF4-FFF2-40B4-BE49-F238E27FC236}">
                <a16:creationId xmlns:a16="http://schemas.microsoft.com/office/drawing/2014/main" id="{8037EE04-4D40-430A-B279-22DAC911F6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3" name="30ga_7_build_PredictedLigand_32">
            <a:extLst>
              <a:ext uri="{FF2B5EF4-FFF2-40B4-BE49-F238E27FC236}">
                <a16:creationId xmlns:a16="http://schemas.microsoft.com/office/drawing/2014/main" id="{3881C91D-B0E1-49D8-9FEC-A70FB58C94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4" name="30ga_7_build_PredictedAtoms_0">
            <a:extLst>
              <a:ext uri="{FF2B5EF4-FFF2-40B4-BE49-F238E27FC236}">
                <a16:creationId xmlns:a16="http://schemas.microsoft.com/office/drawing/2014/main" id="{575AC0A2-4B68-4980-B3DA-F64057A5CC99}"/>
              </a:ext>
            </a:extLst>
          </p:cNvPr>
          <p:cNvSpPr>
            <a:spLocks noGrp="1"/>
          </p:cNvSpPr>
          <p:nvPr/>
        </p:nvSpPr>
        <p:spPr>
          <a:xfrm>
            <a:off x="7880654" y="69115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5" name="30ga_7_build_PredictedAtoms_1">
            <a:extLst>
              <a:ext uri="{FF2B5EF4-FFF2-40B4-BE49-F238E27FC236}">
                <a16:creationId xmlns:a16="http://schemas.microsoft.com/office/drawing/2014/main" id="{66AE87DB-AA73-4DB9-909C-898C3DA65C26}"/>
              </a:ext>
            </a:extLst>
          </p:cNvPr>
          <p:cNvSpPr>
            <a:spLocks noGrp="1"/>
          </p:cNvSpPr>
          <p:nvPr/>
        </p:nvSpPr>
        <p:spPr>
          <a:xfrm>
            <a:off x="7873852" y="6717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6" name="30ga_7_build_PredictedAtoms_2">
            <a:extLst>
              <a:ext uri="{FF2B5EF4-FFF2-40B4-BE49-F238E27FC236}">
                <a16:creationId xmlns:a16="http://schemas.microsoft.com/office/drawing/2014/main" id="{252C8BE0-3F80-4792-8F66-2F9A5A8CD258}"/>
              </a:ext>
            </a:extLst>
          </p:cNvPr>
          <p:cNvSpPr>
            <a:spLocks noGrp="1"/>
          </p:cNvSpPr>
          <p:nvPr/>
        </p:nvSpPr>
        <p:spPr>
          <a:xfrm>
            <a:off x="7890401" y="663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7" name="30ga_7_build_PredictedAtoms_3">
            <a:extLst>
              <a:ext uri="{FF2B5EF4-FFF2-40B4-BE49-F238E27FC236}">
                <a16:creationId xmlns:a16="http://schemas.microsoft.com/office/drawing/2014/main" id="{34E34953-8538-4A19-8B42-0FF7D5F7DB3E}"/>
              </a:ext>
            </a:extLst>
          </p:cNvPr>
          <p:cNvSpPr>
            <a:spLocks noGrp="1"/>
          </p:cNvSpPr>
          <p:nvPr/>
        </p:nvSpPr>
        <p:spPr>
          <a:xfrm>
            <a:off x="8023689" y="6490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8" name="30ga_7_build_PredictedAtoms_4">
            <a:extLst>
              <a:ext uri="{FF2B5EF4-FFF2-40B4-BE49-F238E27FC236}">
                <a16:creationId xmlns:a16="http://schemas.microsoft.com/office/drawing/2014/main" id="{0786CED9-8125-4946-937D-C0AAB7614DFC}"/>
              </a:ext>
            </a:extLst>
          </p:cNvPr>
          <p:cNvSpPr>
            <a:spLocks noGrp="1"/>
          </p:cNvSpPr>
          <p:nvPr/>
        </p:nvSpPr>
        <p:spPr>
          <a:xfrm>
            <a:off x="8150140" y="6450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9" name="30ga_7_build_PredictedAtoms_5">
            <a:extLst>
              <a:ext uri="{FF2B5EF4-FFF2-40B4-BE49-F238E27FC236}">
                <a16:creationId xmlns:a16="http://schemas.microsoft.com/office/drawing/2014/main" id="{4439B394-1F7E-4493-80AE-79A945828DF4}"/>
              </a:ext>
            </a:extLst>
          </p:cNvPr>
          <p:cNvSpPr>
            <a:spLocks noGrp="1"/>
          </p:cNvSpPr>
          <p:nvPr/>
        </p:nvSpPr>
        <p:spPr>
          <a:xfrm>
            <a:off x="8261813" y="63184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0" name="30ga_7_build_PredictedAtoms_6">
            <a:extLst>
              <a:ext uri="{FF2B5EF4-FFF2-40B4-BE49-F238E27FC236}">
                <a16:creationId xmlns:a16="http://schemas.microsoft.com/office/drawing/2014/main" id="{1F3229B6-1B1D-42E5-A8E3-B7EC1CDFFA97}"/>
              </a:ext>
            </a:extLst>
          </p:cNvPr>
          <p:cNvSpPr>
            <a:spLocks noGrp="1"/>
          </p:cNvSpPr>
          <p:nvPr/>
        </p:nvSpPr>
        <p:spPr>
          <a:xfrm>
            <a:off x="8405220" y="68290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1" name="30ga_7_build_PredictedAtoms_7">
            <a:extLst>
              <a:ext uri="{FF2B5EF4-FFF2-40B4-BE49-F238E27FC236}">
                <a16:creationId xmlns:a16="http://schemas.microsoft.com/office/drawing/2014/main" id="{B2565179-9680-4505-AFD2-CDBA19B84FD1}"/>
              </a:ext>
            </a:extLst>
          </p:cNvPr>
          <p:cNvSpPr>
            <a:spLocks noGrp="1"/>
          </p:cNvSpPr>
          <p:nvPr/>
        </p:nvSpPr>
        <p:spPr>
          <a:xfrm>
            <a:off x="8448433" y="67665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2" name="30ga_7_build_PredictedAtoms_8">
            <a:extLst>
              <a:ext uri="{FF2B5EF4-FFF2-40B4-BE49-F238E27FC236}">
                <a16:creationId xmlns:a16="http://schemas.microsoft.com/office/drawing/2014/main" id="{6168C98F-6CF3-40DA-BBBE-FC2AA7116FF6}"/>
              </a:ext>
            </a:extLst>
          </p:cNvPr>
          <p:cNvSpPr>
            <a:spLocks noGrp="1"/>
          </p:cNvSpPr>
          <p:nvPr/>
        </p:nvSpPr>
        <p:spPr>
          <a:xfrm>
            <a:off x="8577372" y="66318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3" name="30ga_7_build_PredictedAtoms_9">
            <a:extLst>
              <a:ext uri="{FF2B5EF4-FFF2-40B4-BE49-F238E27FC236}">
                <a16:creationId xmlns:a16="http://schemas.microsoft.com/office/drawing/2014/main" id="{03F9A6C2-E573-4F11-A5C0-34868BFA6C15}"/>
              </a:ext>
            </a:extLst>
          </p:cNvPr>
          <p:cNvSpPr>
            <a:spLocks noGrp="1"/>
          </p:cNvSpPr>
          <p:nvPr/>
        </p:nvSpPr>
        <p:spPr>
          <a:xfrm>
            <a:off x="8377633" y="7107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4" name="30ga_7_build_PredictedAtoms_10">
            <a:extLst>
              <a:ext uri="{FF2B5EF4-FFF2-40B4-BE49-F238E27FC236}">
                <a16:creationId xmlns:a16="http://schemas.microsoft.com/office/drawing/2014/main" id="{3F6363E7-99F3-495F-ABC8-496B137191BA}"/>
              </a:ext>
            </a:extLst>
          </p:cNvPr>
          <p:cNvSpPr>
            <a:spLocks noGrp="1"/>
          </p:cNvSpPr>
          <p:nvPr/>
        </p:nvSpPr>
        <p:spPr>
          <a:xfrm>
            <a:off x="8240527" y="70921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5" name="30ga_7_build_PredictedAtoms_11">
            <a:extLst>
              <a:ext uri="{FF2B5EF4-FFF2-40B4-BE49-F238E27FC236}">
                <a16:creationId xmlns:a16="http://schemas.microsoft.com/office/drawing/2014/main" id="{C27A84F5-50C7-43C0-9761-3CAF1D87B3C1}"/>
              </a:ext>
            </a:extLst>
          </p:cNvPr>
          <p:cNvSpPr>
            <a:spLocks noGrp="1"/>
          </p:cNvSpPr>
          <p:nvPr/>
        </p:nvSpPr>
        <p:spPr>
          <a:xfrm>
            <a:off x="8102414" y="7054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6" name="30ga_7_build_PredictedAtoms_12">
            <a:extLst>
              <a:ext uri="{FF2B5EF4-FFF2-40B4-BE49-F238E27FC236}">
                <a16:creationId xmlns:a16="http://schemas.microsoft.com/office/drawing/2014/main" id="{3BBF3EE5-F628-43DC-AF91-BF8165BD62BC}"/>
              </a:ext>
            </a:extLst>
          </p:cNvPr>
          <p:cNvSpPr>
            <a:spLocks noGrp="1"/>
          </p:cNvSpPr>
          <p:nvPr/>
        </p:nvSpPr>
        <p:spPr>
          <a:xfrm>
            <a:off x="8189322" y="6833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7" name="30ga_7_build_PredictedAtoms_13">
            <a:extLst>
              <a:ext uri="{FF2B5EF4-FFF2-40B4-BE49-F238E27FC236}">
                <a16:creationId xmlns:a16="http://schemas.microsoft.com/office/drawing/2014/main" id="{4ECE29E9-6C9F-49ED-8158-211861FF5F0A}"/>
              </a:ext>
            </a:extLst>
          </p:cNvPr>
          <p:cNvSpPr>
            <a:spLocks noGrp="1"/>
          </p:cNvSpPr>
          <p:nvPr/>
        </p:nvSpPr>
        <p:spPr>
          <a:xfrm>
            <a:off x="7688900" y="65670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8" name="30ga_7_build_PredictedAtoms_14">
            <a:extLst>
              <a:ext uri="{FF2B5EF4-FFF2-40B4-BE49-F238E27FC236}">
                <a16:creationId xmlns:a16="http://schemas.microsoft.com/office/drawing/2014/main" id="{2506E1FC-66CE-4B84-A1DC-BCCC8890110A}"/>
              </a:ext>
            </a:extLst>
          </p:cNvPr>
          <p:cNvSpPr>
            <a:spLocks noGrp="1"/>
          </p:cNvSpPr>
          <p:nvPr/>
        </p:nvSpPr>
        <p:spPr>
          <a:xfrm>
            <a:off x="7583587" y="6573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9" name="30ga_7_build_PredictedAtoms_15">
            <a:extLst>
              <a:ext uri="{FF2B5EF4-FFF2-40B4-BE49-F238E27FC236}">
                <a16:creationId xmlns:a16="http://schemas.microsoft.com/office/drawing/2014/main" id="{CDA9B086-8D62-44B3-BF75-30227DB3BA3E}"/>
              </a:ext>
            </a:extLst>
          </p:cNvPr>
          <p:cNvSpPr>
            <a:spLocks noGrp="1"/>
          </p:cNvSpPr>
          <p:nvPr/>
        </p:nvSpPr>
        <p:spPr>
          <a:xfrm>
            <a:off x="7413065" y="6506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0" name="30ga_7_build_PredictedAtoms_16">
            <a:extLst>
              <a:ext uri="{FF2B5EF4-FFF2-40B4-BE49-F238E27FC236}">
                <a16:creationId xmlns:a16="http://schemas.microsoft.com/office/drawing/2014/main" id="{41263EF6-DCBC-4D02-9B54-F57162326D4B}"/>
              </a:ext>
            </a:extLst>
          </p:cNvPr>
          <p:cNvSpPr>
            <a:spLocks noGrp="1"/>
          </p:cNvSpPr>
          <p:nvPr/>
        </p:nvSpPr>
        <p:spPr>
          <a:xfrm>
            <a:off x="7317624" y="663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1" name="30ga_7_build_PredictedAtoms_17">
            <a:extLst>
              <a:ext uri="{FF2B5EF4-FFF2-40B4-BE49-F238E27FC236}">
                <a16:creationId xmlns:a16="http://schemas.microsoft.com/office/drawing/2014/main" id="{238E4F16-CF9A-409A-8595-B24878FA9473}"/>
              </a:ext>
            </a:extLst>
          </p:cNvPr>
          <p:cNvSpPr>
            <a:spLocks noGrp="1"/>
          </p:cNvSpPr>
          <p:nvPr/>
        </p:nvSpPr>
        <p:spPr>
          <a:xfrm>
            <a:off x="7101824" y="6633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2" name="30ga_7_build_PredictedAtoms_18">
            <a:extLst>
              <a:ext uri="{FF2B5EF4-FFF2-40B4-BE49-F238E27FC236}">
                <a16:creationId xmlns:a16="http://schemas.microsoft.com/office/drawing/2014/main" id="{31B80B20-2C1C-4671-8498-7C683640851F}"/>
              </a:ext>
            </a:extLst>
          </p:cNvPr>
          <p:cNvSpPr>
            <a:spLocks noGrp="1"/>
          </p:cNvSpPr>
          <p:nvPr/>
        </p:nvSpPr>
        <p:spPr>
          <a:xfrm>
            <a:off x="7041886" y="6643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3" name="30ga_7_build_PredictedAtoms_19">
            <a:extLst>
              <a:ext uri="{FF2B5EF4-FFF2-40B4-BE49-F238E27FC236}">
                <a16:creationId xmlns:a16="http://schemas.microsoft.com/office/drawing/2014/main" id="{5FF251F3-05DA-44DD-81EB-2E6824CB55F0}"/>
              </a:ext>
            </a:extLst>
          </p:cNvPr>
          <p:cNvSpPr>
            <a:spLocks noGrp="1"/>
          </p:cNvSpPr>
          <p:nvPr/>
        </p:nvSpPr>
        <p:spPr>
          <a:xfrm>
            <a:off x="7048651" y="64322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4" name="30ga_7_build_PredictedAtoms_20">
            <a:extLst>
              <a:ext uri="{FF2B5EF4-FFF2-40B4-BE49-F238E27FC236}">
                <a16:creationId xmlns:a16="http://schemas.microsoft.com/office/drawing/2014/main" id="{7AD91395-9AE3-4A59-8D8C-2E06567E2C74}"/>
              </a:ext>
            </a:extLst>
          </p:cNvPr>
          <p:cNvSpPr>
            <a:spLocks noGrp="1"/>
          </p:cNvSpPr>
          <p:nvPr/>
        </p:nvSpPr>
        <p:spPr>
          <a:xfrm>
            <a:off x="7047875" y="68183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5" name="30ga_7_build_PredictedAtoms_21">
            <a:extLst>
              <a:ext uri="{FF2B5EF4-FFF2-40B4-BE49-F238E27FC236}">
                <a16:creationId xmlns:a16="http://schemas.microsoft.com/office/drawing/2014/main" id="{B95E3E52-1F1F-4377-BA97-3E28FA11E951}"/>
              </a:ext>
            </a:extLst>
          </p:cNvPr>
          <p:cNvSpPr>
            <a:spLocks noGrp="1"/>
          </p:cNvSpPr>
          <p:nvPr/>
        </p:nvSpPr>
        <p:spPr>
          <a:xfrm>
            <a:off x="6852208" y="6928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6" name="30ga_7_build_PredictedAtoms_22">
            <a:extLst>
              <a:ext uri="{FF2B5EF4-FFF2-40B4-BE49-F238E27FC236}">
                <a16:creationId xmlns:a16="http://schemas.microsoft.com/office/drawing/2014/main" id="{340524F2-0407-4259-B154-2DC01686D437}"/>
              </a:ext>
            </a:extLst>
          </p:cNvPr>
          <p:cNvSpPr>
            <a:spLocks noGrp="1"/>
          </p:cNvSpPr>
          <p:nvPr/>
        </p:nvSpPr>
        <p:spPr>
          <a:xfrm>
            <a:off x="6773186" y="6945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7" name="30ga_7_build_PredictedAtoms_23">
            <a:extLst>
              <a:ext uri="{FF2B5EF4-FFF2-40B4-BE49-F238E27FC236}">
                <a16:creationId xmlns:a16="http://schemas.microsoft.com/office/drawing/2014/main" id="{3842FF4A-5965-4DEF-86FC-7614174459A2}"/>
              </a:ext>
            </a:extLst>
          </p:cNvPr>
          <p:cNvSpPr>
            <a:spLocks noGrp="1"/>
          </p:cNvSpPr>
          <p:nvPr/>
        </p:nvSpPr>
        <p:spPr>
          <a:xfrm>
            <a:off x="6865682" y="7106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8" name="30ga_7_build_PredictedAtoms_24">
            <a:extLst>
              <a:ext uri="{FF2B5EF4-FFF2-40B4-BE49-F238E27FC236}">
                <a16:creationId xmlns:a16="http://schemas.microsoft.com/office/drawing/2014/main" id="{4AF73D76-982A-48FC-BC45-511304500596}"/>
              </a:ext>
            </a:extLst>
          </p:cNvPr>
          <p:cNvSpPr>
            <a:spLocks noGrp="1"/>
          </p:cNvSpPr>
          <p:nvPr/>
        </p:nvSpPr>
        <p:spPr>
          <a:xfrm>
            <a:off x="6689993" y="6797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9" name="30ga_7_build_PredictedAtoms_25">
            <a:extLst>
              <a:ext uri="{FF2B5EF4-FFF2-40B4-BE49-F238E27FC236}">
                <a16:creationId xmlns:a16="http://schemas.microsoft.com/office/drawing/2014/main" id="{A7C6EB76-8B54-434E-9847-F64DC3686E9C}"/>
              </a:ext>
            </a:extLst>
          </p:cNvPr>
          <p:cNvSpPr>
            <a:spLocks noGrp="1"/>
          </p:cNvSpPr>
          <p:nvPr/>
        </p:nvSpPr>
        <p:spPr>
          <a:xfrm>
            <a:off x="6514883" y="67258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0" name="30ga_7_build_PredictedAtoms_26">
            <a:extLst>
              <a:ext uri="{FF2B5EF4-FFF2-40B4-BE49-F238E27FC236}">
                <a16:creationId xmlns:a16="http://schemas.microsoft.com/office/drawing/2014/main" id="{7121C990-743F-4052-985D-E56E87CC62C4}"/>
              </a:ext>
            </a:extLst>
          </p:cNvPr>
          <p:cNvSpPr>
            <a:spLocks noGrp="1"/>
          </p:cNvSpPr>
          <p:nvPr/>
        </p:nvSpPr>
        <p:spPr>
          <a:xfrm>
            <a:off x="6421709" y="6591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1" name="30ga_7_build_PredictedAtoms_27">
            <a:extLst>
              <a:ext uri="{FF2B5EF4-FFF2-40B4-BE49-F238E27FC236}">
                <a16:creationId xmlns:a16="http://schemas.microsoft.com/office/drawing/2014/main" id="{8D85AE3F-CA5B-4ED9-B565-36AA2C8CAF53}"/>
              </a:ext>
            </a:extLst>
          </p:cNvPr>
          <p:cNvSpPr>
            <a:spLocks noGrp="1"/>
          </p:cNvSpPr>
          <p:nvPr/>
        </p:nvSpPr>
        <p:spPr>
          <a:xfrm>
            <a:off x="6403403" y="69119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2" name="30ga_7_build_PredictedAtoms_28">
            <a:extLst>
              <a:ext uri="{FF2B5EF4-FFF2-40B4-BE49-F238E27FC236}">
                <a16:creationId xmlns:a16="http://schemas.microsoft.com/office/drawing/2014/main" id="{BA1A302D-3006-4BF9-9C13-47BDEFC7E733}"/>
              </a:ext>
            </a:extLst>
          </p:cNvPr>
          <p:cNvSpPr>
            <a:spLocks noGrp="1"/>
          </p:cNvSpPr>
          <p:nvPr/>
        </p:nvSpPr>
        <p:spPr>
          <a:xfrm>
            <a:off x="6548266" y="66444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3" name="30ga_7_build_PredictedAtoms_29">
            <a:extLst>
              <a:ext uri="{FF2B5EF4-FFF2-40B4-BE49-F238E27FC236}">
                <a16:creationId xmlns:a16="http://schemas.microsoft.com/office/drawing/2014/main" id="{EA2EF046-9297-49A9-8CD0-A5963B1B57FF}"/>
              </a:ext>
            </a:extLst>
          </p:cNvPr>
          <p:cNvSpPr>
            <a:spLocks noGrp="1"/>
          </p:cNvSpPr>
          <p:nvPr/>
        </p:nvSpPr>
        <p:spPr>
          <a:xfrm>
            <a:off x="7667638" y="6677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4" name="30ga_7_build_PredictedAtoms_30">
            <a:extLst>
              <a:ext uri="{FF2B5EF4-FFF2-40B4-BE49-F238E27FC236}">
                <a16:creationId xmlns:a16="http://schemas.microsoft.com/office/drawing/2014/main" id="{44A96F6A-D2FF-4FE0-A85F-0E349C9AC7E1}"/>
              </a:ext>
            </a:extLst>
          </p:cNvPr>
          <p:cNvSpPr>
            <a:spLocks noGrp="1"/>
          </p:cNvSpPr>
          <p:nvPr/>
        </p:nvSpPr>
        <p:spPr>
          <a:xfrm>
            <a:off x="7582448" y="68473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30ga_7_build_Clashes_0">
            <a:extLst>
              <a:ext uri="{FF2B5EF4-FFF2-40B4-BE49-F238E27FC236}">
                <a16:creationId xmlns:a16="http://schemas.microsoft.com/office/drawing/2014/main" id="{63518E9D-BBBC-4821-8F8E-6EC2716D8A8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6" name="30ga_7_build_Clashes_1">
            <a:extLst>
              <a:ext uri="{FF2B5EF4-FFF2-40B4-BE49-F238E27FC236}">
                <a16:creationId xmlns:a16="http://schemas.microsoft.com/office/drawing/2014/main" id="{23ABEB64-8480-4E37-A210-7829ECB9F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7" name="30ga_7_build_Clashes_2">
            <a:extLst>
              <a:ext uri="{FF2B5EF4-FFF2-40B4-BE49-F238E27FC236}">
                <a16:creationId xmlns:a16="http://schemas.microsoft.com/office/drawing/2014/main" id="{D029EC1A-3032-4147-8A70-5B576E747A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8" name="30ga_7_build_ClashingReceptorAtoms_0">
            <a:extLst>
              <a:ext uri="{FF2B5EF4-FFF2-40B4-BE49-F238E27FC236}">
                <a16:creationId xmlns:a16="http://schemas.microsoft.com/office/drawing/2014/main" id="{FC3E0F50-8CD7-4E5C-9C50-054F93E55E51}"/>
              </a:ext>
            </a:extLst>
          </p:cNvPr>
          <p:cNvSpPr>
            <a:spLocks noGrp="1"/>
          </p:cNvSpPr>
          <p:nvPr/>
        </p:nvSpPr>
        <p:spPr>
          <a:xfrm>
            <a:off x="7434447" y="6868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49" name="30ga_7_build_ClashingReceptorAtoms_1">
            <a:extLst>
              <a:ext uri="{FF2B5EF4-FFF2-40B4-BE49-F238E27FC236}">
                <a16:creationId xmlns:a16="http://schemas.microsoft.com/office/drawing/2014/main" id="{8582CAD8-84A7-4C2C-AF19-57BED8BAD854}"/>
              </a:ext>
            </a:extLst>
          </p:cNvPr>
          <p:cNvSpPr>
            <a:spLocks noGrp="1"/>
          </p:cNvSpPr>
          <p:nvPr/>
        </p:nvSpPr>
        <p:spPr>
          <a:xfrm>
            <a:off x="6594648" y="72942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50" name="stage3-cases-alternatives_38">
            <a:extLst>
              <a:ext uri="{FF2B5EF4-FFF2-40B4-BE49-F238E27FC236}">
                <a16:creationId xmlns:a16="http://schemas.microsoft.com/office/drawing/2014/main" id="{9653E98C-D37E-4CCD-BD6B-58333863116C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251" name="stage3-cases-alternatives_39">
            <a:extLst>
              <a:ext uri="{FF2B5EF4-FFF2-40B4-BE49-F238E27FC236}">
                <a16:creationId xmlns:a16="http://schemas.microsoft.com/office/drawing/2014/main" id="{964D344A-E824-4508-9358-EA73E0307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252" name="stage3-cases-alternatives_40">
            <a:extLst>
              <a:ext uri="{FF2B5EF4-FFF2-40B4-BE49-F238E27FC236}">
                <a16:creationId xmlns:a16="http://schemas.microsoft.com/office/drawing/2014/main" id="{F730DF25-9796-4CD6-9F74-DFD68AACA86F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253" name="stage3-cases-alternatives_41">
            <a:extLst>
              <a:ext uri="{FF2B5EF4-FFF2-40B4-BE49-F238E27FC236}">
                <a16:creationId xmlns:a16="http://schemas.microsoft.com/office/drawing/2014/main" id="{A4B1A8D2-E3B2-4082-8B4F-12036E171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254" name="stage3-cases-alternatives_42">
            <a:extLst>
              <a:ext uri="{FF2B5EF4-FFF2-40B4-BE49-F238E27FC236}">
                <a16:creationId xmlns:a16="http://schemas.microsoft.com/office/drawing/2014/main" id="{28C39D6E-64A5-479C-9F0E-46DA24A0649D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255" name="stage3-cases-alternatives_43">
            <a:extLst>
              <a:ext uri="{FF2B5EF4-FFF2-40B4-BE49-F238E27FC236}">
                <a16:creationId xmlns:a16="http://schemas.microsoft.com/office/drawing/2014/main" id="{1D3C3A53-A214-4F62-A4E6-4431BE0D4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256" name="stage3-cases-alternatives_44">
            <a:extLst>
              <a:ext uri="{FF2B5EF4-FFF2-40B4-BE49-F238E27FC236}">
                <a16:creationId xmlns:a16="http://schemas.microsoft.com/office/drawing/2014/main" id="{CF13EC3E-2F19-4A78-B04C-05DEB690FDD0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257" name="stage3-cases-alternatives_45">
            <a:extLst>
              <a:ext uri="{FF2B5EF4-FFF2-40B4-BE49-F238E27FC236}">
                <a16:creationId xmlns:a16="http://schemas.microsoft.com/office/drawing/2014/main" id="{4030CDA2-2BC9-44A1-B3EF-61D83D58B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258" name="stage3-cases-alternatives_46">
            <a:extLst>
              <a:ext uri="{FF2B5EF4-FFF2-40B4-BE49-F238E27FC236}">
                <a16:creationId xmlns:a16="http://schemas.microsoft.com/office/drawing/2014/main" id="{41F5F134-4F42-4C54-B3FE-59FA63C96ADF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965</Words>
  <Application>Microsoft Office PowerPoint</Application>
  <DocSecurity>0</DocSecurity>
  <PresentationFormat>自定义</PresentationFormat>
  <Paragraphs>116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</cp:revision>
  <dcterms:created xsi:type="dcterms:W3CDTF">2026-10-03T07:12:27Z</dcterms:created>
  <dcterms:modified xsi:type="dcterms:W3CDTF">2026-10-07T14:01:11Z</dcterms:modified>
</cp:coreProperties>
</file>