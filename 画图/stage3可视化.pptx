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2D0A6406.xml" ContentType="application/vnd.ms-powerpoint.comments+xml"/>
  <Override PartName="/ppt/notesSlides/notesSlide2.xml" ContentType="application/vnd.openxmlformats-officedocument.presentationml.notesSlide+xml"/>
  <Override PartName="/ppt/comments/modernComment_101_1381B30F.xml" ContentType="application/vnd.ms-powerpoint.comments+xml"/>
  <Override PartName="/ppt/notesSlides/notesSlide3.xml" ContentType="application/vnd.openxmlformats-officedocument.presentationml.notesSlide+xml"/>
  <Override PartName="/ppt/comments/modernComment_102_7F37A182.xml" ContentType="application/vnd.ms-powerpoint.comments+xml"/>
  <Override PartName="/ppt/notesSlides/notesSlide4.xml" ContentType="application/vnd.openxmlformats-officedocument.presentationml.notesSlide+xml"/>
  <Override PartName="/ppt/comments/modernComment_103_19D694E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2D0A64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5F92E3-FE75-457F-B4C2-9196ADC72107}" authorId="{D3F71A66-0C34-DF1A-5236-FECDBC820DCB}" created="2026-10-02T15:56:11.738">
    <pc:sldMkLst xmlns:pc="http://schemas.microsoft.com/office/powerpoint/2013/main/command">
      <pc:docMk/>
      <pc:sldMk cId="75565568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12B12BA7-513E-425E-BEEB-D7F1672BCFA8}" authorId="{D3F71A66-0C34-DF1A-5236-FECDBC820DCB}" created="2026-10-02T15:56:11.742">
    <pc:sldMkLst xmlns:pc="http://schemas.microsoft.com/office/powerpoint/2013/main/command">
      <pc:docMk/>
      <pc:sldMk cId="75565568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1381B3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B65B7C-BE1B-4E1B-9839-4246C89BBC98}" authorId="{D3F71A66-0C34-DF1A-5236-FECDBC820DCB}" created="2026-10-02T15:56:12.101">
    <pc:sldMkLst xmlns:pc="http://schemas.microsoft.com/office/powerpoint/2013/main/command">
      <pc:docMk/>
      <pc:sldMk cId="327267087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F808AD5E-27A8-4EAD-8AD7-C8C084645D3F}" authorId="{D3F71A66-0C34-DF1A-5236-FECDBC820DCB}" created="2026-10-02T15:56:12.104">
    <pc:sldMkLst xmlns:pc="http://schemas.microsoft.com/office/powerpoint/2013/main/command">
      <pc:docMk/>
      <pc:sldMk cId="327267087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7F37A1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745FC8D-0FD6-47B9-A566-9F093DB257C1}" authorId="{D3F71A66-0C34-DF1A-5236-FECDBC820DCB}" created="2026-10-02T15:56:12.333">
    <pc:sldMkLst xmlns:pc="http://schemas.microsoft.com/office/powerpoint/2013/main/command">
      <pc:docMk/>
      <pc:sldMk cId="2134352258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96EE25D-73B0-4014-8CE3-39D91C985C81}" authorId="{D3F71A66-0C34-DF1A-5236-FECDBC820DCB}" created="2026-10-02T15:56:12.334">
    <pc:sldMkLst xmlns:pc="http://schemas.microsoft.com/office/powerpoint/2013/main/command">
      <pc:docMk/>
      <pc:sldMk cId="2134352258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19D694E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1A9C2D-12C2-408C-8CF1-DACEC59EC887}" authorId="{D3F71A66-0C34-DF1A-5236-FECDBC820DCB}" created="2026-10-02T15:56:12.555">
    <pc:sldMkLst xmlns:pc="http://schemas.microsoft.com/office/powerpoint/2013/main/command">
      <pc:docMk/>
      <pc:sldMk cId="433493226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35C8A2EE-B70F-4A4F-9FE6-1D14C9C0A266}" authorId="{D3F71A66-0C34-DF1A-5236-FECDBC820DCB}" created="2026-10-02T15:56:12.555">
    <pc:sldMkLst xmlns:pc="http://schemas.microsoft.com/office/powerpoint/2013/main/command">
      <pc:docMk/>
      <pc:sldMk cId="433493226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 9 | 口袋约束与密度约束的互补作用。a–c，官方 PocketXMol 首位构象偏离实验密度的三个实例：9Q16–XG4、9UB7–Y01、9R3D–IHP。d–f，Emap2lig-Build 首位构象与受体碰撞的三个实例：9BJJ–A1AP0、30GA–ATP、9WQ3–1SY。每行依次展示 PocketXMol-official（橙色）、PocketXMol-tuned，即 local_cov-C（蓝色）和 Emap2lig-Build（紫色）；沉积配体为青绿色，受体为浅灰色，实验密度为灰色网格，红色虚线及受体原子标出碰撞接触。两种 PocketXMol 均使用真实受体与 C0 中心，Build 使用 Find 命中 blob 及同一配体的精确 SMILES。各方法展示其原排序规则从 50 个候选中选出的 Top-1，未按 RMSD 重排。RMSD 为既有重原子对称校正评价值，不作刚体叠合。D 为预测重原子处三线性插值密度达到作者推荐等值面阈值的比例。Clash 为距离严格小于 0.75 倍范德华半径之和的配体–标准受体重原子对数。网格显示该等值面距沉积配体重原子 2 Å 内的部分，三种方法共享同一显示区域、视角和尺度；比例尺为 5 Å。链与残基编号见行标题。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9LLG–CLR、9LFA–A1EJF、9U7J–GDU 和 9WUP–FAD。三列为官方 PocketXMol、local_cov-C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2D0A640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1381B3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7F37A18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19D694EA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stage3-cases-main_0">
            <a:extLst>
              <a:ext uri="{FF2B5EF4-FFF2-40B4-BE49-F238E27FC236}">
                <a16:creationId xmlns:a16="http://schemas.microsoft.com/office/drawing/2014/main" id="{BE16FCB5-3745-477B-8A16-4B3564D6224F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139D27FE-DD23-44E2-B2AF-631230241AEF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ED744663-71A4-4BCC-B582-AB850C050AC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2BCF95E1-0038-4D4E-B998-2B8F0D0C6A30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5F91B6E4-F0CC-42F3-808B-2BB983715F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5D556CD3-C7A7-4C3B-AFB5-235267EB516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54A91943-70E4-42C2-ACDA-DF129F4524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F85A6A7-B9B2-448F-A7A4-7093FD9CA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CCBB01D0-DD81-4E54-A557-0A7A8C4FAD8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E91273D5-1DCA-458D-8D7F-76895BAE31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820F255A-E720-4BD4-B85A-8D0E28AB963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39F87405-B19A-407E-8C49-1AB7A696E27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DA3EB739-13C6-4284-A21D-390934A7827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47202158-3996-4F7E-874C-89E2B204ACD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7222071C-7829-4EC7-B319-698CDCD9DD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FB911040-9A18-43F3-B43F-A4FB6B0695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5AE2FA87-1334-48AE-A5DE-142D629C85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5A92C87-9223-4977-8CDB-36A1E92A83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9BB10B7E-C2B9-4B1F-ACA5-8D83F3433F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674AEDD1-707E-4E4C-AF96-4316D7095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7D07BCAE-E1F9-46B2-B267-C2BEC8BF2B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5E8ADFF2-2D8D-4691-A2B5-731281FD73E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B722EEFB-0D45-4004-8EB9-FACEE9961F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281389B3-D886-4968-85F5-AF8EC1601D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F643A271-D9A9-49E0-97E7-8A57AE8917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9B1F472D-39EE-45CC-B305-29FA181A758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C4535A24-8DDA-43ED-8C02-E1663F15389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758B98E-478F-43F1-A7AE-A7FB9892036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7E60586C-592C-4871-9607-6B5F8A3812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6962B18-30B3-4E33-9AF5-81D7A5147C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A45F2CF3-AFFA-423E-ABE0-B0B0867ADD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48C5D15A-21D4-42CC-823B-CBD68AFAB03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032E3E22-B902-4E2D-AD23-9FD41F2932F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E5DABF7-4CA9-4627-AB8F-EF0216A7E4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148D2C69-20BF-4D51-817B-32ECE9B467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A922D265-3087-4FE3-A877-3B7725B9A34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587A8D99-3A08-47D0-96F9-88BE18518E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128940EF-A618-4858-A165-A158D25F61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4A1697A0-648A-476F-B14F-53F24A17C8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91AEF36A-D3E1-4DA6-B671-4D60B319C9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518D8D79-5ACD-4E28-94BC-542CB5668E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B122F8ED-CC18-4769-B5DA-6D360588C6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64634A2E-7C6A-4B78-BED3-DBB9BE2384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1330E130-2554-41AF-84FD-5978A5FD46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DC9ECA90-29FC-4498-B803-31E024DE53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B1C684CA-4035-428A-B008-CA5704FA563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F0FA3AF7-E317-4E4C-AFAD-EB46CA0A683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7DEA6A70-D496-46B4-8250-F040718C78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1144725-10E0-4000-9D72-35BF5B7B27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8AFEEE8B-D53B-4A4D-BAB8-04079C46C3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894F6312-71D3-4E40-86C7-EE55173A60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D4F492B0-DE82-40C6-92AE-796BBD85BC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74AA9F3-3CEC-41B0-A486-C21B226165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F8A8468F-0D6E-430A-B423-E1ECE536E3D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648D01F2-3D79-4E6B-8ADF-EE946F9D64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0736CB13-E386-4DBF-BD68-C7B217DD6D7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35178F5A-8DAB-4AA2-9053-C1650361A0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811C3B9C-AF2B-4945-B6B7-E290C3455D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360E855B-2E78-4061-AA1F-0E8754F219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DBDEE0A8-CF6A-4C94-9574-C8931F22993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71E41183-8C6B-4651-928D-176A734898E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B1EFCD3E-A0EB-4C81-BFEC-1EB6A486FB9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E99B78E6-462C-4FDE-99BF-8289AE2ED44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795B1902-CD55-4426-83B5-F589B8A175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E4A20E03-5857-47EB-BD88-319A3EEE1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B531DCD8-39E3-4EC8-878E-ACED0A4967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5D20634D-BD90-494C-BE04-E9FF0C4B105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2501B2E6-1385-4905-B618-D172529656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195A1346-85C2-4931-AC9B-7CCBC3EE3B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905D23A3-7EB1-4709-B916-4283AD34B9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70E9D345-E943-4E12-AE6D-7CEA201E5A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5CD5DA27-AA6F-4EF8-BC8D-A3E144A6C0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75CBFBE8-5CA1-4652-BA04-8E06F63A450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181EB314-50C1-41E5-A85A-077021BCDA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502B70B0-DC7A-4CF4-80F7-0AA98887BAF5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58085139-078D-4F84-BF17-3F5E1B9606E0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A36F4E55-82D8-4393-B58F-86E86C77C41E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7FCF917C-1C6D-441C-B7CF-56BE5AEE8A4A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585FA563-0381-4166-BAE7-E0CE7118733D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1E23E789-168C-4BFC-88C2-8D16E2499E9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24BA9EBE-3A40-4B12-9E78-422877763607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8473C3D4-4FA6-4DC5-B120-54152C654FD3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556F710E-D8BE-48D8-A40B-C32D689DD460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879566DE-979C-4948-BEC0-1C345A0CCC8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5A1BDB00-8C1E-4387-A06C-2222C07551E0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90683054-1042-403B-B158-F649EC3F9B99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EF85333-53EA-4522-AB98-55CB2F1F93DF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7511125A-DFC0-4E4A-B30E-00B844EA423D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843B65EF-B771-4605-B42E-609705E2B98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F01FB83A-3EF6-4268-87D9-F370F680548C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AD912769-3BDD-401E-BB69-4D1DF21A7AB2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F1A773F-2E74-45EB-BCC4-79DA0EE1B21A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6CE73FB1-729B-4E3D-B4A0-0A7313A8FD1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669650F2-74FA-4F94-AAF7-1FBA1660C971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93D2F90-995F-42DC-9BF8-A7B6716DAA46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7B8F32E4-2B4C-4A13-A691-629FF5B546CB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F7877330-A27C-40F6-B09E-952C1C2EBC68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A69CA24-DB29-464F-80A4-AA395CE37AD5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05E9A6C9-F558-4BE4-859F-53701D203EB2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C260C8C-D6F4-4C94-A8F3-B3793FB94F7C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FFBF1629-0F6E-4216-9FA4-C587D077EED6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35D412F8-8778-41E0-8984-931791B4D882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E4066B41-CD31-41A1-99E8-21AECCA98946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43E58B4D-B2AE-4EA7-B92E-35497D5EE752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F2AC3997-149D-4ECF-A5F3-3E17CB4900E6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77DD6812-FBB0-4751-A3DC-0301ADFE8361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FF2EE68B-59AA-4B43-8980-E836C5D5235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96B305AC-9488-480E-B636-BA911FFD188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09E28DAC-2062-4D06-BA90-E859A78BF2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A23D57DA-45DF-4456-A894-F4428F8BA92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5DBA13D5-E912-412B-A3DA-D17C937E48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00D995EA-23B2-461F-BDEA-3DB646DD85B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59989C78-E0C1-45CD-B3AE-6E7DFBC1E0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6C3F0518-B8C1-48C4-AE76-F4653D9610E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946647F7-B619-4A6F-820C-2AB9576B85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B80F201-F8C5-4CAD-B140-53D62BB85EC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2E299006-57CE-4D66-9048-2024B4B47FC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437EEF9D-98B3-4E7D-89C8-E6EC07107B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32364095-2D6D-4BEF-9767-0FE05877D8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BF691E04-D32D-4CD0-A3E6-7CA37FB6F5B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0E15FDFB-AEFF-4AFD-90B0-7EE1F00DCB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24295B17-59B1-4F28-9F07-09C8908E28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69450237-9112-4048-BB0D-C970901686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846826E5-B44A-4853-8434-957A20AA2A1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F7EFFE8A-6115-41BF-9B77-5B8C142897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E3739AC1-7782-44FD-B712-FAFBF2C3C5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784B23F2-AD12-4CF3-8B14-DF6934C982C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DA6A973-5EAF-491B-BC5C-99D88DB8BC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4DD34BFD-8EE8-482E-BA07-EF2B4FDADD2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BC2E8682-FC9C-4FC7-9E31-03F1075E53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492F3D68-A2A6-4514-AFDF-312C675042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57215F85-4313-4E51-9E96-6E27E3072D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F8665613-4CC4-4886-9E9E-60D5CD5AE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8851DB92-6B08-4278-918D-C47751B3E7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EAFEDC95-DCF5-4C0E-853F-1052C474AF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5D3FDC89-2564-454C-BDD1-BF4C2F97BA6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5C25C801-37CB-40BD-BC88-7A469A8F8F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676BF5EA-2A1C-490B-873F-184C28345E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1315B863-CB3F-4C24-B6F0-8D0D00018F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E3331CD2-9B3D-4DE9-892A-44116CC9BE5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E3C4FC13-4E29-4070-BAEA-8FDAB77144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D807A169-B951-4D6D-A37B-00D8EAED559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419A9D78-1561-40D6-89CE-FE948F70EE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17FF8E68-8E87-4AE7-ACF6-05FCD465C6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4A49909-8CD7-4215-A630-7B4737D8E8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6CDCE6D-41C2-4B6E-BFDD-208489B9B8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E6409F2D-41C7-48A7-BA10-DA35D6C7F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040E7650-F1C4-4E18-A762-D18D468B9C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6D273378-EF95-4921-9A8C-08601691DC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4EBC95C2-6475-4B01-B32D-FA3569BB4E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94D14E6A-83CC-46E6-BA25-E6AF560CFF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97226242-D0F8-4B2C-AF42-D0CA68CDC8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3F5D158-ED4F-4069-8AFE-A54611B825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FC12B312-74EB-40A4-A02A-2789CAFE5D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F39710F5-73ED-4216-BE0A-5E025F306F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DAF4B252-F513-4DBE-9A19-54A04C933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668897D0-878C-4BC8-81C1-76A3BFA4D8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D38EF60B-F5F9-4342-8F11-AEF7ACF588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CAD47859-08A3-4C58-8D20-B3A67ECFCA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9F3B8D18-2768-4887-B10B-38C0E609D3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434D3E40-DA16-40C2-A322-2C7DA20E1D5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8F2E1D38-E29B-4309-84E5-E329852A010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A509D8CE-AD28-4C1E-A06A-ECB760A67B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84827305-89C9-4713-B3F0-D9C009E262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76C94B51-EFFD-4473-AFF9-02D423A454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60872F18-EE41-4887-98E5-794CDE61E7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1F4DA58-AD7B-4A67-AAE0-53BD4793D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9B55ABD1-956F-4037-B956-B3D9871C99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EC3AA7FB-7038-4C26-9A8C-3FDEE14269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F04D8389-2404-4208-A1AE-6AC39F4AB84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76262D03-A826-4A87-8184-E6A977B2F8B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002077D-9428-41E3-AD48-F8EA157635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97835DFD-8388-4310-BF74-8B68B8A44A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DE03E33F-B9D1-4CFA-BFD9-B64B04C94F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F3BFFFAC-C4AD-4256-8BA3-113E2D6B0AE1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FDD5D650-ACDC-44E5-8CD9-6B38A2474627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ABA52E0E-9F4F-43DE-991D-5FCB5DDB6235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C15CE099-D71C-4A97-B14E-B3FCBCAB21E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A50D1B13-58FF-4313-9C6E-6B57B82DE7B2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640A6C87-AD8C-43D6-9190-2E5E728228C7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194AC62A-E035-4934-99BB-2C4F3217699D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1B76F53-0C72-4878-BDAA-306AEB873D11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4DDFE660-4C16-48AA-8C2C-C5CA1B3756A9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B39C26DE-7640-48B2-8453-8C166B28C5F2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764A2E84-8FB4-4846-9470-392E801D871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FDF18E1F-2A3E-456D-9A69-C0D7C5A84DEF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D1D55F9-45AB-4F67-8AE7-9FB1539E76DA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9EB8EA7-2C8B-429B-B093-A928565F545C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1C0E6DAB-15A1-4773-86D6-64F38D024794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56D54F66-D23C-4BA1-9D45-C71977A9D8B6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75C79FCD-BCA7-48CF-82C8-123FAE7C5671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8C7E7000-E8B8-471F-ABD1-7099B4AE6BFC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B1E20DC8-2AF9-420C-A03D-FF1BCF264148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51A88FC8-DA56-43FD-BBDB-0FBBB179524B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319A55B0-A68F-4717-B9CA-C8E1898B5163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EF03D0E-7A7B-472D-A1A9-5E85C93E25C2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50E88383-5625-4055-A408-B0E624B136E4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CB1F850C-DC34-4D69-AE9B-66BD60773BE0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DE58F576-CC44-4529-8293-4441AFA585D5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E0ACC053-1D1C-4604-B193-3884C94A06D6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0536E72A-A558-4560-8304-950F8A89922B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670CF97F-F876-44B8-8618-0FA9B602E8D7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526397A4-9851-403A-82D0-2A3CFAC22C40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B25200A3-1A6D-4450-8153-9C7DAF331F2B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AD5A23EF-77D6-4801-AD85-396CEA9EA89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00AD9577-27F9-4A37-B78C-976FD0627F98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07A77589-95D3-44A8-BEF6-9187494E89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FCF694C8-02FC-49B8-B2AA-8FEF97CEAF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ACD71934-6217-4A56-8C56-8092F251F1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DA62A3D-2CC0-4439-A6DF-D604335E9F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9B6A525E-85A8-425B-B014-688EBE0F68B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88D79B1A-5E37-4D67-B942-1098243A0E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FAFA22E-AF79-43EB-975F-DC1F64887C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4BAE814C-0E72-4A6C-B3A3-A96E5A6AC3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AC1BAFA6-4A17-462B-A27A-958C4072BD7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F26EC3F5-DB9F-4A18-AF31-9E69BEEC0A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FBF33421-009E-496E-A8A6-647E354B09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692E90A1-A8D2-4763-8F96-6B6B159F56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87800EA3-2DA6-4A31-A1B7-D13C3416DE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162E658D-D556-4274-81EA-AF2DA64356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A5CFE557-C88A-4533-9842-25545E3FBB2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19F9F10A-488C-4F14-8CBE-D7613E752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73887494-A4A7-45C6-8015-3714779420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F581EB01-A8C8-432C-9F5B-9873E27AE7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45450CB2-8BD0-4719-AD4E-96E297D1BF2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284B0771-488A-4439-A2D2-175F17E0AF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90841F4D-477A-4AE5-BCA1-34F1AF9133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7DF56AEC-F77C-4EB4-B887-C5BCB6518E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8DCB25FD-75BD-4759-B6C6-226FF4F271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72BA58B4-1F4D-4D54-BCF8-E9DC0F74B5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ED2B971D-0670-45A5-BAC0-9BBAEE030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5119796A-7AE5-4460-8056-C2FA47296FE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47DD7990-ABE1-4C21-81C6-E15A7471A6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C6B050DA-DF28-4C49-BBDE-9573FC480C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15BDD4B8-524D-4919-9D7A-F05800BDCCA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BBCE10D7-4DB7-4583-829D-CE835DD13C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35495FD-E5AE-4C5C-BEE9-B5C8AC70B6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B403C8CA-C918-46B0-AC52-BB34C45B47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EA7EC5C2-B2BC-431A-AA8D-274A185B38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627F2AC1-9D60-45CC-8B64-08F7D1E4D7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51F1EF2C-4DE2-42B1-A23B-AE2A314F9E2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698509B-C67C-4225-B91B-1C4C0EFBF5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02AE95D3-453A-451A-AD0E-99BCD32543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F5042343-D62D-4F27-81D1-600A7741CE3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6A448DD5-BB9E-4B56-A9C4-A5ED542DF4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83464E4-405E-4826-BBB3-B5EF3D4E15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4C5236D2-8EF2-4E21-A4F4-3DF5881CA1F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A99462BB-72C8-44AA-9687-6FEB54377F8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4A9B969A-1EE9-4783-A4AC-05D6460BE4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7DB0FCDF-241B-4417-BA65-1941E2E7A4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215DA3FC-6259-493D-93B5-DA73F88D6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8287321B-EF59-4C99-9519-915245E9390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B7EEFF51-B926-44E2-8727-2232B871C8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BAF2BB3A-427C-40A0-9C84-1DF6D01132D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FA752FF1-8501-454F-8DB8-7B5C36EE41C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5056EA78-565E-47E6-873F-F314BBC0A79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01272F19-57B4-465F-9C59-5B42CAACB2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521F3B8-E7A6-4308-8E88-9D5E760626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188B164F-B7C5-4A47-961F-6B6B70500A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48206A6F-54CA-47BE-9157-15400C8264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C9B0B6B-C509-40FC-878B-E46D214089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C7AEBA95-CC90-4BAF-A332-5D502B57D7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544559DC-07FA-47A5-AFE7-605A84B11A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32DDDFB0-65D6-4A95-A25A-74DCD64DEF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828D7B37-3549-428F-A4A7-F56559C03C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8F227A0-7D4F-4938-9EAC-971D94ADEE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A7274C80-D6C6-44E7-A1FA-323DA585B64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2238149F-4BCA-487A-9658-3CB008201D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80187242-27D8-465A-A34F-088588AAC1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6A69A1D7-FA14-42D0-97CA-7B6EB3AB25E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C441D2DA-9225-4D8D-83D2-163B9AC1C7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AFD15E73-FEB7-4205-8072-4D785F86CD4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FA37A1D-531B-4853-85ED-F511375186E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BA410D37-F4B6-46B0-AB9F-270246D862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5136B1A7-1567-41D9-BD49-97816EEAC9C2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F2D45498-AD21-4E9A-B1B9-B112884C3C6C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1E32F60-AE07-474C-82CB-53118A25D791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913459-F461-4079-9702-2F5B10762681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4F9AA308-0F6B-4573-9455-00D39C241460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96C80D52-44FC-4432-880F-83FE4139E600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95A1D3E9-4287-4E9C-957D-2BC017DA8CDC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DFF965AA-7217-4983-AD3D-B6C2C2AB7806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92CF6953-76B6-413A-8F76-BEFD67F48169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1AC0D0A8-B9EC-4B5A-AF95-2FC33CDA54BD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A1889C52-8541-4AE3-AD0E-83183BFAE430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A03D52F3-253C-400D-9987-39A15B5F9312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80D372B8-A9C3-4BD1-9CD9-4554C7D86D42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37B16D15-2C46-4F5F-8586-3C3D8EF21AF1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D48FD839-ECD5-483F-A377-EE7495C0222C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EC3F5968-ACB6-4FBB-BCEB-96173E966D10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237CF4DC-7A09-4CC0-9417-BE16E2F7C554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1704B7FF-C942-426B-80BB-C75873D8EB12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F3E81A3E-9A39-47AC-A4E5-417079077557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EF598EE1-2AE3-4B97-B3AB-D02A99701E5D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CA5C52A2-2082-4807-84B3-9C4946A879DF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A79FF368-E72F-4947-A41E-E0E06AB7C9F2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A5142550-3E08-4B39-9D3C-61567D555276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EFCE6034-961A-4EC8-9A3D-E69BE0B7C2F1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1D2A83E3-4AD6-4BBA-858A-21B85C54E397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458B5D58-3C26-46C7-97EF-B232A98E4600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31D4A537-9344-4233-A847-54238F45970A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C153A830-31E2-46A4-820B-BF9477AEFB62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AE11A825-0D0F-44AE-B635-83D3497B1BFF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DF24B953-B21F-40F6-B75E-BB10B80FAABE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D69684C4-502A-4237-87BA-9B7D1EA95256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7FA4E2CC-2F74-42DA-8E00-76278D3C9A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B8F93C73-0865-40BF-BEBD-7EFFF7AE2F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30877E2D-48AC-49AB-AD5C-45152C7A74ED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23C688BE-A89A-4669-BAE7-8346DE7E4892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CEBE439C-D914-4FA4-B221-FE960A162417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85E0E338-C682-48C5-8628-AE14D0C1B970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8A90DF04-2E3E-4E6A-9092-0B09194051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EFD4D700-A177-46F1-98A4-EF66FE859D76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86605F79-BB31-423C-B82E-125F02121E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B7CEE5D3-CE88-4423-A0B0-F3A536FFA7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7675F60C-5FBF-4881-9FA3-88696A18F6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406E96D0-7183-44D8-8C6B-A161DED5E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FB9764A5-F47C-4F89-93A7-D89FC13143D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A075DCD6-3ED5-4D82-9C7B-ED98F69285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47357D6-5D2F-4575-9E67-8E614833DA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442D3926-5968-4E34-9CD3-6B54C8FC0D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9AD1502A-6522-4F69-BBD1-93F4DCBCC2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068B61A0-7177-4336-8B3F-61D0BA01F1A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C8A3A331-9D7F-429B-9AF2-0230B8D887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41CBCBEB-E275-4D09-8F93-DD5B7DDB3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9DAF3667-1EC6-44A2-A269-CD99BB0584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9076EF81-5220-486D-8B0F-3F3ECCD022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322CA38A-6DC1-4B3C-9270-2A7AE5DFE7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496E8A21-F2F9-4C70-9481-679369F3B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87A16454-2EC7-417B-967D-08F24421D7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A8BAC8AE-B2A7-46A0-B8F7-51C5A3E4D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56184-E172-479B-BC59-593A66E06F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C89542A-517A-4699-936C-8891E2B7B0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AB73AF0C-41E2-463E-BDA5-662E008685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6D07C562-2A04-4353-9EFE-4DFB3B32777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2316F787-4BD0-4E90-BA35-F2F66E3126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55365258-093C-4626-832B-A5398A3577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775C8E68-3F84-4687-86C0-D0F13C5B01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788BEA5F-A328-453F-AB1A-AA1385FC91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A0AF9AA4-0332-4256-80AF-01184E8721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819C7019-E3B1-46DC-B6E0-DDD6E6066C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91AD30E4-4E18-4FCD-85F1-B01727EAA3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1A5C37E4-B613-4CCA-8DD4-7FC23388B5C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465F6C1A-B7E9-403A-BA2D-81A7C48126D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10D8A978-EFC9-46D4-83E2-AA1B6EB0055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DCF0BAC-C770-4B1F-970F-D5F5896729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042918CF-9B39-4B78-9765-53782D1B48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8C6FCF70-83D0-42FD-8373-BD24807AD9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F52FA8E5-7CDE-4743-8F7C-D88AB141CB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7B78C145-3A41-427F-A1CE-41498C093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6BD21BB4-3A58-4504-B248-7BBF49C679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547A33-5B1A-44B9-BD00-A149F39624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F9B88325-56A3-4CA4-801D-1335A4D6B19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EE18A9CF-34D7-43BD-8472-8694456D02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E40A2C27-707F-4E13-9B93-8D542DEF9D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80EFF921-6085-4675-8C03-236E5A4C3C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09C77DFA-42DD-41C2-AC16-A7CC9432CCA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05D81362-E369-4654-A8B0-4244401F76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15C9EC5B-5BCD-4C81-A045-A93FC451FA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19300A4-C00A-4DC2-A566-0B93971D52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7738904-DB28-43A8-830D-3FAB859E11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AFACC051-0B4F-4F39-AC2F-E5BFCC48B32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62DFC0D9-9B0B-484E-919E-E5236E0643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2E67E3E7-902D-41E4-9945-B5217F6F9A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158CE8BB-043A-48DD-9402-D857A1FB50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655FDCB5-687E-411B-8EE0-1D795C20015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200AA213-EDD2-438C-B5A4-2885E16BB5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9BDD98B8-2A49-4C7F-80DE-0F80492491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207A6D97-F8E0-4223-91D6-033C424577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1FA9E60B-E12E-4E75-8DAE-101EAF47CD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0855B4B4-5E08-4137-99A9-0E13231C39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A5FBE148-C20B-40D0-A2B0-C46F9ED90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692CB9EF-4B17-47A7-9C14-D9DB1D3E0E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A018A275-AFFE-442D-B2B8-6A666CB094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FA098F41-71EB-4309-B710-1B963CBAFE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012126A4-7444-4E59-B89A-88117048EB3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AA8FE7B1-B2DA-480D-B33E-EB3627B2437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DF094FCD-66E2-4431-A9DF-3BBB8CCCF9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A17419A8-B4A4-4EE2-BBF6-F017941DFB0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59CB783A-0F08-4DBE-A65B-FC5C2EF73A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1EC85038-3360-4147-8812-67D5372787B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BEA1A634-6AA7-4697-8AA1-82567989D3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47DC427B-0E5B-41DE-AAAB-B0C3E25A10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9471F31F-914B-4BCF-85DD-344C331E5D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D3BE47A-7888-4D0B-921D-61308C88907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569CF68A-9A5D-4B2D-90F1-5FC25831FB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6B076616-322A-4459-8EEB-4EF5D2EFCD3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E20BDF46-4895-47BE-8174-6005D1766D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B518925B-AB1E-400B-A171-D90628704E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D26894D5-738D-46A3-B2D9-C8121E4324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64E8A7AF-006E-4931-A45C-AD90B053BA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B76BC655-B077-4C62-94F9-C81801F368D3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7EEC4ED2-A669-4E4B-872B-424175522C52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D96B88AC-D7CA-4AE0-A30A-8C083AC08221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21EF4692-F3B1-48FA-8AA9-4755681F2348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BF1B9295-9D60-4C82-8B2F-9CEAAA10A5CF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80C51585-8A47-4F84-9280-231A1C88DAF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38BC3A0A-A356-4D10-9AA4-019E9828CB96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F9CCC66A-1846-4D3C-88A9-30BB7765EE07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3375A19E-98B0-490C-BFAA-81F38E691412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77735F6D-15F0-428D-AD85-49229D9EEFB4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5B5BB5FB-46A4-4B87-B5E6-EE3B4B6A674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7479B876-94DB-44C2-AB7A-4C839C823492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9986D32A-A364-4AD1-A645-CB1E8975197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85C043DA-0D73-45F7-90D3-32C8FECE512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874C3532-E369-485D-BBFA-65ADACA7081E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FAAD081E-3338-4E76-8B89-6B9FFE813A14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83ADFDC1-3C67-412F-8896-E6D2840176A3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D0CD110B-6CDC-43F6-AD98-7E36458273C0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AC1C76BE-7FFC-4B8B-99F1-D604B04A3802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B4230E32-1664-4B60-831E-5F0F18727E95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16F2437C-3C95-42D6-880A-BED9222EB87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0C7203B8-2586-4C0E-9B76-B2EEB871431F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A65CBFD-0ADD-451E-9B72-C79F90F543AC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319AB4-17FC-4387-96B1-417C6961BD28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1396A760-56D8-4B67-917D-B4FB96F5AC0F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CC958C2-A4D2-42B7-B58A-852F0AE7D5B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5F5782DD-2174-49CF-8C65-39DD5645E346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01DC0BDA-32B3-4AC5-B679-B814D882F98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9DA08F8-9DCA-4744-B045-0A4C467FBE6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70B140BF-2606-45EC-89BA-160F5533D12C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1EDC3722-8A9F-4067-82CD-429F98B4B8C1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80CC0075-DEE9-48A5-8868-83FFCCBA8651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630E09FA-7167-449B-8658-82FC77D55B9B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CAECAB4-A100-401A-81F7-1F1E5FED71A0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AC0250D3-66F5-42C0-B1CC-C82B0CD2FAC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31FF786D-C2F6-49FF-B07B-9A123113A8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1D07C4FB-126C-4644-9E71-6F06B7C54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B87414C7-46CE-43D3-8448-B545D90126A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2D17594E-53D3-4F4D-89C5-18055109283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F732F4FD-88D1-4F7C-91AB-C4A2A0AFE8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1C293DBD-4C81-403B-B2D5-F80C18FF69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6163ADE6-5ADE-4D24-B0E1-2C03D3A9F0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D66523B-2703-4542-BF37-8508C7019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4380AD93-862E-4FF3-943A-2D486A6640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E1CA65E5-9912-4745-847B-FC7FDD625D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0E6F5F4F-5B6E-4A98-9F8B-D2B599CF82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4D7D9FA0-313D-47A8-BE96-1FB5B3586F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472B13-045F-4DBA-B977-BD6B466F7C0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C3DDFAB0-ABF5-4B06-BD6D-44329EE8A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ADBC6177-891E-4780-9E5A-3D815BB302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65B25928-A536-411C-996E-4C048834B1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4513A05A-B59F-4396-87EF-E7DF93976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50E4421A-88AF-4733-8B86-F622A48177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73B305AB-C2B0-4A87-AB0A-5D108145B8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E5A2677-8830-4217-9A27-D16768DCC1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4BBADBD3-2B30-4B9F-99BB-58227B845E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58DF4758-3333-4CB2-9F00-5619A88E2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BAB8787-EF3E-4AF7-802D-C3EF3A814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9394A3BF-A6F5-4459-8E5A-8606B37043B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E1B71E83-F04E-4DB9-9B65-47ED878158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72088868-0A91-4CDA-8F9B-175B05D22A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43E02C33-7A3C-4E86-8D9C-B069D54672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08974032-5B4F-4558-BFBE-79B1D85C05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B1D19D17-F1AA-4F8D-BD80-8E66E4EBF9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21B8A16C-E68D-405C-882E-11C7DA1FE5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A13CBCAC-DCCA-45EC-8B9D-6DCA8F57D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CB2CCEC2-FB36-4556-9FB1-88C701C717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2F854C95-C888-4EFE-997B-4D2D96DD6E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FE2890C4-9234-4D0E-B95E-C561AE822B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4C172443-3484-45A3-8E5A-8B40971FD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F7488175-DFB1-46A0-82EC-4146D554B5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A9C692CD-A80C-4F0F-A06B-282BF5A4FF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C4CD76C3-117C-46F6-A8E2-6F07B368FB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20417AA-63D3-4DE8-8E88-17D94BA078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7DAEAC43-1BDA-4B64-971B-AF21A141D70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C10FD19-7750-4431-9DA0-381484827D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4F0C647D-69E7-46E1-AAAD-D40DBD5D0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BD69229E-9D92-4396-A11A-AF5A62DE5D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E4B33643-1250-4405-A274-DFC9B4E48FD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89BC8F2B-B1F1-442E-A662-2A28554E9B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989DFB58-1A69-4DB3-8120-849653E44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C7E6B96E-781B-442E-A5BA-6D2D5E17EF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F8B55F84-DB56-47E8-9081-BA0E9DD5CD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8C1861D6-0F4D-4486-A606-9F003BB00C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93CF2475-AE02-41AE-A0FB-DC0785A1A1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0295793E-07BF-42EA-867A-94CECF3D5B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29FBF089-E01F-452B-B022-2289851022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219E65A4-3759-41AB-A329-F434CDF7BF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051A24B8-A206-4EB4-835D-CEDEB828F63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685A64C6-3FFA-471C-B489-57BE3940B2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55BF567A-5F33-423D-B62E-415FD3E8FB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B0BD8DDD-3165-4812-83BC-CA6890517D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CD88BB90-5062-41F4-8FEF-087E8A257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48BAD4B0-90AA-427C-95A8-C98C4A4CE93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85992854-41D5-4045-93B3-004735A5860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94A5F474-9524-47F7-A2B9-DE656DB0AE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0513C54E-3877-4512-B627-CF0F75A1B9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BCEDF126-732D-4537-9471-705F976318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60797FC-4855-4DA2-BB0D-429C856C0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2E9B3E34-68DD-4E90-AE63-0DC65BB1E40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BEA49B3B-EE8D-4BB0-954F-EF298A17473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C6FDBB45-497E-4440-A8EF-78F78DC4B36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55DC8DAC-A2BA-47E9-BC92-A8A308BC8B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703F6515-6468-4297-ABC1-C7AFFC1C41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3F15477-9909-4EEE-9DBB-F6D6A31BC5B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27F37CA8-EA23-4031-8129-743FA4485DA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B5F02B5-55D9-4FD5-95DA-CB35FCAE31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B3EA8C26-3A41-49D8-AA5C-C0EEB1B90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67DAD12E-4E6E-4A44-A8EB-8D31A84D85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B7D80C0B-7AFD-4634-A859-B0DBDD047B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C05E6871-C44B-4FDF-85D6-3955AFC7667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FB59C509-D524-4A78-A72F-1CF9755622B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C8408E6-EA52-4539-928F-787465E529A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444A4A9A-3C82-41EB-A50F-98DFF27582BC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050DE17E-47CF-4FDF-8847-D317116D667B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E56473F8-7AEE-45F3-8A3C-B0432753453A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13149694-AACF-4CF3-AB6C-98023087D340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7C893C51-0F1C-438B-8431-CB837142FCD8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B393BD80-ECF1-4500-898C-B67BAD9DDCF4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FD24BDB-3510-4B30-80B2-D1ABD3F49C77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FAFCB4D3-1DCD-4B75-ADCF-6C7305BD0F0E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8026A228-C75D-47AB-8A8D-B1C3754178A8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680AD9C3-713A-4A7C-A7A5-D4D3C6BF4454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7AB4DAC8-A8CF-4D2E-9727-A9418DC575E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61E3CEB7-5BCB-496C-B1D3-FFE8085DD54A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FF7EB9C0-BFE2-429A-AA44-A847B3E7639D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F1868453-DEE4-41E7-A54C-E80F70AE8BC0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C3E51673-ADAA-43BF-B032-B23DEB0C0711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BF9D809-58AC-40FD-B9D4-2F5BF5729342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45204928-E15F-459E-8655-B7543888DB78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94D45E97-918D-413A-9AD0-4E86020F4B1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D2520C4F-0A36-402C-8D9D-FB26CB782BE0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9AFDFED9-3F8E-4A11-B5C3-FCD98D35BDED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18159DA5-4267-43AD-A79E-C3C46C5546F1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48E064FD-B9D3-46D7-821D-379E9371674D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91FDD69B-1CD8-48A7-8121-003BA92D81E6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9DF11146-6E5B-4F53-98D9-B1B04D444349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0B1EC5EF-AE7D-4EBE-84F2-30D74E059841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9DF8FE7-91E9-4C54-98E1-8528793AB0C2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9D74C7C9-F07F-4F03-A76C-58094BA301CB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407F575B-4724-46EF-BAEA-827545BE539C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FD8A4547-DCB9-46C1-993E-3244F6744801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AE1BE220-10D5-4B06-8F4D-C9DBFCB6D3CD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78530380-7262-4FCC-9049-54427BFA47A3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39B7048E-468D-4D45-9769-F2F8BBFAA100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1A9EC2BE-C408-4D06-9DD5-084C5D46BE17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2C5FC159-1202-44AF-B85C-28825912FEC6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F1254361-3465-4A72-8E12-681FAC6D0979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79AADFD2-0FAA-42AC-B0A9-4C72A1C49111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785993CA-3D8D-4812-AC7C-233AFC8420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9B6AC6A7-BD05-42EA-B6FA-5C7C03484A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5EBCF8C2-227D-4AAE-A2CD-9EFD62A94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09C317F2-BC10-43C1-9A00-B22FBE28CDA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7CD05B7D-6A4C-4A72-AD59-CCCBC4C4B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EFB0105D-6497-42F0-8895-FBAE4ECF0C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7FB3A17A-259E-411F-849E-3ACE03D4FA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17C1B4BF-91EF-4F63-858A-CAFE1655CF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2FD08CB5-C6F9-4D11-A2D3-B363163B77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86854632-A7FC-4FF9-9BD7-6FB55A31464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291469E-42C8-41CE-A103-B8A4A55B0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688FF317-EC80-4F26-861C-3A0735BE5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DC491E25-33A6-49D7-A443-63F428B368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491D017D-DBF8-4D11-AE01-D03BD811019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2ECE3EB3-E5A9-41F9-9A8A-867A8362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52AD23AF-7D63-45AF-A318-A4B8FC1192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37A8965E-D33D-4B8D-86D1-6862B7319A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38AAA951-703E-419D-80DA-3D25C6E1CA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84F071D-F612-4C58-A099-E9BA971F7D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7035AEF7-905D-4688-84DA-58FEDA3F35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CDE8844E-3F3D-496D-AF40-1BCBD1D1DD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DB0B15AD-9F94-47C3-95C3-80C5BA9FC8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0F3DBAF1-88EE-4AC5-9F11-F2FD0E0448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86FB77D-12BB-4FAD-BD33-1A700FE76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82D86DE0-81FD-4F3C-B00C-3430F583C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26E23F6-88F8-4E5B-B14C-AF1B96A28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74A98145-1D04-44B6-93EB-845F8CC1B5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02C45238-6BCB-4581-A281-14D78E2269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DD6BDA98-0301-48CE-8CAE-E7D553C16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EE251C21-2D3D-4FC6-8EF7-3E43EF9ABB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00394643-60DC-424F-9365-ABD753B85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78F8B7C0-E2AB-4B4B-A8D6-68A0D71099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B76BE195-A2B6-4389-A69D-41DA6711E0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A127DCBD-32AB-424F-B511-C1C45024C7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B0EEFB92-4CE4-43C2-800A-F7DFAF5C39F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9EDACCFD-572F-4428-A2F0-C242AB0BEA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B366334-9EE8-4A9C-8FF6-0C56AB48C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6A92446C-594B-4234-B7FD-97962876DB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37FBB6A0-3139-4364-BC75-DABD6095B7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30FCB91D-58DB-42BA-AA34-29B8C1FE880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0DE1C64-0893-497E-8395-D33A4DE74C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03799A9A-D899-4677-AE28-036F4BD77D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8AFFC353-A999-403E-B1F9-0850A16B38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C1A8E188-1FAD-4BD8-9EC3-7F5AF5A10C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A055A2CB-F229-4B22-8238-040A617BDCE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B1BA9D25-08A1-4583-9151-530C9C5BF6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9DA00E39-F779-4A4F-9549-8A493253B4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5E5AD794-3114-4751-B516-6557DE677A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5067856E-CF4A-42E8-8FA8-61ED303B97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9B779F5F-FD78-44CB-80A6-9EC591DFDFF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9110906F-D5D1-42A0-967D-74414CFCB7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52C0C53-13AF-44C9-BCF5-2E0482A2CD1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EEAE7C4C-6586-4547-942C-DD20D29CB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B4464242-41FA-4D88-89B2-970C41C3E5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67614A0-EB49-439B-93A5-F97642ED64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465C0EFA-5909-43EB-809B-9932628AD9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809B140-0329-4D7F-8E76-BC427171C2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80BD85A3-C45C-482F-A5FE-31E5826A04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5F4B3B00-19D2-4F24-AAE2-4115F634C7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72ADC4EC-C9D7-4B03-B177-E9C162A069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028AE46E-EB26-47A4-B304-1A51FD3AA3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897C8614-57EE-43B1-A278-06465E7A5D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CA42A6E1-75CB-4936-8F18-9A6C21D0CD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30B0E04-7B71-4513-95F8-27705CD42F9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EEBA0C48-3247-4AB9-A088-DB0DF62F2D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BCF66B4D-5EB0-4DA3-9327-D26D0362D5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D925FE94-CC7D-4DF0-B9C2-C46B8F7B82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19F12355-A5D8-41F8-BBAE-BE658103DD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6304DF5C-5205-43AF-86F2-C74E3743CD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57EC0A7E-9F56-4947-80B4-EF52ED882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3B1FDC07-C271-4242-B55D-C85BCCDDDE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51DD9213-9B7D-441A-AFC4-D113EFDBC47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5AEDA931-BD0D-48CF-9B40-1F02839F7C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BA4660E0-38D3-4384-98AB-BC6D20DC4C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0DBC582C-E3B4-4F96-B564-B0BB33459B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96956288-DD62-42C1-8BB8-D685DA4B9E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27FFB190-3544-46E6-A70B-2CC27D48BD3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CF5ECF9B-7218-481B-9692-05CFDAE1D2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AA171621-6E94-4AF5-8D58-CE37714D5F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B9E0AB8D-DCA4-4557-BAD7-BA1DB487AE66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0E1F8733-1A4E-46BE-BF51-E7EE76E7431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0B16BB4D-70AD-461C-8CF1-D96E483F3B89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F3E653C2-E43A-48C2-93BA-DC887247D180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BAB6751-BD0B-481F-867C-1770A57973D8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FAA25B5-1446-41B3-A62E-6659623AA89F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452BEB28-37E4-4364-B86A-974ECECAA515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02A15B1F-8E1D-4E5A-9C53-A256211F3BC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DB1B9EF0-CD3A-4891-8CD3-B1E34000FB73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0D691466-5722-4A89-88E4-BDF0F650E90B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4AB5D763-B959-43CE-A53C-F1365F41D1E7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D04CF23F-A5F6-419C-AAB6-D7EB6C03EA9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34B4997A-7B60-4F07-8D38-9676D311A7FB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A97BE61A-5827-4A38-964B-35DD38B05244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B4A70FFC-750C-4CB6-9217-1E5C1886DBE1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EF382031-D675-4FAA-A171-F530EBE63A74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98A4511B-FF55-440F-BFE0-455E143AAA3D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9F248A99-9F37-4236-8198-A763F03C8550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081068B-563C-4F3C-B7AB-CFB655790E8C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A5E6E0EE-2D54-42F9-8FF7-862CFF335D36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89387D83-34C8-4DFA-AC4A-36E5C8B0F596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9BE60A24-9434-4218-8523-D82748FD29C8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AB74A9D-0BEB-485E-B74D-503E8A3D53CD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FA4EAD78-13C5-4B19-88B6-2E799C991F76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94552F14-0664-4D4F-91CD-6B54226E14BD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FB0F17BE-ECC6-455C-AB7F-DAAA55982EE5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0D96BD00-95DC-43A1-ABCA-F6B05A70ADB5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C500253-4E92-4418-83D8-2CD38DC2E561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1713F40D-B67C-42A8-8B2F-B0E7E7CDD84E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2FFEC197-CE19-418D-A73D-0AD920E2727E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CC1DE882-C240-4DC3-AF75-B2AB4C568737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C271F298-63A9-40A3-89BE-E43DCE61DCA0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9951AA00-DD73-4B7B-988B-480027A42345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E080ACDE-6711-4040-B19D-E0911C1A4B33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3EE696EA-BE11-4113-B390-AAEF14602975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6BE39A0B-B97B-439F-B433-8EA9FE2F329C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66F723C1-5E40-4D03-93A7-60402B4EEA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5D8B31B5-F155-430B-9A52-8FCBC10FB4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B2FF9516-1589-4E4D-BAEF-00D6FE66B43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A3B6714C-E4BF-491B-B90B-ED38A681C8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254419FC-9671-4F68-BF6E-41119E43018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D149018E-3AE9-428A-9B48-4E29A602EF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D7D35FE9-3519-4AF3-84C5-648F0F12D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AC99D3DD-D9AD-4EF9-9EDA-31BB23D3F8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C54C5CA5-7F63-4024-9673-648B3A3CBE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E06131E1-E556-40AA-A2A0-2C04D6675B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FD37CA77-7CDD-46A4-9898-5D47AFAFF2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98EC71DD-4324-428B-B614-6F2B0B05AA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2FFC5EB7-533E-4816-A827-626732D8AB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AC5020A-6507-4EC7-A35B-5BDE5618BED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49A26DFC-B677-4E7A-B412-5696E2C1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2347FFDC-469E-496E-8FBF-AEC416B718D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14A8654A-5B60-4ECA-845E-9AEC02E232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E154535E-DB00-4AF2-9B45-B797C78005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2EE59E93-A706-426F-8E72-17440C1B70B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B10E1A61-1961-4F02-A39A-80E8E4452F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DA67AB9-42AE-41C7-AC35-B0718FFFF4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241E748B-F4E3-4B5D-8AA2-8F9A20C480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2B78BB0A-5785-4B15-A8E9-C677D203DBA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BEFFD5EE-645A-4C65-A319-D106DAC608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B0F618ED-3E30-4BD5-BAD3-BD161C5361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10A306E4-6E0C-4ECC-A8DE-9E0D97C6C8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5E18721A-E30C-4CB8-BFEC-160160064E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EBDD4F67-3139-478A-83C3-1F0111082E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D7B187A4-C47F-4191-AAFB-9DFFCCA408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1073FD62-C828-405D-9DCE-E8FD2965DB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E09B1C77-7FB6-42D8-A156-30A6450D74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521C8584-E211-43F7-8B7F-61787888C7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CF79A14F-A417-4319-9E7F-A54A3E1AB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094B0BA-AA08-415F-91A3-F8BAACEB205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43BD7DF1-817B-43A0-B4F2-D0D2668F17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5EE9FA11-0E94-4599-A2E4-DDC23DD178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6A5C269B-2AE8-4EE1-8C92-E91D32F488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B9258EE5-613D-4C77-9DA0-7F8DDE1C6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F074513B-6C26-49CE-A173-E5CBFDE32BC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CBB80B75-9ADC-4B13-9628-68D51D63E1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6C4A1C6B-D49E-4545-9758-79F5EE6BBE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2D1E335-5B2D-4A27-B673-DD8D68766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E366766E-8463-496E-809F-BB0964E471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F86C5FF0-79B8-4E11-AC9F-B835AE8F804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675B53E0-6554-457E-BAC5-0935151026C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0007039-6527-4129-9807-2A8A2293C43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DA0738DD-B615-470D-B9EF-F713109445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09D23DF2-019C-40C3-AE7F-23006345D19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02B00C9E-F7B7-417B-BCF2-3A643BF86D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1B67BF8-97B0-41F8-85BA-CACE32B00E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00832B4C-BDBC-4EFC-8B3A-0FAF620FB4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2AA0C8E3-E8A4-401B-A254-71F61948C3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4981F4C8-0E1B-412E-9675-2229631D1F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8F5E3834-763C-40F6-95E4-9D816BD453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65E17FDB-B62D-4716-92BE-12F27B01D1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27960988-67D8-43FE-81EC-7A3768242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79A04F03-84B0-4A4D-9993-FAFCBB6372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931D8999-D506-46C1-B4AD-4E31617D16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3B41325E-4132-4C8E-A197-03D9E5ADAA4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91AA9E78-DF47-41BE-95CC-9DE1212522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44B6F1D9-BC45-4C61-9762-5943554E2E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ED67EAA-BBE0-447F-AC00-ADA55ECBEE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3461FB4B-C5C4-4022-84F4-DDC43775E4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0885C599-04E0-406B-B94D-FBA70C8413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A2C14144-09F6-4383-A45C-1C9BBD1D4E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0CFB65F9-7750-49FD-876F-DF013D6CDE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28AFE526-13DB-4B0C-89DE-C9720A3DA0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1EFB85DF-48EB-424C-BDBB-0395941E2D6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58B22B34-4DA7-43BD-93D5-49CE79BB9D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3F99909A-C1E5-4070-BDD2-E2BDEFCFD75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69C6C4D6-6922-432C-85C2-167AEED762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76A08024-5DA8-4300-A447-9AFCB86097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7AA00460-4D55-478A-A85F-86026BBE0D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50D94B46-2B61-4BA8-95E7-F08BCFD61C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3A556C21-6C3B-434E-86A5-1FD42CFA2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E618EC32-36AA-4763-90D4-9E759823BB5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02779A2C-D909-4196-B504-2270D88BF5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41B9E9DE-C1C9-4380-B4A2-BB5E1DF060F1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C62A3D57-855F-4851-B50E-045FD7249489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D1EB169-A083-40D2-92B7-51EF744140DA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F2B7F2D-2F4A-43D3-BDF9-1EA2F71D6C5C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56F85FE2-A717-4062-A45D-EB4DCEA15BD5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25406CAB-50AF-43DB-8B20-335F71E8036E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A09D7E3-4410-4BA0-BBC5-3C388FC5E1E9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D8C8AB2A-4054-488F-8D5D-DC90A8E5F5B3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B1EEFC98-6F54-4AD6-B946-16C5578AB82B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4E5A4A99-B0AE-4FB2-A716-CB3D8D26DE7C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085C422C-D14F-486D-BCE9-C0B5B1A945EC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763F974E-C2D0-43A6-B83A-082DC9FD6E62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F578FD82-80ED-49C6-888A-3C81702E522B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FE210F71-96D6-4442-8BB6-93CC113FFA73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F16FFD70-C4B0-4625-A87D-BA400B2F106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290D4D65-0E84-4110-963D-5303C7450044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49051820-B362-4845-B3E3-81E92C50E36F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137E8C29-D701-49FE-9C42-61AF7F635E98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F5089257-494B-4E13-9467-C1D15BE7AB10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1D4F2478-0260-49BF-8034-AF0BA9DEEDC0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416CA83D-8589-42BD-BD0B-ED5D76CE9D6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49237A40-AB67-4348-B308-4F934D2E674F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BB2DC8EB-1845-4929-9CB4-09E60EB634A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F5576D4E-1298-4BDA-A1AF-27FB086E7247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48B85DC7-2C72-4F74-9C73-0F6124BDEB86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9D382CCC-DF2E-4AC3-BB3F-A5158FF57A77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49A58237-2FD2-411B-BF74-E7C6820127C1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3F56A118-13E5-461F-AC14-BB738A93E01B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D7D25135-7F13-4B22-A867-A9E161CE7D7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87D7C5F5-75F3-4D60-891E-77F93EBC4FCC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226DC589-5FBF-4210-9472-3376AA9A6FD2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F629B3B2-5672-445A-998F-6953185D31E1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4606C97E-EB89-4CA8-BE90-0EA61528B27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CB956F11-665D-4ED1-AA8D-D1BDEE9E765B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760FA18-B528-4751-B1CB-6F278E7F0678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9E3AC324-E347-4431-A1DC-2B77C4FBB8C6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287035D4-3899-4C95-A231-60D0D856E8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77BD11E4-0834-4957-A3E3-A513AECA7F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6D12AB2F-D723-481E-95AC-058651C709D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883BD9B0-6816-4CC5-83F6-0F4E8F3D7B9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2F7D1889-6F58-49D5-B446-67C2485CA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52E39D1C-76AD-455B-9051-93F0A6E6A3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EB0BD2AD-6C29-4278-AD7D-54B372E6BDC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22BAC365-94F9-4B95-BFAD-74A0C5DE51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C8B0B9E5-99DD-45AA-AD7A-A514440312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9440BDFF-71CA-448C-9590-E3AAA8F43E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24B47701-EB57-4595-9FD6-0F212EF3B9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5D00B7C0-69F8-4CA2-9C06-8B9AC5D260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83622DF0-3324-4322-A4AD-1B110E25765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FF893342-E41E-4930-9ACF-C9A8B478616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67981863-9D3B-4488-BF81-FD8F83380D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1318560C-61D1-474E-BC45-0F16803D9E7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F41DBBCA-93F7-493F-A4F0-C8ADCF6EF5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FF513C35-18C1-423C-8C43-410FA563E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55464AD-427C-4000-8D23-9BFB1EAF558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661BB24C-0BEE-4B92-A8C1-2E5B4E2E7C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D3791DDD-E660-4899-96EA-9638B081DC0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8E665BC1-015C-4566-8917-9259F6CB5A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18CF0354-1368-4338-91E9-CDD4BE3FB5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2A3FCBC6-20DA-4CDC-9107-7C3451071E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452F6E9A-1E02-4131-B2CA-AE43B337433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C5534EAF-CE36-40BB-B173-74B98882705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4B5137A4-3736-4EB8-B4AF-42480C402D5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BE8305D8-F43C-4A9B-8189-0AEF8D902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2EC12009-C7A4-4E21-BCAC-3756DF8E2C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AD135225-1AD1-4DB2-8341-F6EFC35139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3286F39-1DA9-484B-BD06-9CF2EF126D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146793B8-25DE-4F7C-83DD-122C671EFF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9A0F5661-5E87-4AFC-A16D-A70F9F169A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9AFC2B44-383D-4685-A52B-F9BE0C3903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7D9BCB4-AD56-4FB9-A4ED-4DF78F52AC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378A7AEA-510A-4D7C-9F32-A68AB42AE86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D3C77E3D-4A9C-4990-9D91-6467CB04573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9BD7226-AD2D-4D96-B851-89424A5108E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F00A0FA3-9373-4CEC-B206-8A057D4C81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8BA4DCE0-3FB1-456F-AEFB-F3DDD7CC124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536B137C-A5E5-49BF-9151-6906F9F50C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47466B4A-D14A-4255-83FE-6F8E413B21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7C8DFA68-C074-467C-85DA-8566D12D40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688E990-2A03-4102-9291-E30020799C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D5455D0D-6798-47FE-B577-7F9745225A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AB453911-B43F-4332-9B4C-3D23BA9A74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7C3CDDA9-6BDB-4282-A3B7-FE1F3F998E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054EC1F4-A953-44CE-B6F0-B0BC2BD144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8B6F40F6-75D6-49BD-BC63-E408533D05F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836991D-C5E3-45F4-A6A2-17FDAB0552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17871466-1AE0-458B-A7EE-9D7E7123BD0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E8B6BDF6-C384-44DC-975E-1E8189A728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F5AEE606-600B-44C6-8B4C-BEA43059D8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3D26F596-8952-40E0-80A0-C52E972837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AC7F3EB2-6197-47D6-8382-117C985F3D3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D9185303-2FB6-4F63-BC58-CFDFDCE729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FE0FC3ED-3063-45A4-93D4-4005847B80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6458B703-9E1D-4F93-BF20-BEB14CB6F6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EAFEA3C3-3021-47D0-B3AB-97B2E2DAC0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6C7A6BA9-D710-48F9-86A8-0688142FB7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44F0C923-ED22-4240-9F64-EE785B3F88A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08C4CF45-DA73-47D4-BE8F-6748F70AE4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B262BD-7D6A-4F55-9A65-CC0BB868A04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4AA79CE9-F9CA-4D55-B838-5E86F011EE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5E251BB3-C50C-44EF-B377-21F7D02DC48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F2900127-47BB-42FA-974A-CB7EACEBCC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A674A20C-0D2F-4175-ADD2-95B0DF1E6F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C07ED7A8-D08E-4CE7-B79A-B022876BF5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ECDAF84B-35C8-4E35-909C-C90B080B975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C2E93F4F-0506-49A6-8D4D-B0A4C86D614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3C674509-06A3-4287-8CB2-C1DCC1F076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E18FDDFF-8251-4568-A451-9925DCFD5A7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80A060AD-AFB1-4C96-B248-27DFA15930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DBF8028F-7B58-499A-8D52-9085C812D1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A3404B-7B40-4B46-BC1A-CE1845632C4C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C6A88F02-790F-4E4B-90C1-6300FBC2824F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DDE4A3D4-9DDC-4B54-BE8D-D275F16EB423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E8B51037-4498-4534-A649-5DCA20988F5F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41155292-240A-4423-82BD-518EA6912778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157AF070-21FA-4698-BC5F-E0DA771E25F3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C49BC35-699C-4447-9D52-6E4839B8D3D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8510CB2-0119-47E8-A3D6-7221AD4149C5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81CFD732-BBAC-4826-8805-62BFEDEE504C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D0CA4ED6-52DA-479D-A30B-D1EA4B44BBD5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169F3746-08C2-4C0C-B430-8F46D392D7A0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8637D72B-51F9-4903-9DB1-9CF26F544965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B83A6473-FFE3-479B-9A90-40A1DA47EFC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E7A6F370-CC2B-4029-A5C2-FB75E442C26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D2C531FC-0DA4-4CB1-920E-D1EFB6475258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5E2348C6-972B-4086-813F-00C0CE2CFB52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F5B53D03-1A4A-41E4-A3CB-5177B3C5BF24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A9A82E32-D961-44F4-8633-913CDB442A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CEC518CD-DD48-49F6-B14F-3FDCDE7871B5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F8172B17-793B-4CEC-89B6-FC71F1CB3A3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B91F8CBA-8762-4479-A2B6-1604D055F202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972A3E3C-D1BD-40C7-8842-DAC3F3EC687D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CB2726C5-5DB6-464A-87FF-5F55CBBB0BC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CBFCFEA7-D36C-417F-8564-2EB2DAD7C12F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26B63A43-63EF-4BED-AD43-6877C6F9549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E0B07394-7749-4288-A729-A5ED624D31D6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D2E2E43C-0E28-456D-9C90-94205F6BA7EE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48B02B10-4CEA-4F60-B43E-99EEE822DABC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2A6B2F07-97BC-4DC2-971B-311B4EBF8D21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4254ACF9-FEC8-4820-A4B6-0B7F6A1E04E0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F27E1781-B679-47E8-AB9B-6E3AF786FE9B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97DDFEF9-73EE-402D-8FF5-E74B79CC2C8D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9B03CE2D-4D71-4AF1-973D-793A4B4508C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D6546997-8F3A-4BB7-902E-016101F4906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7956831E-8CCB-48A9-901F-C4B2B5278C5C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E68F131C-D32A-4C94-89AF-9B667A6B6F19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ADF8C2D9-C875-44CC-A950-BFA875AFCE94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71665D63-5C45-4D77-BDE0-FBAE2EDB9A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27B8CA24-A0E7-4FB7-B20D-5BAC152C66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730D95F-D170-4396-B850-535C0E1686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E563D965-1E59-4B78-92D0-CF456FF449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C780F7C4-C75A-49AA-9CBE-619457C2DE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04DD175A-4643-41DA-B8AA-24C19BACFD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72AFD5D-ADBB-41F0-9E20-233B7D5AF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10519DFF-4932-4A71-A0B1-D1B0A2E656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A3D9C438-30DB-4DAE-A372-598D7922D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45120A89-4074-4A46-87D4-718D999AB3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D309458F-08C2-4AFA-8F1D-2301630ADB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52BF0DBA-BDC2-40A9-9658-FFA9F2C55C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94B33496-3DAE-42E5-9AB9-38382182AC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15875C24-D8D4-4B7B-B96A-4A728AE985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C16BBBD-7DAD-48E6-806E-71E6B86EC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B91A710B-6C40-44B2-9E0B-4CA1EA6CEF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6FB2E9F5-B3F3-4A41-905D-B13FB44A03A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BA06100E-F6EE-4B15-A2DB-A2229DD11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00EE2A59-1E9C-42B1-A13F-7122DAE57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1C85381-0CEE-46BB-82BA-D65CF24A30D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1B52B199-5244-499D-B28A-727F26ADBC4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0E4AA8C6-36F2-44E2-9B09-81F0A902D5B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553436DB-8E9F-49FD-81BF-430A17A7A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7FC98C63-2E8A-4C22-8858-B5FF8675D3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9B4234D4-8937-4C40-A92F-5F7F5C11AA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09CECDF2-15F3-4D88-8D82-70E48EFC258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52C1A4AC-E30D-41D6-BCF6-90688220DF0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66B8FB58-2138-48FE-9243-0C74B153CE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7C32A81A-8AF6-4C55-93B2-018773CEEB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68D78D01-CDAC-4F6A-8368-7771EF8709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0610FF20-2F6A-4559-8923-2443F7CF772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26E79FCB-7AFB-4B97-A26A-94587E6902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37BA9D69-C811-4A10-97D0-99DC6985FC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F5D23990-51BE-4AF3-A607-A80B3B4E2F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12908248-3D70-4A96-9C04-804494C3ACD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EDB5C36-4205-4A46-A8DF-489E3BB8E6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481B85E-21D8-4CE7-AACB-A5B6F35FDF4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8C5DC9D3-B87C-4F99-8D59-E1986A02C8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208E77D8-10DA-4D7A-BF0B-838AFE2FA8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7BBF51AC-0D3C-4B05-B017-6A97AB2C89A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AB4F4103-3938-4AC6-B00F-8706D28000A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F9F07F12-4138-4EA0-A8FA-CD5BC45B48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1F2AAC95-0344-48B1-ADB9-0447C3F52C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FE0E4253-E3C0-4741-918F-FD1159E4E1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896877F0-3A6E-49F0-975B-350DA811A26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32B1799C-9BAD-48DB-965E-1B79110163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0F001C2A-D531-4504-9350-F1E3A4C2B6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52BDC4B9-FAD9-4A14-955C-11B56C3930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1D3BEF52-92FC-42AF-B771-9B772BDC55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66F1B31E-328A-4DBB-AAB5-7131F7884C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6936831F-CC0E-4745-B50F-CAF9763B25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F6A89A47-C12F-479E-A62B-8E42BEA851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BFDCD9A2-D14C-4332-A6B3-EBA95E1B16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180B9153-2034-4480-80D5-8D2CF4C03D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6F425D1E-E172-42E8-A46D-B366CA183B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6C110C2C-4A13-4144-9D47-1E964F458B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7196255-99E9-4682-8B6B-947323BCD6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7920B97E-1B00-482C-BAD8-F4DE6DF0E2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EB77D5D-E3BE-4A3C-A98C-E4D25676F33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1B153442-BFB0-4C33-8943-5F0A0DF313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171236E3-BC98-4FCF-B82B-BA4ABC9640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FCE8C35E-0F52-4F6C-8DD1-B4184D672B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009616FB-8F26-4D65-A440-370863473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BF236AF9-8CF3-456F-84C3-9E75A7953F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A2E3156-5CA9-4232-82B4-33660B80FF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C59F6440-1412-4F94-A19B-076C66A303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190E3DC2-8715-4C11-9BEE-9529552A3D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990CAADF-B22D-43F1-B4D6-BEDB0C3EBB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778E2DC0-C47D-4C63-B417-2CF3D0A14EE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58AA19B3-FB54-43D7-A266-636536C965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D20B78E8-DB8D-4A77-AC0A-884EA14A8A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A2983286-47CE-4C5B-B067-B3537A76BF8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0AF7E56E-1EFF-4AB2-B623-B5879B7B627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06B24E13-8FBC-4241-8C0F-A68793162A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242DD8E3-1997-4E6E-B294-096E75BAC120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D16A4F1E-77BB-47C2-B58A-78D671A01A51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50016E5F-A86F-459E-9357-14A208D1ED90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AEB4D3C0-50AD-4064-93C9-5D374925D70C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A928FDE9-95E5-4FE0-9906-39355EE4F3F8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F2230B2-C42A-4BAC-98B2-EF3955AFB77A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AEEFCAB5-0772-41A4-A962-6048894D70DE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AAFACDCB-4215-4C90-A622-0D8FCFAD80B9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0269C8D0-D216-4A96-8600-6337D3D30588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BD8ECDE6-078C-45C5-AAF6-2E718FDD420C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D8D256FA-9195-478E-B4B5-CFC4B1DF3422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3E5CD7E-ED11-4F22-A1ED-5A805C415BC3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536A3387-7CF4-48C6-B1E8-261AB888FE5E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1ADD04B1-B66B-4DF9-812B-2993C83719C2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D4997E8-A6EC-4515-9417-1580C423E769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85FC486F-46F4-497D-90C9-4AE42ED7F4A0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8D49C1EC-2523-44F9-9544-569AC97AD5C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DB3B31D1-B4AD-490B-AEFB-C71A931AD276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0A24B93E-C376-4890-98FF-DEE5A636A0EB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EC3BF58-522B-4C14-AA85-3144F5E80A08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79526510-6E68-463D-AFAA-CDE22C1E8C75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F2AFB2C4-4A21-4FF0-93AA-2B548F5DB420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211A23D3-C999-487D-A325-5BFC00740CD6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473E0AB2-0DB2-4E0D-ADA4-905D4880BA53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95F725CD-5800-4C53-8A2D-5B9D8FC25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8562AE35-DA86-4989-A109-8D3C88645872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3FD5A7AA-0739-430B-B35C-A3D964565B8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436B0CA3-9F31-4307-A251-167CA99AD11E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87B3E27A-A049-4EA9-9F1A-179A15C3E4A6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AEE6544D-2762-4290-ACD0-1F6C81ADB3BC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0330514A-D8E9-4BFB-8BB8-F7B73A167BAC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C4A25711-1404-4447-BB8A-552194EF45FC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11F806B6-AFA0-48E0-A33B-9EC459691847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F6577456-BB07-4A7C-A8BB-E53E2D6FFA7A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C8A02075-C190-44C5-B0BF-4167B1BB4655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43DB79F-A25D-4C7F-BAFC-2F4D69FCFBEE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E6EC334F-9275-41B4-949C-BF7035675D3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67FFB96C-43FB-43C4-8239-235B56B34F4F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9D9CBCF9-D028-4A3E-A264-76BEC41279BA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F7CD006F-CD74-4FBD-BE19-41C0D827C903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9BJJ · A1AP0 (E:1001)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907038FC-C3BF-47E0-AC04-1A11573BB3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8EEB2B72-B877-45B4-9973-3A06145FA78B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bjj_16_official_Receptor">
            <a:extLst>
              <a:ext uri="{FF2B5EF4-FFF2-40B4-BE49-F238E27FC236}">
                <a16:creationId xmlns:a16="http://schemas.microsoft.com/office/drawing/2014/main" id="{33A3CE2C-FCAB-4C10-991E-92955D04C63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997" name="9bjj_16_official_ExperimentalDensity">
            <a:extLst>
              <a:ext uri="{FF2B5EF4-FFF2-40B4-BE49-F238E27FC236}">
                <a16:creationId xmlns:a16="http://schemas.microsoft.com/office/drawing/2014/main" id="{5ED09DED-00B5-4D24-9F93-75023DD646C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bjj_16_official_ReferenceLigand_0">
            <a:extLst>
              <a:ext uri="{FF2B5EF4-FFF2-40B4-BE49-F238E27FC236}">
                <a16:creationId xmlns:a16="http://schemas.microsoft.com/office/drawing/2014/main" id="{7DC9EB43-3991-4873-B330-69E8B7E17B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bjj_16_official_ReferenceLigand_1">
            <a:extLst>
              <a:ext uri="{FF2B5EF4-FFF2-40B4-BE49-F238E27FC236}">
                <a16:creationId xmlns:a16="http://schemas.microsoft.com/office/drawing/2014/main" id="{8F63BB67-AAAB-45F5-B1C4-38F66B3AB9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bjj_16_official_ReferenceLigand_2">
            <a:extLst>
              <a:ext uri="{FF2B5EF4-FFF2-40B4-BE49-F238E27FC236}">
                <a16:creationId xmlns:a16="http://schemas.microsoft.com/office/drawing/2014/main" id="{EB55A14E-A39C-47BD-8C0D-F9B84106E6B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bjj_16_official_ReferenceLigand_3">
            <a:extLst>
              <a:ext uri="{FF2B5EF4-FFF2-40B4-BE49-F238E27FC236}">
                <a16:creationId xmlns:a16="http://schemas.microsoft.com/office/drawing/2014/main" id="{D39E6093-451C-4B3A-9BA6-7CB596A737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bjj_16_official_ReferenceLigand_4">
            <a:extLst>
              <a:ext uri="{FF2B5EF4-FFF2-40B4-BE49-F238E27FC236}">
                <a16:creationId xmlns:a16="http://schemas.microsoft.com/office/drawing/2014/main" id="{890B053F-C8A5-4070-A5A4-8F53C8FF41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bjj_16_official_ReferenceLigand_5">
            <a:extLst>
              <a:ext uri="{FF2B5EF4-FFF2-40B4-BE49-F238E27FC236}">
                <a16:creationId xmlns:a16="http://schemas.microsoft.com/office/drawing/2014/main" id="{CD15457E-65ED-4FCB-AA82-D4482FC9802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bjj_16_official_ReferenceLigand_6">
            <a:extLst>
              <a:ext uri="{FF2B5EF4-FFF2-40B4-BE49-F238E27FC236}">
                <a16:creationId xmlns:a16="http://schemas.microsoft.com/office/drawing/2014/main" id="{0E56DFB4-A2C1-4E2A-BF75-3C21B87F698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bjj_16_official_ReferenceLigand_7">
            <a:extLst>
              <a:ext uri="{FF2B5EF4-FFF2-40B4-BE49-F238E27FC236}">
                <a16:creationId xmlns:a16="http://schemas.microsoft.com/office/drawing/2014/main" id="{A2B1DD93-C070-449D-88D5-1526E1DDFF4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bjj_16_official_ReferenceLigand_8">
            <a:extLst>
              <a:ext uri="{FF2B5EF4-FFF2-40B4-BE49-F238E27FC236}">
                <a16:creationId xmlns:a16="http://schemas.microsoft.com/office/drawing/2014/main" id="{03DA4412-7A78-4C4C-9911-F24C6B13907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bjj_16_official_ReferenceLigand_9">
            <a:extLst>
              <a:ext uri="{FF2B5EF4-FFF2-40B4-BE49-F238E27FC236}">
                <a16:creationId xmlns:a16="http://schemas.microsoft.com/office/drawing/2014/main" id="{83F31E1E-A6EB-468A-B679-F60A25EDE93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bjj_16_official_ReferenceLigand_10">
            <a:extLst>
              <a:ext uri="{FF2B5EF4-FFF2-40B4-BE49-F238E27FC236}">
                <a16:creationId xmlns:a16="http://schemas.microsoft.com/office/drawing/2014/main" id="{32AD22E9-A400-47E9-A1BB-A05A227D868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bjj_16_official_ReferenceLigand_11">
            <a:extLst>
              <a:ext uri="{FF2B5EF4-FFF2-40B4-BE49-F238E27FC236}">
                <a16:creationId xmlns:a16="http://schemas.microsoft.com/office/drawing/2014/main" id="{06E956AE-6120-4F2F-8B68-6A0B32E2A2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bjj_16_official_ReferenceLigand_12">
            <a:extLst>
              <a:ext uri="{FF2B5EF4-FFF2-40B4-BE49-F238E27FC236}">
                <a16:creationId xmlns:a16="http://schemas.microsoft.com/office/drawing/2014/main" id="{5D81FBF0-2FEC-4A17-BC97-A2B099647D7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bjj_16_official_ReferenceLigand_13">
            <a:extLst>
              <a:ext uri="{FF2B5EF4-FFF2-40B4-BE49-F238E27FC236}">
                <a16:creationId xmlns:a16="http://schemas.microsoft.com/office/drawing/2014/main" id="{189C03FA-FD4D-42AF-8B05-7FCBD8B9A2A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bjj_16_official_ReferenceLigand_14">
            <a:extLst>
              <a:ext uri="{FF2B5EF4-FFF2-40B4-BE49-F238E27FC236}">
                <a16:creationId xmlns:a16="http://schemas.microsoft.com/office/drawing/2014/main" id="{241CB190-C0D5-4CC9-94F1-3355A5EE21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bjj_16_official_ReferenceLigand_15">
            <a:extLst>
              <a:ext uri="{FF2B5EF4-FFF2-40B4-BE49-F238E27FC236}">
                <a16:creationId xmlns:a16="http://schemas.microsoft.com/office/drawing/2014/main" id="{3A63502E-2AD8-44EC-9350-6FED2CB5B3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bjj_16_official_ReferenceLigand_16">
            <a:extLst>
              <a:ext uri="{FF2B5EF4-FFF2-40B4-BE49-F238E27FC236}">
                <a16:creationId xmlns:a16="http://schemas.microsoft.com/office/drawing/2014/main" id="{1A607914-E9D9-4284-9124-D3691F6559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bjj_16_official_ReferenceLigand_17">
            <a:extLst>
              <a:ext uri="{FF2B5EF4-FFF2-40B4-BE49-F238E27FC236}">
                <a16:creationId xmlns:a16="http://schemas.microsoft.com/office/drawing/2014/main" id="{C3CAC688-5402-411B-BB8F-385D099F5F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bjj_16_official_ReferenceLigand_18">
            <a:extLst>
              <a:ext uri="{FF2B5EF4-FFF2-40B4-BE49-F238E27FC236}">
                <a16:creationId xmlns:a16="http://schemas.microsoft.com/office/drawing/2014/main" id="{6D974881-5D00-4A72-9A37-A8FB797F58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bjj_16_official_ReferenceLigand_19">
            <a:extLst>
              <a:ext uri="{FF2B5EF4-FFF2-40B4-BE49-F238E27FC236}">
                <a16:creationId xmlns:a16="http://schemas.microsoft.com/office/drawing/2014/main" id="{9E4A60C2-7175-46CD-834C-870281ED342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bjj_16_official_ReferenceLigand_20">
            <a:extLst>
              <a:ext uri="{FF2B5EF4-FFF2-40B4-BE49-F238E27FC236}">
                <a16:creationId xmlns:a16="http://schemas.microsoft.com/office/drawing/2014/main" id="{38BBFB63-6B7B-4F55-A058-1B7FDC86CDB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bjj_16_official_ReferenceLigand_21">
            <a:extLst>
              <a:ext uri="{FF2B5EF4-FFF2-40B4-BE49-F238E27FC236}">
                <a16:creationId xmlns:a16="http://schemas.microsoft.com/office/drawing/2014/main" id="{F2641350-B711-4038-B3FB-E78365053CB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bjj_16_official_ReferenceLigand_22">
            <a:extLst>
              <a:ext uri="{FF2B5EF4-FFF2-40B4-BE49-F238E27FC236}">
                <a16:creationId xmlns:a16="http://schemas.microsoft.com/office/drawing/2014/main" id="{61D24840-E514-4F3E-A276-1C19579D472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bjj_16_official_ReferenceLigand_23">
            <a:extLst>
              <a:ext uri="{FF2B5EF4-FFF2-40B4-BE49-F238E27FC236}">
                <a16:creationId xmlns:a16="http://schemas.microsoft.com/office/drawing/2014/main" id="{39F13E9F-6B86-4CD4-93EA-430320C938E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bjj_16_official_ReferenceLigand_24">
            <a:extLst>
              <a:ext uri="{FF2B5EF4-FFF2-40B4-BE49-F238E27FC236}">
                <a16:creationId xmlns:a16="http://schemas.microsoft.com/office/drawing/2014/main" id="{5299BBB1-443D-4E73-9551-C79FE10F3BF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bjj_16_official_ReferenceLigand_25">
            <a:extLst>
              <a:ext uri="{FF2B5EF4-FFF2-40B4-BE49-F238E27FC236}">
                <a16:creationId xmlns:a16="http://schemas.microsoft.com/office/drawing/2014/main" id="{E6A807B1-C1BE-4D2B-A3D5-F9664DDE6C0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bjj_16_official_ReferenceLigand_26">
            <a:extLst>
              <a:ext uri="{FF2B5EF4-FFF2-40B4-BE49-F238E27FC236}">
                <a16:creationId xmlns:a16="http://schemas.microsoft.com/office/drawing/2014/main" id="{CA10C366-A709-403F-86D9-FC155699FC5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bjj_16_official_ReferenceLigand_27">
            <a:extLst>
              <a:ext uri="{FF2B5EF4-FFF2-40B4-BE49-F238E27FC236}">
                <a16:creationId xmlns:a16="http://schemas.microsoft.com/office/drawing/2014/main" id="{23C5788C-B5F2-4579-92F4-36FF6EE24E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bjj_16_official_ReferenceLigand_28">
            <a:extLst>
              <a:ext uri="{FF2B5EF4-FFF2-40B4-BE49-F238E27FC236}">
                <a16:creationId xmlns:a16="http://schemas.microsoft.com/office/drawing/2014/main" id="{EB6B29A6-AB63-4F7C-9FB6-08CAC48DE2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bjj_16_official_ReferenceLigand_29">
            <a:extLst>
              <a:ext uri="{FF2B5EF4-FFF2-40B4-BE49-F238E27FC236}">
                <a16:creationId xmlns:a16="http://schemas.microsoft.com/office/drawing/2014/main" id="{BC106123-D2D1-4B8B-A36C-0AA719CFB2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bjj_16_official_ReferenceLigand_30">
            <a:extLst>
              <a:ext uri="{FF2B5EF4-FFF2-40B4-BE49-F238E27FC236}">
                <a16:creationId xmlns:a16="http://schemas.microsoft.com/office/drawing/2014/main" id="{20F57D31-703C-4FD0-9010-5328C3411E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bjj_16_official_PredictedLigand_0">
            <a:extLst>
              <a:ext uri="{FF2B5EF4-FFF2-40B4-BE49-F238E27FC236}">
                <a16:creationId xmlns:a16="http://schemas.microsoft.com/office/drawing/2014/main" id="{68AEC167-3747-4BB9-97B3-E42F0D49424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0" name="9bjj_16_official_PredictedLigand_1">
            <a:extLst>
              <a:ext uri="{FF2B5EF4-FFF2-40B4-BE49-F238E27FC236}">
                <a16:creationId xmlns:a16="http://schemas.microsoft.com/office/drawing/2014/main" id="{3AC2F3A5-F520-4D20-AE96-4934AE3EC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1" name="9bjj_16_official_PredictedLigand_2">
            <a:extLst>
              <a:ext uri="{FF2B5EF4-FFF2-40B4-BE49-F238E27FC236}">
                <a16:creationId xmlns:a16="http://schemas.microsoft.com/office/drawing/2014/main" id="{4E21A37E-9730-48A1-A3F1-AE60F425B6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2" name="9bjj_16_official_PredictedLigand_3">
            <a:extLst>
              <a:ext uri="{FF2B5EF4-FFF2-40B4-BE49-F238E27FC236}">
                <a16:creationId xmlns:a16="http://schemas.microsoft.com/office/drawing/2014/main" id="{E1BFE7A5-4491-48F3-B270-50FA99FB177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3" name="9bjj_16_official_PredictedLigand_4">
            <a:extLst>
              <a:ext uri="{FF2B5EF4-FFF2-40B4-BE49-F238E27FC236}">
                <a16:creationId xmlns:a16="http://schemas.microsoft.com/office/drawing/2014/main" id="{159E3BB0-C46D-4ED8-8A58-B3C42977D31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4" name="9bjj_16_official_PredictedLigand_5">
            <a:extLst>
              <a:ext uri="{FF2B5EF4-FFF2-40B4-BE49-F238E27FC236}">
                <a16:creationId xmlns:a16="http://schemas.microsoft.com/office/drawing/2014/main" id="{F6677BD5-B478-4B15-ABE1-61D34C124D2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5" name="9bjj_16_official_PredictedLigand_6">
            <a:extLst>
              <a:ext uri="{FF2B5EF4-FFF2-40B4-BE49-F238E27FC236}">
                <a16:creationId xmlns:a16="http://schemas.microsoft.com/office/drawing/2014/main" id="{E6599265-684B-434F-9497-D8A77AED1E0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6" name="9bjj_16_official_PredictedLigand_7">
            <a:extLst>
              <a:ext uri="{FF2B5EF4-FFF2-40B4-BE49-F238E27FC236}">
                <a16:creationId xmlns:a16="http://schemas.microsoft.com/office/drawing/2014/main" id="{DA6B5A39-5B98-4AB4-BA63-93D1E0DAF8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bjj_16_official_PredictedLigand_8">
            <a:extLst>
              <a:ext uri="{FF2B5EF4-FFF2-40B4-BE49-F238E27FC236}">
                <a16:creationId xmlns:a16="http://schemas.microsoft.com/office/drawing/2014/main" id="{63E66EC6-882A-4863-95A7-C85FAB7159B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bjj_16_official_PredictedLigand_9">
            <a:extLst>
              <a:ext uri="{FF2B5EF4-FFF2-40B4-BE49-F238E27FC236}">
                <a16:creationId xmlns:a16="http://schemas.microsoft.com/office/drawing/2014/main" id="{5DDE22A8-BB0F-4ED4-B420-5A2D0F7EB4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bjj_16_official_PredictedLigand_10">
            <a:extLst>
              <a:ext uri="{FF2B5EF4-FFF2-40B4-BE49-F238E27FC236}">
                <a16:creationId xmlns:a16="http://schemas.microsoft.com/office/drawing/2014/main" id="{76AA8344-02F2-425D-9CEF-0879700457F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bjj_16_official_PredictedLigand_11">
            <a:extLst>
              <a:ext uri="{FF2B5EF4-FFF2-40B4-BE49-F238E27FC236}">
                <a16:creationId xmlns:a16="http://schemas.microsoft.com/office/drawing/2014/main" id="{0BE8DA25-3810-4642-B50A-4C2A90828D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bjj_16_official_PredictedLigand_12">
            <a:extLst>
              <a:ext uri="{FF2B5EF4-FFF2-40B4-BE49-F238E27FC236}">
                <a16:creationId xmlns:a16="http://schemas.microsoft.com/office/drawing/2014/main" id="{817C5505-8668-407A-B4CD-49CCF31D3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bjj_16_official_PredictedLigand_13">
            <a:extLst>
              <a:ext uri="{FF2B5EF4-FFF2-40B4-BE49-F238E27FC236}">
                <a16:creationId xmlns:a16="http://schemas.microsoft.com/office/drawing/2014/main" id="{38722C1C-DD96-4492-B2D5-E24088F8917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bjj_16_official_PredictedLigand_14">
            <a:extLst>
              <a:ext uri="{FF2B5EF4-FFF2-40B4-BE49-F238E27FC236}">
                <a16:creationId xmlns:a16="http://schemas.microsoft.com/office/drawing/2014/main" id="{AC55BE1C-1708-4D31-8673-2BF7EDE7E09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bjj_16_official_PredictedLigand_15">
            <a:extLst>
              <a:ext uri="{FF2B5EF4-FFF2-40B4-BE49-F238E27FC236}">
                <a16:creationId xmlns:a16="http://schemas.microsoft.com/office/drawing/2014/main" id="{58068D56-E332-4992-943D-39F5C8442FA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bjj_16_official_PredictedLigand_16">
            <a:extLst>
              <a:ext uri="{FF2B5EF4-FFF2-40B4-BE49-F238E27FC236}">
                <a16:creationId xmlns:a16="http://schemas.microsoft.com/office/drawing/2014/main" id="{F81C3FCC-2DA5-49A1-9282-01EABC6600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bjj_16_official_PredictedLigand_17">
            <a:extLst>
              <a:ext uri="{FF2B5EF4-FFF2-40B4-BE49-F238E27FC236}">
                <a16:creationId xmlns:a16="http://schemas.microsoft.com/office/drawing/2014/main" id="{6F86543B-1747-491C-8957-FE69A91A1CA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bjj_16_official_PredictedLigand_18">
            <a:extLst>
              <a:ext uri="{FF2B5EF4-FFF2-40B4-BE49-F238E27FC236}">
                <a16:creationId xmlns:a16="http://schemas.microsoft.com/office/drawing/2014/main" id="{611CA26D-80DF-4094-AA56-8EECAB02F1C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bjj_16_official_PredictedLigand_19">
            <a:extLst>
              <a:ext uri="{FF2B5EF4-FFF2-40B4-BE49-F238E27FC236}">
                <a16:creationId xmlns:a16="http://schemas.microsoft.com/office/drawing/2014/main" id="{BC44A018-B377-4029-A40D-CCDDBDC1962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bjj_16_official_PredictedLigand_20">
            <a:extLst>
              <a:ext uri="{FF2B5EF4-FFF2-40B4-BE49-F238E27FC236}">
                <a16:creationId xmlns:a16="http://schemas.microsoft.com/office/drawing/2014/main" id="{EF3F35C3-C3A4-40AE-90B4-4CB9506A17C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bjj_16_official_PredictedLigand_21">
            <a:extLst>
              <a:ext uri="{FF2B5EF4-FFF2-40B4-BE49-F238E27FC236}">
                <a16:creationId xmlns:a16="http://schemas.microsoft.com/office/drawing/2014/main" id="{E7B855D7-985B-4103-9E78-8595FDBB1E8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bjj_16_official_PredictedLigand_22">
            <a:extLst>
              <a:ext uri="{FF2B5EF4-FFF2-40B4-BE49-F238E27FC236}">
                <a16:creationId xmlns:a16="http://schemas.microsoft.com/office/drawing/2014/main" id="{C29F14CE-839E-4AA0-8BB2-CF6766D94F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bjj_16_official_PredictedLigand_23">
            <a:extLst>
              <a:ext uri="{FF2B5EF4-FFF2-40B4-BE49-F238E27FC236}">
                <a16:creationId xmlns:a16="http://schemas.microsoft.com/office/drawing/2014/main" id="{74B0EB6B-04EC-4F29-B0A8-56DB9EABFF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bjj_16_official_PredictedLigand_24">
            <a:extLst>
              <a:ext uri="{FF2B5EF4-FFF2-40B4-BE49-F238E27FC236}">
                <a16:creationId xmlns:a16="http://schemas.microsoft.com/office/drawing/2014/main" id="{075FBBCC-8E8E-4DCF-A996-F017E84A8BD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bjj_16_official_PredictedLigand_25">
            <a:extLst>
              <a:ext uri="{FF2B5EF4-FFF2-40B4-BE49-F238E27FC236}">
                <a16:creationId xmlns:a16="http://schemas.microsoft.com/office/drawing/2014/main" id="{3CB669E4-43DA-43F8-A851-1FDE190D98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bjj_16_official_PredictedLigand_26">
            <a:extLst>
              <a:ext uri="{FF2B5EF4-FFF2-40B4-BE49-F238E27FC236}">
                <a16:creationId xmlns:a16="http://schemas.microsoft.com/office/drawing/2014/main" id="{76B38854-3D22-419D-B3B2-4D69781EA6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bjj_16_official_PredictedLigand_27">
            <a:extLst>
              <a:ext uri="{FF2B5EF4-FFF2-40B4-BE49-F238E27FC236}">
                <a16:creationId xmlns:a16="http://schemas.microsoft.com/office/drawing/2014/main" id="{ED4CE887-EE9F-4635-9C49-0D73A0E131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bjj_16_official_PredictedLigand_28">
            <a:extLst>
              <a:ext uri="{FF2B5EF4-FFF2-40B4-BE49-F238E27FC236}">
                <a16:creationId xmlns:a16="http://schemas.microsoft.com/office/drawing/2014/main" id="{A07AC40D-AC78-44B8-ADC3-DBB29470B27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bjj_16_official_PredictedLigand_29">
            <a:extLst>
              <a:ext uri="{FF2B5EF4-FFF2-40B4-BE49-F238E27FC236}">
                <a16:creationId xmlns:a16="http://schemas.microsoft.com/office/drawing/2014/main" id="{69169157-A976-4E6F-8C0F-D1A66AE4009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bjj_16_official_PredictedLigand_30">
            <a:extLst>
              <a:ext uri="{FF2B5EF4-FFF2-40B4-BE49-F238E27FC236}">
                <a16:creationId xmlns:a16="http://schemas.microsoft.com/office/drawing/2014/main" id="{C38E558D-3A47-41C4-B9AF-E2FED721542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bjj_16_official_PredictedAtoms_0">
            <a:extLst>
              <a:ext uri="{FF2B5EF4-FFF2-40B4-BE49-F238E27FC236}">
                <a16:creationId xmlns:a16="http://schemas.microsoft.com/office/drawing/2014/main" id="{17D0A119-3563-4B3F-99D4-E7EF0CBF974F}"/>
              </a:ext>
            </a:extLst>
          </p:cNvPr>
          <p:cNvSpPr>
            <a:spLocks noGrp="1"/>
          </p:cNvSpPr>
          <p:nvPr/>
        </p:nvSpPr>
        <p:spPr>
          <a:xfrm>
            <a:off x="807621" y="66181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1" name="9bjj_16_official_PredictedAtoms_1">
            <a:extLst>
              <a:ext uri="{FF2B5EF4-FFF2-40B4-BE49-F238E27FC236}">
                <a16:creationId xmlns:a16="http://schemas.microsoft.com/office/drawing/2014/main" id="{2A0E1432-644B-4688-BC0A-B5AACE8FD6FC}"/>
              </a:ext>
            </a:extLst>
          </p:cNvPr>
          <p:cNvSpPr>
            <a:spLocks noGrp="1"/>
          </p:cNvSpPr>
          <p:nvPr/>
        </p:nvSpPr>
        <p:spPr>
          <a:xfrm>
            <a:off x="897297" y="65360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2" name="9bjj_16_official_PredictedAtoms_2">
            <a:extLst>
              <a:ext uri="{FF2B5EF4-FFF2-40B4-BE49-F238E27FC236}">
                <a16:creationId xmlns:a16="http://schemas.microsoft.com/office/drawing/2014/main" id="{5A299EDD-861E-41F0-ADB7-2A47565939F8}"/>
              </a:ext>
            </a:extLst>
          </p:cNvPr>
          <p:cNvSpPr>
            <a:spLocks noGrp="1"/>
          </p:cNvSpPr>
          <p:nvPr/>
        </p:nvSpPr>
        <p:spPr>
          <a:xfrm>
            <a:off x="1059724" y="6569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3" name="9bjj_16_official_PredictedAtoms_3">
            <a:extLst>
              <a:ext uri="{FF2B5EF4-FFF2-40B4-BE49-F238E27FC236}">
                <a16:creationId xmlns:a16="http://schemas.microsoft.com/office/drawing/2014/main" id="{E312CAFA-77FB-4340-929C-DDD953A34EA2}"/>
              </a:ext>
            </a:extLst>
          </p:cNvPr>
          <p:cNvSpPr>
            <a:spLocks noGrp="1"/>
          </p:cNvSpPr>
          <p:nvPr/>
        </p:nvSpPr>
        <p:spPr>
          <a:xfrm>
            <a:off x="1078694" y="66766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4" name="9bjj_16_official_PredictedAtoms_4">
            <a:extLst>
              <a:ext uri="{FF2B5EF4-FFF2-40B4-BE49-F238E27FC236}">
                <a16:creationId xmlns:a16="http://schemas.microsoft.com/office/drawing/2014/main" id="{FA5CB945-7C60-4BD8-B1B8-819E35FEC63F}"/>
              </a:ext>
            </a:extLst>
          </p:cNvPr>
          <p:cNvSpPr>
            <a:spLocks noGrp="1"/>
          </p:cNvSpPr>
          <p:nvPr/>
        </p:nvSpPr>
        <p:spPr>
          <a:xfrm>
            <a:off x="1232995" y="6740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5" name="9bjj_16_official_PredictedAtoms_5">
            <a:extLst>
              <a:ext uri="{FF2B5EF4-FFF2-40B4-BE49-F238E27FC236}">
                <a16:creationId xmlns:a16="http://schemas.microsoft.com/office/drawing/2014/main" id="{40266393-684C-4F34-9153-46C79DA3B8AB}"/>
              </a:ext>
            </a:extLst>
          </p:cNvPr>
          <p:cNvSpPr>
            <a:spLocks noGrp="1"/>
          </p:cNvSpPr>
          <p:nvPr/>
        </p:nvSpPr>
        <p:spPr>
          <a:xfrm>
            <a:off x="1235005" y="68301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6" name="9bjj_16_official_PredictedAtoms_6">
            <a:extLst>
              <a:ext uri="{FF2B5EF4-FFF2-40B4-BE49-F238E27FC236}">
                <a16:creationId xmlns:a16="http://schemas.microsoft.com/office/drawing/2014/main" id="{91746164-1DEC-4B49-A299-3BCF4F16BE06}"/>
              </a:ext>
            </a:extLst>
          </p:cNvPr>
          <p:cNvSpPr>
            <a:spLocks noGrp="1"/>
          </p:cNvSpPr>
          <p:nvPr/>
        </p:nvSpPr>
        <p:spPr>
          <a:xfrm>
            <a:off x="1377949" y="670670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67" name="9bjj_16_official_PredictedAtoms_7">
            <a:extLst>
              <a:ext uri="{FF2B5EF4-FFF2-40B4-BE49-F238E27FC236}">
                <a16:creationId xmlns:a16="http://schemas.microsoft.com/office/drawing/2014/main" id="{7182BCDE-C276-4B67-8026-0AD07A2D3D3D}"/>
              </a:ext>
            </a:extLst>
          </p:cNvPr>
          <p:cNvSpPr>
            <a:spLocks noGrp="1"/>
          </p:cNvSpPr>
          <p:nvPr/>
        </p:nvSpPr>
        <p:spPr>
          <a:xfrm>
            <a:off x="1539281" y="67365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8" name="9bjj_16_official_PredictedAtoms_8">
            <a:extLst>
              <a:ext uri="{FF2B5EF4-FFF2-40B4-BE49-F238E27FC236}">
                <a16:creationId xmlns:a16="http://schemas.microsoft.com/office/drawing/2014/main" id="{1CC8204B-B8DD-4838-A3BF-28D7017E1368}"/>
              </a:ext>
            </a:extLst>
          </p:cNvPr>
          <p:cNvSpPr>
            <a:spLocks noGrp="1"/>
          </p:cNvSpPr>
          <p:nvPr/>
        </p:nvSpPr>
        <p:spPr>
          <a:xfrm>
            <a:off x="1600433" y="68647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9" name="9bjj_16_official_PredictedAtoms_9">
            <a:extLst>
              <a:ext uri="{FF2B5EF4-FFF2-40B4-BE49-F238E27FC236}">
                <a16:creationId xmlns:a16="http://schemas.microsoft.com/office/drawing/2014/main" id="{732C8AEB-4217-4B2C-978C-8D4BAF8492E0}"/>
              </a:ext>
            </a:extLst>
          </p:cNvPr>
          <p:cNvSpPr>
            <a:spLocks noGrp="1"/>
          </p:cNvSpPr>
          <p:nvPr/>
        </p:nvSpPr>
        <p:spPr>
          <a:xfrm>
            <a:off x="1763984" y="68921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0" name="9bjj_16_official_PredictedAtoms_10">
            <a:extLst>
              <a:ext uri="{FF2B5EF4-FFF2-40B4-BE49-F238E27FC236}">
                <a16:creationId xmlns:a16="http://schemas.microsoft.com/office/drawing/2014/main" id="{6C4B7B71-F33E-4307-9A9B-AB6346060000}"/>
              </a:ext>
            </a:extLst>
          </p:cNvPr>
          <p:cNvSpPr>
            <a:spLocks noGrp="1"/>
          </p:cNvSpPr>
          <p:nvPr/>
        </p:nvSpPr>
        <p:spPr>
          <a:xfrm>
            <a:off x="1870719" y="6781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1" name="9bjj_16_official_PredictedAtoms_11">
            <a:extLst>
              <a:ext uri="{FF2B5EF4-FFF2-40B4-BE49-F238E27FC236}">
                <a16:creationId xmlns:a16="http://schemas.microsoft.com/office/drawing/2014/main" id="{9AAEF20B-DAA2-496C-9961-C1015FFA0EA8}"/>
              </a:ext>
            </a:extLst>
          </p:cNvPr>
          <p:cNvSpPr>
            <a:spLocks noGrp="1"/>
          </p:cNvSpPr>
          <p:nvPr/>
        </p:nvSpPr>
        <p:spPr>
          <a:xfrm>
            <a:off x="1802136" y="6648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2" name="9bjj_16_official_PredictedAtoms_12">
            <a:extLst>
              <a:ext uri="{FF2B5EF4-FFF2-40B4-BE49-F238E27FC236}">
                <a16:creationId xmlns:a16="http://schemas.microsoft.com/office/drawing/2014/main" id="{8DCB900C-3300-4782-A2DB-15486BED692F}"/>
              </a:ext>
            </a:extLst>
          </p:cNvPr>
          <p:cNvSpPr>
            <a:spLocks noGrp="1"/>
          </p:cNvSpPr>
          <p:nvPr/>
        </p:nvSpPr>
        <p:spPr>
          <a:xfrm>
            <a:off x="1636230" y="6632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3" name="9bjj_16_official_PredictedAtoms_13">
            <a:extLst>
              <a:ext uri="{FF2B5EF4-FFF2-40B4-BE49-F238E27FC236}">
                <a16:creationId xmlns:a16="http://schemas.microsoft.com/office/drawing/2014/main" id="{D551999A-A67B-4E28-9D22-E2848D8E268F}"/>
              </a:ext>
            </a:extLst>
          </p:cNvPr>
          <p:cNvSpPr>
            <a:spLocks noGrp="1"/>
          </p:cNvSpPr>
          <p:nvPr/>
        </p:nvSpPr>
        <p:spPr>
          <a:xfrm>
            <a:off x="1903802" y="6507004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074" name="9bjj_16_official_PredictedAtoms_14">
            <a:extLst>
              <a:ext uri="{FF2B5EF4-FFF2-40B4-BE49-F238E27FC236}">
                <a16:creationId xmlns:a16="http://schemas.microsoft.com/office/drawing/2014/main" id="{17438F40-8B67-4BDE-AC35-F01353629532}"/>
              </a:ext>
            </a:extLst>
          </p:cNvPr>
          <p:cNvSpPr>
            <a:spLocks noGrp="1"/>
          </p:cNvSpPr>
          <p:nvPr/>
        </p:nvSpPr>
        <p:spPr>
          <a:xfrm>
            <a:off x="2050992" y="6424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bjj_16_official_PredictedAtoms_15">
            <a:extLst>
              <a:ext uri="{FF2B5EF4-FFF2-40B4-BE49-F238E27FC236}">
                <a16:creationId xmlns:a16="http://schemas.microsoft.com/office/drawing/2014/main" id="{3F84819C-79DD-45EE-A2F7-5B0600B30A75}"/>
              </a:ext>
            </a:extLst>
          </p:cNvPr>
          <p:cNvSpPr>
            <a:spLocks noGrp="1"/>
          </p:cNvSpPr>
          <p:nvPr/>
        </p:nvSpPr>
        <p:spPr>
          <a:xfrm>
            <a:off x="2063408" y="62553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bjj_16_official_PredictedAtoms_16">
            <a:extLst>
              <a:ext uri="{FF2B5EF4-FFF2-40B4-BE49-F238E27FC236}">
                <a16:creationId xmlns:a16="http://schemas.microsoft.com/office/drawing/2014/main" id="{14283FAF-3571-4278-A851-3C288A3B9CB2}"/>
              </a:ext>
            </a:extLst>
          </p:cNvPr>
          <p:cNvSpPr>
            <a:spLocks noGrp="1"/>
          </p:cNvSpPr>
          <p:nvPr/>
        </p:nvSpPr>
        <p:spPr>
          <a:xfrm>
            <a:off x="2174035" y="61692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bjj_16_official_PredictedAtoms_17">
            <a:extLst>
              <a:ext uri="{FF2B5EF4-FFF2-40B4-BE49-F238E27FC236}">
                <a16:creationId xmlns:a16="http://schemas.microsoft.com/office/drawing/2014/main" id="{7F315244-7D3D-4844-B984-317418A47BA0}"/>
              </a:ext>
            </a:extLst>
          </p:cNvPr>
          <p:cNvSpPr>
            <a:spLocks noGrp="1"/>
          </p:cNvSpPr>
          <p:nvPr/>
        </p:nvSpPr>
        <p:spPr>
          <a:xfrm>
            <a:off x="2276204" y="6245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bjj_16_official_PredictedAtoms_18">
            <a:extLst>
              <a:ext uri="{FF2B5EF4-FFF2-40B4-BE49-F238E27FC236}">
                <a16:creationId xmlns:a16="http://schemas.microsoft.com/office/drawing/2014/main" id="{12CD7FDA-633C-48DA-8102-AC44099A0FF3}"/>
              </a:ext>
            </a:extLst>
          </p:cNvPr>
          <p:cNvSpPr>
            <a:spLocks noGrp="1"/>
          </p:cNvSpPr>
          <p:nvPr/>
        </p:nvSpPr>
        <p:spPr>
          <a:xfrm>
            <a:off x="2274530" y="6413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bjj_16_official_PredictedAtoms_19">
            <a:extLst>
              <a:ext uri="{FF2B5EF4-FFF2-40B4-BE49-F238E27FC236}">
                <a16:creationId xmlns:a16="http://schemas.microsoft.com/office/drawing/2014/main" id="{CFC94DAA-D070-477E-B456-8D089942ABC8}"/>
              </a:ext>
            </a:extLst>
          </p:cNvPr>
          <p:cNvSpPr>
            <a:spLocks noGrp="1"/>
          </p:cNvSpPr>
          <p:nvPr/>
        </p:nvSpPr>
        <p:spPr>
          <a:xfrm>
            <a:off x="2164213" y="6511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bjj_16_official_PredictedAtoms_20">
            <a:extLst>
              <a:ext uri="{FF2B5EF4-FFF2-40B4-BE49-F238E27FC236}">
                <a16:creationId xmlns:a16="http://schemas.microsoft.com/office/drawing/2014/main" id="{44CAEF7E-3CC6-4BBA-9831-22BFF7A74B66}"/>
              </a:ext>
            </a:extLst>
          </p:cNvPr>
          <p:cNvSpPr>
            <a:spLocks noGrp="1"/>
          </p:cNvSpPr>
          <p:nvPr/>
        </p:nvSpPr>
        <p:spPr>
          <a:xfrm>
            <a:off x="2172042" y="66856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bjj_16_official_PredictedAtoms_21">
            <a:extLst>
              <a:ext uri="{FF2B5EF4-FFF2-40B4-BE49-F238E27FC236}">
                <a16:creationId xmlns:a16="http://schemas.microsoft.com/office/drawing/2014/main" id="{6AE1F098-FE4B-48C2-92B5-6131C735C5CF}"/>
              </a:ext>
            </a:extLst>
          </p:cNvPr>
          <p:cNvSpPr>
            <a:spLocks noGrp="1"/>
          </p:cNvSpPr>
          <p:nvPr/>
        </p:nvSpPr>
        <p:spPr>
          <a:xfrm>
            <a:off x="2306384" y="67465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82" name="9bjj_16_official_PredictedAtoms_22">
            <a:extLst>
              <a:ext uri="{FF2B5EF4-FFF2-40B4-BE49-F238E27FC236}">
                <a16:creationId xmlns:a16="http://schemas.microsoft.com/office/drawing/2014/main" id="{A2EE5ED0-18F7-4E35-8C42-9EB6445FDEF8}"/>
              </a:ext>
            </a:extLst>
          </p:cNvPr>
          <p:cNvSpPr>
            <a:spLocks noGrp="1"/>
          </p:cNvSpPr>
          <p:nvPr/>
        </p:nvSpPr>
        <p:spPr>
          <a:xfrm>
            <a:off x="2039435" y="679661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83" name="9bjj_16_official_PredictedAtoms_23">
            <a:extLst>
              <a:ext uri="{FF2B5EF4-FFF2-40B4-BE49-F238E27FC236}">
                <a16:creationId xmlns:a16="http://schemas.microsoft.com/office/drawing/2014/main" id="{35D5E3BF-258B-49C4-86DC-45E8549EF457}"/>
              </a:ext>
            </a:extLst>
          </p:cNvPr>
          <p:cNvSpPr>
            <a:spLocks noGrp="1"/>
          </p:cNvSpPr>
          <p:nvPr/>
        </p:nvSpPr>
        <p:spPr>
          <a:xfrm>
            <a:off x="2092227" y="69687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bjj_16_official_PredictedAtoms_24">
            <a:extLst>
              <a:ext uri="{FF2B5EF4-FFF2-40B4-BE49-F238E27FC236}">
                <a16:creationId xmlns:a16="http://schemas.microsoft.com/office/drawing/2014/main" id="{C4FB96C9-8AAC-4CC6-9646-BE24F56D5A97}"/>
              </a:ext>
            </a:extLst>
          </p:cNvPr>
          <p:cNvSpPr>
            <a:spLocks noGrp="1"/>
          </p:cNvSpPr>
          <p:nvPr/>
        </p:nvSpPr>
        <p:spPr>
          <a:xfrm>
            <a:off x="2124332" y="70329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bjj_16_official_PredictedAtoms_25">
            <a:extLst>
              <a:ext uri="{FF2B5EF4-FFF2-40B4-BE49-F238E27FC236}">
                <a16:creationId xmlns:a16="http://schemas.microsoft.com/office/drawing/2014/main" id="{6B72EFB9-5075-4CED-90AD-85F114162A3A}"/>
              </a:ext>
            </a:extLst>
          </p:cNvPr>
          <p:cNvSpPr>
            <a:spLocks noGrp="1"/>
          </p:cNvSpPr>
          <p:nvPr/>
        </p:nvSpPr>
        <p:spPr>
          <a:xfrm>
            <a:off x="2290968" y="70015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86" name="9bjj_16_official_PredictedAtoms_26">
            <a:extLst>
              <a:ext uri="{FF2B5EF4-FFF2-40B4-BE49-F238E27FC236}">
                <a16:creationId xmlns:a16="http://schemas.microsoft.com/office/drawing/2014/main" id="{053B67B7-708A-4648-B7E2-7E7849361E91}"/>
              </a:ext>
            </a:extLst>
          </p:cNvPr>
          <p:cNvSpPr>
            <a:spLocks noGrp="1"/>
          </p:cNvSpPr>
          <p:nvPr/>
        </p:nvSpPr>
        <p:spPr>
          <a:xfrm>
            <a:off x="2319524" y="7086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bjj_16_official_PredictedAtoms_27">
            <a:extLst>
              <a:ext uri="{FF2B5EF4-FFF2-40B4-BE49-F238E27FC236}">
                <a16:creationId xmlns:a16="http://schemas.microsoft.com/office/drawing/2014/main" id="{57A90F1A-A62B-4D88-B69D-42D95BC71946}"/>
              </a:ext>
            </a:extLst>
          </p:cNvPr>
          <p:cNvSpPr>
            <a:spLocks noGrp="1"/>
          </p:cNvSpPr>
          <p:nvPr/>
        </p:nvSpPr>
        <p:spPr>
          <a:xfrm>
            <a:off x="920325" y="6708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stage3-cases-main_34">
            <a:extLst>
              <a:ext uri="{FF2B5EF4-FFF2-40B4-BE49-F238E27FC236}">
                <a16:creationId xmlns:a16="http://schemas.microsoft.com/office/drawing/2014/main" id="{39966B44-B243-4A80-B9E1-A0DF0C8D6E3B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1089" name="9bjj_16_tuned_Receptor">
            <a:extLst>
              <a:ext uri="{FF2B5EF4-FFF2-40B4-BE49-F238E27FC236}">
                <a16:creationId xmlns:a16="http://schemas.microsoft.com/office/drawing/2014/main" id="{2E34EF5C-A3D6-4D20-80D3-F84AC4CBF9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90" name="9bjj_16_tuned_ExperimentalDensity">
            <a:extLst>
              <a:ext uri="{FF2B5EF4-FFF2-40B4-BE49-F238E27FC236}">
                <a16:creationId xmlns:a16="http://schemas.microsoft.com/office/drawing/2014/main" id="{4457CF19-CF55-4426-9CF3-260A7F079B3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1" name="9bjj_16_tuned_ReferenceLigand_0">
            <a:extLst>
              <a:ext uri="{FF2B5EF4-FFF2-40B4-BE49-F238E27FC236}">
                <a16:creationId xmlns:a16="http://schemas.microsoft.com/office/drawing/2014/main" id="{F09F9EE4-90C1-4BCB-93D1-4E10EB9D81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bjj_16_tuned_ReferenceLigand_1">
            <a:extLst>
              <a:ext uri="{FF2B5EF4-FFF2-40B4-BE49-F238E27FC236}">
                <a16:creationId xmlns:a16="http://schemas.microsoft.com/office/drawing/2014/main" id="{62EE6BF9-9AAA-46CB-AEFB-E1F3946A9E3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bjj_16_tuned_ReferenceLigand_2">
            <a:extLst>
              <a:ext uri="{FF2B5EF4-FFF2-40B4-BE49-F238E27FC236}">
                <a16:creationId xmlns:a16="http://schemas.microsoft.com/office/drawing/2014/main" id="{DF1EE418-A8DA-4450-9CE5-B5763E070F0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bjj_16_tuned_ReferenceLigand_3">
            <a:extLst>
              <a:ext uri="{FF2B5EF4-FFF2-40B4-BE49-F238E27FC236}">
                <a16:creationId xmlns:a16="http://schemas.microsoft.com/office/drawing/2014/main" id="{99875493-4F35-44AD-AA5A-68C0EC2B20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bjj_16_tuned_ReferenceLigand_4">
            <a:extLst>
              <a:ext uri="{FF2B5EF4-FFF2-40B4-BE49-F238E27FC236}">
                <a16:creationId xmlns:a16="http://schemas.microsoft.com/office/drawing/2014/main" id="{D16BA58F-9AC4-43FC-A720-09EC4D8105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bjj_16_tuned_ReferenceLigand_5">
            <a:extLst>
              <a:ext uri="{FF2B5EF4-FFF2-40B4-BE49-F238E27FC236}">
                <a16:creationId xmlns:a16="http://schemas.microsoft.com/office/drawing/2014/main" id="{DC894D70-DC9E-44B5-81EB-BB0FF2B88A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bjj_16_tuned_ReferenceLigand_6">
            <a:extLst>
              <a:ext uri="{FF2B5EF4-FFF2-40B4-BE49-F238E27FC236}">
                <a16:creationId xmlns:a16="http://schemas.microsoft.com/office/drawing/2014/main" id="{0227F8BD-9E62-4EBC-A0D4-BBA9A0839C3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bjj_16_tuned_ReferenceLigand_7">
            <a:extLst>
              <a:ext uri="{FF2B5EF4-FFF2-40B4-BE49-F238E27FC236}">
                <a16:creationId xmlns:a16="http://schemas.microsoft.com/office/drawing/2014/main" id="{2240AD3F-FC04-404D-AA45-E7E03FE270D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bjj_16_tuned_ReferenceLigand_8">
            <a:extLst>
              <a:ext uri="{FF2B5EF4-FFF2-40B4-BE49-F238E27FC236}">
                <a16:creationId xmlns:a16="http://schemas.microsoft.com/office/drawing/2014/main" id="{C87DC8AB-C902-4D99-A75A-D602852D4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bjj_16_tuned_ReferenceLigand_9">
            <a:extLst>
              <a:ext uri="{FF2B5EF4-FFF2-40B4-BE49-F238E27FC236}">
                <a16:creationId xmlns:a16="http://schemas.microsoft.com/office/drawing/2014/main" id="{29424831-FC97-49FE-AEEE-03B3969F044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bjj_16_tuned_ReferenceLigand_10">
            <a:extLst>
              <a:ext uri="{FF2B5EF4-FFF2-40B4-BE49-F238E27FC236}">
                <a16:creationId xmlns:a16="http://schemas.microsoft.com/office/drawing/2014/main" id="{99D9C34E-0F9F-48E9-990C-93233A3B94E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bjj_16_tuned_ReferenceLigand_11">
            <a:extLst>
              <a:ext uri="{FF2B5EF4-FFF2-40B4-BE49-F238E27FC236}">
                <a16:creationId xmlns:a16="http://schemas.microsoft.com/office/drawing/2014/main" id="{45BFB77F-35C9-468C-935A-19ED8883D0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bjj_16_tuned_ReferenceLigand_12">
            <a:extLst>
              <a:ext uri="{FF2B5EF4-FFF2-40B4-BE49-F238E27FC236}">
                <a16:creationId xmlns:a16="http://schemas.microsoft.com/office/drawing/2014/main" id="{698E718D-BC75-4BA9-BDFD-1711035E13C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bjj_16_tuned_ReferenceLigand_13">
            <a:extLst>
              <a:ext uri="{FF2B5EF4-FFF2-40B4-BE49-F238E27FC236}">
                <a16:creationId xmlns:a16="http://schemas.microsoft.com/office/drawing/2014/main" id="{49916EEF-9044-48F6-BF08-FAD2D5E433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bjj_16_tuned_ReferenceLigand_14">
            <a:extLst>
              <a:ext uri="{FF2B5EF4-FFF2-40B4-BE49-F238E27FC236}">
                <a16:creationId xmlns:a16="http://schemas.microsoft.com/office/drawing/2014/main" id="{156A1332-85E6-4F20-A9BB-C5057662A17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bjj_16_tuned_ReferenceLigand_15">
            <a:extLst>
              <a:ext uri="{FF2B5EF4-FFF2-40B4-BE49-F238E27FC236}">
                <a16:creationId xmlns:a16="http://schemas.microsoft.com/office/drawing/2014/main" id="{EBCD5D12-B753-4172-BB7F-94275E33E8D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bjj_16_tuned_ReferenceLigand_16">
            <a:extLst>
              <a:ext uri="{FF2B5EF4-FFF2-40B4-BE49-F238E27FC236}">
                <a16:creationId xmlns:a16="http://schemas.microsoft.com/office/drawing/2014/main" id="{61F24529-C97D-407B-A94D-529DB7A943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bjj_16_tuned_ReferenceLigand_17">
            <a:extLst>
              <a:ext uri="{FF2B5EF4-FFF2-40B4-BE49-F238E27FC236}">
                <a16:creationId xmlns:a16="http://schemas.microsoft.com/office/drawing/2014/main" id="{FFA8DA4D-595C-4F4C-8274-B5DB36AAFDA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bjj_16_tuned_ReferenceLigand_18">
            <a:extLst>
              <a:ext uri="{FF2B5EF4-FFF2-40B4-BE49-F238E27FC236}">
                <a16:creationId xmlns:a16="http://schemas.microsoft.com/office/drawing/2014/main" id="{7760EFD5-B46E-49C3-BC77-66767784713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0" name="9bjj_16_tuned_ReferenceLigand_19">
            <a:extLst>
              <a:ext uri="{FF2B5EF4-FFF2-40B4-BE49-F238E27FC236}">
                <a16:creationId xmlns:a16="http://schemas.microsoft.com/office/drawing/2014/main" id="{5AF2FAF9-DCF3-44F3-9F0E-32A5AB3FCEC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1" name="9bjj_16_tuned_ReferenceLigand_20">
            <a:extLst>
              <a:ext uri="{FF2B5EF4-FFF2-40B4-BE49-F238E27FC236}">
                <a16:creationId xmlns:a16="http://schemas.microsoft.com/office/drawing/2014/main" id="{E5911733-A763-4A01-B87C-B675EE4132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2" name="9bjj_16_tuned_ReferenceLigand_21">
            <a:extLst>
              <a:ext uri="{FF2B5EF4-FFF2-40B4-BE49-F238E27FC236}">
                <a16:creationId xmlns:a16="http://schemas.microsoft.com/office/drawing/2014/main" id="{D553A47C-03E4-422B-A599-190629EC6E9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3" name="9bjj_16_tuned_ReferenceLigand_22">
            <a:extLst>
              <a:ext uri="{FF2B5EF4-FFF2-40B4-BE49-F238E27FC236}">
                <a16:creationId xmlns:a16="http://schemas.microsoft.com/office/drawing/2014/main" id="{83D9FCB7-6FF3-4324-8097-6D7EF151AC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bjj_16_tuned_ReferenceLigand_23">
            <a:extLst>
              <a:ext uri="{FF2B5EF4-FFF2-40B4-BE49-F238E27FC236}">
                <a16:creationId xmlns:a16="http://schemas.microsoft.com/office/drawing/2014/main" id="{99AF01FF-91EC-4EE1-ACE9-16CDE84C13D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bjj_16_tuned_ReferenceLigand_24">
            <a:extLst>
              <a:ext uri="{FF2B5EF4-FFF2-40B4-BE49-F238E27FC236}">
                <a16:creationId xmlns:a16="http://schemas.microsoft.com/office/drawing/2014/main" id="{455C1BC6-52B3-448B-8A23-3D10371A43C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bjj_16_tuned_ReferenceLigand_25">
            <a:extLst>
              <a:ext uri="{FF2B5EF4-FFF2-40B4-BE49-F238E27FC236}">
                <a16:creationId xmlns:a16="http://schemas.microsoft.com/office/drawing/2014/main" id="{D9C265E1-5D5B-4468-95DB-B552EC7521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bjj_16_tuned_ReferenceLigand_26">
            <a:extLst>
              <a:ext uri="{FF2B5EF4-FFF2-40B4-BE49-F238E27FC236}">
                <a16:creationId xmlns:a16="http://schemas.microsoft.com/office/drawing/2014/main" id="{E5BFEA31-8CE8-4B68-B0B8-716A953F977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bjj_16_tuned_ReferenceLigand_27">
            <a:extLst>
              <a:ext uri="{FF2B5EF4-FFF2-40B4-BE49-F238E27FC236}">
                <a16:creationId xmlns:a16="http://schemas.microsoft.com/office/drawing/2014/main" id="{BD44B81A-B1D3-480C-BDAF-B59B71F849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bjj_16_tuned_ReferenceLigand_28">
            <a:extLst>
              <a:ext uri="{FF2B5EF4-FFF2-40B4-BE49-F238E27FC236}">
                <a16:creationId xmlns:a16="http://schemas.microsoft.com/office/drawing/2014/main" id="{F162A2B7-236F-410C-AED4-4D174F8E33B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bjj_16_tuned_ReferenceLigand_29">
            <a:extLst>
              <a:ext uri="{FF2B5EF4-FFF2-40B4-BE49-F238E27FC236}">
                <a16:creationId xmlns:a16="http://schemas.microsoft.com/office/drawing/2014/main" id="{B609DED8-7FDA-4C3D-AB60-125538390B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bjj_16_tuned_ReferenceLigand_30">
            <a:extLst>
              <a:ext uri="{FF2B5EF4-FFF2-40B4-BE49-F238E27FC236}">
                <a16:creationId xmlns:a16="http://schemas.microsoft.com/office/drawing/2014/main" id="{F27CAF9F-FE95-4899-88E8-C742959B09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bjj_16_tuned_PredictedLigand_0">
            <a:extLst>
              <a:ext uri="{FF2B5EF4-FFF2-40B4-BE49-F238E27FC236}">
                <a16:creationId xmlns:a16="http://schemas.microsoft.com/office/drawing/2014/main" id="{F5311E45-085F-4B8C-A81C-4FCAB74F169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bjj_16_tuned_PredictedLigand_1">
            <a:extLst>
              <a:ext uri="{FF2B5EF4-FFF2-40B4-BE49-F238E27FC236}">
                <a16:creationId xmlns:a16="http://schemas.microsoft.com/office/drawing/2014/main" id="{8DD5E218-6D92-4B04-BC90-BDDB12EC72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bjj_16_tuned_PredictedLigand_2">
            <a:extLst>
              <a:ext uri="{FF2B5EF4-FFF2-40B4-BE49-F238E27FC236}">
                <a16:creationId xmlns:a16="http://schemas.microsoft.com/office/drawing/2014/main" id="{D6507665-E7B5-4BDF-8FAD-4F60E48C1DE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bjj_16_tuned_PredictedLigand_3">
            <a:extLst>
              <a:ext uri="{FF2B5EF4-FFF2-40B4-BE49-F238E27FC236}">
                <a16:creationId xmlns:a16="http://schemas.microsoft.com/office/drawing/2014/main" id="{19F58E34-E0BA-4D04-B547-774187CC7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bjj_16_tuned_PredictedLigand_4">
            <a:extLst>
              <a:ext uri="{FF2B5EF4-FFF2-40B4-BE49-F238E27FC236}">
                <a16:creationId xmlns:a16="http://schemas.microsoft.com/office/drawing/2014/main" id="{6DF91925-7248-4BF1-A8FA-271471A4084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bjj_16_tuned_PredictedLigand_5">
            <a:extLst>
              <a:ext uri="{FF2B5EF4-FFF2-40B4-BE49-F238E27FC236}">
                <a16:creationId xmlns:a16="http://schemas.microsoft.com/office/drawing/2014/main" id="{4C62DF34-1F3C-477D-8ADD-AC4A672758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bjj_16_tuned_PredictedLigand_6">
            <a:extLst>
              <a:ext uri="{FF2B5EF4-FFF2-40B4-BE49-F238E27FC236}">
                <a16:creationId xmlns:a16="http://schemas.microsoft.com/office/drawing/2014/main" id="{B07B1693-C9CA-4D36-97AE-C7FB87CB735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bjj_16_tuned_PredictedLigand_7">
            <a:extLst>
              <a:ext uri="{FF2B5EF4-FFF2-40B4-BE49-F238E27FC236}">
                <a16:creationId xmlns:a16="http://schemas.microsoft.com/office/drawing/2014/main" id="{71606AFE-5EA6-48D9-A4B3-7F2498A7AD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bjj_16_tuned_PredictedLigand_8">
            <a:extLst>
              <a:ext uri="{FF2B5EF4-FFF2-40B4-BE49-F238E27FC236}">
                <a16:creationId xmlns:a16="http://schemas.microsoft.com/office/drawing/2014/main" id="{7E7CA81E-2DB7-48D8-AEF8-C4308A37C84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bjj_16_tuned_PredictedLigand_9">
            <a:extLst>
              <a:ext uri="{FF2B5EF4-FFF2-40B4-BE49-F238E27FC236}">
                <a16:creationId xmlns:a16="http://schemas.microsoft.com/office/drawing/2014/main" id="{0D56893E-4FC3-48C2-9AA7-D38109C5E6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bjj_16_tuned_PredictedLigand_10">
            <a:extLst>
              <a:ext uri="{FF2B5EF4-FFF2-40B4-BE49-F238E27FC236}">
                <a16:creationId xmlns:a16="http://schemas.microsoft.com/office/drawing/2014/main" id="{D93FF4AB-8E0C-4A57-B9E4-3DA83057A56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bjj_16_tuned_PredictedLigand_11">
            <a:extLst>
              <a:ext uri="{FF2B5EF4-FFF2-40B4-BE49-F238E27FC236}">
                <a16:creationId xmlns:a16="http://schemas.microsoft.com/office/drawing/2014/main" id="{4BEB7474-65D6-4157-8A48-538D0C5F5C3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bjj_16_tuned_PredictedLigand_12">
            <a:extLst>
              <a:ext uri="{FF2B5EF4-FFF2-40B4-BE49-F238E27FC236}">
                <a16:creationId xmlns:a16="http://schemas.microsoft.com/office/drawing/2014/main" id="{3FFE7EC0-216F-4EE4-9A09-34C56D9E03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bjj_16_tuned_PredictedLigand_13">
            <a:extLst>
              <a:ext uri="{FF2B5EF4-FFF2-40B4-BE49-F238E27FC236}">
                <a16:creationId xmlns:a16="http://schemas.microsoft.com/office/drawing/2014/main" id="{D2AF67C8-BF74-45B8-B90E-3E45EB698D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bjj_16_tuned_PredictedLigand_14">
            <a:extLst>
              <a:ext uri="{FF2B5EF4-FFF2-40B4-BE49-F238E27FC236}">
                <a16:creationId xmlns:a16="http://schemas.microsoft.com/office/drawing/2014/main" id="{85A0CC13-922D-4720-877C-B9B1BE3707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bjj_16_tuned_PredictedLigand_15">
            <a:extLst>
              <a:ext uri="{FF2B5EF4-FFF2-40B4-BE49-F238E27FC236}">
                <a16:creationId xmlns:a16="http://schemas.microsoft.com/office/drawing/2014/main" id="{6E243FD5-2AF5-4EC2-B371-D9883F47FC6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bjj_16_tuned_PredictedLigand_16">
            <a:extLst>
              <a:ext uri="{FF2B5EF4-FFF2-40B4-BE49-F238E27FC236}">
                <a16:creationId xmlns:a16="http://schemas.microsoft.com/office/drawing/2014/main" id="{F724AC56-3900-4F9C-B7E5-9EF227FBAD8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bjj_16_tuned_PredictedLigand_17">
            <a:extLst>
              <a:ext uri="{FF2B5EF4-FFF2-40B4-BE49-F238E27FC236}">
                <a16:creationId xmlns:a16="http://schemas.microsoft.com/office/drawing/2014/main" id="{0859BF84-DD38-4BC9-9EDA-1338390764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bjj_16_tuned_PredictedLigand_18">
            <a:extLst>
              <a:ext uri="{FF2B5EF4-FFF2-40B4-BE49-F238E27FC236}">
                <a16:creationId xmlns:a16="http://schemas.microsoft.com/office/drawing/2014/main" id="{A089DAC3-0A23-4233-A459-3E07F3C8CEC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bjj_16_tuned_PredictedLigand_19">
            <a:extLst>
              <a:ext uri="{FF2B5EF4-FFF2-40B4-BE49-F238E27FC236}">
                <a16:creationId xmlns:a16="http://schemas.microsoft.com/office/drawing/2014/main" id="{890C3FC0-0D4B-4960-8185-B0D667BFA48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bjj_16_tuned_PredictedLigand_20">
            <a:extLst>
              <a:ext uri="{FF2B5EF4-FFF2-40B4-BE49-F238E27FC236}">
                <a16:creationId xmlns:a16="http://schemas.microsoft.com/office/drawing/2014/main" id="{7530AEC9-23C6-4A1B-AC8F-61C28D4D732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bjj_16_tuned_PredictedLigand_21">
            <a:extLst>
              <a:ext uri="{FF2B5EF4-FFF2-40B4-BE49-F238E27FC236}">
                <a16:creationId xmlns:a16="http://schemas.microsoft.com/office/drawing/2014/main" id="{5AE0447D-D73E-4D8C-BFFE-47A192ABE8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bjj_16_tuned_PredictedLigand_22">
            <a:extLst>
              <a:ext uri="{FF2B5EF4-FFF2-40B4-BE49-F238E27FC236}">
                <a16:creationId xmlns:a16="http://schemas.microsoft.com/office/drawing/2014/main" id="{91B4560A-D54E-41DF-BC4B-70F887D353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bjj_16_tuned_PredictedLigand_23">
            <a:extLst>
              <a:ext uri="{FF2B5EF4-FFF2-40B4-BE49-F238E27FC236}">
                <a16:creationId xmlns:a16="http://schemas.microsoft.com/office/drawing/2014/main" id="{EBF93ABE-F05A-498F-9E26-46BB65CF93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bjj_16_tuned_PredictedLigand_24">
            <a:extLst>
              <a:ext uri="{FF2B5EF4-FFF2-40B4-BE49-F238E27FC236}">
                <a16:creationId xmlns:a16="http://schemas.microsoft.com/office/drawing/2014/main" id="{34013F00-2B60-4154-BBD5-A0A972B9DBF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bjj_16_tuned_PredictedLigand_25">
            <a:extLst>
              <a:ext uri="{FF2B5EF4-FFF2-40B4-BE49-F238E27FC236}">
                <a16:creationId xmlns:a16="http://schemas.microsoft.com/office/drawing/2014/main" id="{C6B3E612-B440-41E6-BC38-E615C0ECBAF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bjj_16_tuned_PredictedLigand_26">
            <a:extLst>
              <a:ext uri="{FF2B5EF4-FFF2-40B4-BE49-F238E27FC236}">
                <a16:creationId xmlns:a16="http://schemas.microsoft.com/office/drawing/2014/main" id="{288B94F6-61CA-49F5-9C07-233166711BD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bjj_16_tuned_PredictedLigand_27">
            <a:extLst>
              <a:ext uri="{FF2B5EF4-FFF2-40B4-BE49-F238E27FC236}">
                <a16:creationId xmlns:a16="http://schemas.microsoft.com/office/drawing/2014/main" id="{92D11E67-009B-48E9-85D1-BFBE0E2E7E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bjj_16_tuned_PredictedLigand_28">
            <a:extLst>
              <a:ext uri="{FF2B5EF4-FFF2-40B4-BE49-F238E27FC236}">
                <a16:creationId xmlns:a16="http://schemas.microsoft.com/office/drawing/2014/main" id="{959D1F0B-7CF3-4B53-BC14-D793F08CE5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bjj_16_tuned_PredictedLigand_29">
            <a:extLst>
              <a:ext uri="{FF2B5EF4-FFF2-40B4-BE49-F238E27FC236}">
                <a16:creationId xmlns:a16="http://schemas.microsoft.com/office/drawing/2014/main" id="{18740F18-975F-4D35-A58A-847A930E696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bjj_16_tuned_PredictedLigand_30">
            <a:extLst>
              <a:ext uri="{FF2B5EF4-FFF2-40B4-BE49-F238E27FC236}">
                <a16:creationId xmlns:a16="http://schemas.microsoft.com/office/drawing/2014/main" id="{A3B8E51A-FC70-4784-9A24-59519D59AE5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bjj_16_tuned_PredictedAtoms_0">
            <a:extLst>
              <a:ext uri="{FF2B5EF4-FFF2-40B4-BE49-F238E27FC236}">
                <a16:creationId xmlns:a16="http://schemas.microsoft.com/office/drawing/2014/main" id="{DEC1CE3E-6719-452E-88C6-E682E2453FBD}"/>
              </a:ext>
            </a:extLst>
          </p:cNvPr>
          <p:cNvSpPr>
            <a:spLocks noGrp="1"/>
          </p:cNvSpPr>
          <p:nvPr/>
        </p:nvSpPr>
        <p:spPr>
          <a:xfrm>
            <a:off x="3776075" y="66698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4" name="9bjj_16_tuned_PredictedAtoms_1">
            <a:extLst>
              <a:ext uri="{FF2B5EF4-FFF2-40B4-BE49-F238E27FC236}">
                <a16:creationId xmlns:a16="http://schemas.microsoft.com/office/drawing/2014/main" id="{3E4BACE9-1BC3-416F-A5F5-271DF06B2A6A}"/>
              </a:ext>
            </a:extLst>
          </p:cNvPr>
          <p:cNvSpPr>
            <a:spLocks noGrp="1"/>
          </p:cNvSpPr>
          <p:nvPr/>
        </p:nvSpPr>
        <p:spPr>
          <a:xfrm>
            <a:off x="3857458" y="65978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5" name="9bjj_16_tuned_PredictedAtoms_2">
            <a:extLst>
              <a:ext uri="{FF2B5EF4-FFF2-40B4-BE49-F238E27FC236}">
                <a16:creationId xmlns:a16="http://schemas.microsoft.com/office/drawing/2014/main" id="{1D32C004-233D-4A77-841F-DF80D2F8F814}"/>
              </a:ext>
            </a:extLst>
          </p:cNvPr>
          <p:cNvSpPr>
            <a:spLocks noGrp="1"/>
          </p:cNvSpPr>
          <p:nvPr/>
        </p:nvSpPr>
        <p:spPr>
          <a:xfrm>
            <a:off x="4022025" y="66304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6" name="9bjj_16_tuned_PredictedAtoms_3">
            <a:extLst>
              <a:ext uri="{FF2B5EF4-FFF2-40B4-BE49-F238E27FC236}">
                <a16:creationId xmlns:a16="http://schemas.microsoft.com/office/drawing/2014/main" id="{51DBC2DC-103F-44A5-896B-49D600538FC2}"/>
              </a:ext>
            </a:extLst>
          </p:cNvPr>
          <p:cNvSpPr>
            <a:spLocks noGrp="1"/>
          </p:cNvSpPr>
          <p:nvPr/>
        </p:nvSpPr>
        <p:spPr>
          <a:xfrm>
            <a:off x="4052057" y="6722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7" name="9bjj_16_tuned_PredictedAtoms_4">
            <a:extLst>
              <a:ext uri="{FF2B5EF4-FFF2-40B4-BE49-F238E27FC236}">
                <a16:creationId xmlns:a16="http://schemas.microsoft.com/office/drawing/2014/main" id="{A6F40CAD-17D4-4B11-8209-D54E36EBDB3E}"/>
              </a:ext>
            </a:extLst>
          </p:cNvPr>
          <p:cNvSpPr>
            <a:spLocks noGrp="1"/>
          </p:cNvSpPr>
          <p:nvPr/>
        </p:nvSpPr>
        <p:spPr>
          <a:xfrm>
            <a:off x="4209341" y="67766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58" name="9bjj_16_tuned_PredictedAtoms_5">
            <a:extLst>
              <a:ext uri="{FF2B5EF4-FFF2-40B4-BE49-F238E27FC236}">
                <a16:creationId xmlns:a16="http://schemas.microsoft.com/office/drawing/2014/main" id="{03484288-C17C-4FC8-8158-98BFAA52A8EB}"/>
              </a:ext>
            </a:extLst>
          </p:cNvPr>
          <p:cNvSpPr>
            <a:spLocks noGrp="1"/>
          </p:cNvSpPr>
          <p:nvPr/>
        </p:nvSpPr>
        <p:spPr>
          <a:xfrm>
            <a:off x="4224547" y="68675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9" name="9bjj_16_tuned_PredictedAtoms_6">
            <a:extLst>
              <a:ext uri="{FF2B5EF4-FFF2-40B4-BE49-F238E27FC236}">
                <a16:creationId xmlns:a16="http://schemas.microsoft.com/office/drawing/2014/main" id="{63DA6544-B467-4BEE-9E8C-C61AA9DBC340}"/>
              </a:ext>
            </a:extLst>
          </p:cNvPr>
          <p:cNvSpPr>
            <a:spLocks noGrp="1"/>
          </p:cNvSpPr>
          <p:nvPr/>
        </p:nvSpPr>
        <p:spPr>
          <a:xfrm>
            <a:off x="4350402" y="672781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0" name="9bjj_16_tuned_PredictedAtoms_7">
            <a:extLst>
              <a:ext uri="{FF2B5EF4-FFF2-40B4-BE49-F238E27FC236}">
                <a16:creationId xmlns:a16="http://schemas.microsoft.com/office/drawing/2014/main" id="{02F902A6-4678-4DD1-ADB6-1BAEB8363E0C}"/>
              </a:ext>
            </a:extLst>
          </p:cNvPr>
          <p:cNvSpPr>
            <a:spLocks noGrp="1"/>
          </p:cNvSpPr>
          <p:nvPr/>
        </p:nvSpPr>
        <p:spPr>
          <a:xfrm>
            <a:off x="4516270" y="67582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bjj_16_tuned_PredictedAtoms_8">
            <a:extLst>
              <a:ext uri="{FF2B5EF4-FFF2-40B4-BE49-F238E27FC236}">
                <a16:creationId xmlns:a16="http://schemas.microsoft.com/office/drawing/2014/main" id="{873B0CC7-7181-4C57-8AD9-360297018AE0}"/>
              </a:ext>
            </a:extLst>
          </p:cNvPr>
          <p:cNvSpPr>
            <a:spLocks noGrp="1"/>
          </p:cNvSpPr>
          <p:nvPr/>
        </p:nvSpPr>
        <p:spPr>
          <a:xfrm>
            <a:off x="4576770" y="68785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bjj_16_tuned_PredictedAtoms_9">
            <a:extLst>
              <a:ext uri="{FF2B5EF4-FFF2-40B4-BE49-F238E27FC236}">
                <a16:creationId xmlns:a16="http://schemas.microsoft.com/office/drawing/2014/main" id="{8DD41C31-7E62-4D7F-A2B9-C41E7B81D0CF}"/>
              </a:ext>
            </a:extLst>
          </p:cNvPr>
          <p:cNvSpPr>
            <a:spLocks noGrp="1"/>
          </p:cNvSpPr>
          <p:nvPr/>
        </p:nvSpPr>
        <p:spPr>
          <a:xfrm>
            <a:off x="4745206" y="6902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bjj_16_tuned_PredictedAtoms_10">
            <a:extLst>
              <a:ext uri="{FF2B5EF4-FFF2-40B4-BE49-F238E27FC236}">
                <a16:creationId xmlns:a16="http://schemas.microsoft.com/office/drawing/2014/main" id="{E4889452-3D08-4AE0-A0A0-B5D8835D5939}"/>
              </a:ext>
            </a:extLst>
          </p:cNvPr>
          <p:cNvSpPr>
            <a:spLocks noGrp="1"/>
          </p:cNvSpPr>
          <p:nvPr/>
        </p:nvSpPr>
        <p:spPr>
          <a:xfrm>
            <a:off x="4850120" y="68013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bjj_16_tuned_PredictedAtoms_11">
            <a:extLst>
              <a:ext uri="{FF2B5EF4-FFF2-40B4-BE49-F238E27FC236}">
                <a16:creationId xmlns:a16="http://schemas.microsoft.com/office/drawing/2014/main" id="{41FBA1D5-C580-43E7-979A-128934DAFE6D}"/>
              </a:ext>
            </a:extLst>
          </p:cNvPr>
          <p:cNvSpPr>
            <a:spLocks noGrp="1"/>
          </p:cNvSpPr>
          <p:nvPr/>
        </p:nvSpPr>
        <p:spPr>
          <a:xfrm>
            <a:off x="4782379" y="6682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bjj_16_tuned_PredictedAtoms_12">
            <a:extLst>
              <a:ext uri="{FF2B5EF4-FFF2-40B4-BE49-F238E27FC236}">
                <a16:creationId xmlns:a16="http://schemas.microsoft.com/office/drawing/2014/main" id="{065BC056-9F35-4C8A-93E3-E3A9F91C7E9A}"/>
              </a:ext>
            </a:extLst>
          </p:cNvPr>
          <p:cNvSpPr>
            <a:spLocks noGrp="1"/>
          </p:cNvSpPr>
          <p:nvPr/>
        </p:nvSpPr>
        <p:spPr>
          <a:xfrm>
            <a:off x="4614447" y="6664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bjj_16_tuned_PredictedAtoms_13">
            <a:extLst>
              <a:ext uri="{FF2B5EF4-FFF2-40B4-BE49-F238E27FC236}">
                <a16:creationId xmlns:a16="http://schemas.microsoft.com/office/drawing/2014/main" id="{9EB5C212-D6F3-4F6D-B9C2-A7B372FFAB80}"/>
              </a:ext>
            </a:extLst>
          </p:cNvPr>
          <p:cNvSpPr>
            <a:spLocks noGrp="1"/>
          </p:cNvSpPr>
          <p:nvPr/>
        </p:nvSpPr>
        <p:spPr>
          <a:xfrm>
            <a:off x="4910421" y="6545623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167" name="9bjj_16_tuned_PredictedAtoms_14">
            <a:extLst>
              <a:ext uri="{FF2B5EF4-FFF2-40B4-BE49-F238E27FC236}">
                <a16:creationId xmlns:a16="http://schemas.microsoft.com/office/drawing/2014/main" id="{FBBAEAAB-7198-41EF-B0EB-7DFB3EA87B74}"/>
              </a:ext>
            </a:extLst>
          </p:cNvPr>
          <p:cNvSpPr>
            <a:spLocks noGrp="1"/>
          </p:cNvSpPr>
          <p:nvPr/>
        </p:nvSpPr>
        <p:spPr>
          <a:xfrm>
            <a:off x="5044069" y="64254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bjj_16_tuned_PredictedAtoms_15">
            <a:extLst>
              <a:ext uri="{FF2B5EF4-FFF2-40B4-BE49-F238E27FC236}">
                <a16:creationId xmlns:a16="http://schemas.microsoft.com/office/drawing/2014/main" id="{256A3A56-6327-4FDB-85AC-56D0066DBEF1}"/>
              </a:ext>
            </a:extLst>
          </p:cNvPr>
          <p:cNvSpPr>
            <a:spLocks noGrp="1"/>
          </p:cNvSpPr>
          <p:nvPr/>
        </p:nvSpPr>
        <p:spPr>
          <a:xfrm>
            <a:off x="5035882" y="62539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bjj_16_tuned_PredictedAtoms_17">
            <a:extLst>
              <a:ext uri="{FF2B5EF4-FFF2-40B4-BE49-F238E27FC236}">
                <a16:creationId xmlns:a16="http://schemas.microsoft.com/office/drawing/2014/main" id="{53A66964-BB80-45DA-8130-B224BC60BD98}"/>
              </a:ext>
            </a:extLst>
          </p:cNvPr>
          <p:cNvSpPr>
            <a:spLocks noGrp="1"/>
          </p:cNvSpPr>
          <p:nvPr/>
        </p:nvSpPr>
        <p:spPr>
          <a:xfrm>
            <a:off x="5234206" y="6218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bjj_16_tuned_PredictedAtoms_18">
            <a:extLst>
              <a:ext uri="{FF2B5EF4-FFF2-40B4-BE49-F238E27FC236}">
                <a16:creationId xmlns:a16="http://schemas.microsoft.com/office/drawing/2014/main" id="{23DFF072-AAC0-4833-BCC5-CB2F59301B92}"/>
              </a:ext>
            </a:extLst>
          </p:cNvPr>
          <p:cNvSpPr>
            <a:spLocks noGrp="1"/>
          </p:cNvSpPr>
          <p:nvPr/>
        </p:nvSpPr>
        <p:spPr>
          <a:xfrm>
            <a:off x="5250308" y="639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bjj_16_tuned_PredictedAtoms_19">
            <a:extLst>
              <a:ext uri="{FF2B5EF4-FFF2-40B4-BE49-F238E27FC236}">
                <a16:creationId xmlns:a16="http://schemas.microsoft.com/office/drawing/2014/main" id="{2E0093DA-0EFB-4D0C-97AA-2677ABD57AA3}"/>
              </a:ext>
            </a:extLst>
          </p:cNvPr>
          <p:cNvSpPr>
            <a:spLocks noGrp="1"/>
          </p:cNvSpPr>
          <p:nvPr/>
        </p:nvSpPr>
        <p:spPr>
          <a:xfrm>
            <a:off x="5153041" y="6499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bjj_16_tuned_PredictedAtoms_20">
            <a:extLst>
              <a:ext uri="{FF2B5EF4-FFF2-40B4-BE49-F238E27FC236}">
                <a16:creationId xmlns:a16="http://schemas.microsoft.com/office/drawing/2014/main" id="{96151FF6-4D36-4276-907E-1039FCA309B3}"/>
              </a:ext>
            </a:extLst>
          </p:cNvPr>
          <p:cNvSpPr>
            <a:spLocks noGrp="1"/>
          </p:cNvSpPr>
          <p:nvPr/>
        </p:nvSpPr>
        <p:spPr>
          <a:xfrm>
            <a:off x="5169494" y="66779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bjj_16_tuned_PredictedAtoms_21">
            <a:extLst>
              <a:ext uri="{FF2B5EF4-FFF2-40B4-BE49-F238E27FC236}">
                <a16:creationId xmlns:a16="http://schemas.microsoft.com/office/drawing/2014/main" id="{46C37430-EB34-47F5-A438-CA20AE284E89}"/>
              </a:ext>
            </a:extLst>
          </p:cNvPr>
          <p:cNvSpPr>
            <a:spLocks noGrp="1"/>
          </p:cNvSpPr>
          <p:nvPr/>
        </p:nvSpPr>
        <p:spPr>
          <a:xfrm>
            <a:off x="5308601" y="67361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4" name="9bjj_16_tuned_PredictedAtoms_22">
            <a:extLst>
              <a:ext uri="{FF2B5EF4-FFF2-40B4-BE49-F238E27FC236}">
                <a16:creationId xmlns:a16="http://schemas.microsoft.com/office/drawing/2014/main" id="{33D4C324-3F8C-4B80-98E0-D47A85E94590}"/>
              </a:ext>
            </a:extLst>
          </p:cNvPr>
          <p:cNvSpPr>
            <a:spLocks noGrp="1"/>
          </p:cNvSpPr>
          <p:nvPr/>
        </p:nvSpPr>
        <p:spPr>
          <a:xfrm>
            <a:off x="5026238" y="680214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5" name="9bjj_16_tuned_PredictedAtoms_23">
            <a:extLst>
              <a:ext uri="{FF2B5EF4-FFF2-40B4-BE49-F238E27FC236}">
                <a16:creationId xmlns:a16="http://schemas.microsoft.com/office/drawing/2014/main" id="{BA52AF4A-BC9D-4B4A-A798-28CC6E3F9BA7}"/>
              </a:ext>
            </a:extLst>
          </p:cNvPr>
          <p:cNvSpPr>
            <a:spLocks noGrp="1"/>
          </p:cNvSpPr>
          <p:nvPr/>
        </p:nvSpPr>
        <p:spPr>
          <a:xfrm>
            <a:off x="5079786" y="69793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bjj_16_tuned_PredictedAtoms_24">
            <a:extLst>
              <a:ext uri="{FF2B5EF4-FFF2-40B4-BE49-F238E27FC236}">
                <a16:creationId xmlns:a16="http://schemas.microsoft.com/office/drawing/2014/main" id="{66CD0E14-4941-454B-8202-019504E16033}"/>
              </a:ext>
            </a:extLst>
          </p:cNvPr>
          <p:cNvSpPr>
            <a:spLocks noGrp="1"/>
          </p:cNvSpPr>
          <p:nvPr/>
        </p:nvSpPr>
        <p:spPr>
          <a:xfrm>
            <a:off x="5087275" y="70505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bjj_16_tuned_PredictedAtoms_25">
            <a:extLst>
              <a:ext uri="{FF2B5EF4-FFF2-40B4-BE49-F238E27FC236}">
                <a16:creationId xmlns:a16="http://schemas.microsoft.com/office/drawing/2014/main" id="{B43BAAD3-2FEB-4CA1-BBAC-2EC2ABE39FB2}"/>
              </a:ext>
            </a:extLst>
          </p:cNvPr>
          <p:cNvSpPr>
            <a:spLocks noGrp="1"/>
          </p:cNvSpPr>
          <p:nvPr/>
        </p:nvSpPr>
        <p:spPr>
          <a:xfrm>
            <a:off x="5244832" y="70165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8" name="9bjj_16_tuned_PredictedAtoms_26">
            <a:extLst>
              <a:ext uri="{FF2B5EF4-FFF2-40B4-BE49-F238E27FC236}">
                <a16:creationId xmlns:a16="http://schemas.microsoft.com/office/drawing/2014/main" id="{E317316E-B1BE-42B2-8AA9-0F5166B91E11}"/>
              </a:ext>
            </a:extLst>
          </p:cNvPr>
          <p:cNvSpPr>
            <a:spLocks noGrp="1"/>
          </p:cNvSpPr>
          <p:nvPr/>
        </p:nvSpPr>
        <p:spPr>
          <a:xfrm>
            <a:off x="5263028" y="7057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bjj_16_tuned_PredictedAtoms_27">
            <a:extLst>
              <a:ext uri="{FF2B5EF4-FFF2-40B4-BE49-F238E27FC236}">
                <a16:creationId xmlns:a16="http://schemas.microsoft.com/office/drawing/2014/main" id="{7A6ADC2E-ABDA-4314-A974-097D5D66787C}"/>
              </a:ext>
            </a:extLst>
          </p:cNvPr>
          <p:cNvSpPr>
            <a:spLocks noGrp="1"/>
          </p:cNvSpPr>
          <p:nvPr/>
        </p:nvSpPr>
        <p:spPr>
          <a:xfrm>
            <a:off x="3899140" y="67508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stage3-cases-main_36">
            <a:extLst>
              <a:ext uri="{FF2B5EF4-FFF2-40B4-BE49-F238E27FC236}">
                <a16:creationId xmlns:a16="http://schemas.microsoft.com/office/drawing/2014/main" id="{01371469-7EE2-46AA-A51C-FB4551324F34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1181" name="9bjj_16_build_Receptor">
            <a:extLst>
              <a:ext uri="{FF2B5EF4-FFF2-40B4-BE49-F238E27FC236}">
                <a16:creationId xmlns:a16="http://schemas.microsoft.com/office/drawing/2014/main" id="{39B8BE8E-CFDF-4823-8F89-B2E15FBCB1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182" name="9bjj_16_build_ExperimentalDensity">
            <a:extLst>
              <a:ext uri="{FF2B5EF4-FFF2-40B4-BE49-F238E27FC236}">
                <a16:creationId xmlns:a16="http://schemas.microsoft.com/office/drawing/2014/main" id="{0C4EE9FF-B0B9-4855-BC4A-B5A36DDDBF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83" name="9bjj_16_build_ReferenceLigand_0">
            <a:extLst>
              <a:ext uri="{FF2B5EF4-FFF2-40B4-BE49-F238E27FC236}">
                <a16:creationId xmlns:a16="http://schemas.microsoft.com/office/drawing/2014/main" id="{2C9238A0-5341-48BA-B1EE-412E74D5AAA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4" name="9bjj_16_build_ReferenceLigand_1">
            <a:extLst>
              <a:ext uri="{FF2B5EF4-FFF2-40B4-BE49-F238E27FC236}">
                <a16:creationId xmlns:a16="http://schemas.microsoft.com/office/drawing/2014/main" id="{D828CB17-6AEE-45F6-A673-338C4F1560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5" name="9bjj_16_build_ReferenceLigand_2">
            <a:extLst>
              <a:ext uri="{FF2B5EF4-FFF2-40B4-BE49-F238E27FC236}">
                <a16:creationId xmlns:a16="http://schemas.microsoft.com/office/drawing/2014/main" id="{6E93D9DC-7412-460D-A482-C18F9F1573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6" name="9bjj_16_build_ReferenceLigand_3">
            <a:extLst>
              <a:ext uri="{FF2B5EF4-FFF2-40B4-BE49-F238E27FC236}">
                <a16:creationId xmlns:a16="http://schemas.microsoft.com/office/drawing/2014/main" id="{5CD54B77-64E4-4A33-A96B-2F3B4537D3D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7" name="9bjj_16_build_ReferenceLigand_4">
            <a:extLst>
              <a:ext uri="{FF2B5EF4-FFF2-40B4-BE49-F238E27FC236}">
                <a16:creationId xmlns:a16="http://schemas.microsoft.com/office/drawing/2014/main" id="{EC75F71B-BE1A-4986-93FD-9A318678E80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8" name="9bjj_16_build_ReferenceLigand_5">
            <a:extLst>
              <a:ext uri="{FF2B5EF4-FFF2-40B4-BE49-F238E27FC236}">
                <a16:creationId xmlns:a16="http://schemas.microsoft.com/office/drawing/2014/main" id="{FBDB7C03-93E3-4529-98DB-C4B4763C50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9" name="9bjj_16_build_ReferenceLigand_6">
            <a:extLst>
              <a:ext uri="{FF2B5EF4-FFF2-40B4-BE49-F238E27FC236}">
                <a16:creationId xmlns:a16="http://schemas.microsoft.com/office/drawing/2014/main" id="{382A21D1-D34C-48AE-851A-E973852E151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0" name="9bjj_16_build_ReferenceLigand_7">
            <a:extLst>
              <a:ext uri="{FF2B5EF4-FFF2-40B4-BE49-F238E27FC236}">
                <a16:creationId xmlns:a16="http://schemas.microsoft.com/office/drawing/2014/main" id="{19CD7FCE-88A5-48BE-BADF-56255BD2C7D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1" name="9bjj_16_build_ReferenceLigand_8">
            <a:extLst>
              <a:ext uri="{FF2B5EF4-FFF2-40B4-BE49-F238E27FC236}">
                <a16:creationId xmlns:a16="http://schemas.microsoft.com/office/drawing/2014/main" id="{318CF948-DB2A-4365-A5A7-6EE680B0CD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2" name="9bjj_16_build_ReferenceLigand_9">
            <a:extLst>
              <a:ext uri="{FF2B5EF4-FFF2-40B4-BE49-F238E27FC236}">
                <a16:creationId xmlns:a16="http://schemas.microsoft.com/office/drawing/2014/main" id="{DA3E41AD-6B34-4200-A57C-908F514F7C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3" name="9bjj_16_build_ReferenceLigand_10">
            <a:extLst>
              <a:ext uri="{FF2B5EF4-FFF2-40B4-BE49-F238E27FC236}">
                <a16:creationId xmlns:a16="http://schemas.microsoft.com/office/drawing/2014/main" id="{0AD7D3CC-AA60-4907-9C8D-F794DBE7538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4" name="9bjj_16_build_ReferenceLigand_11">
            <a:extLst>
              <a:ext uri="{FF2B5EF4-FFF2-40B4-BE49-F238E27FC236}">
                <a16:creationId xmlns:a16="http://schemas.microsoft.com/office/drawing/2014/main" id="{784FB375-F7CC-450F-B0C4-F81FF644F7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5" name="9bjj_16_build_ReferenceLigand_12">
            <a:extLst>
              <a:ext uri="{FF2B5EF4-FFF2-40B4-BE49-F238E27FC236}">
                <a16:creationId xmlns:a16="http://schemas.microsoft.com/office/drawing/2014/main" id="{14D873AF-939A-4948-A831-1F12B7A284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6" name="9bjj_16_build_ReferenceLigand_13">
            <a:extLst>
              <a:ext uri="{FF2B5EF4-FFF2-40B4-BE49-F238E27FC236}">
                <a16:creationId xmlns:a16="http://schemas.microsoft.com/office/drawing/2014/main" id="{05E91E13-6690-4768-8551-FE3F873F3C6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7" name="9bjj_16_build_ReferenceLigand_14">
            <a:extLst>
              <a:ext uri="{FF2B5EF4-FFF2-40B4-BE49-F238E27FC236}">
                <a16:creationId xmlns:a16="http://schemas.microsoft.com/office/drawing/2014/main" id="{A4099C19-CC2F-48F2-9462-CA38735C65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8" name="9bjj_16_build_ReferenceLigand_15">
            <a:extLst>
              <a:ext uri="{FF2B5EF4-FFF2-40B4-BE49-F238E27FC236}">
                <a16:creationId xmlns:a16="http://schemas.microsoft.com/office/drawing/2014/main" id="{BB6BD3CD-F002-4680-B844-1FBC600765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9" name="9bjj_16_build_ReferenceLigand_16">
            <a:extLst>
              <a:ext uri="{FF2B5EF4-FFF2-40B4-BE49-F238E27FC236}">
                <a16:creationId xmlns:a16="http://schemas.microsoft.com/office/drawing/2014/main" id="{219602EB-ECA8-495B-BB81-293BA37EB7D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0" name="9bjj_16_build_ReferenceLigand_17">
            <a:extLst>
              <a:ext uri="{FF2B5EF4-FFF2-40B4-BE49-F238E27FC236}">
                <a16:creationId xmlns:a16="http://schemas.microsoft.com/office/drawing/2014/main" id="{048B340C-84EF-47C6-9DDD-9BEDADCEC7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1" name="9bjj_16_build_ReferenceLigand_18">
            <a:extLst>
              <a:ext uri="{FF2B5EF4-FFF2-40B4-BE49-F238E27FC236}">
                <a16:creationId xmlns:a16="http://schemas.microsoft.com/office/drawing/2014/main" id="{1E52CBEF-0BBD-4E88-B87F-6AEEEC804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2" name="9bjj_16_build_ReferenceLigand_19">
            <a:extLst>
              <a:ext uri="{FF2B5EF4-FFF2-40B4-BE49-F238E27FC236}">
                <a16:creationId xmlns:a16="http://schemas.microsoft.com/office/drawing/2014/main" id="{722CC8C9-F186-42E7-82D6-38DA0923C9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3" name="9bjj_16_build_ReferenceLigand_20">
            <a:extLst>
              <a:ext uri="{FF2B5EF4-FFF2-40B4-BE49-F238E27FC236}">
                <a16:creationId xmlns:a16="http://schemas.microsoft.com/office/drawing/2014/main" id="{67A12A9E-36F5-416B-8377-BD8F41B2D3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4" name="9bjj_16_build_ReferenceLigand_21">
            <a:extLst>
              <a:ext uri="{FF2B5EF4-FFF2-40B4-BE49-F238E27FC236}">
                <a16:creationId xmlns:a16="http://schemas.microsoft.com/office/drawing/2014/main" id="{E2999E43-4249-4571-B281-5768721098E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5" name="9bjj_16_build_ReferenceLigand_22">
            <a:extLst>
              <a:ext uri="{FF2B5EF4-FFF2-40B4-BE49-F238E27FC236}">
                <a16:creationId xmlns:a16="http://schemas.microsoft.com/office/drawing/2014/main" id="{43210EC5-C34C-4304-9B6C-D40427A1B01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6" name="9bjj_16_build_ReferenceLigand_23">
            <a:extLst>
              <a:ext uri="{FF2B5EF4-FFF2-40B4-BE49-F238E27FC236}">
                <a16:creationId xmlns:a16="http://schemas.microsoft.com/office/drawing/2014/main" id="{FCE6001F-CA91-4D10-B7B2-F8D7E22B32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7" name="9bjj_16_build_ReferenceLigand_24">
            <a:extLst>
              <a:ext uri="{FF2B5EF4-FFF2-40B4-BE49-F238E27FC236}">
                <a16:creationId xmlns:a16="http://schemas.microsoft.com/office/drawing/2014/main" id="{E3F502D7-500D-47B3-8ED9-21A4E75417A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bjj_16_build_ReferenceLigand_25">
            <a:extLst>
              <a:ext uri="{FF2B5EF4-FFF2-40B4-BE49-F238E27FC236}">
                <a16:creationId xmlns:a16="http://schemas.microsoft.com/office/drawing/2014/main" id="{4D366599-838E-4A85-87F1-DC527DF065D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bjj_16_build_ReferenceLigand_26">
            <a:extLst>
              <a:ext uri="{FF2B5EF4-FFF2-40B4-BE49-F238E27FC236}">
                <a16:creationId xmlns:a16="http://schemas.microsoft.com/office/drawing/2014/main" id="{5E6A6A5A-AC40-4DC4-826C-0977C1B618E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bjj_16_build_ReferenceLigand_27">
            <a:extLst>
              <a:ext uri="{FF2B5EF4-FFF2-40B4-BE49-F238E27FC236}">
                <a16:creationId xmlns:a16="http://schemas.microsoft.com/office/drawing/2014/main" id="{ED4F9A7A-0B74-4995-85DA-2B84D4EBAAB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bjj_16_build_ReferenceLigand_28">
            <a:extLst>
              <a:ext uri="{FF2B5EF4-FFF2-40B4-BE49-F238E27FC236}">
                <a16:creationId xmlns:a16="http://schemas.microsoft.com/office/drawing/2014/main" id="{92B92D98-9F8D-491E-A109-A1F2C30AE9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bjj_16_build_ReferenceLigand_29">
            <a:extLst>
              <a:ext uri="{FF2B5EF4-FFF2-40B4-BE49-F238E27FC236}">
                <a16:creationId xmlns:a16="http://schemas.microsoft.com/office/drawing/2014/main" id="{49594A17-6537-431A-B710-46EB8EDDCB5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bjj_16_build_ReferenceLigand_30">
            <a:extLst>
              <a:ext uri="{FF2B5EF4-FFF2-40B4-BE49-F238E27FC236}">
                <a16:creationId xmlns:a16="http://schemas.microsoft.com/office/drawing/2014/main" id="{6BBBFB9A-7D65-409D-AC4C-89DF708F013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bjj_16_build_PredictedLigand_0">
            <a:extLst>
              <a:ext uri="{FF2B5EF4-FFF2-40B4-BE49-F238E27FC236}">
                <a16:creationId xmlns:a16="http://schemas.microsoft.com/office/drawing/2014/main" id="{23C460F4-8704-4142-B0DC-12CE84E2A2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5" name="9bjj_16_build_PredictedLigand_1">
            <a:extLst>
              <a:ext uri="{FF2B5EF4-FFF2-40B4-BE49-F238E27FC236}">
                <a16:creationId xmlns:a16="http://schemas.microsoft.com/office/drawing/2014/main" id="{4E3A027A-9949-4F4E-BE95-A94C7E5A57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6" name="9bjj_16_build_PredictedLigand_2">
            <a:extLst>
              <a:ext uri="{FF2B5EF4-FFF2-40B4-BE49-F238E27FC236}">
                <a16:creationId xmlns:a16="http://schemas.microsoft.com/office/drawing/2014/main" id="{363B7A43-EC70-4733-84B0-D8B37791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7" name="9bjj_16_build_PredictedLigand_3">
            <a:extLst>
              <a:ext uri="{FF2B5EF4-FFF2-40B4-BE49-F238E27FC236}">
                <a16:creationId xmlns:a16="http://schemas.microsoft.com/office/drawing/2014/main" id="{D89CD261-0BAB-4172-A459-B60B7CACD1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8" name="9bjj_16_build_PredictedLigand_4">
            <a:extLst>
              <a:ext uri="{FF2B5EF4-FFF2-40B4-BE49-F238E27FC236}">
                <a16:creationId xmlns:a16="http://schemas.microsoft.com/office/drawing/2014/main" id="{2C9CF7E7-10E2-41E1-86E8-A3F2A596A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9" name="9bjj_16_build_PredictedLigand_5">
            <a:extLst>
              <a:ext uri="{FF2B5EF4-FFF2-40B4-BE49-F238E27FC236}">
                <a16:creationId xmlns:a16="http://schemas.microsoft.com/office/drawing/2014/main" id="{7D191CA3-8864-461A-9153-1B7A29D4573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0" name="9bjj_16_build_PredictedLigand_6">
            <a:extLst>
              <a:ext uri="{FF2B5EF4-FFF2-40B4-BE49-F238E27FC236}">
                <a16:creationId xmlns:a16="http://schemas.microsoft.com/office/drawing/2014/main" id="{B3B9AA5C-E831-4E8F-A642-E4187AC1935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1" name="9bjj_16_build_PredictedLigand_7">
            <a:extLst>
              <a:ext uri="{FF2B5EF4-FFF2-40B4-BE49-F238E27FC236}">
                <a16:creationId xmlns:a16="http://schemas.microsoft.com/office/drawing/2014/main" id="{64D16C48-C00F-462F-A386-6CD4436C340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2" name="9bjj_16_build_PredictedLigand_8">
            <a:extLst>
              <a:ext uri="{FF2B5EF4-FFF2-40B4-BE49-F238E27FC236}">
                <a16:creationId xmlns:a16="http://schemas.microsoft.com/office/drawing/2014/main" id="{E8A21F35-5579-49A1-AC07-CA27815112A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3" name="9bjj_16_build_PredictedLigand_9">
            <a:extLst>
              <a:ext uri="{FF2B5EF4-FFF2-40B4-BE49-F238E27FC236}">
                <a16:creationId xmlns:a16="http://schemas.microsoft.com/office/drawing/2014/main" id="{AF9F124C-39D2-4CBA-B84A-795F2C4F3E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4" name="9bjj_16_build_PredictedLigand_10">
            <a:extLst>
              <a:ext uri="{FF2B5EF4-FFF2-40B4-BE49-F238E27FC236}">
                <a16:creationId xmlns:a16="http://schemas.microsoft.com/office/drawing/2014/main" id="{3A276EEC-A4EF-44E0-9B2B-AFDD09CBFE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5" name="9bjj_16_build_PredictedLigand_11">
            <a:extLst>
              <a:ext uri="{FF2B5EF4-FFF2-40B4-BE49-F238E27FC236}">
                <a16:creationId xmlns:a16="http://schemas.microsoft.com/office/drawing/2014/main" id="{83CB9AA0-95D8-4C1C-810E-DCD0E9F773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6" name="9bjj_16_build_PredictedLigand_12">
            <a:extLst>
              <a:ext uri="{FF2B5EF4-FFF2-40B4-BE49-F238E27FC236}">
                <a16:creationId xmlns:a16="http://schemas.microsoft.com/office/drawing/2014/main" id="{86883567-9472-4A14-B606-EF505624DD2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7" name="9bjj_16_build_PredictedLigand_13">
            <a:extLst>
              <a:ext uri="{FF2B5EF4-FFF2-40B4-BE49-F238E27FC236}">
                <a16:creationId xmlns:a16="http://schemas.microsoft.com/office/drawing/2014/main" id="{753EC172-1A22-40D9-B133-82CD615097F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8" name="9bjj_16_build_PredictedLigand_14">
            <a:extLst>
              <a:ext uri="{FF2B5EF4-FFF2-40B4-BE49-F238E27FC236}">
                <a16:creationId xmlns:a16="http://schemas.microsoft.com/office/drawing/2014/main" id="{8C64AF6A-C919-4EC4-9A78-3EF2C639A2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29" name="9bjj_16_build_PredictedLigand_15">
            <a:extLst>
              <a:ext uri="{FF2B5EF4-FFF2-40B4-BE49-F238E27FC236}">
                <a16:creationId xmlns:a16="http://schemas.microsoft.com/office/drawing/2014/main" id="{E8F468B4-6ADF-4133-8597-E5C028CA4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0" name="9bjj_16_build_PredictedLigand_16">
            <a:extLst>
              <a:ext uri="{FF2B5EF4-FFF2-40B4-BE49-F238E27FC236}">
                <a16:creationId xmlns:a16="http://schemas.microsoft.com/office/drawing/2014/main" id="{E05B5F70-00CD-4EFE-BDAE-D487883DF5B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1" name="9bjj_16_build_PredictedLigand_17">
            <a:extLst>
              <a:ext uri="{FF2B5EF4-FFF2-40B4-BE49-F238E27FC236}">
                <a16:creationId xmlns:a16="http://schemas.microsoft.com/office/drawing/2014/main" id="{EF8D7365-72B7-4E6B-B1F7-81D1D4F7DB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2" name="9bjj_16_build_PredictedLigand_18">
            <a:extLst>
              <a:ext uri="{FF2B5EF4-FFF2-40B4-BE49-F238E27FC236}">
                <a16:creationId xmlns:a16="http://schemas.microsoft.com/office/drawing/2014/main" id="{DDF672EC-69CB-4484-B118-0AF60A822BD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3" name="9bjj_16_build_PredictedLigand_19">
            <a:extLst>
              <a:ext uri="{FF2B5EF4-FFF2-40B4-BE49-F238E27FC236}">
                <a16:creationId xmlns:a16="http://schemas.microsoft.com/office/drawing/2014/main" id="{6611A728-88CF-48BC-8DED-A2AFD0D189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4" name="9bjj_16_build_PredictedLigand_20">
            <a:extLst>
              <a:ext uri="{FF2B5EF4-FFF2-40B4-BE49-F238E27FC236}">
                <a16:creationId xmlns:a16="http://schemas.microsoft.com/office/drawing/2014/main" id="{AA707E45-336F-4D4D-B1E8-6CA7A488FF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5" name="9bjj_16_build_PredictedLigand_21">
            <a:extLst>
              <a:ext uri="{FF2B5EF4-FFF2-40B4-BE49-F238E27FC236}">
                <a16:creationId xmlns:a16="http://schemas.microsoft.com/office/drawing/2014/main" id="{1AA5313E-B10A-432E-82BA-3993D480FA2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6" name="9bjj_16_build_PredictedLigand_22">
            <a:extLst>
              <a:ext uri="{FF2B5EF4-FFF2-40B4-BE49-F238E27FC236}">
                <a16:creationId xmlns:a16="http://schemas.microsoft.com/office/drawing/2014/main" id="{E467A064-CCAC-48EB-8B91-E5F513A51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7" name="9bjj_16_build_PredictedLigand_23">
            <a:extLst>
              <a:ext uri="{FF2B5EF4-FFF2-40B4-BE49-F238E27FC236}">
                <a16:creationId xmlns:a16="http://schemas.microsoft.com/office/drawing/2014/main" id="{EB2BE6E7-265C-45E2-AF3B-F1F47DCD55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8" name="9bjj_16_build_PredictedLigand_24">
            <a:extLst>
              <a:ext uri="{FF2B5EF4-FFF2-40B4-BE49-F238E27FC236}">
                <a16:creationId xmlns:a16="http://schemas.microsoft.com/office/drawing/2014/main" id="{FAD5E45F-476C-480E-9196-F3C27E8D4A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39" name="9bjj_16_build_PredictedLigand_25">
            <a:extLst>
              <a:ext uri="{FF2B5EF4-FFF2-40B4-BE49-F238E27FC236}">
                <a16:creationId xmlns:a16="http://schemas.microsoft.com/office/drawing/2014/main" id="{BD27DD35-0A67-44F4-8C47-6BACFEA87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0" name="9bjj_16_build_PredictedLigand_26">
            <a:extLst>
              <a:ext uri="{FF2B5EF4-FFF2-40B4-BE49-F238E27FC236}">
                <a16:creationId xmlns:a16="http://schemas.microsoft.com/office/drawing/2014/main" id="{D544349E-9073-417E-B701-0E3FCB47ED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1" name="9bjj_16_build_PredictedLigand_27">
            <a:extLst>
              <a:ext uri="{FF2B5EF4-FFF2-40B4-BE49-F238E27FC236}">
                <a16:creationId xmlns:a16="http://schemas.microsoft.com/office/drawing/2014/main" id="{B2207C11-9C90-4C60-B15B-66316A6BD4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2" name="9bjj_16_build_PredictedLigand_28">
            <a:extLst>
              <a:ext uri="{FF2B5EF4-FFF2-40B4-BE49-F238E27FC236}">
                <a16:creationId xmlns:a16="http://schemas.microsoft.com/office/drawing/2014/main" id="{868B44F9-0F81-48E1-A5AA-7377C95897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3" name="9bjj_16_build_PredictedLigand_29">
            <a:extLst>
              <a:ext uri="{FF2B5EF4-FFF2-40B4-BE49-F238E27FC236}">
                <a16:creationId xmlns:a16="http://schemas.microsoft.com/office/drawing/2014/main" id="{362966C7-0B6C-4A1F-AF0F-DC22BA5256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44" name="9bjj_16_build_PredictedAtoms_0">
            <a:extLst>
              <a:ext uri="{FF2B5EF4-FFF2-40B4-BE49-F238E27FC236}">
                <a16:creationId xmlns:a16="http://schemas.microsoft.com/office/drawing/2014/main" id="{5991A295-C671-4EDB-8371-CCBB97792409}"/>
              </a:ext>
            </a:extLst>
          </p:cNvPr>
          <p:cNvSpPr>
            <a:spLocks noGrp="1"/>
          </p:cNvSpPr>
          <p:nvPr/>
        </p:nvSpPr>
        <p:spPr>
          <a:xfrm>
            <a:off x="6718711" y="67216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9bjj_16_build_PredictedAtoms_1">
            <a:extLst>
              <a:ext uri="{FF2B5EF4-FFF2-40B4-BE49-F238E27FC236}">
                <a16:creationId xmlns:a16="http://schemas.microsoft.com/office/drawing/2014/main" id="{88A75B81-8FCA-46AB-B1E6-6135B3471C2D}"/>
              </a:ext>
            </a:extLst>
          </p:cNvPr>
          <p:cNvSpPr>
            <a:spLocks noGrp="1"/>
          </p:cNvSpPr>
          <p:nvPr/>
        </p:nvSpPr>
        <p:spPr>
          <a:xfrm>
            <a:off x="6649575" y="66194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246" name="9bjj_16_build_PredictedAtoms_2">
            <a:extLst>
              <a:ext uri="{FF2B5EF4-FFF2-40B4-BE49-F238E27FC236}">
                <a16:creationId xmlns:a16="http://schemas.microsoft.com/office/drawing/2014/main" id="{C94B08F9-F149-4C77-A5E9-7361E287765C}"/>
              </a:ext>
            </a:extLst>
          </p:cNvPr>
          <p:cNvSpPr>
            <a:spLocks noGrp="1"/>
          </p:cNvSpPr>
          <p:nvPr/>
        </p:nvSpPr>
        <p:spPr>
          <a:xfrm>
            <a:off x="6741235" y="65635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7" name="9bjj_16_build_PredictedAtoms_3">
            <a:extLst>
              <a:ext uri="{FF2B5EF4-FFF2-40B4-BE49-F238E27FC236}">
                <a16:creationId xmlns:a16="http://schemas.microsoft.com/office/drawing/2014/main" id="{F4ED24F8-9F8F-40C6-861A-8CB650AA4687}"/>
              </a:ext>
            </a:extLst>
          </p:cNvPr>
          <p:cNvSpPr>
            <a:spLocks noGrp="1"/>
          </p:cNvSpPr>
          <p:nvPr/>
        </p:nvSpPr>
        <p:spPr>
          <a:xfrm>
            <a:off x="6915536" y="675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8" name="9bjj_16_build_PredictedAtoms_4">
            <a:extLst>
              <a:ext uri="{FF2B5EF4-FFF2-40B4-BE49-F238E27FC236}">
                <a16:creationId xmlns:a16="http://schemas.microsoft.com/office/drawing/2014/main" id="{C83DD80C-6B51-448C-BC16-2761E6E469F5}"/>
              </a:ext>
            </a:extLst>
          </p:cNvPr>
          <p:cNvSpPr>
            <a:spLocks noGrp="1"/>
          </p:cNvSpPr>
          <p:nvPr/>
        </p:nvSpPr>
        <p:spPr>
          <a:xfrm>
            <a:off x="7076986" y="66955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9" name="9bjj_16_build_PredictedAtoms_5">
            <a:extLst>
              <a:ext uri="{FF2B5EF4-FFF2-40B4-BE49-F238E27FC236}">
                <a16:creationId xmlns:a16="http://schemas.microsoft.com/office/drawing/2014/main" id="{7EDD9C4E-CB82-41C9-AF6A-26044CC8BA5C}"/>
              </a:ext>
            </a:extLst>
          </p:cNvPr>
          <p:cNvSpPr>
            <a:spLocks noGrp="1"/>
          </p:cNvSpPr>
          <p:nvPr/>
        </p:nvSpPr>
        <p:spPr>
          <a:xfrm>
            <a:off x="7089835" y="657870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250" name="9bjj_16_build_PredictedAtoms_6">
            <a:extLst>
              <a:ext uri="{FF2B5EF4-FFF2-40B4-BE49-F238E27FC236}">
                <a16:creationId xmlns:a16="http://schemas.microsoft.com/office/drawing/2014/main" id="{8B1E9ABD-2BBF-44FC-BAE6-FDDE3CBCBF99}"/>
              </a:ext>
            </a:extLst>
          </p:cNvPr>
          <p:cNvSpPr>
            <a:spLocks noGrp="1"/>
          </p:cNvSpPr>
          <p:nvPr/>
        </p:nvSpPr>
        <p:spPr>
          <a:xfrm>
            <a:off x="7206459" y="680594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251" name="9bjj_16_build_PredictedAtoms_7">
            <a:extLst>
              <a:ext uri="{FF2B5EF4-FFF2-40B4-BE49-F238E27FC236}">
                <a16:creationId xmlns:a16="http://schemas.microsoft.com/office/drawing/2014/main" id="{63D686D2-B5C4-4F3B-B896-7F9A4CF2A1D6}"/>
              </a:ext>
            </a:extLst>
          </p:cNvPr>
          <p:cNvSpPr>
            <a:spLocks noGrp="1"/>
          </p:cNvSpPr>
          <p:nvPr/>
        </p:nvSpPr>
        <p:spPr>
          <a:xfrm>
            <a:off x="7343563" y="67788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2" name="9bjj_16_build_PredictedAtoms_8">
            <a:extLst>
              <a:ext uri="{FF2B5EF4-FFF2-40B4-BE49-F238E27FC236}">
                <a16:creationId xmlns:a16="http://schemas.microsoft.com/office/drawing/2014/main" id="{EE76A42D-8044-4483-BD94-61791610B7EE}"/>
              </a:ext>
            </a:extLst>
          </p:cNvPr>
          <p:cNvSpPr>
            <a:spLocks noGrp="1"/>
          </p:cNvSpPr>
          <p:nvPr/>
        </p:nvSpPr>
        <p:spPr>
          <a:xfrm>
            <a:off x="7468313" y="66176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3" name="9bjj_16_build_PredictedAtoms_9">
            <a:extLst>
              <a:ext uri="{FF2B5EF4-FFF2-40B4-BE49-F238E27FC236}">
                <a16:creationId xmlns:a16="http://schemas.microsoft.com/office/drawing/2014/main" id="{F45E8BE3-F2D5-4606-AE92-885843978F02}"/>
              </a:ext>
            </a:extLst>
          </p:cNvPr>
          <p:cNvSpPr>
            <a:spLocks noGrp="1"/>
          </p:cNvSpPr>
          <p:nvPr/>
        </p:nvSpPr>
        <p:spPr>
          <a:xfrm>
            <a:off x="7636234" y="6674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4" name="9bjj_16_build_PredictedAtoms_10">
            <a:extLst>
              <a:ext uri="{FF2B5EF4-FFF2-40B4-BE49-F238E27FC236}">
                <a16:creationId xmlns:a16="http://schemas.microsoft.com/office/drawing/2014/main" id="{DF5AEC74-4D4B-4722-9690-9F2AE4050802}"/>
              </a:ext>
            </a:extLst>
          </p:cNvPr>
          <p:cNvSpPr>
            <a:spLocks noGrp="1"/>
          </p:cNvSpPr>
          <p:nvPr/>
        </p:nvSpPr>
        <p:spPr>
          <a:xfrm>
            <a:off x="7781478" y="6585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5" name="9bjj_16_build_PredictedAtoms_11">
            <a:extLst>
              <a:ext uri="{FF2B5EF4-FFF2-40B4-BE49-F238E27FC236}">
                <a16:creationId xmlns:a16="http://schemas.microsoft.com/office/drawing/2014/main" id="{FA082DFC-89D8-4032-A0D4-B9C801F6B13B}"/>
              </a:ext>
            </a:extLst>
          </p:cNvPr>
          <p:cNvSpPr>
            <a:spLocks noGrp="1"/>
          </p:cNvSpPr>
          <p:nvPr/>
        </p:nvSpPr>
        <p:spPr>
          <a:xfrm>
            <a:off x="7667936" y="6837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6" name="9bjj_16_build_PredictedAtoms_12">
            <a:extLst>
              <a:ext uri="{FF2B5EF4-FFF2-40B4-BE49-F238E27FC236}">
                <a16:creationId xmlns:a16="http://schemas.microsoft.com/office/drawing/2014/main" id="{EA577F4C-8305-4930-B574-F4F8A1104DA5}"/>
              </a:ext>
            </a:extLst>
          </p:cNvPr>
          <p:cNvSpPr>
            <a:spLocks noGrp="1"/>
          </p:cNvSpPr>
          <p:nvPr/>
        </p:nvSpPr>
        <p:spPr>
          <a:xfrm>
            <a:off x="7461564" y="68381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7" name="9bjj_16_build_PredictedAtoms_13">
            <a:extLst>
              <a:ext uri="{FF2B5EF4-FFF2-40B4-BE49-F238E27FC236}">
                <a16:creationId xmlns:a16="http://schemas.microsoft.com/office/drawing/2014/main" id="{5C9F4BAF-80B0-4BD7-923B-B1E89FB29E54}"/>
              </a:ext>
            </a:extLst>
          </p:cNvPr>
          <p:cNvSpPr>
            <a:spLocks noGrp="1"/>
          </p:cNvSpPr>
          <p:nvPr/>
        </p:nvSpPr>
        <p:spPr>
          <a:xfrm>
            <a:off x="7776977" y="6951991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258" name="9bjj_16_build_PredictedAtoms_14">
            <a:extLst>
              <a:ext uri="{FF2B5EF4-FFF2-40B4-BE49-F238E27FC236}">
                <a16:creationId xmlns:a16="http://schemas.microsoft.com/office/drawing/2014/main" id="{1F800488-967F-4D82-ABD1-BD87941557B9}"/>
              </a:ext>
            </a:extLst>
          </p:cNvPr>
          <p:cNvSpPr>
            <a:spLocks noGrp="1"/>
          </p:cNvSpPr>
          <p:nvPr/>
        </p:nvSpPr>
        <p:spPr>
          <a:xfrm>
            <a:off x="7964941" y="7024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59" name="9bjj_16_build_PredictedAtoms_15">
            <a:extLst>
              <a:ext uri="{FF2B5EF4-FFF2-40B4-BE49-F238E27FC236}">
                <a16:creationId xmlns:a16="http://schemas.microsoft.com/office/drawing/2014/main" id="{752F3F36-3D2C-4F93-A186-90F68151BCA0}"/>
              </a:ext>
            </a:extLst>
          </p:cNvPr>
          <p:cNvSpPr>
            <a:spLocks noGrp="1"/>
          </p:cNvSpPr>
          <p:nvPr/>
        </p:nvSpPr>
        <p:spPr>
          <a:xfrm>
            <a:off x="8023607" y="72032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0" name="9bjj_16_build_PredictedAtoms_16">
            <a:extLst>
              <a:ext uri="{FF2B5EF4-FFF2-40B4-BE49-F238E27FC236}">
                <a16:creationId xmlns:a16="http://schemas.microsoft.com/office/drawing/2014/main" id="{9A4CDC93-4DA2-4C0D-B01F-1B2B10B01737}"/>
              </a:ext>
            </a:extLst>
          </p:cNvPr>
          <p:cNvSpPr>
            <a:spLocks noGrp="1"/>
          </p:cNvSpPr>
          <p:nvPr/>
        </p:nvSpPr>
        <p:spPr>
          <a:xfrm>
            <a:off x="8156707" y="72358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1" name="9bjj_16_build_PredictedAtoms_17">
            <a:extLst>
              <a:ext uri="{FF2B5EF4-FFF2-40B4-BE49-F238E27FC236}">
                <a16:creationId xmlns:a16="http://schemas.microsoft.com/office/drawing/2014/main" id="{AEC435A2-ED2E-4FCB-B609-B0EEBFABD6AD}"/>
              </a:ext>
            </a:extLst>
          </p:cNvPr>
          <p:cNvSpPr>
            <a:spLocks noGrp="1"/>
          </p:cNvSpPr>
          <p:nvPr/>
        </p:nvSpPr>
        <p:spPr>
          <a:xfrm>
            <a:off x="8145266" y="71229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2" name="9bjj_16_build_PredictedAtoms_18">
            <a:extLst>
              <a:ext uri="{FF2B5EF4-FFF2-40B4-BE49-F238E27FC236}">
                <a16:creationId xmlns:a16="http://schemas.microsoft.com/office/drawing/2014/main" id="{C391F197-358B-480B-84AD-2E10FBF5DF24}"/>
              </a:ext>
            </a:extLst>
          </p:cNvPr>
          <p:cNvSpPr>
            <a:spLocks noGrp="1"/>
          </p:cNvSpPr>
          <p:nvPr/>
        </p:nvSpPr>
        <p:spPr>
          <a:xfrm>
            <a:off x="8220886" y="69817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3" name="9bjj_16_build_PredictedAtoms_19">
            <a:extLst>
              <a:ext uri="{FF2B5EF4-FFF2-40B4-BE49-F238E27FC236}">
                <a16:creationId xmlns:a16="http://schemas.microsoft.com/office/drawing/2014/main" id="{43146D6A-1117-4FE5-A79D-86A01F86BE1A}"/>
              </a:ext>
            </a:extLst>
          </p:cNvPr>
          <p:cNvSpPr>
            <a:spLocks noGrp="1"/>
          </p:cNvSpPr>
          <p:nvPr/>
        </p:nvSpPr>
        <p:spPr>
          <a:xfrm>
            <a:off x="8065610" y="67997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4" name="9bjj_16_build_PredictedAtoms_20">
            <a:extLst>
              <a:ext uri="{FF2B5EF4-FFF2-40B4-BE49-F238E27FC236}">
                <a16:creationId xmlns:a16="http://schemas.microsoft.com/office/drawing/2014/main" id="{2D44BFDF-1CF7-4579-A314-1DFC384BA015}"/>
              </a:ext>
            </a:extLst>
          </p:cNvPr>
          <p:cNvSpPr>
            <a:spLocks noGrp="1"/>
          </p:cNvSpPr>
          <p:nvPr/>
        </p:nvSpPr>
        <p:spPr>
          <a:xfrm>
            <a:off x="8064823" y="66754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5" name="9bjj_16_build_PredictedAtoms_21">
            <a:extLst>
              <a:ext uri="{FF2B5EF4-FFF2-40B4-BE49-F238E27FC236}">
                <a16:creationId xmlns:a16="http://schemas.microsoft.com/office/drawing/2014/main" id="{0FCE77B8-912C-462E-A79B-EDA7EB2DD73F}"/>
              </a:ext>
            </a:extLst>
          </p:cNvPr>
          <p:cNvSpPr>
            <a:spLocks noGrp="1"/>
          </p:cNvSpPr>
          <p:nvPr/>
        </p:nvSpPr>
        <p:spPr>
          <a:xfrm>
            <a:off x="8177680" y="669197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266" name="9bjj_16_build_PredictedAtoms_22">
            <a:extLst>
              <a:ext uri="{FF2B5EF4-FFF2-40B4-BE49-F238E27FC236}">
                <a16:creationId xmlns:a16="http://schemas.microsoft.com/office/drawing/2014/main" id="{6AF28B56-5A71-479E-B26A-1AB36A7760F5}"/>
              </a:ext>
            </a:extLst>
          </p:cNvPr>
          <p:cNvSpPr>
            <a:spLocks noGrp="1"/>
          </p:cNvSpPr>
          <p:nvPr/>
        </p:nvSpPr>
        <p:spPr>
          <a:xfrm>
            <a:off x="7942659" y="65663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267" name="9bjj_16_build_PredictedAtoms_23">
            <a:extLst>
              <a:ext uri="{FF2B5EF4-FFF2-40B4-BE49-F238E27FC236}">
                <a16:creationId xmlns:a16="http://schemas.microsoft.com/office/drawing/2014/main" id="{7946F975-EFD1-426A-904F-10AA40D0783E}"/>
              </a:ext>
            </a:extLst>
          </p:cNvPr>
          <p:cNvSpPr>
            <a:spLocks noGrp="1"/>
          </p:cNvSpPr>
          <p:nvPr/>
        </p:nvSpPr>
        <p:spPr>
          <a:xfrm>
            <a:off x="8015275" y="64089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8" name="9bjj_16_build_PredictedAtoms_24">
            <a:extLst>
              <a:ext uri="{FF2B5EF4-FFF2-40B4-BE49-F238E27FC236}">
                <a16:creationId xmlns:a16="http://schemas.microsoft.com/office/drawing/2014/main" id="{2C419D7B-F3BF-499A-9E85-CC3F640C2985}"/>
              </a:ext>
            </a:extLst>
          </p:cNvPr>
          <p:cNvSpPr>
            <a:spLocks noGrp="1"/>
          </p:cNvSpPr>
          <p:nvPr/>
        </p:nvSpPr>
        <p:spPr>
          <a:xfrm>
            <a:off x="7932147" y="6278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69" name="9bjj_16_build_PredictedAtoms_27">
            <a:extLst>
              <a:ext uri="{FF2B5EF4-FFF2-40B4-BE49-F238E27FC236}">
                <a16:creationId xmlns:a16="http://schemas.microsoft.com/office/drawing/2014/main" id="{74D1E1EE-DAC8-49AA-BFBC-267D7798F5EA}"/>
              </a:ext>
            </a:extLst>
          </p:cNvPr>
          <p:cNvSpPr>
            <a:spLocks noGrp="1"/>
          </p:cNvSpPr>
          <p:nvPr/>
        </p:nvSpPr>
        <p:spPr>
          <a:xfrm>
            <a:off x="6715791" y="66547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70" name="9bjj_16_build_Clashes_0">
            <a:extLst>
              <a:ext uri="{FF2B5EF4-FFF2-40B4-BE49-F238E27FC236}">
                <a16:creationId xmlns:a16="http://schemas.microsoft.com/office/drawing/2014/main" id="{716B2BFB-0BA8-4581-B86A-6D6329A772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1" name="9bjj_16_build_Clashes_1">
            <a:extLst>
              <a:ext uri="{FF2B5EF4-FFF2-40B4-BE49-F238E27FC236}">
                <a16:creationId xmlns:a16="http://schemas.microsoft.com/office/drawing/2014/main" id="{184E56F0-BAD1-451C-8C1C-E8D4E39D2A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2" name="9bjj_16_build_Clashes_2">
            <a:extLst>
              <a:ext uri="{FF2B5EF4-FFF2-40B4-BE49-F238E27FC236}">
                <a16:creationId xmlns:a16="http://schemas.microsoft.com/office/drawing/2014/main" id="{3C86418E-F26B-4CC8-A210-411BEEC95F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3" name="9bjj_16_build_Clashes_3">
            <a:extLst>
              <a:ext uri="{FF2B5EF4-FFF2-40B4-BE49-F238E27FC236}">
                <a16:creationId xmlns:a16="http://schemas.microsoft.com/office/drawing/2014/main" id="{B7A6875F-0FE3-4843-A4FA-6FA90ADD4D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4" name="9bjj_16_build_Clashes_4">
            <a:extLst>
              <a:ext uri="{FF2B5EF4-FFF2-40B4-BE49-F238E27FC236}">
                <a16:creationId xmlns:a16="http://schemas.microsoft.com/office/drawing/2014/main" id="{330A7DD8-026A-4C69-9518-EDFAF42452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5" name="9bjj_16_build_Clashes_5">
            <a:extLst>
              <a:ext uri="{FF2B5EF4-FFF2-40B4-BE49-F238E27FC236}">
                <a16:creationId xmlns:a16="http://schemas.microsoft.com/office/drawing/2014/main" id="{8EEF83AE-3216-4A29-A2BF-61E4FE211E7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76" name="9bjj_16_build_ClashingReceptorAtoms_0">
            <a:extLst>
              <a:ext uri="{FF2B5EF4-FFF2-40B4-BE49-F238E27FC236}">
                <a16:creationId xmlns:a16="http://schemas.microsoft.com/office/drawing/2014/main" id="{1A5D9B78-B5F0-42BA-A3E2-3407499BFED6}"/>
              </a:ext>
            </a:extLst>
          </p:cNvPr>
          <p:cNvSpPr>
            <a:spLocks noGrp="1"/>
          </p:cNvSpPr>
          <p:nvPr/>
        </p:nvSpPr>
        <p:spPr>
          <a:xfrm>
            <a:off x="7719041" y="68916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77" name="9bjj_16_build_ClashingReceptorAtoms_1">
            <a:extLst>
              <a:ext uri="{FF2B5EF4-FFF2-40B4-BE49-F238E27FC236}">
                <a16:creationId xmlns:a16="http://schemas.microsoft.com/office/drawing/2014/main" id="{892C9A72-236A-4A10-B067-48A7A1FB7647}"/>
              </a:ext>
            </a:extLst>
          </p:cNvPr>
          <p:cNvSpPr>
            <a:spLocks noGrp="1"/>
          </p:cNvSpPr>
          <p:nvPr/>
        </p:nvSpPr>
        <p:spPr>
          <a:xfrm>
            <a:off x="7834442" y="69667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78" name="9bjj_16_build_ClashingReceptorAtoms_2">
            <a:extLst>
              <a:ext uri="{FF2B5EF4-FFF2-40B4-BE49-F238E27FC236}">
                <a16:creationId xmlns:a16="http://schemas.microsoft.com/office/drawing/2014/main" id="{564F004B-6926-432D-B785-C0FAA6D6EE42}"/>
              </a:ext>
            </a:extLst>
          </p:cNvPr>
          <p:cNvSpPr>
            <a:spLocks noGrp="1"/>
          </p:cNvSpPr>
          <p:nvPr/>
        </p:nvSpPr>
        <p:spPr>
          <a:xfrm>
            <a:off x="7707506" y="67278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79" name="9bjj_16_build_ClashingReceptorAtoms_4">
            <a:extLst>
              <a:ext uri="{FF2B5EF4-FFF2-40B4-BE49-F238E27FC236}">
                <a16:creationId xmlns:a16="http://schemas.microsoft.com/office/drawing/2014/main" id="{BC92A800-3C7D-45F7-B041-3520053ECF34}"/>
              </a:ext>
            </a:extLst>
          </p:cNvPr>
          <p:cNvSpPr>
            <a:spLocks noGrp="1"/>
          </p:cNvSpPr>
          <p:nvPr/>
        </p:nvSpPr>
        <p:spPr>
          <a:xfrm>
            <a:off x="7883300" y="74038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80" name="9bjj_16_build_ClashingReceptorAtoms_5">
            <a:extLst>
              <a:ext uri="{FF2B5EF4-FFF2-40B4-BE49-F238E27FC236}">
                <a16:creationId xmlns:a16="http://schemas.microsoft.com/office/drawing/2014/main" id="{7735C462-1F19-439C-88CB-7954099BAAE3}"/>
              </a:ext>
            </a:extLst>
          </p:cNvPr>
          <p:cNvSpPr>
            <a:spLocks noGrp="1"/>
          </p:cNvSpPr>
          <p:nvPr/>
        </p:nvSpPr>
        <p:spPr>
          <a:xfrm>
            <a:off x="6366740" y="66692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81" name="stage3-cases-main_38">
            <a:extLst>
              <a:ext uri="{FF2B5EF4-FFF2-40B4-BE49-F238E27FC236}">
                <a16:creationId xmlns:a16="http://schemas.microsoft.com/office/drawing/2014/main" id="{4092559B-864A-4B36-ADD3-1164FBC554A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1282" name="stage3-cases-main_39">
            <a:extLst>
              <a:ext uri="{FF2B5EF4-FFF2-40B4-BE49-F238E27FC236}">
                <a16:creationId xmlns:a16="http://schemas.microsoft.com/office/drawing/2014/main" id="{C3E237B7-C78C-4C66-AE70-0033475A79BB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30GA · ATP (L:401)</a:t>
            </a:r>
          </a:p>
        </p:txBody>
      </p:sp>
      <p:sp>
        <p:nvSpPr>
          <p:cNvPr id="1283" name="stage3-cases-main_40">
            <a:extLst>
              <a:ext uri="{FF2B5EF4-FFF2-40B4-BE49-F238E27FC236}">
                <a16:creationId xmlns:a16="http://schemas.microsoft.com/office/drawing/2014/main" id="{502F2FCB-BA74-427D-A2D8-E229EC1EAC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284" name="stage3-cases-main_41">
            <a:extLst>
              <a:ext uri="{FF2B5EF4-FFF2-40B4-BE49-F238E27FC236}">
                <a16:creationId xmlns:a16="http://schemas.microsoft.com/office/drawing/2014/main" id="{6ED081CD-5D23-4EB3-B5BB-9E7690ED331F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285" name="30ga_7_official_Receptor">
            <a:extLst>
              <a:ext uri="{FF2B5EF4-FFF2-40B4-BE49-F238E27FC236}">
                <a16:creationId xmlns:a16="http://schemas.microsoft.com/office/drawing/2014/main" id="{CAC3E10A-7072-4311-BBEA-E9C8DBDA91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286" name="30ga_7_official_ExperimentalDensity">
            <a:extLst>
              <a:ext uri="{FF2B5EF4-FFF2-40B4-BE49-F238E27FC236}">
                <a16:creationId xmlns:a16="http://schemas.microsoft.com/office/drawing/2014/main" id="{6AC177B2-1504-4459-9BC8-C3BCAD84A4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87" name="30ga_7_official_ReferenceLigand_0">
            <a:extLst>
              <a:ext uri="{FF2B5EF4-FFF2-40B4-BE49-F238E27FC236}">
                <a16:creationId xmlns:a16="http://schemas.microsoft.com/office/drawing/2014/main" id="{C68AA5BC-71EC-4986-9C82-0882487F6C9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8" name="30ga_7_official_ReferenceLigand_1">
            <a:extLst>
              <a:ext uri="{FF2B5EF4-FFF2-40B4-BE49-F238E27FC236}">
                <a16:creationId xmlns:a16="http://schemas.microsoft.com/office/drawing/2014/main" id="{00D27537-9768-4B56-B874-FE7B1726F35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9" name="30ga_7_official_ReferenceLigand_2">
            <a:extLst>
              <a:ext uri="{FF2B5EF4-FFF2-40B4-BE49-F238E27FC236}">
                <a16:creationId xmlns:a16="http://schemas.microsoft.com/office/drawing/2014/main" id="{036D0868-915C-4774-8956-C9FC253540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0" name="30ga_7_official_ReferenceLigand_3">
            <a:extLst>
              <a:ext uri="{FF2B5EF4-FFF2-40B4-BE49-F238E27FC236}">
                <a16:creationId xmlns:a16="http://schemas.microsoft.com/office/drawing/2014/main" id="{33E6FEEE-4A2A-4994-BA34-4ED5A1296D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1" name="30ga_7_official_ReferenceLigand_4">
            <a:extLst>
              <a:ext uri="{FF2B5EF4-FFF2-40B4-BE49-F238E27FC236}">
                <a16:creationId xmlns:a16="http://schemas.microsoft.com/office/drawing/2014/main" id="{EC62E7D2-B58B-425A-828B-A369C56C6EB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2" name="30ga_7_official_ReferenceLigand_5">
            <a:extLst>
              <a:ext uri="{FF2B5EF4-FFF2-40B4-BE49-F238E27FC236}">
                <a16:creationId xmlns:a16="http://schemas.microsoft.com/office/drawing/2014/main" id="{161BAA24-F4F5-4B64-A0DA-BBF33FA850F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3" name="30ga_7_official_ReferenceLigand_6">
            <a:extLst>
              <a:ext uri="{FF2B5EF4-FFF2-40B4-BE49-F238E27FC236}">
                <a16:creationId xmlns:a16="http://schemas.microsoft.com/office/drawing/2014/main" id="{E716B3DB-7186-4C91-8F34-11F1152A89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4" name="30ga_7_official_ReferenceLigand_7">
            <a:extLst>
              <a:ext uri="{FF2B5EF4-FFF2-40B4-BE49-F238E27FC236}">
                <a16:creationId xmlns:a16="http://schemas.microsoft.com/office/drawing/2014/main" id="{27F0AECB-D37D-4F29-BC4C-769AD78CA1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5" name="30ga_7_official_ReferenceLigand_8">
            <a:extLst>
              <a:ext uri="{FF2B5EF4-FFF2-40B4-BE49-F238E27FC236}">
                <a16:creationId xmlns:a16="http://schemas.microsoft.com/office/drawing/2014/main" id="{55D5910C-A5E4-4962-92C7-6373196F97D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6" name="30ga_7_official_ReferenceLigand_9">
            <a:extLst>
              <a:ext uri="{FF2B5EF4-FFF2-40B4-BE49-F238E27FC236}">
                <a16:creationId xmlns:a16="http://schemas.microsoft.com/office/drawing/2014/main" id="{5604A239-9490-4819-8FB1-D2784755215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7" name="30ga_7_official_ReferenceLigand_10">
            <a:extLst>
              <a:ext uri="{FF2B5EF4-FFF2-40B4-BE49-F238E27FC236}">
                <a16:creationId xmlns:a16="http://schemas.microsoft.com/office/drawing/2014/main" id="{3EF8488D-6536-4EB9-9DCE-D68B6ABE1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8" name="30ga_7_official_ReferenceLigand_11">
            <a:extLst>
              <a:ext uri="{FF2B5EF4-FFF2-40B4-BE49-F238E27FC236}">
                <a16:creationId xmlns:a16="http://schemas.microsoft.com/office/drawing/2014/main" id="{4552FFA7-8FA2-48D2-AFD9-1E7594176AA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9" name="30ga_7_official_ReferenceLigand_12">
            <a:extLst>
              <a:ext uri="{FF2B5EF4-FFF2-40B4-BE49-F238E27FC236}">
                <a16:creationId xmlns:a16="http://schemas.microsoft.com/office/drawing/2014/main" id="{2A1DDA1D-2F66-426B-8A43-40A6A811663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0" name="30ga_7_official_ReferenceLigand_13">
            <a:extLst>
              <a:ext uri="{FF2B5EF4-FFF2-40B4-BE49-F238E27FC236}">
                <a16:creationId xmlns:a16="http://schemas.microsoft.com/office/drawing/2014/main" id="{BB6DA97D-0665-44D1-BDBE-9135C14A45F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1" name="30ga_7_official_ReferenceLigand_14">
            <a:extLst>
              <a:ext uri="{FF2B5EF4-FFF2-40B4-BE49-F238E27FC236}">
                <a16:creationId xmlns:a16="http://schemas.microsoft.com/office/drawing/2014/main" id="{D743AB90-8F90-4948-99F8-29848DD3D0C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2" name="30ga_7_official_ReferenceLigand_15">
            <a:extLst>
              <a:ext uri="{FF2B5EF4-FFF2-40B4-BE49-F238E27FC236}">
                <a16:creationId xmlns:a16="http://schemas.microsoft.com/office/drawing/2014/main" id="{FDE30A9D-6CE8-43EF-AE95-5B15181E269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3" name="30ga_7_official_ReferenceLigand_16">
            <a:extLst>
              <a:ext uri="{FF2B5EF4-FFF2-40B4-BE49-F238E27FC236}">
                <a16:creationId xmlns:a16="http://schemas.microsoft.com/office/drawing/2014/main" id="{C8B04FDB-A8F6-442A-9647-86F0E570F82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4" name="30ga_7_official_ReferenceLigand_17">
            <a:extLst>
              <a:ext uri="{FF2B5EF4-FFF2-40B4-BE49-F238E27FC236}">
                <a16:creationId xmlns:a16="http://schemas.microsoft.com/office/drawing/2014/main" id="{3000997C-7973-41E7-883D-33F2AF2C1F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5" name="30ga_7_official_ReferenceLigand_18">
            <a:extLst>
              <a:ext uri="{FF2B5EF4-FFF2-40B4-BE49-F238E27FC236}">
                <a16:creationId xmlns:a16="http://schemas.microsoft.com/office/drawing/2014/main" id="{6B0581AD-ABA0-4C30-978A-0C6300615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6" name="30ga_7_official_ReferenceLigand_19">
            <a:extLst>
              <a:ext uri="{FF2B5EF4-FFF2-40B4-BE49-F238E27FC236}">
                <a16:creationId xmlns:a16="http://schemas.microsoft.com/office/drawing/2014/main" id="{459A31A6-3CB4-4951-AACD-93B1DDF2440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7" name="30ga_7_official_ReferenceLigand_20">
            <a:extLst>
              <a:ext uri="{FF2B5EF4-FFF2-40B4-BE49-F238E27FC236}">
                <a16:creationId xmlns:a16="http://schemas.microsoft.com/office/drawing/2014/main" id="{363E80FF-8B56-4CB1-ACF0-F9A5F865AD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8" name="30ga_7_official_ReferenceLigand_21">
            <a:extLst>
              <a:ext uri="{FF2B5EF4-FFF2-40B4-BE49-F238E27FC236}">
                <a16:creationId xmlns:a16="http://schemas.microsoft.com/office/drawing/2014/main" id="{AB5C0D5F-39D6-4E58-9CD7-5C64AE4E32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9" name="30ga_7_official_ReferenceLigand_22">
            <a:extLst>
              <a:ext uri="{FF2B5EF4-FFF2-40B4-BE49-F238E27FC236}">
                <a16:creationId xmlns:a16="http://schemas.microsoft.com/office/drawing/2014/main" id="{9BD0640E-CE23-4566-9EFA-C3FBF0438F5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0" name="30ga_7_official_ReferenceLigand_23">
            <a:extLst>
              <a:ext uri="{FF2B5EF4-FFF2-40B4-BE49-F238E27FC236}">
                <a16:creationId xmlns:a16="http://schemas.microsoft.com/office/drawing/2014/main" id="{7BF63674-4226-409B-84EB-96DA8BCEEA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1" name="30ga_7_official_ReferenceLigand_24">
            <a:extLst>
              <a:ext uri="{FF2B5EF4-FFF2-40B4-BE49-F238E27FC236}">
                <a16:creationId xmlns:a16="http://schemas.microsoft.com/office/drawing/2014/main" id="{46A17D0F-4185-4C8B-9C02-E2A9F1AEC5D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2" name="30ga_7_official_ReferenceLigand_25">
            <a:extLst>
              <a:ext uri="{FF2B5EF4-FFF2-40B4-BE49-F238E27FC236}">
                <a16:creationId xmlns:a16="http://schemas.microsoft.com/office/drawing/2014/main" id="{ECFDDD38-DD63-4210-A405-B8FC792A6E0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3" name="30ga_7_official_ReferenceLigand_26">
            <a:extLst>
              <a:ext uri="{FF2B5EF4-FFF2-40B4-BE49-F238E27FC236}">
                <a16:creationId xmlns:a16="http://schemas.microsoft.com/office/drawing/2014/main" id="{F34DB9CD-B4B6-45F1-A35E-9D7E8D7011C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4" name="30ga_7_official_ReferenceLigand_27">
            <a:extLst>
              <a:ext uri="{FF2B5EF4-FFF2-40B4-BE49-F238E27FC236}">
                <a16:creationId xmlns:a16="http://schemas.microsoft.com/office/drawing/2014/main" id="{BD3C5603-F657-4166-A4FC-C54C3EB3F0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5" name="30ga_7_official_ReferenceLigand_28">
            <a:extLst>
              <a:ext uri="{FF2B5EF4-FFF2-40B4-BE49-F238E27FC236}">
                <a16:creationId xmlns:a16="http://schemas.microsoft.com/office/drawing/2014/main" id="{BFD05B23-75E8-4CE2-AF78-6C89C675008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6" name="30ga_7_official_ReferenceLigand_29">
            <a:extLst>
              <a:ext uri="{FF2B5EF4-FFF2-40B4-BE49-F238E27FC236}">
                <a16:creationId xmlns:a16="http://schemas.microsoft.com/office/drawing/2014/main" id="{19D22C13-88C6-46BA-BE45-39592766407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7" name="30ga_7_official_ReferenceLigand_30">
            <a:extLst>
              <a:ext uri="{FF2B5EF4-FFF2-40B4-BE49-F238E27FC236}">
                <a16:creationId xmlns:a16="http://schemas.microsoft.com/office/drawing/2014/main" id="{8F1D9FAF-0ED5-496B-BC9C-CA3A970C06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8" name="30ga_7_official_ReferenceLigand_31">
            <a:extLst>
              <a:ext uri="{FF2B5EF4-FFF2-40B4-BE49-F238E27FC236}">
                <a16:creationId xmlns:a16="http://schemas.microsoft.com/office/drawing/2014/main" id="{006C6B25-8E68-4E59-BF8D-42304CB269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9" name="30ga_7_official_ReferenceLigand_32">
            <a:extLst>
              <a:ext uri="{FF2B5EF4-FFF2-40B4-BE49-F238E27FC236}">
                <a16:creationId xmlns:a16="http://schemas.microsoft.com/office/drawing/2014/main" id="{7562EFFD-7AB5-4483-B3A6-8F8C9F4FD43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0" name="30ga_7_official_PredictedLigand_0">
            <a:extLst>
              <a:ext uri="{FF2B5EF4-FFF2-40B4-BE49-F238E27FC236}">
                <a16:creationId xmlns:a16="http://schemas.microsoft.com/office/drawing/2014/main" id="{2E939B31-5884-4A85-8B1B-BE0A67D5C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1" name="30ga_7_official_PredictedLigand_1">
            <a:extLst>
              <a:ext uri="{FF2B5EF4-FFF2-40B4-BE49-F238E27FC236}">
                <a16:creationId xmlns:a16="http://schemas.microsoft.com/office/drawing/2014/main" id="{CDEB99C6-9B1A-4937-9562-035E9DB874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2" name="30ga_7_official_PredictedLigand_2">
            <a:extLst>
              <a:ext uri="{FF2B5EF4-FFF2-40B4-BE49-F238E27FC236}">
                <a16:creationId xmlns:a16="http://schemas.microsoft.com/office/drawing/2014/main" id="{A66B6D78-326F-4EE6-8E3D-27AC9CCE9FD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3" name="30ga_7_official_PredictedLigand_3">
            <a:extLst>
              <a:ext uri="{FF2B5EF4-FFF2-40B4-BE49-F238E27FC236}">
                <a16:creationId xmlns:a16="http://schemas.microsoft.com/office/drawing/2014/main" id="{BC1EF881-E6EF-40B4-8C63-276CA86DBB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4" name="30ga_7_official_PredictedLigand_4">
            <a:extLst>
              <a:ext uri="{FF2B5EF4-FFF2-40B4-BE49-F238E27FC236}">
                <a16:creationId xmlns:a16="http://schemas.microsoft.com/office/drawing/2014/main" id="{C935AE10-50C1-46B2-9BE3-254A564DEC5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5" name="30ga_7_official_PredictedLigand_5">
            <a:extLst>
              <a:ext uri="{FF2B5EF4-FFF2-40B4-BE49-F238E27FC236}">
                <a16:creationId xmlns:a16="http://schemas.microsoft.com/office/drawing/2014/main" id="{6A9F8BB1-664C-4CD7-BBC2-3853270870E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6" name="30ga_7_official_PredictedLigand_6">
            <a:extLst>
              <a:ext uri="{FF2B5EF4-FFF2-40B4-BE49-F238E27FC236}">
                <a16:creationId xmlns:a16="http://schemas.microsoft.com/office/drawing/2014/main" id="{7E25E73B-3134-46B3-BAFF-2B3EA6F8395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7" name="30ga_7_official_PredictedLigand_7">
            <a:extLst>
              <a:ext uri="{FF2B5EF4-FFF2-40B4-BE49-F238E27FC236}">
                <a16:creationId xmlns:a16="http://schemas.microsoft.com/office/drawing/2014/main" id="{07EFFF51-D95B-4E3C-8D8D-A38959DD1F6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8" name="30ga_7_official_PredictedLigand_8">
            <a:extLst>
              <a:ext uri="{FF2B5EF4-FFF2-40B4-BE49-F238E27FC236}">
                <a16:creationId xmlns:a16="http://schemas.microsoft.com/office/drawing/2014/main" id="{2AD4216D-B539-40FC-B0B7-55E20189037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29" name="30ga_7_official_PredictedLigand_9">
            <a:extLst>
              <a:ext uri="{FF2B5EF4-FFF2-40B4-BE49-F238E27FC236}">
                <a16:creationId xmlns:a16="http://schemas.microsoft.com/office/drawing/2014/main" id="{9690B0F9-47D6-455A-9790-DFA7C351A08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0" name="30ga_7_official_PredictedLigand_10">
            <a:extLst>
              <a:ext uri="{FF2B5EF4-FFF2-40B4-BE49-F238E27FC236}">
                <a16:creationId xmlns:a16="http://schemas.microsoft.com/office/drawing/2014/main" id="{EAEF38B0-D944-41EC-BD4C-9F42233240B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1" name="30ga_7_official_PredictedLigand_11">
            <a:extLst>
              <a:ext uri="{FF2B5EF4-FFF2-40B4-BE49-F238E27FC236}">
                <a16:creationId xmlns:a16="http://schemas.microsoft.com/office/drawing/2014/main" id="{61AB4BF7-553D-4D32-84D1-C19BE46C18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2" name="30ga_7_official_PredictedLigand_12">
            <a:extLst>
              <a:ext uri="{FF2B5EF4-FFF2-40B4-BE49-F238E27FC236}">
                <a16:creationId xmlns:a16="http://schemas.microsoft.com/office/drawing/2014/main" id="{1BFC9568-D50D-4F66-BFD4-3828C70698C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3" name="30ga_7_official_PredictedLigand_13">
            <a:extLst>
              <a:ext uri="{FF2B5EF4-FFF2-40B4-BE49-F238E27FC236}">
                <a16:creationId xmlns:a16="http://schemas.microsoft.com/office/drawing/2014/main" id="{C9AF8750-AC9D-4212-99E9-E1966F024B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4" name="30ga_7_official_PredictedLigand_14">
            <a:extLst>
              <a:ext uri="{FF2B5EF4-FFF2-40B4-BE49-F238E27FC236}">
                <a16:creationId xmlns:a16="http://schemas.microsoft.com/office/drawing/2014/main" id="{3F30F464-BD39-4447-89C3-A8BE691AB6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5" name="30ga_7_official_PredictedLigand_15">
            <a:extLst>
              <a:ext uri="{FF2B5EF4-FFF2-40B4-BE49-F238E27FC236}">
                <a16:creationId xmlns:a16="http://schemas.microsoft.com/office/drawing/2014/main" id="{605D6D98-E692-4EBD-870C-52D3434259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6" name="30ga_7_official_PredictedLigand_16">
            <a:extLst>
              <a:ext uri="{FF2B5EF4-FFF2-40B4-BE49-F238E27FC236}">
                <a16:creationId xmlns:a16="http://schemas.microsoft.com/office/drawing/2014/main" id="{382EB024-0617-4FAF-A680-D0CEDE60300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7" name="30ga_7_official_PredictedLigand_17">
            <a:extLst>
              <a:ext uri="{FF2B5EF4-FFF2-40B4-BE49-F238E27FC236}">
                <a16:creationId xmlns:a16="http://schemas.microsoft.com/office/drawing/2014/main" id="{B3C78F74-36ED-43F0-A04D-BA30DBCC5E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8" name="30ga_7_official_PredictedLigand_18">
            <a:extLst>
              <a:ext uri="{FF2B5EF4-FFF2-40B4-BE49-F238E27FC236}">
                <a16:creationId xmlns:a16="http://schemas.microsoft.com/office/drawing/2014/main" id="{30C58BE4-F0F5-4338-9539-10068083A2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39" name="30ga_7_official_PredictedLigand_19">
            <a:extLst>
              <a:ext uri="{FF2B5EF4-FFF2-40B4-BE49-F238E27FC236}">
                <a16:creationId xmlns:a16="http://schemas.microsoft.com/office/drawing/2014/main" id="{5330048D-EEE7-481D-9A25-5EE7987308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0" name="30ga_7_official_PredictedLigand_20">
            <a:extLst>
              <a:ext uri="{FF2B5EF4-FFF2-40B4-BE49-F238E27FC236}">
                <a16:creationId xmlns:a16="http://schemas.microsoft.com/office/drawing/2014/main" id="{6BF136F2-B813-4D60-B1D4-9A4907F239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1" name="30ga_7_official_PredictedLigand_21">
            <a:extLst>
              <a:ext uri="{FF2B5EF4-FFF2-40B4-BE49-F238E27FC236}">
                <a16:creationId xmlns:a16="http://schemas.microsoft.com/office/drawing/2014/main" id="{F9B050D9-6FFF-4E6F-9B33-9889553DAC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2" name="30ga_7_official_PredictedLigand_22">
            <a:extLst>
              <a:ext uri="{FF2B5EF4-FFF2-40B4-BE49-F238E27FC236}">
                <a16:creationId xmlns:a16="http://schemas.microsoft.com/office/drawing/2014/main" id="{F432FA16-9A1F-4157-894D-2677D5A1EFF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3" name="30ga_7_official_PredictedLigand_23">
            <a:extLst>
              <a:ext uri="{FF2B5EF4-FFF2-40B4-BE49-F238E27FC236}">
                <a16:creationId xmlns:a16="http://schemas.microsoft.com/office/drawing/2014/main" id="{60EF5C9C-5AE2-4D74-B56F-7E7D5309B45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4" name="30ga_7_official_PredictedLigand_24">
            <a:extLst>
              <a:ext uri="{FF2B5EF4-FFF2-40B4-BE49-F238E27FC236}">
                <a16:creationId xmlns:a16="http://schemas.microsoft.com/office/drawing/2014/main" id="{E0EE32F7-DD3A-49D2-B476-138BF2140C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5" name="30ga_7_official_PredictedLigand_25">
            <a:extLst>
              <a:ext uri="{FF2B5EF4-FFF2-40B4-BE49-F238E27FC236}">
                <a16:creationId xmlns:a16="http://schemas.microsoft.com/office/drawing/2014/main" id="{8AB9104F-30E1-4DDA-89C9-F67C85F9581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6" name="30ga_7_official_PredictedLigand_26">
            <a:extLst>
              <a:ext uri="{FF2B5EF4-FFF2-40B4-BE49-F238E27FC236}">
                <a16:creationId xmlns:a16="http://schemas.microsoft.com/office/drawing/2014/main" id="{F01CDB55-33E7-4848-B113-73C2A1891FC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7" name="30ga_7_official_PredictedLigand_27">
            <a:extLst>
              <a:ext uri="{FF2B5EF4-FFF2-40B4-BE49-F238E27FC236}">
                <a16:creationId xmlns:a16="http://schemas.microsoft.com/office/drawing/2014/main" id="{CD119D54-4058-40E4-A3B1-99FF70DF702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8" name="30ga_7_official_PredictedLigand_28">
            <a:extLst>
              <a:ext uri="{FF2B5EF4-FFF2-40B4-BE49-F238E27FC236}">
                <a16:creationId xmlns:a16="http://schemas.microsoft.com/office/drawing/2014/main" id="{F8930D30-3E1B-4DEC-BDAA-A0DEA6E2146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49" name="30ga_7_official_PredictedLigand_29">
            <a:extLst>
              <a:ext uri="{FF2B5EF4-FFF2-40B4-BE49-F238E27FC236}">
                <a16:creationId xmlns:a16="http://schemas.microsoft.com/office/drawing/2014/main" id="{C1EC61F3-B1D3-4E0F-A553-A220C51B714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0" name="30ga_7_official_PredictedLigand_30">
            <a:extLst>
              <a:ext uri="{FF2B5EF4-FFF2-40B4-BE49-F238E27FC236}">
                <a16:creationId xmlns:a16="http://schemas.microsoft.com/office/drawing/2014/main" id="{59C34DE0-6D3D-4872-BB87-E5DD69581C6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1" name="30ga_7_official_PredictedLigand_31">
            <a:extLst>
              <a:ext uri="{FF2B5EF4-FFF2-40B4-BE49-F238E27FC236}">
                <a16:creationId xmlns:a16="http://schemas.microsoft.com/office/drawing/2014/main" id="{FB92C6AD-D98A-4523-81D7-A4F94D1DD6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2" name="30ga_7_official_PredictedLigand_32">
            <a:extLst>
              <a:ext uri="{FF2B5EF4-FFF2-40B4-BE49-F238E27FC236}">
                <a16:creationId xmlns:a16="http://schemas.microsoft.com/office/drawing/2014/main" id="{B92E68E6-77A3-47CF-AE98-E589ED1B85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353" name="30ga_7_official_PredictedAtoms_0">
            <a:extLst>
              <a:ext uri="{FF2B5EF4-FFF2-40B4-BE49-F238E27FC236}">
                <a16:creationId xmlns:a16="http://schemas.microsoft.com/office/drawing/2014/main" id="{FB9543E1-EE2D-4CA6-AD59-640AF0EF2949}"/>
              </a:ext>
            </a:extLst>
          </p:cNvPr>
          <p:cNvSpPr>
            <a:spLocks noGrp="1"/>
          </p:cNvSpPr>
          <p:nvPr/>
        </p:nvSpPr>
        <p:spPr>
          <a:xfrm>
            <a:off x="2025852" y="80156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54" name="30ga_7_official_PredictedAtoms_1">
            <a:extLst>
              <a:ext uri="{FF2B5EF4-FFF2-40B4-BE49-F238E27FC236}">
                <a16:creationId xmlns:a16="http://schemas.microsoft.com/office/drawing/2014/main" id="{B04F4713-CA73-483F-A200-D00D6904F367}"/>
              </a:ext>
            </a:extLst>
          </p:cNvPr>
          <p:cNvSpPr>
            <a:spLocks noGrp="1"/>
          </p:cNvSpPr>
          <p:nvPr/>
        </p:nvSpPr>
        <p:spPr>
          <a:xfrm>
            <a:off x="1898205" y="81546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55" name="30ga_7_official_PredictedAtoms_2">
            <a:extLst>
              <a:ext uri="{FF2B5EF4-FFF2-40B4-BE49-F238E27FC236}">
                <a16:creationId xmlns:a16="http://schemas.microsoft.com/office/drawing/2014/main" id="{22AB47CE-FCC3-46B7-9A97-1467A5FC8178}"/>
              </a:ext>
            </a:extLst>
          </p:cNvPr>
          <p:cNvSpPr>
            <a:spLocks noGrp="1"/>
          </p:cNvSpPr>
          <p:nvPr/>
        </p:nvSpPr>
        <p:spPr>
          <a:xfrm>
            <a:off x="1977657" y="826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56" name="30ga_7_official_PredictedAtoms_3">
            <a:extLst>
              <a:ext uri="{FF2B5EF4-FFF2-40B4-BE49-F238E27FC236}">
                <a16:creationId xmlns:a16="http://schemas.microsoft.com/office/drawing/2014/main" id="{CA6CE6DD-2A16-47F0-8063-82C3B68CF05F}"/>
              </a:ext>
            </a:extLst>
          </p:cNvPr>
          <p:cNvSpPr>
            <a:spLocks noGrp="1"/>
          </p:cNvSpPr>
          <p:nvPr/>
        </p:nvSpPr>
        <p:spPr>
          <a:xfrm>
            <a:off x="2058283" y="844958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7" name="30ga_7_official_PredictedAtoms_4">
            <a:extLst>
              <a:ext uri="{FF2B5EF4-FFF2-40B4-BE49-F238E27FC236}">
                <a16:creationId xmlns:a16="http://schemas.microsoft.com/office/drawing/2014/main" id="{FE6987D5-8A64-40F1-8F2C-ED7F9D69E8F4}"/>
              </a:ext>
            </a:extLst>
          </p:cNvPr>
          <p:cNvSpPr>
            <a:spLocks noGrp="1"/>
          </p:cNvSpPr>
          <p:nvPr/>
        </p:nvSpPr>
        <p:spPr>
          <a:xfrm>
            <a:off x="1963287" y="86089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58" name="30ga_7_official_PredictedAtoms_5">
            <a:extLst>
              <a:ext uri="{FF2B5EF4-FFF2-40B4-BE49-F238E27FC236}">
                <a16:creationId xmlns:a16="http://schemas.microsoft.com/office/drawing/2014/main" id="{D8E904CC-7EFF-4425-94A3-9FDBFAED1F86}"/>
              </a:ext>
            </a:extLst>
          </p:cNvPr>
          <p:cNvSpPr>
            <a:spLocks noGrp="1"/>
          </p:cNvSpPr>
          <p:nvPr/>
        </p:nvSpPr>
        <p:spPr>
          <a:xfrm>
            <a:off x="2075204" y="87622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9" name="30ga_7_official_PredictedAtoms_6">
            <a:extLst>
              <a:ext uri="{FF2B5EF4-FFF2-40B4-BE49-F238E27FC236}">
                <a16:creationId xmlns:a16="http://schemas.microsoft.com/office/drawing/2014/main" id="{C9B8ADDE-A936-4C05-B403-2D3B963BFB8C}"/>
              </a:ext>
            </a:extLst>
          </p:cNvPr>
          <p:cNvSpPr>
            <a:spLocks noGrp="1"/>
          </p:cNvSpPr>
          <p:nvPr/>
        </p:nvSpPr>
        <p:spPr>
          <a:xfrm>
            <a:off x="2256620" y="86920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0" name="30ga_7_official_PredictedAtoms_7">
            <a:extLst>
              <a:ext uri="{FF2B5EF4-FFF2-40B4-BE49-F238E27FC236}">
                <a16:creationId xmlns:a16="http://schemas.microsoft.com/office/drawing/2014/main" id="{95DC9976-86AA-4BEA-AA39-3BE2611CB921}"/>
              </a:ext>
            </a:extLst>
          </p:cNvPr>
          <p:cNvSpPr>
            <a:spLocks noGrp="1"/>
          </p:cNvSpPr>
          <p:nvPr/>
        </p:nvSpPr>
        <p:spPr>
          <a:xfrm>
            <a:off x="2435814" y="87763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1" name="30ga_7_official_PredictedAtoms_8">
            <a:extLst>
              <a:ext uri="{FF2B5EF4-FFF2-40B4-BE49-F238E27FC236}">
                <a16:creationId xmlns:a16="http://schemas.microsoft.com/office/drawing/2014/main" id="{3164A672-42F3-4EA7-BFE0-24E195B09BCE}"/>
              </a:ext>
            </a:extLst>
          </p:cNvPr>
          <p:cNvSpPr>
            <a:spLocks noGrp="1"/>
          </p:cNvSpPr>
          <p:nvPr/>
        </p:nvSpPr>
        <p:spPr>
          <a:xfrm>
            <a:off x="2472061" y="896399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62" name="30ga_7_official_PredictedAtoms_9">
            <a:extLst>
              <a:ext uri="{FF2B5EF4-FFF2-40B4-BE49-F238E27FC236}">
                <a16:creationId xmlns:a16="http://schemas.microsoft.com/office/drawing/2014/main" id="{51E7317D-E179-4CAB-AA85-C99CD8565040}"/>
              </a:ext>
            </a:extLst>
          </p:cNvPr>
          <p:cNvSpPr>
            <a:spLocks noGrp="1"/>
          </p:cNvSpPr>
          <p:nvPr/>
        </p:nvSpPr>
        <p:spPr>
          <a:xfrm>
            <a:off x="2589882" y="865989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63" name="30ga_7_official_PredictedAtoms_10">
            <a:extLst>
              <a:ext uri="{FF2B5EF4-FFF2-40B4-BE49-F238E27FC236}">
                <a16:creationId xmlns:a16="http://schemas.microsoft.com/office/drawing/2014/main" id="{C527A942-7DB2-4037-9091-0027F452ABD0}"/>
              </a:ext>
            </a:extLst>
          </p:cNvPr>
          <p:cNvSpPr>
            <a:spLocks noGrp="1"/>
          </p:cNvSpPr>
          <p:nvPr/>
        </p:nvSpPr>
        <p:spPr>
          <a:xfrm>
            <a:off x="2564928" y="84729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4" name="30ga_7_official_PredictedAtoms_11">
            <a:extLst>
              <a:ext uri="{FF2B5EF4-FFF2-40B4-BE49-F238E27FC236}">
                <a16:creationId xmlns:a16="http://schemas.microsoft.com/office/drawing/2014/main" id="{B5787F66-C05B-40AF-9E11-40328C731EE2}"/>
              </a:ext>
            </a:extLst>
          </p:cNvPr>
          <p:cNvSpPr>
            <a:spLocks noGrp="1"/>
          </p:cNvSpPr>
          <p:nvPr/>
        </p:nvSpPr>
        <p:spPr>
          <a:xfrm>
            <a:off x="2400964" y="83864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65" name="30ga_7_official_PredictedAtoms_12">
            <a:extLst>
              <a:ext uri="{FF2B5EF4-FFF2-40B4-BE49-F238E27FC236}">
                <a16:creationId xmlns:a16="http://schemas.microsoft.com/office/drawing/2014/main" id="{E9E74F77-1B80-48E3-A7F0-097437E5D184}"/>
              </a:ext>
            </a:extLst>
          </p:cNvPr>
          <p:cNvSpPr>
            <a:spLocks noGrp="1"/>
          </p:cNvSpPr>
          <p:nvPr/>
        </p:nvSpPr>
        <p:spPr>
          <a:xfrm>
            <a:off x="2245625" y="84956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6" name="30ga_7_official_PredictedAtoms_13">
            <a:extLst>
              <a:ext uri="{FF2B5EF4-FFF2-40B4-BE49-F238E27FC236}">
                <a16:creationId xmlns:a16="http://schemas.microsoft.com/office/drawing/2014/main" id="{0B518A26-718F-4F07-A675-CA9C01587A0C}"/>
              </a:ext>
            </a:extLst>
          </p:cNvPr>
          <p:cNvSpPr>
            <a:spLocks noGrp="1"/>
          </p:cNvSpPr>
          <p:nvPr/>
        </p:nvSpPr>
        <p:spPr>
          <a:xfrm>
            <a:off x="1828620" y="82698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67" name="30ga_7_official_PredictedAtoms_14">
            <a:extLst>
              <a:ext uri="{FF2B5EF4-FFF2-40B4-BE49-F238E27FC236}">
                <a16:creationId xmlns:a16="http://schemas.microsoft.com/office/drawing/2014/main" id="{B348C1E8-0C6A-4AFA-9207-79AE31A655C0}"/>
              </a:ext>
            </a:extLst>
          </p:cNvPr>
          <p:cNvSpPr>
            <a:spLocks noGrp="1"/>
          </p:cNvSpPr>
          <p:nvPr/>
        </p:nvSpPr>
        <p:spPr>
          <a:xfrm>
            <a:off x="1664366" y="81779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8" name="30ga_7_official_PredictedAtoms_15">
            <a:extLst>
              <a:ext uri="{FF2B5EF4-FFF2-40B4-BE49-F238E27FC236}">
                <a16:creationId xmlns:a16="http://schemas.microsoft.com/office/drawing/2014/main" id="{E808C012-F74C-4FB6-B240-6B4E03CA14AD}"/>
              </a:ext>
            </a:extLst>
          </p:cNvPr>
          <p:cNvSpPr>
            <a:spLocks noGrp="1"/>
          </p:cNvSpPr>
          <p:nvPr/>
        </p:nvSpPr>
        <p:spPr>
          <a:xfrm>
            <a:off x="1520911" y="8331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69" name="30ga_7_official_PredictedAtoms_16">
            <a:extLst>
              <a:ext uri="{FF2B5EF4-FFF2-40B4-BE49-F238E27FC236}">
                <a16:creationId xmlns:a16="http://schemas.microsoft.com/office/drawing/2014/main" id="{6CDACD00-B55B-45D5-99D4-1D728F1F78BD}"/>
              </a:ext>
            </a:extLst>
          </p:cNvPr>
          <p:cNvSpPr>
            <a:spLocks noGrp="1"/>
          </p:cNvSpPr>
          <p:nvPr/>
        </p:nvSpPr>
        <p:spPr>
          <a:xfrm>
            <a:off x="1379620" y="82605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0" name="30ga_7_official_PredictedAtoms_17">
            <a:extLst>
              <a:ext uri="{FF2B5EF4-FFF2-40B4-BE49-F238E27FC236}">
                <a16:creationId xmlns:a16="http://schemas.microsoft.com/office/drawing/2014/main" id="{F6003F54-5C70-46C2-B116-99994AD00F3A}"/>
              </a:ext>
            </a:extLst>
          </p:cNvPr>
          <p:cNvSpPr>
            <a:spLocks noGrp="1"/>
          </p:cNvSpPr>
          <p:nvPr/>
        </p:nvSpPr>
        <p:spPr>
          <a:xfrm>
            <a:off x="1243283" y="838073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71" name="30ga_7_official_PredictedAtoms_18">
            <a:extLst>
              <a:ext uri="{FF2B5EF4-FFF2-40B4-BE49-F238E27FC236}">
                <a16:creationId xmlns:a16="http://schemas.microsoft.com/office/drawing/2014/main" id="{5C0ECF4E-4001-457C-A33F-4616C9C40654}"/>
              </a:ext>
            </a:extLst>
          </p:cNvPr>
          <p:cNvSpPr>
            <a:spLocks noGrp="1"/>
          </p:cNvSpPr>
          <p:nvPr/>
        </p:nvSpPr>
        <p:spPr>
          <a:xfrm>
            <a:off x="1125847" y="824711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2" name="30ga_7_official_PredictedAtoms_19">
            <a:extLst>
              <a:ext uri="{FF2B5EF4-FFF2-40B4-BE49-F238E27FC236}">
                <a16:creationId xmlns:a16="http://schemas.microsoft.com/office/drawing/2014/main" id="{DFDF778D-EFAA-4E00-AC8D-55D5E3EDD10F}"/>
              </a:ext>
            </a:extLst>
          </p:cNvPr>
          <p:cNvSpPr>
            <a:spLocks noGrp="1"/>
          </p:cNvSpPr>
          <p:nvPr/>
        </p:nvSpPr>
        <p:spPr>
          <a:xfrm>
            <a:off x="1345283" y="85288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3" name="30ga_7_official_PredictedAtoms_20">
            <a:extLst>
              <a:ext uri="{FF2B5EF4-FFF2-40B4-BE49-F238E27FC236}">
                <a16:creationId xmlns:a16="http://schemas.microsoft.com/office/drawing/2014/main" id="{073346CF-AB21-4C41-954D-96A196B737D3}"/>
              </a:ext>
            </a:extLst>
          </p:cNvPr>
          <p:cNvSpPr>
            <a:spLocks noGrp="1"/>
          </p:cNvSpPr>
          <p:nvPr/>
        </p:nvSpPr>
        <p:spPr>
          <a:xfrm>
            <a:off x="1109181" y="84865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4" name="30ga_7_official_PredictedAtoms_21">
            <a:extLst>
              <a:ext uri="{FF2B5EF4-FFF2-40B4-BE49-F238E27FC236}">
                <a16:creationId xmlns:a16="http://schemas.microsoft.com/office/drawing/2014/main" id="{B6BB4D9F-AB40-4490-8F4A-2B784B163675}"/>
              </a:ext>
            </a:extLst>
          </p:cNvPr>
          <p:cNvSpPr>
            <a:spLocks noGrp="1"/>
          </p:cNvSpPr>
          <p:nvPr/>
        </p:nvSpPr>
        <p:spPr>
          <a:xfrm>
            <a:off x="975530" y="867000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75" name="30ga_7_official_PredictedAtoms_22">
            <a:extLst>
              <a:ext uri="{FF2B5EF4-FFF2-40B4-BE49-F238E27FC236}">
                <a16:creationId xmlns:a16="http://schemas.microsoft.com/office/drawing/2014/main" id="{89BBE26A-B6BB-4F4D-A96F-233CB3B62116}"/>
              </a:ext>
            </a:extLst>
          </p:cNvPr>
          <p:cNvSpPr>
            <a:spLocks noGrp="1"/>
          </p:cNvSpPr>
          <p:nvPr/>
        </p:nvSpPr>
        <p:spPr>
          <a:xfrm>
            <a:off x="1073681" y="88373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6" name="30ga_7_official_PredictedAtoms_23">
            <a:extLst>
              <a:ext uri="{FF2B5EF4-FFF2-40B4-BE49-F238E27FC236}">
                <a16:creationId xmlns:a16="http://schemas.microsoft.com/office/drawing/2014/main" id="{C1A5374C-38A5-43A6-BF66-8C29B4C0C7E9}"/>
              </a:ext>
            </a:extLst>
          </p:cNvPr>
          <p:cNvSpPr>
            <a:spLocks noGrp="1"/>
          </p:cNvSpPr>
          <p:nvPr/>
        </p:nvSpPr>
        <p:spPr>
          <a:xfrm>
            <a:off x="922303" y="87015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7" name="30ga_7_official_PredictedAtoms_24">
            <a:extLst>
              <a:ext uri="{FF2B5EF4-FFF2-40B4-BE49-F238E27FC236}">
                <a16:creationId xmlns:a16="http://schemas.microsoft.com/office/drawing/2014/main" id="{C0B404DF-CABC-4145-B624-D084931E0F95}"/>
              </a:ext>
            </a:extLst>
          </p:cNvPr>
          <p:cNvSpPr>
            <a:spLocks noGrp="1"/>
          </p:cNvSpPr>
          <p:nvPr/>
        </p:nvSpPr>
        <p:spPr>
          <a:xfrm>
            <a:off x="791650" y="86256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78" name="30ga_7_official_PredictedAtoms_25">
            <a:extLst>
              <a:ext uri="{FF2B5EF4-FFF2-40B4-BE49-F238E27FC236}">
                <a16:creationId xmlns:a16="http://schemas.microsoft.com/office/drawing/2014/main" id="{87736FAF-0CBB-47A3-8BC5-52AFEF557DD5}"/>
              </a:ext>
            </a:extLst>
          </p:cNvPr>
          <p:cNvSpPr>
            <a:spLocks noGrp="1"/>
          </p:cNvSpPr>
          <p:nvPr/>
        </p:nvSpPr>
        <p:spPr>
          <a:xfrm>
            <a:off x="611973" y="85206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79" name="30ga_7_official_PredictedAtoms_26">
            <a:extLst>
              <a:ext uri="{FF2B5EF4-FFF2-40B4-BE49-F238E27FC236}">
                <a16:creationId xmlns:a16="http://schemas.microsoft.com/office/drawing/2014/main" id="{24495101-8A3B-421D-8723-5BE843E38617}"/>
              </a:ext>
            </a:extLst>
          </p:cNvPr>
          <p:cNvSpPr>
            <a:spLocks noGrp="1"/>
          </p:cNvSpPr>
          <p:nvPr/>
        </p:nvSpPr>
        <p:spPr>
          <a:xfrm>
            <a:off x="481379" y="84533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80" name="30ga_7_official_PredictedAtoms_27">
            <a:extLst>
              <a:ext uri="{FF2B5EF4-FFF2-40B4-BE49-F238E27FC236}">
                <a16:creationId xmlns:a16="http://schemas.microsoft.com/office/drawing/2014/main" id="{72D80AA7-3D23-4ED6-9297-F7524AAD1218}"/>
              </a:ext>
            </a:extLst>
          </p:cNvPr>
          <p:cNvSpPr>
            <a:spLocks noGrp="1"/>
          </p:cNvSpPr>
          <p:nvPr/>
        </p:nvSpPr>
        <p:spPr>
          <a:xfrm>
            <a:off x="502603" y="866006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81" name="30ga_7_official_PredictedAtoms_28">
            <a:extLst>
              <a:ext uri="{FF2B5EF4-FFF2-40B4-BE49-F238E27FC236}">
                <a16:creationId xmlns:a16="http://schemas.microsoft.com/office/drawing/2014/main" id="{04875980-5FA5-49BB-97C0-8AA8D66CA091}"/>
              </a:ext>
            </a:extLst>
          </p:cNvPr>
          <p:cNvSpPr>
            <a:spLocks noGrp="1"/>
          </p:cNvSpPr>
          <p:nvPr/>
        </p:nvSpPr>
        <p:spPr>
          <a:xfrm>
            <a:off x="684067" y="83513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82" name="30ga_7_official_PredictedAtoms_29">
            <a:extLst>
              <a:ext uri="{FF2B5EF4-FFF2-40B4-BE49-F238E27FC236}">
                <a16:creationId xmlns:a16="http://schemas.microsoft.com/office/drawing/2014/main" id="{E15635D1-72E1-4C27-80D9-5A62CBE0AC35}"/>
              </a:ext>
            </a:extLst>
          </p:cNvPr>
          <p:cNvSpPr>
            <a:spLocks noGrp="1"/>
          </p:cNvSpPr>
          <p:nvPr/>
        </p:nvSpPr>
        <p:spPr>
          <a:xfrm>
            <a:off x="1738866" y="80372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383" name="stage3-cases-main_43">
            <a:extLst>
              <a:ext uri="{FF2B5EF4-FFF2-40B4-BE49-F238E27FC236}">
                <a16:creationId xmlns:a16="http://schemas.microsoft.com/office/drawing/2014/main" id="{6E81FDF2-CCE0-4784-9E8B-A67EE27D7099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384" name="30ga_7_tuned_Receptor">
            <a:extLst>
              <a:ext uri="{FF2B5EF4-FFF2-40B4-BE49-F238E27FC236}">
                <a16:creationId xmlns:a16="http://schemas.microsoft.com/office/drawing/2014/main" id="{904D150E-3923-40D5-A8D4-D3C96445E2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385" name="30ga_7_tuned_ExperimentalDensity">
            <a:extLst>
              <a:ext uri="{FF2B5EF4-FFF2-40B4-BE49-F238E27FC236}">
                <a16:creationId xmlns:a16="http://schemas.microsoft.com/office/drawing/2014/main" id="{4EFB048B-30AF-4B7A-B4DB-65AB99DB225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86" name="30ga_7_tuned_ReferenceLigand_0">
            <a:extLst>
              <a:ext uri="{FF2B5EF4-FFF2-40B4-BE49-F238E27FC236}">
                <a16:creationId xmlns:a16="http://schemas.microsoft.com/office/drawing/2014/main" id="{0FA18C20-7F64-45AF-9CC9-A12BE45E369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30ga_7_tuned_ReferenceLigand_1">
            <a:extLst>
              <a:ext uri="{FF2B5EF4-FFF2-40B4-BE49-F238E27FC236}">
                <a16:creationId xmlns:a16="http://schemas.microsoft.com/office/drawing/2014/main" id="{3D2891B8-3248-46BF-B62A-E4C735D1E9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30ga_7_tuned_ReferenceLigand_2">
            <a:extLst>
              <a:ext uri="{FF2B5EF4-FFF2-40B4-BE49-F238E27FC236}">
                <a16:creationId xmlns:a16="http://schemas.microsoft.com/office/drawing/2014/main" id="{8AE878E1-FE2F-428F-9848-D6E1AF834B4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30ga_7_tuned_ReferenceLigand_3">
            <a:extLst>
              <a:ext uri="{FF2B5EF4-FFF2-40B4-BE49-F238E27FC236}">
                <a16:creationId xmlns:a16="http://schemas.microsoft.com/office/drawing/2014/main" id="{EF098049-D382-44CE-9488-4A4FB6FD500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30ga_7_tuned_ReferenceLigand_4">
            <a:extLst>
              <a:ext uri="{FF2B5EF4-FFF2-40B4-BE49-F238E27FC236}">
                <a16:creationId xmlns:a16="http://schemas.microsoft.com/office/drawing/2014/main" id="{45B43B03-D89E-47BA-B678-AA537A80B9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30ga_7_tuned_ReferenceLigand_5">
            <a:extLst>
              <a:ext uri="{FF2B5EF4-FFF2-40B4-BE49-F238E27FC236}">
                <a16:creationId xmlns:a16="http://schemas.microsoft.com/office/drawing/2014/main" id="{06F33023-FAEB-4AB6-B0C2-47304CEFAC6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30ga_7_tuned_ReferenceLigand_6">
            <a:extLst>
              <a:ext uri="{FF2B5EF4-FFF2-40B4-BE49-F238E27FC236}">
                <a16:creationId xmlns:a16="http://schemas.microsoft.com/office/drawing/2014/main" id="{8081E7D4-85D1-4157-8E8E-2391B0D2C4C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30ga_7_tuned_ReferenceLigand_7">
            <a:extLst>
              <a:ext uri="{FF2B5EF4-FFF2-40B4-BE49-F238E27FC236}">
                <a16:creationId xmlns:a16="http://schemas.microsoft.com/office/drawing/2014/main" id="{927A9CF9-77A2-483C-80C6-E612AAAA76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30ga_7_tuned_ReferenceLigand_8">
            <a:extLst>
              <a:ext uri="{FF2B5EF4-FFF2-40B4-BE49-F238E27FC236}">
                <a16:creationId xmlns:a16="http://schemas.microsoft.com/office/drawing/2014/main" id="{79BBA60A-D599-4C62-AF85-83094009C4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30ga_7_tuned_ReferenceLigand_9">
            <a:extLst>
              <a:ext uri="{FF2B5EF4-FFF2-40B4-BE49-F238E27FC236}">
                <a16:creationId xmlns:a16="http://schemas.microsoft.com/office/drawing/2014/main" id="{3DDEBE93-9D9F-4AA5-A12D-6120AAF995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30ga_7_tuned_ReferenceLigand_10">
            <a:extLst>
              <a:ext uri="{FF2B5EF4-FFF2-40B4-BE49-F238E27FC236}">
                <a16:creationId xmlns:a16="http://schemas.microsoft.com/office/drawing/2014/main" id="{732EA52E-4E1A-4F0B-977A-6151E6DA3C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30ga_7_tuned_ReferenceLigand_11">
            <a:extLst>
              <a:ext uri="{FF2B5EF4-FFF2-40B4-BE49-F238E27FC236}">
                <a16:creationId xmlns:a16="http://schemas.microsoft.com/office/drawing/2014/main" id="{247290A6-7730-4555-8883-D1B180876E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30ga_7_tuned_ReferenceLigand_12">
            <a:extLst>
              <a:ext uri="{FF2B5EF4-FFF2-40B4-BE49-F238E27FC236}">
                <a16:creationId xmlns:a16="http://schemas.microsoft.com/office/drawing/2014/main" id="{23EBDFDE-75FB-4D60-A755-5D354D38EC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30ga_7_tuned_ReferenceLigand_13">
            <a:extLst>
              <a:ext uri="{FF2B5EF4-FFF2-40B4-BE49-F238E27FC236}">
                <a16:creationId xmlns:a16="http://schemas.microsoft.com/office/drawing/2014/main" id="{025935A0-686D-405B-B0FE-122E9BDD856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30ga_7_tuned_ReferenceLigand_14">
            <a:extLst>
              <a:ext uri="{FF2B5EF4-FFF2-40B4-BE49-F238E27FC236}">
                <a16:creationId xmlns:a16="http://schemas.microsoft.com/office/drawing/2014/main" id="{5E795E69-3A19-4C9D-A74A-F6F168D2C0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30ga_7_tuned_ReferenceLigand_15">
            <a:extLst>
              <a:ext uri="{FF2B5EF4-FFF2-40B4-BE49-F238E27FC236}">
                <a16:creationId xmlns:a16="http://schemas.microsoft.com/office/drawing/2014/main" id="{39AFEC01-998A-4DDB-96A0-0E0238694E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30ga_7_tuned_ReferenceLigand_16">
            <a:extLst>
              <a:ext uri="{FF2B5EF4-FFF2-40B4-BE49-F238E27FC236}">
                <a16:creationId xmlns:a16="http://schemas.microsoft.com/office/drawing/2014/main" id="{264963E4-57C5-42C0-8672-39FEE673D5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30ga_7_tuned_ReferenceLigand_17">
            <a:extLst>
              <a:ext uri="{FF2B5EF4-FFF2-40B4-BE49-F238E27FC236}">
                <a16:creationId xmlns:a16="http://schemas.microsoft.com/office/drawing/2014/main" id="{B9C94252-F313-4178-B3C7-023F1A2DE8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30ga_7_tuned_ReferenceLigand_18">
            <a:extLst>
              <a:ext uri="{FF2B5EF4-FFF2-40B4-BE49-F238E27FC236}">
                <a16:creationId xmlns:a16="http://schemas.microsoft.com/office/drawing/2014/main" id="{FB6340FB-C39A-44A2-88CD-A19CCF38E0D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30ga_7_tuned_ReferenceLigand_19">
            <a:extLst>
              <a:ext uri="{FF2B5EF4-FFF2-40B4-BE49-F238E27FC236}">
                <a16:creationId xmlns:a16="http://schemas.microsoft.com/office/drawing/2014/main" id="{FDF4FCE4-A1CC-4E4B-88D9-85573FAEDA3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30ga_7_tuned_ReferenceLigand_20">
            <a:extLst>
              <a:ext uri="{FF2B5EF4-FFF2-40B4-BE49-F238E27FC236}">
                <a16:creationId xmlns:a16="http://schemas.microsoft.com/office/drawing/2014/main" id="{DADA21C6-E756-4ADD-87D3-93C2C4B05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30ga_7_tuned_ReferenceLigand_21">
            <a:extLst>
              <a:ext uri="{FF2B5EF4-FFF2-40B4-BE49-F238E27FC236}">
                <a16:creationId xmlns:a16="http://schemas.microsoft.com/office/drawing/2014/main" id="{8F4BA180-757B-4080-9A39-02B68F04F0F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30ga_7_tuned_ReferenceLigand_22">
            <a:extLst>
              <a:ext uri="{FF2B5EF4-FFF2-40B4-BE49-F238E27FC236}">
                <a16:creationId xmlns:a16="http://schemas.microsoft.com/office/drawing/2014/main" id="{32405033-0F70-412F-8059-1A72C4A2588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30ga_7_tuned_ReferenceLigand_23">
            <a:extLst>
              <a:ext uri="{FF2B5EF4-FFF2-40B4-BE49-F238E27FC236}">
                <a16:creationId xmlns:a16="http://schemas.microsoft.com/office/drawing/2014/main" id="{24E2C57F-1EEA-4C84-954A-41DB3C8AD3C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30ga_7_tuned_ReferenceLigand_24">
            <a:extLst>
              <a:ext uri="{FF2B5EF4-FFF2-40B4-BE49-F238E27FC236}">
                <a16:creationId xmlns:a16="http://schemas.microsoft.com/office/drawing/2014/main" id="{E9A1D51C-B997-46F0-932B-9BAE79365F5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30ga_7_tuned_ReferenceLigand_25">
            <a:extLst>
              <a:ext uri="{FF2B5EF4-FFF2-40B4-BE49-F238E27FC236}">
                <a16:creationId xmlns:a16="http://schemas.microsoft.com/office/drawing/2014/main" id="{D594A874-91BE-43A9-BBB8-B0F071946A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30ga_7_tuned_ReferenceLigand_26">
            <a:extLst>
              <a:ext uri="{FF2B5EF4-FFF2-40B4-BE49-F238E27FC236}">
                <a16:creationId xmlns:a16="http://schemas.microsoft.com/office/drawing/2014/main" id="{81B426BB-9FA3-44D7-9909-4449310CC60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30ga_7_tuned_ReferenceLigand_27">
            <a:extLst>
              <a:ext uri="{FF2B5EF4-FFF2-40B4-BE49-F238E27FC236}">
                <a16:creationId xmlns:a16="http://schemas.microsoft.com/office/drawing/2014/main" id="{C7D1F72D-BD73-45D2-B045-EF5E710BDA0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30ga_7_tuned_ReferenceLigand_28">
            <a:extLst>
              <a:ext uri="{FF2B5EF4-FFF2-40B4-BE49-F238E27FC236}">
                <a16:creationId xmlns:a16="http://schemas.microsoft.com/office/drawing/2014/main" id="{C9E56B3E-312F-439D-BF8C-566507E46AB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30ga_7_tuned_ReferenceLigand_29">
            <a:extLst>
              <a:ext uri="{FF2B5EF4-FFF2-40B4-BE49-F238E27FC236}">
                <a16:creationId xmlns:a16="http://schemas.microsoft.com/office/drawing/2014/main" id="{ED9CD40C-76D0-4E61-A3B9-2222E116D2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30ga_7_tuned_ReferenceLigand_30">
            <a:extLst>
              <a:ext uri="{FF2B5EF4-FFF2-40B4-BE49-F238E27FC236}">
                <a16:creationId xmlns:a16="http://schemas.microsoft.com/office/drawing/2014/main" id="{A6180224-B6B2-4D64-8329-2C28915D57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30ga_7_tuned_ReferenceLigand_31">
            <a:extLst>
              <a:ext uri="{FF2B5EF4-FFF2-40B4-BE49-F238E27FC236}">
                <a16:creationId xmlns:a16="http://schemas.microsoft.com/office/drawing/2014/main" id="{C4516D1D-2846-4535-8889-F18F68B5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8" name="30ga_7_tuned_ReferenceLigand_32">
            <a:extLst>
              <a:ext uri="{FF2B5EF4-FFF2-40B4-BE49-F238E27FC236}">
                <a16:creationId xmlns:a16="http://schemas.microsoft.com/office/drawing/2014/main" id="{5F5DDF8F-182C-4F0D-A24C-A0DBA3D96FB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9" name="30ga_7_tuned_PredictedLigand_0">
            <a:extLst>
              <a:ext uri="{FF2B5EF4-FFF2-40B4-BE49-F238E27FC236}">
                <a16:creationId xmlns:a16="http://schemas.microsoft.com/office/drawing/2014/main" id="{2C83503B-7E37-4090-95DF-1BECDFF0A52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0" name="30ga_7_tuned_PredictedLigand_1">
            <a:extLst>
              <a:ext uri="{FF2B5EF4-FFF2-40B4-BE49-F238E27FC236}">
                <a16:creationId xmlns:a16="http://schemas.microsoft.com/office/drawing/2014/main" id="{F43E80CF-618E-4C66-9B21-DE4B9485DFD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1" name="30ga_7_tuned_PredictedLigand_2">
            <a:extLst>
              <a:ext uri="{FF2B5EF4-FFF2-40B4-BE49-F238E27FC236}">
                <a16:creationId xmlns:a16="http://schemas.microsoft.com/office/drawing/2014/main" id="{2856E874-0EAE-4067-B8F0-7BF37A4E1E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2" name="30ga_7_tuned_PredictedLigand_3">
            <a:extLst>
              <a:ext uri="{FF2B5EF4-FFF2-40B4-BE49-F238E27FC236}">
                <a16:creationId xmlns:a16="http://schemas.microsoft.com/office/drawing/2014/main" id="{ACC2CB89-39DD-44BC-B444-6B54DA22DB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3" name="30ga_7_tuned_PredictedLigand_4">
            <a:extLst>
              <a:ext uri="{FF2B5EF4-FFF2-40B4-BE49-F238E27FC236}">
                <a16:creationId xmlns:a16="http://schemas.microsoft.com/office/drawing/2014/main" id="{783B3D55-11F3-4C72-9DD5-1DC9D9C132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4" name="30ga_7_tuned_PredictedLigand_5">
            <a:extLst>
              <a:ext uri="{FF2B5EF4-FFF2-40B4-BE49-F238E27FC236}">
                <a16:creationId xmlns:a16="http://schemas.microsoft.com/office/drawing/2014/main" id="{DF24E691-4BC9-4D7D-813B-3F2ED8EDF59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5" name="30ga_7_tuned_PredictedLigand_6">
            <a:extLst>
              <a:ext uri="{FF2B5EF4-FFF2-40B4-BE49-F238E27FC236}">
                <a16:creationId xmlns:a16="http://schemas.microsoft.com/office/drawing/2014/main" id="{ABBF1E97-4436-496F-9C4E-7D48ED48D56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6" name="30ga_7_tuned_PredictedLigand_7">
            <a:extLst>
              <a:ext uri="{FF2B5EF4-FFF2-40B4-BE49-F238E27FC236}">
                <a16:creationId xmlns:a16="http://schemas.microsoft.com/office/drawing/2014/main" id="{E5DFA6D8-939A-4392-80B0-9A053AAC484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7" name="30ga_7_tuned_PredictedLigand_8">
            <a:extLst>
              <a:ext uri="{FF2B5EF4-FFF2-40B4-BE49-F238E27FC236}">
                <a16:creationId xmlns:a16="http://schemas.microsoft.com/office/drawing/2014/main" id="{081757B8-0C1A-4C34-9AE7-87DE25892C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8" name="30ga_7_tuned_PredictedLigand_9">
            <a:extLst>
              <a:ext uri="{FF2B5EF4-FFF2-40B4-BE49-F238E27FC236}">
                <a16:creationId xmlns:a16="http://schemas.microsoft.com/office/drawing/2014/main" id="{23E9DA40-E983-4087-8A16-B431E6A13A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9" name="30ga_7_tuned_PredictedLigand_10">
            <a:extLst>
              <a:ext uri="{FF2B5EF4-FFF2-40B4-BE49-F238E27FC236}">
                <a16:creationId xmlns:a16="http://schemas.microsoft.com/office/drawing/2014/main" id="{EB8DA158-E32B-415F-8470-6791CA0577C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0" name="30ga_7_tuned_PredictedLigand_11">
            <a:extLst>
              <a:ext uri="{FF2B5EF4-FFF2-40B4-BE49-F238E27FC236}">
                <a16:creationId xmlns:a16="http://schemas.microsoft.com/office/drawing/2014/main" id="{8D759D78-5434-456B-8471-1A675B4DA2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1" name="30ga_7_tuned_PredictedLigand_12">
            <a:extLst>
              <a:ext uri="{FF2B5EF4-FFF2-40B4-BE49-F238E27FC236}">
                <a16:creationId xmlns:a16="http://schemas.microsoft.com/office/drawing/2014/main" id="{5DD96712-ABD5-412B-83A0-970093CF84D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2" name="30ga_7_tuned_PredictedLigand_13">
            <a:extLst>
              <a:ext uri="{FF2B5EF4-FFF2-40B4-BE49-F238E27FC236}">
                <a16:creationId xmlns:a16="http://schemas.microsoft.com/office/drawing/2014/main" id="{9E3F7810-A1BC-4B93-B6B1-E17DD38FFB9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3" name="30ga_7_tuned_PredictedLigand_14">
            <a:extLst>
              <a:ext uri="{FF2B5EF4-FFF2-40B4-BE49-F238E27FC236}">
                <a16:creationId xmlns:a16="http://schemas.microsoft.com/office/drawing/2014/main" id="{E93708B7-924F-4E6A-9B5A-244BBF0BA3B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4" name="30ga_7_tuned_PredictedLigand_15">
            <a:extLst>
              <a:ext uri="{FF2B5EF4-FFF2-40B4-BE49-F238E27FC236}">
                <a16:creationId xmlns:a16="http://schemas.microsoft.com/office/drawing/2014/main" id="{040DD195-9A40-4C25-B486-04E7253965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5" name="30ga_7_tuned_PredictedLigand_16">
            <a:extLst>
              <a:ext uri="{FF2B5EF4-FFF2-40B4-BE49-F238E27FC236}">
                <a16:creationId xmlns:a16="http://schemas.microsoft.com/office/drawing/2014/main" id="{3CC91883-78B3-450D-A4D6-6D56439D0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6" name="30ga_7_tuned_PredictedLigand_17">
            <a:extLst>
              <a:ext uri="{FF2B5EF4-FFF2-40B4-BE49-F238E27FC236}">
                <a16:creationId xmlns:a16="http://schemas.microsoft.com/office/drawing/2014/main" id="{41F9CC3D-E138-4728-8CD7-3061BA957D2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7" name="30ga_7_tuned_PredictedLigand_18">
            <a:extLst>
              <a:ext uri="{FF2B5EF4-FFF2-40B4-BE49-F238E27FC236}">
                <a16:creationId xmlns:a16="http://schemas.microsoft.com/office/drawing/2014/main" id="{7B63C0F4-E1F2-4FAC-AA40-4EB2A528905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8" name="30ga_7_tuned_PredictedLigand_19">
            <a:extLst>
              <a:ext uri="{FF2B5EF4-FFF2-40B4-BE49-F238E27FC236}">
                <a16:creationId xmlns:a16="http://schemas.microsoft.com/office/drawing/2014/main" id="{96D81DFC-14BF-4A8C-A38F-7D87750B10D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9" name="30ga_7_tuned_PredictedLigand_20">
            <a:extLst>
              <a:ext uri="{FF2B5EF4-FFF2-40B4-BE49-F238E27FC236}">
                <a16:creationId xmlns:a16="http://schemas.microsoft.com/office/drawing/2014/main" id="{8E1CC093-93A8-483A-B7C4-F08FFCF250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0" name="30ga_7_tuned_PredictedLigand_21">
            <a:extLst>
              <a:ext uri="{FF2B5EF4-FFF2-40B4-BE49-F238E27FC236}">
                <a16:creationId xmlns:a16="http://schemas.microsoft.com/office/drawing/2014/main" id="{CA81B748-AEA7-4201-9897-867C8832B54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1" name="30ga_7_tuned_PredictedLigand_22">
            <a:extLst>
              <a:ext uri="{FF2B5EF4-FFF2-40B4-BE49-F238E27FC236}">
                <a16:creationId xmlns:a16="http://schemas.microsoft.com/office/drawing/2014/main" id="{8EDE36C5-9D92-4C36-865E-CC57E266D00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2" name="30ga_7_tuned_PredictedLigand_23">
            <a:extLst>
              <a:ext uri="{FF2B5EF4-FFF2-40B4-BE49-F238E27FC236}">
                <a16:creationId xmlns:a16="http://schemas.microsoft.com/office/drawing/2014/main" id="{F7ACE0B3-4D2C-4CB1-9D63-76B69E324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3" name="30ga_7_tuned_PredictedLigand_24">
            <a:extLst>
              <a:ext uri="{FF2B5EF4-FFF2-40B4-BE49-F238E27FC236}">
                <a16:creationId xmlns:a16="http://schemas.microsoft.com/office/drawing/2014/main" id="{1036A32F-89EE-4716-A53A-49EDCBA39E7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4" name="30ga_7_tuned_PredictedLigand_25">
            <a:extLst>
              <a:ext uri="{FF2B5EF4-FFF2-40B4-BE49-F238E27FC236}">
                <a16:creationId xmlns:a16="http://schemas.microsoft.com/office/drawing/2014/main" id="{9F34D1F4-57EF-48BA-82BD-D36BA36B128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5" name="30ga_7_tuned_PredictedLigand_26">
            <a:extLst>
              <a:ext uri="{FF2B5EF4-FFF2-40B4-BE49-F238E27FC236}">
                <a16:creationId xmlns:a16="http://schemas.microsoft.com/office/drawing/2014/main" id="{FCE95C85-0C75-486F-853C-F3E31280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6" name="30ga_7_tuned_PredictedLigand_27">
            <a:extLst>
              <a:ext uri="{FF2B5EF4-FFF2-40B4-BE49-F238E27FC236}">
                <a16:creationId xmlns:a16="http://schemas.microsoft.com/office/drawing/2014/main" id="{1684D841-6DAA-430E-9EF2-5EA1EA58880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7" name="30ga_7_tuned_PredictedLigand_28">
            <a:extLst>
              <a:ext uri="{FF2B5EF4-FFF2-40B4-BE49-F238E27FC236}">
                <a16:creationId xmlns:a16="http://schemas.microsoft.com/office/drawing/2014/main" id="{4E8C5782-E554-4959-B119-F1AD6F44C0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8" name="30ga_7_tuned_PredictedLigand_29">
            <a:extLst>
              <a:ext uri="{FF2B5EF4-FFF2-40B4-BE49-F238E27FC236}">
                <a16:creationId xmlns:a16="http://schemas.microsoft.com/office/drawing/2014/main" id="{1B94C1F3-ABA7-42F0-B6E1-68555126920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9" name="30ga_7_tuned_PredictedLigand_30">
            <a:extLst>
              <a:ext uri="{FF2B5EF4-FFF2-40B4-BE49-F238E27FC236}">
                <a16:creationId xmlns:a16="http://schemas.microsoft.com/office/drawing/2014/main" id="{8C1C32A4-3BA3-4793-B71E-5E3FB29E5A1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0" name="30ga_7_tuned_PredictedLigand_31">
            <a:extLst>
              <a:ext uri="{FF2B5EF4-FFF2-40B4-BE49-F238E27FC236}">
                <a16:creationId xmlns:a16="http://schemas.microsoft.com/office/drawing/2014/main" id="{EDF2C8DF-A969-4751-B01A-04BC9811A69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1" name="30ga_7_tuned_PredictedLigand_32">
            <a:extLst>
              <a:ext uri="{FF2B5EF4-FFF2-40B4-BE49-F238E27FC236}">
                <a16:creationId xmlns:a16="http://schemas.microsoft.com/office/drawing/2014/main" id="{D6DBD8F3-DBAF-47DC-9D55-00231F2A11F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2" name="30ga_7_tuned_PredictedAtoms_0">
            <a:extLst>
              <a:ext uri="{FF2B5EF4-FFF2-40B4-BE49-F238E27FC236}">
                <a16:creationId xmlns:a16="http://schemas.microsoft.com/office/drawing/2014/main" id="{60545A13-C9F2-4B9C-B9E2-2FE031A3ABD0}"/>
              </a:ext>
            </a:extLst>
          </p:cNvPr>
          <p:cNvSpPr>
            <a:spLocks noGrp="1"/>
          </p:cNvSpPr>
          <p:nvPr/>
        </p:nvSpPr>
        <p:spPr>
          <a:xfrm>
            <a:off x="5055677" y="80850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53" name="30ga_7_tuned_PredictedAtoms_1">
            <a:extLst>
              <a:ext uri="{FF2B5EF4-FFF2-40B4-BE49-F238E27FC236}">
                <a16:creationId xmlns:a16="http://schemas.microsoft.com/office/drawing/2014/main" id="{77D81B95-9821-454E-BC44-990C522D0050}"/>
              </a:ext>
            </a:extLst>
          </p:cNvPr>
          <p:cNvSpPr>
            <a:spLocks noGrp="1"/>
          </p:cNvSpPr>
          <p:nvPr/>
        </p:nvSpPr>
        <p:spPr>
          <a:xfrm>
            <a:off x="4935077" y="82220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4" name="30ga_7_tuned_PredictedAtoms_2">
            <a:extLst>
              <a:ext uri="{FF2B5EF4-FFF2-40B4-BE49-F238E27FC236}">
                <a16:creationId xmlns:a16="http://schemas.microsoft.com/office/drawing/2014/main" id="{61695013-4718-41C3-85CE-27110EC25801}"/>
              </a:ext>
            </a:extLst>
          </p:cNvPr>
          <p:cNvSpPr>
            <a:spLocks noGrp="1"/>
          </p:cNvSpPr>
          <p:nvPr/>
        </p:nvSpPr>
        <p:spPr>
          <a:xfrm>
            <a:off x="4995444" y="83044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5" name="30ga_7_tuned_PredictedAtoms_3">
            <a:extLst>
              <a:ext uri="{FF2B5EF4-FFF2-40B4-BE49-F238E27FC236}">
                <a16:creationId xmlns:a16="http://schemas.microsoft.com/office/drawing/2014/main" id="{03517391-4F37-4AF2-A325-3922CEB20F01}"/>
              </a:ext>
            </a:extLst>
          </p:cNvPr>
          <p:cNvSpPr>
            <a:spLocks noGrp="1"/>
          </p:cNvSpPr>
          <p:nvPr/>
        </p:nvSpPr>
        <p:spPr>
          <a:xfrm>
            <a:off x="5078277" y="849963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56" name="30ga_7_tuned_PredictedAtoms_4">
            <a:extLst>
              <a:ext uri="{FF2B5EF4-FFF2-40B4-BE49-F238E27FC236}">
                <a16:creationId xmlns:a16="http://schemas.microsoft.com/office/drawing/2014/main" id="{548F82EC-2CFE-4502-9ED8-167C707E7E08}"/>
              </a:ext>
            </a:extLst>
          </p:cNvPr>
          <p:cNvSpPr>
            <a:spLocks noGrp="1"/>
          </p:cNvSpPr>
          <p:nvPr/>
        </p:nvSpPr>
        <p:spPr>
          <a:xfrm>
            <a:off x="4985107" y="86729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7" name="30ga_7_tuned_PredictedAtoms_5">
            <a:extLst>
              <a:ext uri="{FF2B5EF4-FFF2-40B4-BE49-F238E27FC236}">
                <a16:creationId xmlns:a16="http://schemas.microsoft.com/office/drawing/2014/main" id="{C44C972E-2BAF-44C8-B6A3-72B34B8FF4B7}"/>
              </a:ext>
            </a:extLst>
          </p:cNvPr>
          <p:cNvSpPr>
            <a:spLocks noGrp="1"/>
          </p:cNvSpPr>
          <p:nvPr/>
        </p:nvSpPr>
        <p:spPr>
          <a:xfrm>
            <a:off x="5119337" y="881869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58" name="30ga_7_tuned_PredictedAtoms_6">
            <a:extLst>
              <a:ext uri="{FF2B5EF4-FFF2-40B4-BE49-F238E27FC236}">
                <a16:creationId xmlns:a16="http://schemas.microsoft.com/office/drawing/2014/main" id="{E3215064-B1BF-4603-B46A-219BF95E65C2}"/>
              </a:ext>
            </a:extLst>
          </p:cNvPr>
          <p:cNvSpPr>
            <a:spLocks noGrp="1"/>
          </p:cNvSpPr>
          <p:nvPr/>
        </p:nvSpPr>
        <p:spPr>
          <a:xfrm>
            <a:off x="5291517" y="87301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59" name="30ga_7_tuned_PredictedAtoms_7">
            <a:extLst>
              <a:ext uri="{FF2B5EF4-FFF2-40B4-BE49-F238E27FC236}">
                <a16:creationId xmlns:a16="http://schemas.microsoft.com/office/drawing/2014/main" id="{C331BE23-31BC-426D-B4E6-33171705EAB8}"/>
              </a:ext>
            </a:extLst>
          </p:cNvPr>
          <p:cNvSpPr>
            <a:spLocks noGrp="1"/>
          </p:cNvSpPr>
          <p:nvPr/>
        </p:nvSpPr>
        <p:spPr>
          <a:xfrm>
            <a:off x="5471043" y="8797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0" name="30ga_7_tuned_PredictedAtoms_8">
            <a:extLst>
              <a:ext uri="{FF2B5EF4-FFF2-40B4-BE49-F238E27FC236}">
                <a16:creationId xmlns:a16="http://schemas.microsoft.com/office/drawing/2014/main" id="{4AA5832F-2BE1-4F63-A906-9ADF6A3B2719}"/>
              </a:ext>
            </a:extLst>
          </p:cNvPr>
          <p:cNvSpPr>
            <a:spLocks noGrp="1"/>
          </p:cNvSpPr>
          <p:nvPr/>
        </p:nvSpPr>
        <p:spPr>
          <a:xfrm>
            <a:off x="5505462" y="89843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61" name="30ga_7_tuned_PredictedAtoms_9">
            <a:extLst>
              <a:ext uri="{FF2B5EF4-FFF2-40B4-BE49-F238E27FC236}">
                <a16:creationId xmlns:a16="http://schemas.microsoft.com/office/drawing/2014/main" id="{897DBE02-8B4C-4860-BD70-F19D83A92811}"/>
              </a:ext>
            </a:extLst>
          </p:cNvPr>
          <p:cNvSpPr>
            <a:spLocks noGrp="1"/>
          </p:cNvSpPr>
          <p:nvPr/>
        </p:nvSpPr>
        <p:spPr>
          <a:xfrm>
            <a:off x="5605502" y="866356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62" name="30ga_7_tuned_PredictedAtoms_10">
            <a:extLst>
              <a:ext uri="{FF2B5EF4-FFF2-40B4-BE49-F238E27FC236}">
                <a16:creationId xmlns:a16="http://schemas.microsoft.com/office/drawing/2014/main" id="{E27732EC-88BA-41F6-BD10-4BDB08D24CA7}"/>
              </a:ext>
            </a:extLst>
          </p:cNvPr>
          <p:cNvSpPr>
            <a:spLocks noGrp="1"/>
          </p:cNvSpPr>
          <p:nvPr/>
        </p:nvSpPr>
        <p:spPr>
          <a:xfrm>
            <a:off x="5582161" y="84687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3" name="30ga_7_tuned_PredictedAtoms_11">
            <a:extLst>
              <a:ext uri="{FF2B5EF4-FFF2-40B4-BE49-F238E27FC236}">
                <a16:creationId xmlns:a16="http://schemas.microsoft.com/office/drawing/2014/main" id="{E25D7BB6-1D90-4EB4-8908-7351C9C5D78E}"/>
              </a:ext>
            </a:extLst>
          </p:cNvPr>
          <p:cNvSpPr>
            <a:spLocks noGrp="1"/>
          </p:cNvSpPr>
          <p:nvPr/>
        </p:nvSpPr>
        <p:spPr>
          <a:xfrm>
            <a:off x="5404770" y="84063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64" name="30ga_7_tuned_PredictedAtoms_12">
            <a:extLst>
              <a:ext uri="{FF2B5EF4-FFF2-40B4-BE49-F238E27FC236}">
                <a16:creationId xmlns:a16="http://schemas.microsoft.com/office/drawing/2014/main" id="{56961EC5-353F-4DD1-89FD-A367740A1B95}"/>
              </a:ext>
            </a:extLst>
          </p:cNvPr>
          <p:cNvSpPr>
            <a:spLocks noGrp="1"/>
          </p:cNvSpPr>
          <p:nvPr/>
        </p:nvSpPr>
        <p:spPr>
          <a:xfrm>
            <a:off x="5261051" y="85331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5" name="30ga_7_tuned_PredictedAtoms_13">
            <a:extLst>
              <a:ext uri="{FF2B5EF4-FFF2-40B4-BE49-F238E27FC236}">
                <a16:creationId xmlns:a16="http://schemas.microsoft.com/office/drawing/2014/main" id="{6F850E36-4273-4386-9EF2-423F0F2DBD9A}"/>
              </a:ext>
            </a:extLst>
          </p:cNvPr>
          <p:cNvSpPr>
            <a:spLocks noGrp="1"/>
          </p:cNvSpPr>
          <p:nvPr/>
        </p:nvSpPr>
        <p:spPr>
          <a:xfrm>
            <a:off x="4837592" y="82925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66" name="30ga_7_tuned_PredictedAtoms_14">
            <a:extLst>
              <a:ext uri="{FF2B5EF4-FFF2-40B4-BE49-F238E27FC236}">
                <a16:creationId xmlns:a16="http://schemas.microsoft.com/office/drawing/2014/main" id="{54608024-BF91-4CF4-AEDA-1A0FFDDD484E}"/>
              </a:ext>
            </a:extLst>
          </p:cNvPr>
          <p:cNvSpPr>
            <a:spLocks noGrp="1"/>
          </p:cNvSpPr>
          <p:nvPr/>
        </p:nvSpPr>
        <p:spPr>
          <a:xfrm>
            <a:off x="4681660" y="81881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7" name="30ga_7_tuned_PredictedAtoms_15">
            <a:extLst>
              <a:ext uri="{FF2B5EF4-FFF2-40B4-BE49-F238E27FC236}">
                <a16:creationId xmlns:a16="http://schemas.microsoft.com/office/drawing/2014/main" id="{2E79B47C-C55A-462B-91E3-A869D4A4CAFB}"/>
              </a:ext>
            </a:extLst>
          </p:cNvPr>
          <p:cNvSpPr>
            <a:spLocks noGrp="1"/>
          </p:cNvSpPr>
          <p:nvPr/>
        </p:nvSpPr>
        <p:spPr>
          <a:xfrm>
            <a:off x="4522191" y="83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68" name="30ga_7_tuned_PredictedAtoms_16">
            <a:extLst>
              <a:ext uri="{FF2B5EF4-FFF2-40B4-BE49-F238E27FC236}">
                <a16:creationId xmlns:a16="http://schemas.microsoft.com/office/drawing/2014/main" id="{AF5AB45F-3D9F-4B3C-96F3-FD904229E361}"/>
              </a:ext>
            </a:extLst>
          </p:cNvPr>
          <p:cNvSpPr>
            <a:spLocks noGrp="1"/>
          </p:cNvSpPr>
          <p:nvPr/>
        </p:nvSpPr>
        <p:spPr>
          <a:xfrm>
            <a:off x="4342295" y="82461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69" name="30ga_7_tuned_PredictedAtoms_17">
            <a:extLst>
              <a:ext uri="{FF2B5EF4-FFF2-40B4-BE49-F238E27FC236}">
                <a16:creationId xmlns:a16="http://schemas.microsoft.com/office/drawing/2014/main" id="{57BF9F97-A2ED-4E6B-A67F-248A5D67FE59}"/>
              </a:ext>
            </a:extLst>
          </p:cNvPr>
          <p:cNvSpPr>
            <a:spLocks noGrp="1"/>
          </p:cNvSpPr>
          <p:nvPr/>
        </p:nvSpPr>
        <p:spPr>
          <a:xfrm>
            <a:off x="4231797" y="83498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70" name="30ga_7_tuned_PredictedAtoms_18">
            <a:extLst>
              <a:ext uri="{FF2B5EF4-FFF2-40B4-BE49-F238E27FC236}">
                <a16:creationId xmlns:a16="http://schemas.microsoft.com/office/drawing/2014/main" id="{54EAAFB6-B404-4782-9E0F-13884BB998A8}"/>
              </a:ext>
            </a:extLst>
          </p:cNvPr>
          <p:cNvSpPr>
            <a:spLocks noGrp="1"/>
          </p:cNvSpPr>
          <p:nvPr/>
        </p:nvSpPr>
        <p:spPr>
          <a:xfrm>
            <a:off x="4349864" y="83669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1" name="30ga_7_tuned_PredictedAtoms_19">
            <a:extLst>
              <a:ext uri="{FF2B5EF4-FFF2-40B4-BE49-F238E27FC236}">
                <a16:creationId xmlns:a16="http://schemas.microsoft.com/office/drawing/2014/main" id="{9ACB70BC-E481-4747-B84B-69CDF4AA523A}"/>
              </a:ext>
            </a:extLst>
          </p:cNvPr>
          <p:cNvSpPr>
            <a:spLocks noGrp="1"/>
          </p:cNvSpPr>
          <p:nvPr/>
        </p:nvSpPr>
        <p:spPr>
          <a:xfrm>
            <a:off x="4046574" y="82345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2" name="30ga_7_tuned_PredictedAtoms_20">
            <a:extLst>
              <a:ext uri="{FF2B5EF4-FFF2-40B4-BE49-F238E27FC236}">
                <a16:creationId xmlns:a16="http://schemas.microsoft.com/office/drawing/2014/main" id="{7F7019C5-608E-4C09-BF5A-7334813D59BC}"/>
              </a:ext>
            </a:extLst>
          </p:cNvPr>
          <p:cNvSpPr>
            <a:spLocks noGrp="1"/>
          </p:cNvSpPr>
          <p:nvPr/>
        </p:nvSpPr>
        <p:spPr>
          <a:xfrm>
            <a:off x="4182597" y="85536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3" name="30ga_7_tuned_PredictedAtoms_21">
            <a:extLst>
              <a:ext uri="{FF2B5EF4-FFF2-40B4-BE49-F238E27FC236}">
                <a16:creationId xmlns:a16="http://schemas.microsoft.com/office/drawing/2014/main" id="{A82C220A-C5B9-4A19-8A7E-163B8268E9F2}"/>
              </a:ext>
            </a:extLst>
          </p:cNvPr>
          <p:cNvSpPr>
            <a:spLocks noGrp="1"/>
          </p:cNvSpPr>
          <p:nvPr/>
        </p:nvSpPr>
        <p:spPr>
          <a:xfrm>
            <a:off x="3995012" y="86733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74" name="30ga_7_tuned_PredictedAtoms_22">
            <a:extLst>
              <a:ext uri="{FF2B5EF4-FFF2-40B4-BE49-F238E27FC236}">
                <a16:creationId xmlns:a16="http://schemas.microsoft.com/office/drawing/2014/main" id="{205157EA-2AFB-4D84-97D1-527A9D0626E4}"/>
              </a:ext>
            </a:extLst>
          </p:cNvPr>
          <p:cNvSpPr>
            <a:spLocks noGrp="1"/>
          </p:cNvSpPr>
          <p:nvPr/>
        </p:nvSpPr>
        <p:spPr>
          <a:xfrm>
            <a:off x="3945603" y="86991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5" name="30ga_7_tuned_PredictedAtoms_23">
            <a:extLst>
              <a:ext uri="{FF2B5EF4-FFF2-40B4-BE49-F238E27FC236}">
                <a16:creationId xmlns:a16="http://schemas.microsoft.com/office/drawing/2014/main" id="{A25BF94D-8B88-46A7-956E-A219CD95614A}"/>
              </a:ext>
            </a:extLst>
          </p:cNvPr>
          <p:cNvSpPr>
            <a:spLocks noGrp="1"/>
          </p:cNvSpPr>
          <p:nvPr/>
        </p:nvSpPr>
        <p:spPr>
          <a:xfrm>
            <a:off x="4022825" y="88714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6" name="30ga_7_tuned_PredictedAtoms_24">
            <a:extLst>
              <a:ext uri="{FF2B5EF4-FFF2-40B4-BE49-F238E27FC236}">
                <a16:creationId xmlns:a16="http://schemas.microsoft.com/office/drawing/2014/main" id="{0FBF84B7-A33F-4710-9242-352EFAAD1C4B}"/>
              </a:ext>
            </a:extLst>
          </p:cNvPr>
          <p:cNvSpPr>
            <a:spLocks noGrp="1"/>
          </p:cNvSpPr>
          <p:nvPr/>
        </p:nvSpPr>
        <p:spPr>
          <a:xfrm>
            <a:off x="3819769" y="856453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7" name="30ga_7_tuned_PredictedAtoms_25">
            <a:extLst>
              <a:ext uri="{FF2B5EF4-FFF2-40B4-BE49-F238E27FC236}">
                <a16:creationId xmlns:a16="http://schemas.microsoft.com/office/drawing/2014/main" id="{9C2BF500-C0A0-4487-9B9C-07247C481FA8}"/>
              </a:ext>
            </a:extLst>
          </p:cNvPr>
          <p:cNvSpPr>
            <a:spLocks noGrp="1"/>
          </p:cNvSpPr>
          <p:nvPr/>
        </p:nvSpPr>
        <p:spPr>
          <a:xfrm>
            <a:off x="3600532" y="854717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78" name="30ga_7_tuned_PredictedAtoms_26">
            <a:extLst>
              <a:ext uri="{FF2B5EF4-FFF2-40B4-BE49-F238E27FC236}">
                <a16:creationId xmlns:a16="http://schemas.microsoft.com/office/drawing/2014/main" id="{375B657C-3E2D-485D-90AD-3EFC881B654D}"/>
              </a:ext>
            </a:extLst>
          </p:cNvPr>
          <p:cNvSpPr>
            <a:spLocks noGrp="1"/>
          </p:cNvSpPr>
          <p:nvPr/>
        </p:nvSpPr>
        <p:spPr>
          <a:xfrm>
            <a:off x="3590998" y="83955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79" name="30ga_7_tuned_PredictedAtoms_27">
            <a:extLst>
              <a:ext uri="{FF2B5EF4-FFF2-40B4-BE49-F238E27FC236}">
                <a16:creationId xmlns:a16="http://schemas.microsoft.com/office/drawing/2014/main" id="{942AD834-5F2F-4BD1-AC57-E5E9F1EAD66A}"/>
              </a:ext>
            </a:extLst>
          </p:cNvPr>
          <p:cNvSpPr>
            <a:spLocks noGrp="1"/>
          </p:cNvSpPr>
          <p:nvPr/>
        </p:nvSpPr>
        <p:spPr>
          <a:xfrm>
            <a:off x="3539769" y="87460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0" name="30ga_7_tuned_PredictedAtoms_28">
            <a:extLst>
              <a:ext uri="{FF2B5EF4-FFF2-40B4-BE49-F238E27FC236}">
                <a16:creationId xmlns:a16="http://schemas.microsoft.com/office/drawing/2014/main" id="{213DB197-F57B-4786-B533-1AD4CBD73000}"/>
              </a:ext>
            </a:extLst>
          </p:cNvPr>
          <p:cNvSpPr>
            <a:spLocks noGrp="1"/>
          </p:cNvSpPr>
          <p:nvPr/>
        </p:nvSpPr>
        <p:spPr>
          <a:xfrm>
            <a:off x="3467701" y="850149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1" name="30ga_7_tuned_PredictedAtoms_29">
            <a:extLst>
              <a:ext uri="{FF2B5EF4-FFF2-40B4-BE49-F238E27FC236}">
                <a16:creationId xmlns:a16="http://schemas.microsoft.com/office/drawing/2014/main" id="{CEFE5B64-192D-4931-951C-4E134C70790D}"/>
              </a:ext>
            </a:extLst>
          </p:cNvPr>
          <p:cNvSpPr>
            <a:spLocks noGrp="1"/>
          </p:cNvSpPr>
          <p:nvPr/>
        </p:nvSpPr>
        <p:spPr>
          <a:xfrm>
            <a:off x="4742130" y="81315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482" name="stage3-cases-main_45">
            <a:extLst>
              <a:ext uri="{FF2B5EF4-FFF2-40B4-BE49-F238E27FC236}">
                <a16:creationId xmlns:a16="http://schemas.microsoft.com/office/drawing/2014/main" id="{931BACAA-9510-4488-BBF1-FF0F70C38C80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483" name="30ga_7_build_Receptor">
            <a:extLst>
              <a:ext uri="{FF2B5EF4-FFF2-40B4-BE49-F238E27FC236}">
                <a16:creationId xmlns:a16="http://schemas.microsoft.com/office/drawing/2014/main" id="{CE49744C-3889-4463-971F-861D2C99B0F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484" name="30ga_7_build_ExperimentalDensity">
            <a:extLst>
              <a:ext uri="{FF2B5EF4-FFF2-40B4-BE49-F238E27FC236}">
                <a16:creationId xmlns:a16="http://schemas.microsoft.com/office/drawing/2014/main" id="{CCBDF5FF-7A3A-4D83-A81E-C815C1F44C8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485" name="30ga_7_build_ReferenceLigand_0">
            <a:extLst>
              <a:ext uri="{FF2B5EF4-FFF2-40B4-BE49-F238E27FC236}">
                <a16:creationId xmlns:a16="http://schemas.microsoft.com/office/drawing/2014/main" id="{523CEC90-F513-4A46-B607-076CBDA638C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6" name="30ga_7_build_ReferenceLigand_1">
            <a:extLst>
              <a:ext uri="{FF2B5EF4-FFF2-40B4-BE49-F238E27FC236}">
                <a16:creationId xmlns:a16="http://schemas.microsoft.com/office/drawing/2014/main" id="{BA7E82C6-86ED-470C-A723-657F597809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7" name="30ga_7_build_ReferenceLigand_2">
            <a:extLst>
              <a:ext uri="{FF2B5EF4-FFF2-40B4-BE49-F238E27FC236}">
                <a16:creationId xmlns:a16="http://schemas.microsoft.com/office/drawing/2014/main" id="{83F8D69A-0B70-4EA0-9C5D-02EAEEF15A5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8" name="30ga_7_build_ReferenceLigand_3">
            <a:extLst>
              <a:ext uri="{FF2B5EF4-FFF2-40B4-BE49-F238E27FC236}">
                <a16:creationId xmlns:a16="http://schemas.microsoft.com/office/drawing/2014/main" id="{B9DE15C0-3837-482A-8E2A-0430C606DCC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9" name="30ga_7_build_ReferenceLigand_4">
            <a:extLst>
              <a:ext uri="{FF2B5EF4-FFF2-40B4-BE49-F238E27FC236}">
                <a16:creationId xmlns:a16="http://schemas.microsoft.com/office/drawing/2014/main" id="{374527FF-5BAC-44CE-95C7-9824236F68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0" name="30ga_7_build_ReferenceLigand_5">
            <a:extLst>
              <a:ext uri="{FF2B5EF4-FFF2-40B4-BE49-F238E27FC236}">
                <a16:creationId xmlns:a16="http://schemas.microsoft.com/office/drawing/2014/main" id="{8B29F1F2-EB11-42C6-8F49-3DB35011F85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1" name="30ga_7_build_ReferenceLigand_6">
            <a:extLst>
              <a:ext uri="{FF2B5EF4-FFF2-40B4-BE49-F238E27FC236}">
                <a16:creationId xmlns:a16="http://schemas.microsoft.com/office/drawing/2014/main" id="{0985AF7F-8FA4-493F-8DB1-ADBA6927630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2" name="30ga_7_build_ReferenceLigand_7">
            <a:extLst>
              <a:ext uri="{FF2B5EF4-FFF2-40B4-BE49-F238E27FC236}">
                <a16:creationId xmlns:a16="http://schemas.microsoft.com/office/drawing/2014/main" id="{2A16E35F-6787-462D-A506-3A842CE712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3" name="30ga_7_build_ReferenceLigand_8">
            <a:extLst>
              <a:ext uri="{FF2B5EF4-FFF2-40B4-BE49-F238E27FC236}">
                <a16:creationId xmlns:a16="http://schemas.microsoft.com/office/drawing/2014/main" id="{064698AE-3F66-49C4-AE02-EDFD55C30FC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4" name="30ga_7_build_ReferenceLigand_9">
            <a:extLst>
              <a:ext uri="{FF2B5EF4-FFF2-40B4-BE49-F238E27FC236}">
                <a16:creationId xmlns:a16="http://schemas.microsoft.com/office/drawing/2014/main" id="{9AA43DA6-AD54-4A1E-886F-039A72E800F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5" name="30ga_7_build_ReferenceLigand_10">
            <a:extLst>
              <a:ext uri="{FF2B5EF4-FFF2-40B4-BE49-F238E27FC236}">
                <a16:creationId xmlns:a16="http://schemas.microsoft.com/office/drawing/2014/main" id="{6C42B2C6-E401-473F-90CB-F5151F010F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6" name="30ga_7_build_ReferenceLigand_11">
            <a:extLst>
              <a:ext uri="{FF2B5EF4-FFF2-40B4-BE49-F238E27FC236}">
                <a16:creationId xmlns:a16="http://schemas.microsoft.com/office/drawing/2014/main" id="{ABEDC08E-81B1-49CE-91E8-4F07AA337BF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7" name="30ga_7_build_ReferenceLigand_12">
            <a:extLst>
              <a:ext uri="{FF2B5EF4-FFF2-40B4-BE49-F238E27FC236}">
                <a16:creationId xmlns:a16="http://schemas.microsoft.com/office/drawing/2014/main" id="{6F5273E6-915D-4AAA-ADA8-F256CF0B4CD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8" name="30ga_7_build_ReferenceLigand_13">
            <a:extLst>
              <a:ext uri="{FF2B5EF4-FFF2-40B4-BE49-F238E27FC236}">
                <a16:creationId xmlns:a16="http://schemas.microsoft.com/office/drawing/2014/main" id="{1110B980-AE9E-45F9-A3C9-799E7E88CA3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9" name="30ga_7_build_ReferenceLigand_14">
            <a:extLst>
              <a:ext uri="{FF2B5EF4-FFF2-40B4-BE49-F238E27FC236}">
                <a16:creationId xmlns:a16="http://schemas.microsoft.com/office/drawing/2014/main" id="{8818D04A-B7CF-4E6B-8530-348C15B51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0" name="30ga_7_build_ReferenceLigand_15">
            <a:extLst>
              <a:ext uri="{FF2B5EF4-FFF2-40B4-BE49-F238E27FC236}">
                <a16:creationId xmlns:a16="http://schemas.microsoft.com/office/drawing/2014/main" id="{02DA4440-F0FC-4CF6-B727-FE77BAE6BB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1" name="30ga_7_build_ReferenceLigand_16">
            <a:extLst>
              <a:ext uri="{FF2B5EF4-FFF2-40B4-BE49-F238E27FC236}">
                <a16:creationId xmlns:a16="http://schemas.microsoft.com/office/drawing/2014/main" id="{1EFAD524-0F38-4995-AA1B-C118BD64470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2" name="30ga_7_build_ReferenceLigand_17">
            <a:extLst>
              <a:ext uri="{FF2B5EF4-FFF2-40B4-BE49-F238E27FC236}">
                <a16:creationId xmlns:a16="http://schemas.microsoft.com/office/drawing/2014/main" id="{74366D4F-DDBE-49BC-928F-500DCC6F50C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3" name="30ga_7_build_ReferenceLigand_18">
            <a:extLst>
              <a:ext uri="{FF2B5EF4-FFF2-40B4-BE49-F238E27FC236}">
                <a16:creationId xmlns:a16="http://schemas.microsoft.com/office/drawing/2014/main" id="{00ADFD61-80B9-469A-B732-2552B657889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4" name="30ga_7_build_ReferenceLigand_19">
            <a:extLst>
              <a:ext uri="{FF2B5EF4-FFF2-40B4-BE49-F238E27FC236}">
                <a16:creationId xmlns:a16="http://schemas.microsoft.com/office/drawing/2014/main" id="{B220174C-8B00-40C9-A0B3-4B69D03BE5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5" name="30ga_7_build_ReferenceLigand_20">
            <a:extLst>
              <a:ext uri="{FF2B5EF4-FFF2-40B4-BE49-F238E27FC236}">
                <a16:creationId xmlns:a16="http://schemas.microsoft.com/office/drawing/2014/main" id="{2A97F9CF-8C2C-4F60-9875-8469956075E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6" name="30ga_7_build_ReferenceLigand_21">
            <a:extLst>
              <a:ext uri="{FF2B5EF4-FFF2-40B4-BE49-F238E27FC236}">
                <a16:creationId xmlns:a16="http://schemas.microsoft.com/office/drawing/2014/main" id="{CCCC2854-AAB2-4519-91ED-F051E69A9F3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7" name="30ga_7_build_ReferenceLigand_22">
            <a:extLst>
              <a:ext uri="{FF2B5EF4-FFF2-40B4-BE49-F238E27FC236}">
                <a16:creationId xmlns:a16="http://schemas.microsoft.com/office/drawing/2014/main" id="{51BDA3EE-5101-4E88-A365-388F2BC793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8" name="30ga_7_build_ReferenceLigand_23">
            <a:extLst>
              <a:ext uri="{FF2B5EF4-FFF2-40B4-BE49-F238E27FC236}">
                <a16:creationId xmlns:a16="http://schemas.microsoft.com/office/drawing/2014/main" id="{B783CAFC-1784-435D-A0B3-CC7095B1016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9" name="30ga_7_build_ReferenceLigand_24">
            <a:extLst>
              <a:ext uri="{FF2B5EF4-FFF2-40B4-BE49-F238E27FC236}">
                <a16:creationId xmlns:a16="http://schemas.microsoft.com/office/drawing/2014/main" id="{5B8FACFB-B18E-46FF-A8AB-B9831E8461E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0" name="30ga_7_build_ReferenceLigand_25">
            <a:extLst>
              <a:ext uri="{FF2B5EF4-FFF2-40B4-BE49-F238E27FC236}">
                <a16:creationId xmlns:a16="http://schemas.microsoft.com/office/drawing/2014/main" id="{7FF8DC4C-B721-46B6-8889-2CCEFDF311E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1" name="30ga_7_build_ReferenceLigand_26">
            <a:extLst>
              <a:ext uri="{FF2B5EF4-FFF2-40B4-BE49-F238E27FC236}">
                <a16:creationId xmlns:a16="http://schemas.microsoft.com/office/drawing/2014/main" id="{793A71C4-E1B1-4028-805A-D1323FE2D47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2" name="30ga_7_build_ReferenceLigand_27">
            <a:extLst>
              <a:ext uri="{FF2B5EF4-FFF2-40B4-BE49-F238E27FC236}">
                <a16:creationId xmlns:a16="http://schemas.microsoft.com/office/drawing/2014/main" id="{E19B320E-F6DD-4621-832D-631FF4B2EF2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3" name="30ga_7_build_ReferenceLigand_28">
            <a:extLst>
              <a:ext uri="{FF2B5EF4-FFF2-40B4-BE49-F238E27FC236}">
                <a16:creationId xmlns:a16="http://schemas.microsoft.com/office/drawing/2014/main" id="{DFCB97C9-228B-4DFF-B88A-A961DF20828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4" name="30ga_7_build_ReferenceLigand_29">
            <a:extLst>
              <a:ext uri="{FF2B5EF4-FFF2-40B4-BE49-F238E27FC236}">
                <a16:creationId xmlns:a16="http://schemas.microsoft.com/office/drawing/2014/main" id="{5615D762-214E-4ED9-8E19-A0A15FD680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5" name="30ga_7_build_ReferenceLigand_30">
            <a:extLst>
              <a:ext uri="{FF2B5EF4-FFF2-40B4-BE49-F238E27FC236}">
                <a16:creationId xmlns:a16="http://schemas.microsoft.com/office/drawing/2014/main" id="{35F14A40-07B7-45FA-BC6F-0BCDCC057E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6" name="30ga_7_build_ReferenceLigand_31">
            <a:extLst>
              <a:ext uri="{FF2B5EF4-FFF2-40B4-BE49-F238E27FC236}">
                <a16:creationId xmlns:a16="http://schemas.microsoft.com/office/drawing/2014/main" id="{E89BDBFF-7DF7-4EDA-8EA0-1CE7450F85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7" name="30ga_7_build_ReferenceLigand_32">
            <a:extLst>
              <a:ext uri="{FF2B5EF4-FFF2-40B4-BE49-F238E27FC236}">
                <a16:creationId xmlns:a16="http://schemas.microsoft.com/office/drawing/2014/main" id="{1E5F5DAC-2992-4248-9BDC-7966B52568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8" name="30ga_7_build_PredictedLigand_0">
            <a:extLst>
              <a:ext uri="{FF2B5EF4-FFF2-40B4-BE49-F238E27FC236}">
                <a16:creationId xmlns:a16="http://schemas.microsoft.com/office/drawing/2014/main" id="{6044B5EF-E59C-4A24-A699-16B7D4A5D30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19" name="30ga_7_build_PredictedLigand_1">
            <a:extLst>
              <a:ext uri="{FF2B5EF4-FFF2-40B4-BE49-F238E27FC236}">
                <a16:creationId xmlns:a16="http://schemas.microsoft.com/office/drawing/2014/main" id="{EF554AA3-1879-4437-B232-4233C1E762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0" name="30ga_7_build_PredictedLigand_2">
            <a:extLst>
              <a:ext uri="{FF2B5EF4-FFF2-40B4-BE49-F238E27FC236}">
                <a16:creationId xmlns:a16="http://schemas.microsoft.com/office/drawing/2014/main" id="{30A2CF60-34B2-4BE1-B3CA-8CD11F56443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1" name="30ga_7_build_PredictedLigand_3">
            <a:extLst>
              <a:ext uri="{FF2B5EF4-FFF2-40B4-BE49-F238E27FC236}">
                <a16:creationId xmlns:a16="http://schemas.microsoft.com/office/drawing/2014/main" id="{ACB4854E-728E-4A07-BAE2-861CD722D5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2" name="30ga_7_build_PredictedLigand_4">
            <a:extLst>
              <a:ext uri="{FF2B5EF4-FFF2-40B4-BE49-F238E27FC236}">
                <a16:creationId xmlns:a16="http://schemas.microsoft.com/office/drawing/2014/main" id="{D9A9C059-3C0C-41F7-B9E4-F590815B4B1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3" name="30ga_7_build_PredictedLigand_5">
            <a:extLst>
              <a:ext uri="{FF2B5EF4-FFF2-40B4-BE49-F238E27FC236}">
                <a16:creationId xmlns:a16="http://schemas.microsoft.com/office/drawing/2014/main" id="{38D21FEE-DA8C-4005-BC02-8309B30F871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4" name="30ga_7_build_PredictedLigand_6">
            <a:extLst>
              <a:ext uri="{FF2B5EF4-FFF2-40B4-BE49-F238E27FC236}">
                <a16:creationId xmlns:a16="http://schemas.microsoft.com/office/drawing/2014/main" id="{2CB74408-676B-4DF3-A340-1BE33EB032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5" name="30ga_7_build_PredictedLigand_7">
            <a:extLst>
              <a:ext uri="{FF2B5EF4-FFF2-40B4-BE49-F238E27FC236}">
                <a16:creationId xmlns:a16="http://schemas.microsoft.com/office/drawing/2014/main" id="{CF3F83F6-AD2A-4FCE-8F8D-8A4B96562A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6" name="30ga_7_build_PredictedLigand_8">
            <a:extLst>
              <a:ext uri="{FF2B5EF4-FFF2-40B4-BE49-F238E27FC236}">
                <a16:creationId xmlns:a16="http://schemas.microsoft.com/office/drawing/2014/main" id="{F8646996-9BBB-4315-A962-1E8FC9CFA5E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7" name="30ga_7_build_PredictedLigand_9">
            <a:extLst>
              <a:ext uri="{FF2B5EF4-FFF2-40B4-BE49-F238E27FC236}">
                <a16:creationId xmlns:a16="http://schemas.microsoft.com/office/drawing/2014/main" id="{7AC9C875-E05A-4DC5-88E6-A2C4F216BC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8" name="30ga_7_build_PredictedLigand_10">
            <a:extLst>
              <a:ext uri="{FF2B5EF4-FFF2-40B4-BE49-F238E27FC236}">
                <a16:creationId xmlns:a16="http://schemas.microsoft.com/office/drawing/2014/main" id="{DB142CB7-A003-44E9-BEED-7FA74A64348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29" name="30ga_7_build_PredictedLigand_11">
            <a:extLst>
              <a:ext uri="{FF2B5EF4-FFF2-40B4-BE49-F238E27FC236}">
                <a16:creationId xmlns:a16="http://schemas.microsoft.com/office/drawing/2014/main" id="{D57650DE-036A-49D3-BA0B-365DC46ACC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0" name="30ga_7_build_PredictedLigand_12">
            <a:extLst>
              <a:ext uri="{FF2B5EF4-FFF2-40B4-BE49-F238E27FC236}">
                <a16:creationId xmlns:a16="http://schemas.microsoft.com/office/drawing/2014/main" id="{8E350F46-7FDA-46E6-BE9F-ADD443D92AC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1" name="30ga_7_build_PredictedLigand_13">
            <a:extLst>
              <a:ext uri="{FF2B5EF4-FFF2-40B4-BE49-F238E27FC236}">
                <a16:creationId xmlns:a16="http://schemas.microsoft.com/office/drawing/2014/main" id="{8537D857-BE87-4099-BB64-84AE2D35C35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2" name="30ga_7_build_PredictedLigand_14">
            <a:extLst>
              <a:ext uri="{FF2B5EF4-FFF2-40B4-BE49-F238E27FC236}">
                <a16:creationId xmlns:a16="http://schemas.microsoft.com/office/drawing/2014/main" id="{5B924BFE-2C3A-44F8-8A0F-C69BD48C17A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3" name="30ga_7_build_PredictedLigand_15">
            <a:extLst>
              <a:ext uri="{FF2B5EF4-FFF2-40B4-BE49-F238E27FC236}">
                <a16:creationId xmlns:a16="http://schemas.microsoft.com/office/drawing/2014/main" id="{B5072461-F0C4-4CD3-9A47-C5846245DB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4" name="30ga_7_build_PredictedLigand_16">
            <a:extLst>
              <a:ext uri="{FF2B5EF4-FFF2-40B4-BE49-F238E27FC236}">
                <a16:creationId xmlns:a16="http://schemas.microsoft.com/office/drawing/2014/main" id="{C16E11EB-8369-4E3F-B128-329CFEBE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5" name="30ga_7_build_PredictedLigand_17">
            <a:extLst>
              <a:ext uri="{FF2B5EF4-FFF2-40B4-BE49-F238E27FC236}">
                <a16:creationId xmlns:a16="http://schemas.microsoft.com/office/drawing/2014/main" id="{9C307650-A9CD-438F-B0F3-1C083EA384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6" name="30ga_7_build_PredictedLigand_18">
            <a:extLst>
              <a:ext uri="{FF2B5EF4-FFF2-40B4-BE49-F238E27FC236}">
                <a16:creationId xmlns:a16="http://schemas.microsoft.com/office/drawing/2014/main" id="{CBF661BC-DDDD-43CE-BCCE-9BA8CC190D0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7" name="30ga_7_build_PredictedLigand_19">
            <a:extLst>
              <a:ext uri="{FF2B5EF4-FFF2-40B4-BE49-F238E27FC236}">
                <a16:creationId xmlns:a16="http://schemas.microsoft.com/office/drawing/2014/main" id="{3192D3AC-F159-48D4-9FC8-E65288E7BA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8" name="30ga_7_build_PredictedLigand_20">
            <a:extLst>
              <a:ext uri="{FF2B5EF4-FFF2-40B4-BE49-F238E27FC236}">
                <a16:creationId xmlns:a16="http://schemas.microsoft.com/office/drawing/2014/main" id="{609A40F5-8643-4DAD-A764-A7E1A5C2389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39" name="30ga_7_build_PredictedLigand_21">
            <a:extLst>
              <a:ext uri="{FF2B5EF4-FFF2-40B4-BE49-F238E27FC236}">
                <a16:creationId xmlns:a16="http://schemas.microsoft.com/office/drawing/2014/main" id="{CD91D673-8E4C-462D-B19A-0C284E4346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0" name="30ga_7_build_PredictedLigand_22">
            <a:extLst>
              <a:ext uri="{FF2B5EF4-FFF2-40B4-BE49-F238E27FC236}">
                <a16:creationId xmlns:a16="http://schemas.microsoft.com/office/drawing/2014/main" id="{93ECF859-991C-4C27-A74E-458B500F44B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1" name="30ga_7_build_PredictedLigand_23">
            <a:extLst>
              <a:ext uri="{FF2B5EF4-FFF2-40B4-BE49-F238E27FC236}">
                <a16:creationId xmlns:a16="http://schemas.microsoft.com/office/drawing/2014/main" id="{3E708E05-4A27-4B26-AA07-B1EC98337A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2" name="30ga_7_build_PredictedLigand_24">
            <a:extLst>
              <a:ext uri="{FF2B5EF4-FFF2-40B4-BE49-F238E27FC236}">
                <a16:creationId xmlns:a16="http://schemas.microsoft.com/office/drawing/2014/main" id="{355F3DC6-FFFC-4C2E-9554-11992AE7698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3" name="30ga_7_build_PredictedLigand_25">
            <a:extLst>
              <a:ext uri="{FF2B5EF4-FFF2-40B4-BE49-F238E27FC236}">
                <a16:creationId xmlns:a16="http://schemas.microsoft.com/office/drawing/2014/main" id="{98229D07-38ED-4E7C-A48C-BDC3B4F91F6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4" name="30ga_7_build_PredictedLigand_26">
            <a:extLst>
              <a:ext uri="{FF2B5EF4-FFF2-40B4-BE49-F238E27FC236}">
                <a16:creationId xmlns:a16="http://schemas.microsoft.com/office/drawing/2014/main" id="{96F3E1BC-34AA-4496-A5BB-75CB5ACDA16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5" name="30ga_7_build_PredictedLigand_27">
            <a:extLst>
              <a:ext uri="{FF2B5EF4-FFF2-40B4-BE49-F238E27FC236}">
                <a16:creationId xmlns:a16="http://schemas.microsoft.com/office/drawing/2014/main" id="{B17CF437-06E0-43A4-83D7-612D707243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6" name="30ga_7_build_PredictedLigand_28">
            <a:extLst>
              <a:ext uri="{FF2B5EF4-FFF2-40B4-BE49-F238E27FC236}">
                <a16:creationId xmlns:a16="http://schemas.microsoft.com/office/drawing/2014/main" id="{9746C930-AF4E-4176-8E77-8CC876D0B0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7" name="30ga_7_build_PredictedLigand_29">
            <a:extLst>
              <a:ext uri="{FF2B5EF4-FFF2-40B4-BE49-F238E27FC236}">
                <a16:creationId xmlns:a16="http://schemas.microsoft.com/office/drawing/2014/main" id="{568A8759-9886-4080-8798-6ED948F2BC6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8" name="30ga_7_build_PredictedLigand_30">
            <a:extLst>
              <a:ext uri="{FF2B5EF4-FFF2-40B4-BE49-F238E27FC236}">
                <a16:creationId xmlns:a16="http://schemas.microsoft.com/office/drawing/2014/main" id="{59E6FA1D-DFB2-4F6E-954B-4965490F14F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49" name="30ga_7_build_PredictedLigand_31">
            <a:extLst>
              <a:ext uri="{FF2B5EF4-FFF2-40B4-BE49-F238E27FC236}">
                <a16:creationId xmlns:a16="http://schemas.microsoft.com/office/drawing/2014/main" id="{43EA142E-9B37-4294-AF1E-0E2495173E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50" name="30ga_7_build_PredictedLigand_32">
            <a:extLst>
              <a:ext uri="{FF2B5EF4-FFF2-40B4-BE49-F238E27FC236}">
                <a16:creationId xmlns:a16="http://schemas.microsoft.com/office/drawing/2014/main" id="{235FF457-9258-4FB3-81CD-3901DA4C71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551" name="30ga_7_build_PredictedAtoms_0">
            <a:extLst>
              <a:ext uri="{FF2B5EF4-FFF2-40B4-BE49-F238E27FC236}">
                <a16:creationId xmlns:a16="http://schemas.microsoft.com/office/drawing/2014/main" id="{6B3BC582-F1B4-48F1-B52C-5CC6C8C89379}"/>
              </a:ext>
            </a:extLst>
          </p:cNvPr>
          <p:cNvSpPr>
            <a:spLocks noGrp="1"/>
          </p:cNvSpPr>
          <p:nvPr/>
        </p:nvSpPr>
        <p:spPr>
          <a:xfrm>
            <a:off x="7880654" y="87022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52" name="30ga_7_build_PredictedAtoms_1">
            <a:extLst>
              <a:ext uri="{FF2B5EF4-FFF2-40B4-BE49-F238E27FC236}">
                <a16:creationId xmlns:a16="http://schemas.microsoft.com/office/drawing/2014/main" id="{F098F6C7-4CD3-4153-85DF-5B87093B7DFE}"/>
              </a:ext>
            </a:extLst>
          </p:cNvPr>
          <p:cNvSpPr>
            <a:spLocks noGrp="1"/>
          </p:cNvSpPr>
          <p:nvPr/>
        </p:nvSpPr>
        <p:spPr>
          <a:xfrm>
            <a:off x="7873852" y="85082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3" name="30ga_7_build_PredictedAtoms_2">
            <a:extLst>
              <a:ext uri="{FF2B5EF4-FFF2-40B4-BE49-F238E27FC236}">
                <a16:creationId xmlns:a16="http://schemas.microsoft.com/office/drawing/2014/main" id="{1F13201E-397F-4AA3-84E6-D43E98F241AA}"/>
              </a:ext>
            </a:extLst>
          </p:cNvPr>
          <p:cNvSpPr>
            <a:spLocks noGrp="1"/>
          </p:cNvSpPr>
          <p:nvPr/>
        </p:nvSpPr>
        <p:spPr>
          <a:xfrm>
            <a:off x="7890401" y="84227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4" name="30ga_7_build_PredictedAtoms_3">
            <a:extLst>
              <a:ext uri="{FF2B5EF4-FFF2-40B4-BE49-F238E27FC236}">
                <a16:creationId xmlns:a16="http://schemas.microsoft.com/office/drawing/2014/main" id="{406F9A99-174E-4C5D-B871-278A07101230}"/>
              </a:ext>
            </a:extLst>
          </p:cNvPr>
          <p:cNvSpPr>
            <a:spLocks noGrp="1"/>
          </p:cNvSpPr>
          <p:nvPr/>
        </p:nvSpPr>
        <p:spPr>
          <a:xfrm>
            <a:off x="8023689" y="82809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55" name="30ga_7_build_PredictedAtoms_4">
            <a:extLst>
              <a:ext uri="{FF2B5EF4-FFF2-40B4-BE49-F238E27FC236}">
                <a16:creationId xmlns:a16="http://schemas.microsoft.com/office/drawing/2014/main" id="{D8786618-FD81-43E1-B49B-259FDB41217A}"/>
              </a:ext>
            </a:extLst>
          </p:cNvPr>
          <p:cNvSpPr>
            <a:spLocks noGrp="1"/>
          </p:cNvSpPr>
          <p:nvPr/>
        </p:nvSpPr>
        <p:spPr>
          <a:xfrm>
            <a:off x="8150140" y="8241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6" name="30ga_7_build_PredictedAtoms_5">
            <a:extLst>
              <a:ext uri="{FF2B5EF4-FFF2-40B4-BE49-F238E27FC236}">
                <a16:creationId xmlns:a16="http://schemas.microsoft.com/office/drawing/2014/main" id="{1323B42F-24FA-4001-9AD9-C5849536A086}"/>
              </a:ext>
            </a:extLst>
          </p:cNvPr>
          <p:cNvSpPr>
            <a:spLocks noGrp="1"/>
          </p:cNvSpPr>
          <p:nvPr/>
        </p:nvSpPr>
        <p:spPr>
          <a:xfrm>
            <a:off x="8261813" y="81091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57" name="30ga_7_build_PredictedAtoms_6">
            <a:extLst>
              <a:ext uri="{FF2B5EF4-FFF2-40B4-BE49-F238E27FC236}">
                <a16:creationId xmlns:a16="http://schemas.microsoft.com/office/drawing/2014/main" id="{8828B171-DC2A-4B1B-BFE3-430D27337844}"/>
              </a:ext>
            </a:extLst>
          </p:cNvPr>
          <p:cNvSpPr>
            <a:spLocks noGrp="1"/>
          </p:cNvSpPr>
          <p:nvPr/>
        </p:nvSpPr>
        <p:spPr>
          <a:xfrm>
            <a:off x="8405220" y="86197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8" name="30ga_7_build_PredictedAtoms_7">
            <a:extLst>
              <a:ext uri="{FF2B5EF4-FFF2-40B4-BE49-F238E27FC236}">
                <a16:creationId xmlns:a16="http://schemas.microsoft.com/office/drawing/2014/main" id="{D1B51365-1634-40E9-8DE4-B3167EAFC9ED}"/>
              </a:ext>
            </a:extLst>
          </p:cNvPr>
          <p:cNvSpPr>
            <a:spLocks noGrp="1"/>
          </p:cNvSpPr>
          <p:nvPr/>
        </p:nvSpPr>
        <p:spPr>
          <a:xfrm>
            <a:off x="8448433" y="8557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59" name="30ga_7_build_PredictedAtoms_8">
            <a:extLst>
              <a:ext uri="{FF2B5EF4-FFF2-40B4-BE49-F238E27FC236}">
                <a16:creationId xmlns:a16="http://schemas.microsoft.com/office/drawing/2014/main" id="{F0865AA7-F6A2-4796-B9FB-4ED02DB23A1F}"/>
              </a:ext>
            </a:extLst>
          </p:cNvPr>
          <p:cNvSpPr>
            <a:spLocks noGrp="1"/>
          </p:cNvSpPr>
          <p:nvPr/>
        </p:nvSpPr>
        <p:spPr>
          <a:xfrm>
            <a:off x="8577372" y="842254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60" name="30ga_7_build_PredictedAtoms_9">
            <a:extLst>
              <a:ext uri="{FF2B5EF4-FFF2-40B4-BE49-F238E27FC236}">
                <a16:creationId xmlns:a16="http://schemas.microsoft.com/office/drawing/2014/main" id="{53933791-1E2A-4734-8FAD-03335C8A55A1}"/>
              </a:ext>
            </a:extLst>
          </p:cNvPr>
          <p:cNvSpPr>
            <a:spLocks noGrp="1"/>
          </p:cNvSpPr>
          <p:nvPr/>
        </p:nvSpPr>
        <p:spPr>
          <a:xfrm>
            <a:off x="8377633" y="889852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61" name="30ga_7_build_PredictedAtoms_10">
            <a:extLst>
              <a:ext uri="{FF2B5EF4-FFF2-40B4-BE49-F238E27FC236}">
                <a16:creationId xmlns:a16="http://schemas.microsoft.com/office/drawing/2014/main" id="{BE3509C2-747C-4965-943F-0112C9D97B14}"/>
              </a:ext>
            </a:extLst>
          </p:cNvPr>
          <p:cNvSpPr>
            <a:spLocks noGrp="1"/>
          </p:cNvSpPr>
          <p:nvPr/>
        </p:nvSpPr>
        <p:spPr>
          <a:xfrm>
            <a:off x="8240527" y="8882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2" name="30ga_7_build_PredictedAtoms_11">
            <a:extLst>
              <a:ext uri="{FF2B5EF4-FFF2-40B4-BE49-F238E27FC236}">
                <a16:creationId xmlns:a16="http://schemas.microsoft.com/office/drawing/2014/main" id="{86DB100A-E822-4843-94B3-9FBA4627D59B}"/>
              </a:ext>
            </a:extLst>
          </p:cNvPr>
          <p:cNvSpPr>
            <a:spLocks noGrp="1"/>
          </p:cNvSpPr>
          <p:nvPr/>
        </p:nvSpPr>
        <p:spPr>
          <a:xfrm>
            <a:off x="8102414" y="88448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63" name="30ga_7_build_PredictedAtoms_12">
            <a:extLst>
              <a:ext uri="{FF2B5EF4-FFF2-40B4-BE49-F238E27FC236}">
                <a16:creationId xmlns:a16="http://schemas.microsoft.com/office/drawing/2014/main" id="{C59BC1B5-5EED-43C1-8BC9-6D862AA41469}"/>
              </a:ext>
            </a:extLst>
          </p:cNvPr>
          <p:cNvSpPr>
            <a:spLocks noGrp="1"/>
          </p:cNvSpPr>
          <p:nvPr/>
        </p:nvSpPr>
        <p:spPr>
          <a:xfrm>
            <a:off x="8189322" y="86242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4" name="30ga_7_build_PredictedAtoms_13">
            <a:extLst>
              <a:ext uri="{FF2B5EF4-FFF2-40B4-BE49-F238E27FC236}">
                <a16:creationId xmlns:a16="http://schemas.microsoft.com/office/drawing/2014/main" id="{A0A4CB2E-1161-4271-9996-E04FC7DF75BD}"/>
              </a:ext>
            </a:extLst>
          </p:cNvPr>
          <p:cNvSpPr>
            <a:spLocks noGrp="1"/>
          </p:cNvSpPr>
          <p:nvPr/>
        </p:nvSpPr>
        <p:spPr>
          <a:xfrm>
            <a:off x="7688900" y="83577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65" name="30ga_7_build_PredictedAtoms_14">
            <a:extLst>
              <a:ext uri="{FF2B5EF4-FFF2-40B4-BE49-F238E27FC236}">
                <a16:creationId xmlns:a16="http://schemas.microsoft.com/office/drawing/2014/main" id="{570B5D75-58DC-4AB1-915A-39AA35135A60}"/>
              </a:ext>
            </a:extLst>
          </p:cNvPr>
          <p:cNvSpPr>
            <a:spLocks noGrp="1"/>
          </p:cNvSpPr>
          <p:nvPr/>
        </p:nvSpPr>
        <p:spPr>
          <a:xfrm>
            <a:off x="7583587" y="83641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6" name="30ga_7_build_PredictedAtoms_15">
            <a:extLst>
              <a:ext uri="{FF2B5EF4-FFF2-40B4-BE49-F238E27FC236}">
                <a16:creationId xmlns:a16="http://schemas.microsoft.com/office/drawing/2014/main" id="{8B129EEB-B6C9-4976-9D2B-D4FFA6C31E4E}"/>
              </a:ext>
            </a:extLst>
          </p:cNvPr>
          <p:cNvSpPr>
            <a:spLocks noGrp="1"/>
          </p:cNvSpPr>
          <p:nvPr/>
        </p:nvSpPr>
        <p:spPr>
          <a:xfrm>
            <a:off x="7413065" y="82967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67" name="30ga_7_build_PredictedAtoms_16">
            <a:extLst>
              <a:ext uri="{FF2B5EF4-FFF2-40B4-BE49-F238E27FC236}">
                <a16:creationId xmlns:a16="http://schemas.microsoft.com/office/drawing/2014/main" id="{B9A944C7-331B-4E0E-B389-B0E1CF9CDCC2}"/>
              </a:ext>
            </a:extLst>
          </p:cNvPr>
          <p:cNvSpPr>
            <a:spLocks noGrp="1"/>
          </p:cNvSpPr>
          <p:nvPr/>
        </p:nvSpPr>
        <p:spPr>
          <a:xfrm>
            <a:off x="7317624" y="84300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68" name="30ga_7_build_PredictedAtoms_17">
            <a:extLst>
              <a:ext uri="{FF2B5EF4-FFF2-40B4-BE49-F238E27FC236}">
                <a16:creationId xmlns:a16="http://schemas.microsoft.com/office/drawing/2014/main" id="{4B7B4DE2-8C4E-42E6-BCEE-D51FD98CA537}"/>
              </a:ext>
            </a:extLst>
          </p:cNvPr>
          <p:cNvSpPr>
            <a:spLocks noGrp="1"/>
          </p:cNvSpPr>
          <p:nvPr/>
        </p:nvSpPr>
        <p:spPr>
          <a:xfrm>
            <a:off x="7101824" y="842386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569" name="30ga_7_build_PredictedAtoms_18">
            <a:extLst>
              <a:ext uri="{FF2B5EF4-FFF2-40B4-BE49-F238E27FC236}">
                <a16:creationId xmlns:a16="http://schemas.microsoft.com/office/drawing/2014/main" id="{682A2FE7-6ADE-41F4-8AB2-C4A57E2D09C2}"/>
              </a:ext>
            </a:extLst>
          </p:cNvPr>
          <p:cNvSpPr>
            <a:spLocks noGrp="1"/>
          </p:cNvSpPr>
          <p:nvPr/>
        </p:nvSpPr>
        <p:spPr>
          <a:xfrm>
            <a:off x="7041886" y="84342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0" name="30ga_7_build_PredictedAtoms_19">
            <a:extLst>
              <a:ext uri="{FF2B5EF4-FFF2-40B4-BE49-F238E27FC236}">
                <a16:creationId xmlns:a16="http://schemas.microsoft.com/office/drawing/2014/main" id="{9ED3E680-C26D-4AD6-9EDB-87F1B8F6CE8E}"/>
              </a:ext>
            </a:extLst>
          </p:cNvPr>
          <p:cNvSpPr>
            <a:spLocks noGrp="1"/>
          </p:cNvSpPr>
          <p:nvPr/>
        </p:nvSpPr>
        <p:spPr>
          <a:xfrm>
            <a:off x="7048651" y="82229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1" name="30ga_7_build_PredictedAtoms_20">
            <a:extLst>
              <a:ext uri="{FF2B5EF4-FFF2-40B4-BE49-F238E27FC236}">
                <a16:creationId xmlns:a16="http://schemas.microsoft.com/office/drawing/2014/main" id="{671D5987-797D-449E-886C-10C36B0FDEE0}"/>
              </a:ext>
            </a:extLst>
          </p:cNvPr>
          <p:cNvSpPr>
            <a:spLocks noGrp="1"/>
          </p:cNvSpPr>
          <p:nvPr/>
        </p:nvSpPr>
        <p:spPr>
          <a:xfrm>
            <a:off x="7047875" y="860907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2" name="30ga_7_build_PredictedAtoms_21">
            <a:extLst>
              <a:ext uri="{FF2B5EF4-FFF2-40B4-BE49-F238E27FC236}">
                <a16:creationId xmlns:a16="http://schemas.microsoft.com/office/drawing/2014/main" id="{96A5BC06-74AC-4DB8-898A-A65004353E52}"/>
              </a:ext>
            </a:extLst>
          </p:cNvPr>
          <p:cNvSpPr>
            <a:spLocks noGrp="1"/>
          </p:cNvSpPr>
          <p:nvPr/>
        </p:nvSpPr>
        <p:spPr>
          <a:xfrm>
            <a:off x="6852208" y="871905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573" name="30ga_7_build_PredictedAtoms_22">
            <a:extLst>
              <a:ext uri="{FF2B5EF4-FFF2-40B4-BE49-F238E27FC236}">
                <a16:creationId xmlns:a16="http://schemas.microsoft.com/office/drawing/2014/main" id="{401BC3CC-57BC-4F39-9E84-DE5F52E64E2E}"/>
              </a:ext>
            </a:extLst>
          </p:cNvPr>
          <p:cNvSpPr>
            <a:spLocks noGrp="1"/>
          </p:cNvSpPr>
          <p:nvPr/>
        </p:nvSpPr>
        <p:spPr>
          <a:xfrm>
            <a:off x="6773186" y="87362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4" name="30ga_7_build_PredictedAtoms_23">
            <a:extLst>
              <a:ext uri="{FF2B5EF4-FFF2-40B4-BE49-F238E27FC236}">
                <a16:creationId xmlns:a16="http://schemas.microsoft.com/office/drawing/2014/main" id="{9CBDF393-2C32-42AC-9CAD-25E4548ADB24}"/>
              </a:ext>
            </a:extLst>
          </p:cNvPr>
          <p:cNvSpPr>
            <a:spLocks noGrp="1"/>
          </p:cNvSpPr>
          <p:nvPr/>
        </p:nvSpPr>
        <p:spPr>
          <a:xfrm>
            <a:off x="6865682" y="88971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5" name="30ga_7_build_PredictedAtoms_24">
            <a:extLst>
              <a:ext uri="{FF2B5EF4-FFF2-40B4-BE49-F238E27FC236}">
                <a16:creationId xmlns:a16="http://schemas.microsoft.com/office/drawing/2014/main" id="{AD98C364-808E-4792-A27E-C73064C7F27F}"/>
              </a:ext>
            </a:extLst>
          </p:cNvPr>
          <p:cNvSpPr>
            <a:spLocks noGrp="1"/>
          </p:cNvSpPr>
          <p:nvPr/>
        </p:nvSpPr>
        <p:spPr>
          <a:xfrm>
            <a:off x="6689993" y="85881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6" name="30ga_7_build_PredictedAtoms_25">
            <a:extLst>
              <a:ext uri="{FF2B5EF4-FFF2-40B4-BE49-F238E27FC236}">
                <a16:creationId xmlns:a16="http://schemas.microsoft.com/office/drawing/2014/main" id="{1A725655-27E8-4CCB-84E2-75F81BD57B35}"/>
              </a:ext>
            </a:extLst>
          </p:cNvPr>
          <p:cNvSpPr>
            <a:spLocks noGrp="1"/>
          </p:cNvSpPr>
          <p:nvPr/>
        </p:nvSpPr>
        <p:spPr>
          <a:xfrm>
            <a:off x="6514883" y="851653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577" name="30ga_7_build_PredictedAtoms_26">
            <a:extLst>
              <a:ext uri="{FF2B5EF4-FFF2-40B4-BE49-F238E27FC236}">
                <a16:creationId xmlns:a16="http://schemas.microsoft.com/office/drawing/2014/main" id="{6235BE10-0DFA-46FF-A2F0-A3D0FEAF5CB6}"/>
              </a:ext>
            </a:extLst>
          </p:cNvPr>
          <p:cNvSpPr>
            <a:spLocks noGrp="1"/>
          </p:cNvSpPr>
          <p:nvPr/>
        </p:nvSpPr>
        <p:spPr>
          <a:xfrm>
            <a:off x="6421709" y="83820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8" name="30ga_7_build_PredictedAtoms_27">
            <a:extLst>
              <a:ext uri="{FF2B5EF4-FFF2-40B4-BE49-F238E27FC236}">
                <a16:creationId xmlns:a16="http://schemas.microsoft.com/office/drawing/2014/main" id="{EC67C0F3-8798-40ED-A534-C105910746A8}"/>
              </a:ext>
            </a:extLst>
          </p:cNvPr>
          <p:cNvSpPr>
            <a:spLocks noGrp="1"/>
          </p:cNvSpPr>
          <p:nvPr/>
        </p:nvSpPr>
        <p:spPr>
          <a:xfrm>
            <a:off x="6403403" y="87026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79" name="30ga_7_build_PredictedAtoms_28">
            <a:extLst>
              <a:ext uri="{FF2B5EF4-FFF2-40B4-BE49-F238E27FC236}">
                <a16:creationId xmlns:a16="http://schemas.microsoft.com/office/drawing/2014/main" id="{7F23B058-65D3-41A2-9DD0-1867CD63CC5E}"/>
              </a:ext>
            </a:extLst>
          </p:cNvPr>
          <p:cNvSpPr>
            <a:spLocks noGrp="1"/>
          </p:cNvSpPr>
          <p:nvPr/>
        </p:nvSpPr>
        <p:spPr>
          <a:xfrm>
            <a:off x="6548266" y="84351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80" name="30ga_7_build_PredictedAtoms_29">
            <a:extLst>
              <a:ext uri="{FF2B5EF4-FFF2-40B4-BE49-F238E27FC236}">
                <a16:creationId xmlns:a16="http://schemas.microsoft.com/office/drawing/2014/main" id="{604E7F31-5870-4EEF-8590-C3B3E96C5C93}"/>
              </a:ext>
            </a:extLst>
          </p:cNvPr>
          <p:cNvSpPr>
            <a:spLocks noGrp="1"/>
          </p:cNvSpPr>
          <p:nvPr/>
        </p:nvSpPr>
        <p:spPr>
          <a:xfrm>
            <a:off x="7667638" y="84684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81" name="30ga_7_build_PredictedAtoms_30">
            <a:extLst>
              <a:ext uri="{FF2B5EF4-FFF2-40B4-BE49-F238E27FC236}">
                <a16:creationId xmlns:a16="http://schemas.microsoft.com/office/drawing/2014/main" id="{6F5EE214-6675-4FAB-996E-766CAEE8A2F0}"/>
              </a:ext>
            </a:extLst>
          </p:cNvPr>
          <p:cNvSpPr>
            <a:spLocks noGrp="1"/>
          </p:cNvSpPr>
          <p:nvPr/>
        </p:nvSpPr>
        <p:spPr>
          <a:xfrm>
            <a:off x="7582448" y="86380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82" name="30ga_7_build_Clashes_0">
            <a:extLst>
              <a:ext uri="{FF2B5EF4-FFF2-40B4-BE49-F238E27FC236}">
                <a16:creationId xmlns:a16="http://schemas.microsoft.com/office/drawing/2014/main" id="{ED51F47F-8966-420D-9959-B3585AE5A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83" name="30ga_7_build_Clashes_1">
            <a:extLst>
              <a:ext uri="{FF2B5EF4-FFF2-40B4-BE49-F238E27FC236}">
                <a16:creationId xmlns:a16="http://schemas.microsoft.com/office/drawing/2014/main" id="{EA76A11C-3DCA-499A-A944-21F701C632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84" name="30ga_7_build_Clashes_2">
            <a:extLst>
              <a:ext uri="{FF2B5EF4-FFF2-40B4-BE49-F238E27FC236}">
                <a16:creationId xmlns:a16="http://schemas.microsoft.com/office/drawing/2014/main" id="{16D6AEFE-A37F-4FD9-981E-EF2803BF6B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85" name="30ga_7_build_ClashingReceptorAtoms_0">
            <a:extLst>
              <a:ext uri="{FF2B5EF4-FFF2-40B4-BE49-F238E27FC236}">
                <a16:creationId xmlns:a16="http://schemas.microsoft.com/office/drawing/2014/main" id="{15B95184-8761-4434-8899-F71F3EF171AD}"/>
              </a:ext>
            </a:extLst>
          </p:cNvPr>
          <p:cNvSpPr>
            <a:spLocks noGrp="1"/>
          </p:cNvSpPr>
          <p:nvPr/>
        </p:nvSpPr>
        <p:spPr>
          <a:xfrm>
            <a:off x="7434447" y="86593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86" name="30ga_7_build_ClashingReceptorAtoms_1">
            <a:extLst>
              <a:ext uri="{FF2B5EF4-FFF2-40B4-BE49-F238E27FC236}">
                <a16:creationId xmlns:a16="http://schemas.microsoft.com/office/drawing/2014/main" id="{7441A0B1-C5EF-44C1-BE4E-CDE85F8BDAD1}"/>
              </a:ext>
            </a:extLst>
          </p:cNvPr>
          <p:cNvSpPr>
            <a:spLocks noGrp="1"/>
          </p:cNvSpPr>
          <p:nvPr/>
        </p:nvSpPr>
        <p:spPr>
          <a:xfrm>
            <a:off x="6594648" y="90849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87" name="stage3-cases-main_47">
            <a:extLst>
              <a:ext uri="{FF2B5EF4-FFF2-40B4-BE49-F238E27FC236}">
                <a16:creationId xmlns:a16="http://schemas.microsoft.com/office/drawing/2014/main" id="{7CE0888A-68D5-4015-8DBE-1E601074DA5F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588" name="stage3-cases-main_48">
            <a:extLst>
              <a:ext uri="{FF2B5EF4-FFF2-40B4-BE49-F238E27FC236}">
                <a16:creationId xmlns:a16="http://schemas.microsoft.com/office/drawing/2014/main" id="{0B9DE885-C993-4090-9B8E-1EA0D4E6FDEB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589" name="stage3-cases-main_49">
            <a:extLst>
              <a:ext uri="{FF2B5EF4-FFF2-40B4-BE49-F238E27FC236}">
                <a16:creationId xmlns:a16="http://schemas.microsoft.com/office/drawing/2014/main" id="{44D93EDA-4AEC-4132-8340-F8E1C700F9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590" name="stage3-cases-main_50">
            <a:extLst>
              <a:ext uri="{FF2B5EF4-FFF2-40B4-BE49-F238E27FC236}">
                <a16:creationId xmlns:a16="http://schemas.microsoft.com/office/drawing/2014/main" id="{86C7BB15-31A5-4B4F-8E49-F3750B30C514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591" name="9wq3_5_official_Receptor">
            <a:extLst>
              <a:ext uri="{FF2B5EF4-FFF2-40B4-BE49-F238E27FC236}">
                <a16:creationId xmlns:a16="http://schemas.microsoft.com/office/drawing/2014/main" id="{717178A3-2681-4133-B522-7386A4452A0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592" name="9wq3_5_official_ExperimentalDensity">
            <a:extLst>
              <a:ext uri="{FF2B5EF4-FFF2-40B4-BE49-F238E27FC236}">
                <a16:creationId xmlns:a16="http://schemas.microsoft.com/office/drawing/2014/main" id="{244B2667-D492-4E36-BD46-19D6D002937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93" name="9wq3_5_official_ReferenceLigand_0">
            <a:extLst>
              <a:ext uri="{FF2B5EF4-FFF2-40B4-BE49-F238E27FC236}">
                <a16:creationId xmlns:a16="http://schemas.microsoft.com/office/drawing/2014/main" id="{B1D5381D-D0E7-481E-92D9-AE146AD54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4" name="9wq3_5_official_ReferenceLigand_1">
            <a:extLst>
              <a:ext uri="{FF2B5EF4-FFF2-40B4-BE49-F238E27FC236}">
                <a16:creationId xmlns:a16="http://schemas.microsoft.com/office/drawing/2014/main" id="{A7F54C35-BED2-4DC5-A4F4-0C14287FE54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5" name="9wq3_5_official_ReferenceLigand_2">
            <a:extLst>
              <a:ext uri="{FF2B5EF4-FFF2-40B4-BE49-F238E27FC236}">
                <a16:creationId xmlns:a16="http://schemas.microsoft.com/office/drawing/2014/main" id="{1BAA1250-E204-4753-B427-09A5273B2F1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6" name="9wq3_5_official_ReferenceLigand_3">
            <a:extLst>
              <a:ext uri="{FF2B5EF4-FFF2-40B4-BE49-F238E27FC236}">
                <a16:creationId xmlns:a16="http://schemas.microsoft.com/office/drawing/2014/main" id="{8F6680BE-A694-4C19-8D09-79CA8697C5D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7" name="9wq3_5_official_ReferenceLigand_4">
            <a:extLst>
              <a:ext uri="{FF2B5EF4-FFF2-40B4-BE49-F238E27FC236}">
                <a16:creationId xmlns:a16="http://schemas.microsoft.com/office/drawing/2014/main" id="{4B485942-DF32-4B5E-BDFC-D71BD15415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8" name="9wq3_5_official_ReferenceLigand_5">
            <a:extLst>
              <a:ext uri="{FF2B5EF4-FFF2-40B4-BE49-F238E27FC236}">
                <a16:creationId xmlns:a16="http://schemas.microsoft.com/office/drawing/2014/main" id="{C6920A2E-B100-42CB-AE97-A7A48F5E78C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9" name="9wq3_5_official_ReferenceLigand_6">
            <a:extLst>
              <a:ext uri="{FF2B5EF4-FFF2-40B4-BE49-F238E27FC236}">
                <a16:creationId xmlns:a16="http://schemas.microsoft.com/office/drawing/2014/main" id="{E0106EDF-56CE-4B8C-8AA0-3D5ABA475F5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0" name="9wq3_5_official_ReferenceLigand_7">
            <a:extLst>
              <a:ext uri="{FF2B5EF4-FFF2-40B4-BE49-F238E27FC236}">
                <a16:creationId xmlns:a16="http://schemas.microsoft.com/office/drawing/2014/main" id="{657EABA5-A83E-4836-9844-C144121B5F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1" name="9wq3_5_official_ReferenceLigand_8">
            <a:extLst>
              <a:ext uri="{FF2B5EF4-FFF2-40B4-BE49-F238E27FC236}">
                <a16:creationId xmlns:a16="http://schemas.microsoft.com/office/drawing/2014/main" id="{62F2E6B7-1574-49DA-86A3-02E693179B7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2" name="9wq3_5_official_ReferenceLigand_9">
            <a:extLst>
              <a:ext uri="{FF2B5EF4-FFF2-40B4-BE49-F238E27FC236}">
                <a16:creationId xmlns:a16="http://schemas.microsoft.com/office/drawing/2014/main" id="{3DFF7372-0BA2-4F3C-84DA-A390207DC2D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3" name="9wq3_5_official_ReferenceLigand_10">
            <a:extLst>
              <a:ext uri="{FF2B5EF4-FFF2-40B4-BE49-F238E27FC236}">
                <a16:creationId xmlns:a16="http://schemas.microsoft.com/office/drawing/2014/main" id="{4B8F7CE9-4CEC-4D23-B4DC-86B02E31770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4" name="9wq3_5_official_ReferenceLigand_11">
            <a:extLst>
              <a:ext uri="{FF2B5EF4-FFF2-40B4-BE49-F238E27FC236}">
                <a16:creationId xmlns:a16="http://schemas.microsoft.com/office/drawing/2014/main" id="{C801B8BD-8710-4B27-88AF-C8DF57C90CA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5" name="9wq3_5_official_ReferenceLigand_12">
            <a:extLst>
              <a:ext uri="{FF2B5EF4-FFF2-40B4-BE49-F238E27FC236}">
                <a16:creationId xmlns:a16="http://schemas.microsoft.com/office/drawing/2014/main" id="{68A2800C-194A-4F41-AFAC-32CDE5007A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6" name="9wq3_5_official_ReferenceLigand_13">
            <a:extLst>
              <a:ext uri="{FF2B5EF4-FFF2-40B4-BE49-F238E27FC236}">
                <a16:creationId xmlns:a16="http://schemas.microsoft.com/office/drawing/2014/main" id="{26312932-795B-4A93-BC50-B981D0E788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7" name="9wq3_5_official_ReferenceLigand_14">
            <a:extLst>
              <a:ext uri="{FF2B5EF4-FFF2-40B4-BE49-F238E27FC236}">
                <a16:creationId xmlns:a16="http://schemas.microsoft.com/office/drawing/2014/main" id="{31F86A5B-9162-4939-B2AE-2BF7BC17A8D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8" name="9wq3_5_official_ReferenceLigand_15">
            <a:extLst>
              <a:ext uri="{FF2B5EF4-FFF2-40B4-BE49-F238E27FC236}">
                <a16:creationId xmlns:a16="http://schemas.microsoft.com/office/drawing/2014/main" id="{899513C9-2D07-4765-B0D1-0A939ED5664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9" name="9wq3_5_official_ReferenceLigand_16">
            <a:extLst>
              <a:ext uri="{FF2B5EF4-FFF2-40B4-BE49-F238E27FC236}">
                <a16:creationId xmlns:a16="http://schemas.microsoft.com/office/drawing/2014/main" id="{02982111-5A88-4D2F-A169-0B7305BCCC2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0" name="9wq3_5_official_ReferenceLigand_17">
            <a:extLst>
              <a:ext uri="{FF2B5EF4-FFF2-40B4-BE49-F238E27FC236}">
                <a16:creationId xmlns:a16="http://schemas.microsoft.com/office/drawing/2014/main" id="{0409167A-3BD5-439B-BF17-6F2BB64D971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1" name="9wq3_5_official_ReferenceLigand_18">
            <a:extLst>
              <a:ext uri="{FF2B5EF4-FFF2-40B4-BE49-F238E27FC236}">
                <a16:creationId xmlns:a16="http://schemas.microsoft.com/office/drawing/2014/main" id="{93AA16E7-AE4F-4697-B370-55AC8009980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2" name="9wq3_5_official_ReferenceLigand_19">
            <a:extLst>
              <a:ext uri="{FF2B5EF4-FFF2-40B4-BE49-F238E27FC236}">
                <a16:creationId xmlns:a16="http://schemas.microsoft.com/office/drawing/2014/main" id="{D3496883-69D7-4230-B7C0-B2D496791D3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3" name="9wq3_5_official_ReferenceLigand_20">
            <a:extLst>
              <a:ext uri="{FF2B5EF4-FFF2-40B4-BE49-F238E27FC236}">
                <a16:creationId xmlns:a16="http://schemas.microsoft.com/office/drawing/2014/main" id="{FCCF48AD-A9EF-486A-9632-04E1814EDA6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4" name="9wq3_5_official_ReferenceLigand_21">
            <a:extLst>
              <a:ext uri="{FF2B5EF4-FFF2-40B4-BE49-F238E27FC236}">
                <a16:creationId xmlns:a16="http://schemas.microsoft.com/office/drawing/2014/main" id="{C8320259-EEEE-4413-98E7-CF95155BF3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5" name="9wq3_5_official_ReferenceLigand_22">
            <a:extLst>
              <a:ext uri="{FF2B5EF4-FFF2-40B4-BE49-F238E27FC236}">
                <a16:creationId xmlns:a16="http://schemas.microsoft.com/office/drawing/2014/main" id="{197416EC-8EA4-4958-993A-DDD929A4FB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6" name="9wq3_5_official_ReferenceLigand_23">
            <a:extLst>
              <a:ext uri="{FF2B5EF4-FFF2-40B4-BE49-F238E27FC236}">
                <a16:creationId xmlns:a16="http://schemas.microsoft.com/office/drawing/2014/main" id="{7E47365C-93A7-43C7-B701-B92FA3D3AF2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7" name="9wq3_5_official_ReferenceLigand_24">
            <a:extLst>
              <a:ext uri="{FF2B5EF4-FFF2-40B4-BE49-F238E27FC236}">
                <a16:creationId xmlns:a16="http://schemas.microsoft.com/office/drawing/2014/main" id="{22E40251-0022-4AB9-A4C7-2370A2FC622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8" name="9wq3_5_official_ReferenceLigand_25">
            <a:extLst>
              <a:ext uri="{FF2B5EF4-FFF2-40B4-BE49-F238E27FC236}">
                <a16:creationId xmlns:a16="http://schemas.microsoft.com/office/drawing/2014/main" id="{D4156C82-2E71-4ABD-85BB-9207A73F1E9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9" name="9wq3_5_official_ReferenceLigand_26">
            <a:extLst>
              <a:ext uri="{FF2B5EF4-FFF2-40B4-BE49-F238E27FC236}">
                <a16:creationId xmlns:a16="http://schemas.microsoft.com/office/drawing/2014/main" id="{D752064F-D494-4670-9398-3C0CEBA3D08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0" name="9wq3_5_official_ReferenceLigand_27">
            <a:extLst>
              <a:ext uri="{FF2B5EF4-FFF2-40B4-BE49-F238E27FC236}">
                <a16:creationId xmlns:a16="http://schemas.microsoft.com/office/drawing/2014/main" id="{71E718F4-BDC1-4EC1-96A1-BBFC758D35B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1" name="9wq3_5_official_ReferenceLigand_28">
            <a:extLst>
              <a:ext uri="{FF2B5EF4-FFF2-40B4-BE49-F238E27FC236}">
                <a16:creationId xmlns:a16="http://schemas.microsoft.com/office/drawing/2014/main" id="{8B0295F1-7B09-4AAA-B85A-7D37CD04CFD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2" name="9wq3_5_official_ReferenceLigand_29">
            <a:extLst>
              <a:ext uri="{FF2B5EF4-FFF2-40B4-BE49-F238E27FC236}">
                <a16:creationId xmlns:a16="http://schemas.microsoft.com/office/drawing/2014/main" id="{26404768-7B01-4BCB-BF86-A1B41F2D87F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3" name="9wq3_5_official_ReferenceLigand_30">
            <a:extLst>
              <a:ext uri="{FF2B5EF4-FFF2-40B4-BE49-F238E27FC236}">
                <a16:creationId xmlns:a16="http://schemas.microsoft.com/office/drawing/2014/main" id="{E4CD7EA7-0A39-4B20-A9F0-02B91E0397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4" name="9wq3_5_official_ReferenceLigand_31">
            <a:extLst>
              <a:ext uri="{FF2B5EF4-FFF2-40B4-BE49-F238E27FC236}">
                <a16:creationId xmlns:a16="http://schemas.microsoft.com/office/drawing/2014/main" id="{84225279-9BC7-4926-A84A-3D16C4B985B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5" name="9wq3_5_official_ReferenceLigand_32">
            <a:extLst>
              <a:ext uri="{FF2B5EF4-FFF2-40B4-BE49-F238E27FC236}">
                <a16:creationId xmlns:a16="http://schemas.microsoft.com/office/drawing/2014/main" id="{99B40591-C1C2-4A47-8B26-2AA720322BD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6" name="9wq3_5_official_ReferenceLigand_33">
            <a:extLst>
              <a:ext uri="{FF2B5EF4-FFF2-40B4-BE49-F238E27FC236}">
                <a16:creationId xmlns:a16="http://schemas.microsoft.com/office/drawing/2014/main" id="{A198FAB3-DA12-47F6-81C7-959861340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7" name="9wq3_5_official_ReferenceLigand_34">
            <a:extLst>
              <a:ext uri="{FF2B5EF4-FFF2-40B4-BE49-F238E27FC236}">
                <a16:creationId xmlns:a16="http://schemas.microsoft.com/office/drawing/2014/main" id="{EA2D6AD0-9B02-4803-BD62-1400788B28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8" name="9wq3_5_official_ReferenceLigand_35">
            <a:extLst>
              <a:ext uri="{FF2B5EF4-FFF2-40B4-BE49-F238E27FC236}">
                <a16:creationId xmlns:a16="http://schemas.microsoft.com/office/drawing/2014/main" id="{CBE3680D-7849-4A46-A14D-A3274FB7AD7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9" name="9wq3_5_official_ReferenceLigand_36">
            <a:extLst>
              <a:ext uri="{FF2B5EF4-FFF2-40B4-BE49-F238E27FC236}">
                <a16:creationId xmlns:a16="http://schemas.microsoft.com/office/drawing/2014/main" id="{1C02A2DA-07F4-48E5-AEF2-F3583153C6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0" name="9wq3_5_official_ReferenceLigand_37">
            <a:extLst>
              <a:ext uri="{FF2B5EF4-FFF2-40B4-BE49-F238E27FC236}">
                <a16:creationId xmlns:a16="http://schemas.microsoft.com/office/drawing/2014/main" id="{8CB93320-7C3E-47AF-B9E3-AD61F047CB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1" name="9wq3_5_official_ReferenceLigand_38">
            <a:extLst>
              <a:ext uri="{FF2B5EF4-FFF2-40B4-BE49-F238E27FC236}">
                <a16:creationId xmlns:a16="http://schemas.microsoft.com/office/drawing/2014/main" id="{71B8A870-338D-41FF-AA49-14C20FDB0B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2" name="9wq3_5_official_ReferenceLigand_39">
            <a:extLst>
              <a:ext uri="{FF2B5EF4-FFF2-40B4-BE49-F238E27FC236}">
                <a16:creationId xmlns:a16="http://schemas.microsoft.com/office/drawing/2014/main" id="{20227FAB-5894-4ECA-B8BC-1472C66FFD3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3" name="9wq3_5_official_ReferenceLigand_40">
            <a:extLst>
              <a:ext uri="{FF2B5EF4-FFF2-40B4-BE49-F238E27FC236}">
                <a16:creationId xmlns:a16="http://schemas.microsoft.com/office/drawing/2014/main" id="{ECB032EC-934E-4562-A600-DDA88A49BC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4" name="9wq3_5_official_ReferenceLigand_41">
            <a:extLst>
              <a:ext uri="{FF2B5EF4-FFF2-40B4-BE49-F238E27FC236}">
                <a16:creationId xmlns:a16="http://schemas.microsoft.com/office/drawing/2014/main" id="{3A217559-54C8-4FE4-B11D-92E28742D2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5" name="9wq3_5_official_ReferenceLigand_42">
            <a:extLst>
              <a:ext uri="{FF2B5EF4-FFF2-40B4-BE49-F238E27FC236}">
                <a16:creationId xmlns:a16="http://schemas.microsoft.com/office/drawing/2014/main" id="{073DCDA1-EC7A-4C8F-BED7-57000CC2930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6" name="9wq3_5_official_ReferenceLigand_43">
            <a:extLst>
              <a:ext uri="{FF2B5EF4-FFF2-40B4-BE49-F238E27FC236}">
                <a16:creationId xmlns:a16="http://schemas.microsoft.com/office/drawing/2014/main" id="{E26FA434-DE46-4681-A4AF-87C6C95AC2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7" name="9wq3_5_official_ReferenceLigand_44">
            <a:extLst>
              <a:ext uri="{FF2B5EF4-FFF2-40B4-BE49-F238E27FC236}">
                <a16:creationId xmlns:a16="http://schemas.microsoft.com/office/drawing/2014/main" id="{F2FCA4F1-9DAE-4EC1-81FE-BDB6968E4B2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8" name="9wq3_5_official_ReferenceLigand_45">
            <a:extLst>
              <a:ext uri="{FF2B5EF4-FFF2-40B4-BE49-F238E27FC236}">
                <a16:creationId xmlns:a16="http://schemas.microsoft.com/office/drawing/2014/main" id="{F2BB4639-F699-4F8E-B8EC-B73D2F0606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39" name="9wq3_5_official_ReferenceLigand_46">
            <a:extLst>
              <a:ext uri="{FF2B5EF4-FFF2-40B4-BE49-F238E27FC236}">
                <a16:creationId xmlns:a16="http://schemas.microsoft.com/office/drawing/2014/main" id="{80C19339-FB6A-484F-A5EF-D00BF9C8660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0" name="9wq3_5_official_ReferenceLigand_47">
            <a:extLst>
              <a:ext uri="{FF2B5EF4-FFF2-40B4-BE49-F238E27FC236}">
                <a16:creationId xmlns:a16="http://schemas.microsoft.com/office/drawing/2014/main" id="{109FE2F4-E948-49F0-B955-1F35F805449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1" name="9wq3_5_official_ReferenceLigand_48">
            <a:extLst>
              <a:ext uri="{FF2B5EF4-FFF2-40B4-BE49-F238E27FC236}">
                <a16:creationId xmlns:a16="http://schemas.microsoft.com/office/drawing/2014/main" id="{5B54B948-4222-4D02-A7FD-6ACA040D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2" name="9wq3_5_official_ReferenceLigand_49">
            <a:extLst>
              <a:ext uri="{FF2B5EF4-FFF2-40B4-BE49-F238E27FC236}">
                <a16:creationId xmlns:a16="http://schemas.microsoft.com/office/drawing/2014/main" id="{8DBEC44C-9B34-4879-9F8F-B240A8BF291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3" name="9wq3_5_official_ReferenceLigand_50">
            <a:extLst>
              <a:ext uri="{FF2B5EF4-FFF2-40B4-BE49-F238E27FC236}">
                <a16:creationId xmlns:a16="http://schemas.microsoft.com/office/drawing/2014/main" id="{977E5D1F-B8A8-4E11-917F-F2609E305F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44" name="9wq3_5_official_PredictedLigand_0">
            <a:extLst>
              <a:ext uri="{FF2B5EF4-FFF2-40B4-BE49-F238E27FC236}">
                <a16:creationId xmlns:a16="http://schemas.microsoft.com/office/drawing/2014/main" id="{66E7A159-3FC1-478F-A9A3-BB0561F934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5" name="9wq3_5_official_PredictedLigand_1">
            <a:extLst>
              <a:ext uri="{FF2B5EF4-FFF2-40B4-BE49-F238E27FC236}">
                <a16:creationId xmlns:a16="http://schemas.microsoft.com/office/drawing/2014/main" id="{11FA9A99-9CBF-4408-AC36-32C75221B6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6" name="9wq3_5_official_PredictedLigand_2">
            <a:extLst>
              <a:ext uri="{FF2B5EF4-FFF2-40B4-BE49-F238E27FC236}">
                <a16:creationId xmlns:a16="http://schemas.microsoft.com/office/drawing/2014/main" id="{964FEC93-9794-4E1A-A538-6ED66B87E8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7" name="9wq3_5_official_PredictedLigand_3">
            <a:extLst>
              <a:ext uri="{FF2B5EF4-FFF2-40B4-BE49-F238E27FC236}">
                <a16:creationId xmlns:a16="http://schemas.microsoft.com/office/drawing/2014/main" id="{4D59152D-CDF5-4519-BB20-220185B9374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8" name="9wq3_5_official_PredictedLigand_4">
            <a:extLst>
              <a:ext uri="{FF2B5EF4-FFF2-40B4-BE49-F238E27FC236}">
                <a16:creationId xmlns:a16="http://schemas.microsoft.com/office/drawing/2014/main" id="{6EE494A3-9EF4-45FB-AD05-A8CBDD41BA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49" name="9wq3_5_official_PredictedLigand_5">
            <a:extLst>
              <a:ext uri="{FF2B5EF4-FFF2-40B4-BE49-F238E27FC236}">
                <a16:creationId xmlns:a16="http://schemas.microsoft.com/office/drawing/2014/main" id="{1CB8A64E-8CDB-4F84-BDC8-A9A9C42B8D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0" name="9wq3_5_official_PredictedLigand_6">
            <a:extLst>
              <a:ext uri="{FF2B5EF4-FFF2-40B4-BE49-F238E27FC236}">
                <a16:creationId xmlns:a16="http://schemas.microsoft.com/office/drawing/2014/main" id="{E2E12B58-CF47-48E8-9053-8749F0F8DB3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1" name="9wq3_5_official_PredictedLigand_7">
            <a:extLst>
              <a:ext uri="{FF2B5EF4-FFF2-40B4-BE49-F238E27FC236}">
                <a16:creationId xmlns:a16="http://schemas.microsoft.com/office/drawing/2014/main" id="{7759432C-46FD-4E81-9AC5-BCC1525611C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2" name="9wq3_5_official_PredictedLigand_8">
            <a:extLst>
              <a:ext uri="{FF2B5EF4-FFF2-40B4-BE49-F238E27FC236}">
                <a16:creationId xmlns:a16="http://schemas.microsoft.com/office/drawing/2014/main" id="{8F28B5DB-DD7B-4FCF-B708-096D4A65FF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3" name="9wq3_5_official_PredictedLigand_9">
            <a:extLst>
              <a:ext uri="{FF2B5EF4-FFF2-40B4-BE49-F238E27FC236}">
                <a16:creationId xmlns:a16="http://schemas.microsoft.com/office/drawing/2014/main" id="{8EA44FD0-8773-4432-89A5-A992E02FD51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4" name="9wq3_5_official_PredictedLigand_10">
            <a:extLst>
              <a:ext uri="{FF2B5EF4-FFF2-40B4-BE49-F238E27FC236}">
                <a16:creationId xmlns:a16="http://schemas.microsoft.com/office/drawing/2014/main" id="{83CF2BB9-D281-4B46-B6A2-ABEE0262F8D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5" name="9wq3_5_official_PredictedLigand_11">
            <a:extLst>
              <a:ext uri="{FF2B5EF4-FFF2-40B4-BE49-F238E27FC236}">
                <a16:creationId xmlns:a16="http://schemas.microsoft.com/office/drawing/2014/main" id="{EBD96091-DA00-4005-8A44-742791FE5C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6" name="9wq3_5_official_PredictedLigand_12">
            <a:extLst>
              <a:ext uri="{FF2B5EF4-FFF2-40B4-BE49-F238E27FC236}">
                <a16:creationId xmlns:a16="http://schemas.microsoft.com/office/drawing/2014/main" id="{F949F1D3-058A-4FB7-B8E1-36987474E06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7" name="9wq3_5_official_PredictedLigand_13">
            <a:extLst>
              <a:ext uri="{FF2B5EF4-FFF2-40B4-BE49-F238E27FC236}">
                <a16:creationId xmlns:a16="http://schemas.microsoft.com/office/drawing/2014/main" id="{86DD5B62-06AF-4CF8-B03D-A5585332DE7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8" name="9wq3_5_official_PredictedLigand_14">
            <a:extLst>
              <a:ext uri="{FF2B5EF4-FFF2-40B4-BE49-F238E27FC236}">
                <a16:creationId xmlns:a16="http://schemas.microsoft.com/office/drawing/2014/main" id="{7B373795-D81C-4842-AEBB-DB2A99B8A0B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59" name="9wq3_5_official_PredictedLigand_15">
            <a:extLst>
              <a:ext uri="{FF2B5EF4-FFF2-40B4-BE49-F238E27FC236}">
                <a16:creationId xmlns:a16="http://schemas.microsoft.com/office/drawing/2014/main" id="{062783EE-E755-4A16-A371-55AC8DE676E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0" name="9wq3_5_official_PredictedLigand_16">
            <a:extLst>
              <a:ext uri="{FF2B5EF4-FFF2-40B4-BE49-F238E27FC236}">
                <a16:creationId xmlns:a16="http://schemas.microsoft.com/office/drawing/2014/main" id="{6D4A43C5-553E-4721-8748-8199A47F03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1" name="9wq3_5_official_PredictedLigand_17">
            <a:extLst>
              <a:ext uri="{FF2B5EF4-FFF2-40B4-BE49-F238E27FC236}">
                <a16:creationId xmlns:a16="http://schemas.microsoft.com/office/drawing/2014/main" id="{460D380F-89F0-4129-89E6-91A65AF557E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2" name="9wq3_5_official_PredictedLigand_18">
            <a:extLst>
              <a:ext uri="{FF2B5EF4-FFF2-40B4-BE49-F238E27FC236}">
                <a16:creationId xmlns:a16="http://schemas.microsoft.com/office/drawing/2014/main" id="{C8BB7BA8-C610-46E9-A345-7997AB518AC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3" name="9wq3_5_official_PredictedLigand_19">
            <a:extLst>
              <a:ext uri="{FF2B5EF4-FFF2-40B4-BE49-F238E27FC236}">
                <a16:creationId xmlns:a16="http://schemas.microsoft.com/office/drawing/2014/main" id="{A0C411B6-9E44-4B9B-8B3A-2476D037611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4" name="9wq3_5_official_PredictedLigand_20">
            <a:extLst>
              <a:ext uri="{FF2B5EF4-FFF2-40B4-BE49-F238E27FC236}">
                <a16:creationId xmlns:a16="http://schemas.microsoft.com/office/drawing/2014/main" id="{868F4439-68FE-4C9D-A2DA-3E0DCDC5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5" name="9wq3_5_official_PredictedLigand_21">
            <a:extLst>
              <a:ext uri="{FF2B5EF4-FFF2-40B4-BE49-F238E27FC236}">
                <a16:creationId xmlns:a16="http://schemas.microsoft.com/office/drawing/2014/main" id="{F54AD52F-049F-4008-BA25-BD10AE6FB9D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6" name="9wq3_5_official_PredictedLigand_22">
            <a:extLst>
              <a:ext uri="{FF2B5EF4-FFF2-40B4-BE49-F238E27FC236}">
                <a16:creationId xmlns:a16="http://schemas.microsoft.com/office/drawing/2014/main" id="{E37B0DCF-44A7-4AC5-9847-F97142CE0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7" name="9wq3_5_official_PredictedLigand_23">
            <a:extLst>
              <a:ext uri="{FF2B5EF4-FFF2-40B4-BE49-F238E27FC236}">
                <a16:creationId xmlns:a16="http://schemas.microsoft.com/office/drawing/2014/main" id="{1AD52A98-7EE1-420A-8A25-E287AEE4098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8" name="9wq3_5_official_PredictedLigand_24">
            <a:extLst>
              <a:ext uri="{FF2B5EF4-FFF2-40B4-BE49-F238E27FC236}">
                <a16:creationId xmlns:a16="http://schemas.microsoft.com/office/drawing/2014/main" id="{5D493D04-AC90-44AC-8391-453A85B9CD7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69" name="9wq3_5_official_PredictedLigand_25">
            <a:extLst>
              <a:ext uri="{FF2B5EF4-FFF2-40B4-BE49-F238E27FC236}">
                <a16:creationId xmlns:a16="http://schemas.microsoft.com/office/drawing/2014/main" id="{8D7EB83E-C278-415C-B7A4-555BB33B07E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0" name="9wq3_5_official_PredictedLigand_26">
            <a:extLst>
              <a:ext uri="{FF2B5EF4-FFF2-40B4-BE49-F238E27FC236}">
                <a16:creationId xmlns:a16="http://schemas.microsoft.com/office/drawing/2014/main" id="{D2C1D93A-E030-40F8-AE48-F87B7B7EF5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1" name="9wq3_5_official_PredictedLigand_27">
            <a:extLst>
              <a:ext uri="{FF2B5EF4-FFF2-40B4-BE49-F238E27FC236}">
                <a16:creationId xmlns:a16="http://schemas.microsoft.com/office/drawing/2014/main" id="{B7D90174-4A40-4BD6-A09F-5C5956189B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2" name="9wq3_5_official_PredictedLigand_28">
            <a:extLst>
              <a:ext uri="{FF2B5EF4-FFF2-40B4-BE49-F238E27FC236}">
                <a16:creationId xmlns:a16="http://schemas.microsoft.com/office/drawing/2014/main" id="{2405DB3A-8C9D-4E28-A76A-D8B89E4AB1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3" name="9wq3_5_official_PredictedLigand_29">
            <a:extLst>
              <a:ext uri="{FF2B5EF4-FFF2-40B4-BE49-F238E27FC236}">
                <a16:creationId xmlns:a16="http://schemas.microsoft.com/office/drawing/2014/main" id="{D5D6A1E2-FCDD-46EC-BF2E-03E8A4A698A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4" name="9wq3_5_official_PredictedLigand_30">
            <a:extLst>
              <a:ext uri="{FF2B5EF4-FFF2-40B4-BE49-F238E27FC236}">
                <a16:creationId xmlns:a16="http://schemas.microsoft.com/office/drawing/2014/main" id="{7A8D3376-B735-45FA-BEEC-6FEDE587543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5" name="9wq3_5_official_PredictedLigand_31">
            <a:extLst>
              <a:ext uri="{FF2B5EF4-FFF2-40B4-BE49-F238E27FC236}">
                <a16:creationId xmlns:a16="http://schemas.microsoft.com/office/drawing/2014/main" id="{1345BA25-6EEF-4A15-96FC-14A834673E1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6" name="9wq3_5_official_PredictedLigand_32">
            <a:extLst>
              <a:ext uri="{FF2B5EF4-FFF2-40B4-BE49-F238E27FC236}">
                <a16:creationId xmlns:a16="http://schemas.microsoft.com/office/drawing/2014/main" id="{B554F163-9AD6-4557-B15B-1738F6AFF78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7" name="9wq3_5_official_PredictedLigand_33">
            <a:extLst>
              <a:ext uri="{FF2B5EF4-FFF2-40B4-BE49-F238E27FC236}">
                <a16:creationId xmlns:a16="http://schemas.microsoft.com/office/drawing/2014/main" id="{DA7B6F27-96A0-47CA-AE05-18193B1EB2B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8" name="9wq3_5_official_PredictedLigand_34">
            <a:extLst>
              <a:ext uri="{FF2B5EF4-FFF2-40B4-BE49-F238E27FC236}">
                <a16:creationId xmlns:a16="http://schemas.microsoft.com/office/drawing/2014/main" id="{90FA9251-DEBE-4824-A378-B06EC16F1AC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79" name="9wq3_5_official_PredictedLigand_35">
            <a:extLst>
              <a:ext uri="{FF2B5EF4-FFF2-40B4-BE49-F238E27FC236}">
                <a16:creationId xmlns:a16="http://schemas.microsoft.com/office/drawing/2014/main" id="{76271792-D1C3-44ED-B245-3990BC75C2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0" name="9wq3_5_official_PredictedLigand_36">
            <a:extLst>
              <a:ext uri="{FF2B5EF4-FFF2-40B4-BE49-F238E27FC236}">
                <a16:creationId xmlns:a16="http://schemas.microsoft.com/office/drawing/2014/main" id="{9603246A-E0E8-4632-9B82-7ACC96B2849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1" name="9wq3_5_official_PredictedLigand_37">
            <a:extLst>
              <a:ext uri="{FF2B5EF4-FFF2-40B4-BE49-F238E27FC236}">
                <a16:creationId xmlns:a16="http://schemas.microsoft.com/office/drawing/2014/main" id="{C2BCF8F0-E04A-45BE-9475-82CF5BBFDDC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2" name="9wq3_5_official_PredictedLigand_38">
            <a:extLst>
              <a:ext uri="{FF2B5EF4-FFF2-40B4-BE49-F238E27FC236}">
                <a16:creationId xmlns:a16="http://schemas.microsoft.com/office/drawing/2014/main" id="{FD9EDA4D-623C-49B9-A6E9-3154AAFEB4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3" name="9wq3_5_official_PredictedLigand_39">
            <a:extLst>
              <a:ext uri="{FF2B5EF4-FFF2-40B4-BE49-F238E27FC236}">
                <a16:creationId xmlns:a16="http://schemas.microsoft.com/office/drawing/2014/main" id="{851A803F-2528-499D-A601-593CC54F6F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4" name="9wq3_5_official_PredictedLigand_40">
            <a:extLst>
              <a:ext uri="{FF2B5EF4-FFF2-40B4-BE49-F238E27FC236}">
                <a16:creationId xmlns:a16="http://schemas.microsoft.com/office/drawing/2014/main" id="{80E0278C-B6B6-49D1-B047-A1E8E6E2AB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5" name="9wq3_5_official_PredictedLigand_41">
            <a:extLst>
              <a:ext uri="{FF2B5EF4-FFF2-40B4-BE49-F238E27FC236}">
                <a16:creationId xmlns:a16="http://schemas.microsoft.com/office/drawing/2014/main" id="{78961092-A485-49FE-A558-3EA24999585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6" name="9wq3_5_official_PredictedLigand_42">
            <a:extLst>
              <a:ext uri="{FF2B5EF4-FFF2-40B4-BE49-F238E27FC236}">
                <a16:creationId xmlns:a16="http://schemas.microsoft.com/office/drawing/2014/main" id="{54C560D7-3A83-48AC-942F-D120F8ADED3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7" name="9wq3_5_official_PredictedLigand_43">
            <a:extLst>
              <a:ext uri="{FF2B5EF4-FFF2-40B4-BE49-F238E27FC236}">
                <a16:creationId xmlns:a16="http://schemas.microsoft.com/office/drawing/2014/main" id="{1EA2E2F5-10E9-4ED6-9881-16424810536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8" name="9wq3_5_official_PredictedLigand_44">
            <a:extLst>
              <a:ext uri="{FF2B5EF4-FFF2-40B4-BE49-F238E27FC236}">
                <a16:creationId xmlns:a16="http://schemas.microsoft.com/office/drawing/2014/main" id="{EDE91767-EAA1-4C7E-A1A7-CE8501E68CC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89" name="9wq3_5_official_PredictedLigand_45">
            <a:extLst>
              <a:ext uri="{FF2B5EF4-FFF2-40B4-BE49-F238E27FC236}">
                <a16:creationId xmlns:a16="http://schemas.microsoft.com/office/drawing/2014/main" id="{7C29783D-254E-44F9-9240-245CEABAD64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0" name="9wq3_5_official_PredictedLigand_46">
            <a:extLst>
              <a:ext uri="{FF2B5EF4-FFF2-40B4-BE49-F238E27FC236}">
                <a16:creationId xmlns:a16="http://schemas.microsoft.com/office/drawing/2014/main" id="{6AD2803D-A3BB-4636-A90C-D250AC0AE94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1" name="9wq3_5_official_PredictedLigand_47">
            <a:extLst>
              <a:ext uri="{FF2B5EF4-FFF2-40B4-BE49-F238E27FC236}">
                <a16:creationId xmlns:a16="http://schemas.microsoft.com/office/drawing/2014/main" id="{3462EBCB-6E8C-4E1C-93A5-4850DFF34FD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2" name="9wq3_5_official_PredictedLigand_48">
            <a:extLst>
              <a:ext uri="{FF2B5EF4-FFF2-40B4-BE49-F238E27FC236}">
                <a16:creationId xmlns:a16="http://schemas.microsoft.com/office/drawing/2014/main" id="{37C77F0A-4DAA-490D-B70B-48D9CA0D684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693" name="9wq3_5_official_PredictedAtoms_0">
            <a:extLst>
              <a:ext uri="{FF2B5EF4-FFF2-40B4-BE49-F238E27FC236}">
                <a16:creationId xmlns:a16="http://schemas.microsoft.com/office/drawing/2014/main" id="{29074284-CBB4-4D3C-93FC-8D4B61E09368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694" name="9wq3_5_official_PredictedAtoms_1">
            <a:extLst>
              <a:ext uri="{FF2B5EF4-FFF2-40B4-BE49-F238E27FC236}">
                <a16:creationId xmlns:a16="http://schemas.microsoft.com/office/drawing/2014/main" id="{BABC63B3-150D-4E75-982B-636C27A150BA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95" name="9wq3_5_official_PredictedAtoms_2">
            <a:extLst>
              <a:ext uri="{FF2B5EF4-FFF2-40B4-BE49-F238E27FC236}">
                <a16:creationId xmlns:a16="http://schemas.microsoft.com/office/drawing/2014/main" id="{71CA6EA3-8693-4A91-948F-7A803168ABC3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96" name="9wq3_5_official_PredictedAtoms_3">
            <a:extLst>
              <a:ext uri="{FF2B5EF4-FFF2-40B4-BE49-F238E27FC236}">
                <a16:creationId xmlns:a16="http://schemas.microsoft.com/office/drawing/2014/main" id="{8BD00655-C99E-4FF8-8069-4E17ED6FAD4C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697" name="9wq3_5_official_PredictedAtoms_4">
            <a:extLst>
              <a:ext uri="{FF2B5EF4-FFF2-40B4-BE49-F238E27FC236}">
                <a16:creationId xmlns:a16="http://schemas.microsoft.com/office/drawing/2014/main" id="{57175F56-E7FE-4ECA-876F-9BBA76555A4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698" name="9wq3_5_official_PredictedAtoms_5">
            <a:extLst>
              <a:ext uri="{FF2B5EF4-FFF2-40B4-BE49-F238E27FC236}">
                <a16:creationId xmlns:a16="http://schemas.microsoft.com/office/drawing/2014/main" id="{9F5B5483-C55D-4A1E-9390-E88267E4D0D4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699" name="9wq3_5_official_PredictedAtoms_6">
            <a:extLst>
              <a:ext uri="{FF2B5EF4-FFF2-40B4-BE49-F238E27FC236}">
                <a16:creationId xmlns:a16="http://schemas.microsoft.com/office/drawing/2014/main" id="{4492609B-96F8-47C8-BB82-03ABE3D1B49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0" name="9wq3_5_official_PredictedAtoms_7">
            <a:extLst>
              <a:ext uri="{FF2B5EF4-FFF2-40B4-BE49-F238E27FC236}">
                <a16:creationId xmlns:a16="http://schemas.microsoft.com/office/drawing/2014/main" id="{10E671F8-EC96-46C2-9A01-75954393401B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1" name="9wq3_5_official_PredictedAtoms_8">
            <a:extLst>
              <a:ext uri="{FF2B5EF4-FFF2-40B4-BE49-F238E27FC236}">
                <a16:creationId xmlns:a16="http://schemas.microsoft.com/office/drawing/2014/main" id="{27C7EE36-FCBD-490F-B25B-669A65039B2D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02" name="9wq3_5_official_PredictedAtoms_9">
            <a:extLst>
              <a:ext uri="{FF2B5EF4-FFF2-40B4-BE49-F238E27FC236}">
                <a16:creationId xmlns:a16="http://schemas.microsoft.com/office/drawing/2014/main" id="{E1535538-6E75-4E00-B027-1E1598B0DBD4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03" name="9wq3_5_official_PredictedAtoms_10">
            <a:extLst>
              <a:ext uri="{FF2B5EF4-FFF2-40B4-BE49-F238E27FC236}">
                <a16:creationId xmlns:a16="http://schemas.microsoft.com/office/drawing/2014/main" id="{6FD71B30-527F-4E21-A43D-20D927E7B040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4" name="9wq3_5_official_PredictedAtoms_11">
            <a:extLst>
              <a:ext uri="{FF2B5EF4-FFF2-40B4-BE49-F238E27FC236}">
                <a16:creationId xmlns:a16="http://schemas.microsoft.com/office/drawing/2014/main" id="{8A9CB4AE-B969-4EB6-8FF1-F551ECCAE847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05" name="9wq3_5_official_PredictedAtoms_12">
            <a:extLst>
              <a:ext uri="{FF2B5EF4-FFF2-40B4-BE49-F238E27FC236}">
                <a16:creationId xmlns:a16="http://schemas.microsoft.com/office/drawing/2014/main" id="{C6351424-AEC3-4815-AF57-8349DF15915C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6" name="9wq3_5_official_PredictedAtoms_13">
            <a:extLst>
              <a:ext uri="{FF2B5EF4-FFF2-40B4-BE49-F238E27FC236}">
                <a16:creationId xmlns:a16="http://schemas.microsoft.com/office/drawing/2014/main" id="{15DE852C-8527-4BE0-876C-5FA87B6397B1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07" name="9wq3_5_official_PredictedAtoms_14">
            <a:extLst>
              <a:ext uri="{FF2B5EF4-FFF2-40B4-BE49-F238E27FC236}">
                <a16:creationId xmlns:a16="http://schemas.microsoft.com/office/drawing/2014/main" id="{FE3F3FA8-731A-43F0-ADA3-70EE1D869B7C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8" name="9wq3_5_official_PredictedAtoms_15">
            <a:extLst>
              <a:ext uri="{FF2B5EF4-FFF2-40B4-BE49-F238E27FC236}">
                <a16:creationId xmlns:a16="http://schemas.microsoft.com/office/drawing/2014/main" id="{D4C0D5CB-7310-4530-A2FA-BC6403F8C52E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09" name="9wq3_5_official_PredictedAtoms_16">
            <a:extLst>
              <a:ext uri="{FF2B5EF4-FFF2-40B4-BE49-F238E27FC236}">
                <a16:creationId xmlns:a16="http://schemas.microsoft.com/office/drawing/2014/main" id="{515645CF-1596-47E0-B15A-7C6B942797B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0" name="9wq3_5_official_PredictedAtoms_17">
            <a:extLst>
              <a:ext uri="{FF2B5EF4-FFF2-40B4-BE49-F238E27FC236}">
                <a16:creationId xmlns:a16="http://schemas.microsoft.com/office/drawing/2014/main" id="{EDA97D6F-704D-4449-AF87-D182A80FA703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711" name="9wq3_5_official_PredictedAtoms_18">
            <a:extLst>
              <a:ext uri="{FF2B5EF4-FFF2-40B4-BE49-F238E27FC236}">
                <a16:creationId xmlns:a16="http://schemas.microsoft.com/office/drawing/2014/main" id="{D61F29B9-795D-413E-9EE9-C7A07D1B30D2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2" name="9wq3_5_official_PredictedAtoms_19">
            <a:extLst>
              <a:ext uri="{FF2B5EF4-FFF2-40B4-BE49-F238E27FC236}">
                <a16:creationId xmlns:a16="http://schemas.microsoft.com/office/drawing/2014/main" id="{66BF6928-4661-4273-9045-2436AFE110A3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3" name="9wq3_5_official_PredictedAtoms_20">
            <a:extLst>
              <a:ext uri="{FF2B5EF4-FFF2-40B4-BE49-F238E27FC236}">
                <a16:creationId xmlns:a16="http://schemas.microsoft.com/office/drawing/2014/main" id="{B2DAF957-9C83-4EE7-81ED-17B02C1B832B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14" name="9wq3_5_official_PredictedAtoms_21">
            <a:extLst>
              <a:ext uri="{FF2B5EF4-FFF2-40B4-BE49-F238E27FC236}">
                <a16:creationId xmlns:a16="http://schemas.microsoft.com/office/drawing/2014/main" id="{40510934-B09D-4FE7-91E7-563C8933B150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15" name="9wq3_5_official_PredictedAtoms_22">
            <a:extLst>
              <a:ext uri="{FF2B5EF4-FFF2-40B4-BE49-F238E27FC236}">
                <a16:creationId xmlns:a16="http://schemas.microsoft.com/office/drawing/2014/main" id="{462FAA73-CABA-43DE-83E6-9BC9B173C8AC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16" name="9wq3_5_official_PredictedAtoms_23">
            <a:extLst>
              <a:ext uri="{FF2B5EF4-FFF2-40B4-BE49-F238E27FC236}">
                <a16:creationId xmlns:a16="http://schemas.microsoft.com/office/drawing/2014/main" id="{B331A7CF-09CF-4827-B161-B99033FF682F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17" name="9wq3_5_official_PredictedAtoms_24">
            <a:extLst>
              <a:ext uri="{FF2B5EF4-FFF2-40B4-BE49-F238E27FC236}">
                <a16:creationId xmlns:a16="http://schemas.microsoft.com/office/drawing/2014/main" id="{F869937A-D480-4BF9-9787-864B75BAD8C9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18" name="9wq3_5_official_PredictedAtoms_25">
            <a:extLst>
              <a:ext uri="{FF2B5EF4-FFF2-40B4-BE49-F238E27FC236}">
                <a16:creationId xmlns:a16="http://schemas.microsoft.com/office/drawing/2014/main" id="{E6A13F47-5828-4E36-89E8-016898F56136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19" name="9wq3_5_official_PredictedAtoms_26">
            <a:extLst>
              <a:ext uri="{FF2B5EF4-FFF2-40B4-BE49-F238E27FC236}">
                <a16:creationId xmlns:a16="http://schemas.microsoft.com/office/drawing/2014/main" id="{E52CD00E-33F8-452F-99F3-A620C54A2C21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0" name="9wq3_5_official_PredictedAtoms_31">
            <a:extLst>
              <a:ext uri="{FF2B5EF4-FFF2-40B4-BE49-F238E27FC236}">
                <a16:creationId xmlns:a16="http://schemas.microsoft.com/office/drawing/2014/main" id="{9930004E-FEF3-4B66-82D0-F63B84F1376F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21" name="9wq3_5_official_PredictedAtoms_32">
            <a:extLst>
              <a:ext uri="{FF2B5EF4-FFF2-40B4-BE49-F238E27FC236}">
                <a16:creationId xmlns:a16="http://schemas.microsoft.com/office/drawing/2014/main" id="{DCE03CF6-467E-4048-B4AB-A28CEBEBAD36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22" name="9wq3_5_official_PredictedAtoms_33">
            <a:extLst>
              <a:ext uri="{FF2B5EF4-FFF2-40B4-BE49-F238E27FC236}">
                <a16:creationId xmlns:a16="http://schemas.microsoft.com/office/drawing/2014/main" id="{6A4D3BF1-B39E-46DB-B6B6-B9CADD86A30B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3" name="9wq3_5_official_PredictedAtoms_34">
            <a:extLst>
              <a:ext uri="{FF2B5EF4-FFF2-40B4-BE49-F238E27FC236}">
                <a16:creationId xmlns:a16="http://schemas.microsoft.com/office/drawing/2014/main" id="{34641AD0-60BC-4F09-B734-4CF080C131DE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24" name="9wq3_5_official_PredictedAtoms_35">
            <a:extLst>
              <a:ext uri="{FF2B5EF4-FFF2-40B4-BE49-F238E27FC236}">
                <a16:creationId xmlns:a16="http://schemas.microsoft.com/office/drawing/2014/main" id="{756E8DF4-DF65-4164-B8E2-9851D18A4DE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5" name="9wq3_5_official_PredictedAtoms_36">
            <a:extLst>
              <a:ext uri="{FF2B5EF4-FFF2-40B4-BE49-F238E27FC236}">
                <a16:creationId xmlns:a16="http://schemas.microsoft.com/office/drawing/2014/main" id="{8AF5AE52-C0DE-44E2-9BF1-69E1E69A680A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26" name="9wq3_5_official_PredictedAtoms_37">
            <a:extLst>
              <a:ext uri="{FF2B5EF4-FFF2-40B4-BE49-F238E27FC236}">
                <a16:creationId xmlns:a16="http://schemas.microsoft.com/office/drawing/2014/main" id="{3BEB2091-F25E-4EC3-A4EC-9948A13E28BB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27" name="9wq3_5_official_PredictedAtoms_38">
            <a:extLst>
              <a:ext uri="{FF2B5EF4-FFF2-40B4-BE49-F238E27FC236}">
                <a16:creationId xmlns:a16="http://schemas.microsoft.com/office/drawing/2014/main" id="{D01506F0-DCA9-42BD-9B86-81DED5252824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728" name="9wq3_5_official_PredictedAtoms_39">
            <a:extLst>
              <a:ext uri="{FF2B5EF4-FFF2-40B4-BE49-F238E27FC236}">
                <a16:creationId xmlns:a16="http://schemas.microsoft.com/office/drawing/2014/main" id="{78E563D3-3576-46AC-BDE4-0E221FA9A234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29" name="9wq3_5_official_PredictedAtoms_40">
            <a:extLst>
              <a:ext uri="{FF2B5EF4-FFF2-40B4-BE49-F238E27FC236}">
                <a16:creationId xmlns:a16="http://schemas.microsoft.com/office/drawing/2014/main" id="{567C189B-9092-4B91-8B44-DD07719A2054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30" name="9wq3_5_official_PredictedAtoms_41">
            <a:extLst>
              <a:ext uri="{FF2B5EF4-FFF2-40B4-BE49-F238E27FC236}">
                <a16:creationId xmlns:a16="http://schemas.microsoft.com/office/drawing/2014/main" id="{B3598682-98DF-4873-9B7A-D3F42ABD320B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31" name="9wq3_5_official_PredictedAtoms_42">
            <a:extLst>
              <a:ext uri="{FF2B5EF4-FFF2-40B4-BE49-F238E27FC236}">
                <a16:creationId xmlns:a16="http://schemas.microsoft.com/office/drawing/2014/main" id="{8D036518-FD65-434E-85AF-2828E84697AF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32" name="9wq3_5_official_PredictedAtoms_43">
            <a:extLst>
              <a:ext uri="{FF2B5EF4-FFF2-40B4-BE49-F238E27FC236}">
                <a16:creationId xmlns:a16="http://schemas.microsoft.com/office/drawing/2014/main" id="{3AEAE64E-29CC-430A-B77F-5A42E3F8232C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733" name="9wq3_5_official_PredictedAtoms_44">
            <a:extLst>
              <a:ext uri="{FF2B5EF4-FFF2-40B4-BE49-F238E27FC236}">
                <a16:creationId xmlns:a16="http://schemas.microsoft.com/office/drawing/2014/main" id="{96C46972-3EC9-4E3E-B95B-090A2C7D8AC6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34" name="stage3-cases-main_52">
            <a:extLst>
              <a:ext uri="{FF2B5EF4-FFF2-40B4-BE49-F238E27FC236}">
                <a16:creationId xmlns:a16="http://schemas.microsoft.com/office/drawing/2014/main" id="{DEA09B45-CA2D-46A2-8056-B956D59E4C92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735" name="9wq3_5_tuned_Receptor">
            <a:extLst>
              <a:ext uri="{FF2B5EF4-FFF2-40B4-BE49-F238E27FC236}">
                <a16:creationId xmlns:a16="http://schemas.microsoft.com/office/drawing/2014/main" id="{C5EEEC9E-ED46-47DB-A7E3-FEAF731605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736" name="9wq3_5_tuned_ExperimentalDensity">
            <a:extLst>
              <a:ext uri="{FF2B5EF4-FFF2-40B4-BE49-F238E27FC236}">
                <a16:creationId xmlns:a16="http://schemas.microsoft.com/office/drawing/2014/main" id="{3A206402-CE02-4593-AB46-750DF54C35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37" name="9wq3_5_tuned_ReferenceLigand_0">
            <a:extLst>
              <a:ext uri="{FF2B5EF4-FFF2-40B4-BE49-F238E27FC236}">
                <a16:creationId xmlns:a16="http://schemas.microsoft.com/office/drawing/2014/main" id="{5EDD36D5-9911-4C9C-AFA5-37926989E4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q3_5_tuned_ReferenceLigand_1">
            <a:extLst>
              <a:ext uri="{FF2B5EF4-FFF2-40B4-BE49-F238E27FC236}">
                <a16:creationId xmlns:a16="http://schemas.microsoft.com/office/drawing/2014/main" id="{F9D8AFD3-1DE5-4D2B-BF43-451C214276A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q3_5_tuned_ReferenceLigand_2">
            <a:extLst>
              <a:ext uri="{FF2B5EF4-FFF2-40B4-BE49-F238E27FC236}">
                <a16:creationId xmlns:a16="http://schemas.microsoft.com/office/drawing/2014/main" id="{9D17CA01-44E2-462F-BD2D-8E43B7DA423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q3_5_tuned_ReferenceLigand_3">
            <a:extLst>
              <a:ext uri="{FF2B5EF4-FFF2-40B4-BE49-F238E27FC236}">
                <a16:creationId xmlns:a16="http://schemas.microsoft.com/office/drawing/2014/main" id="{D2390F3F-4A8C-4DCA-8739-6FCDEE70992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q3_5_tuned_ReferenceLigand_4">
            <a:extLst>
              <a:ext uri="{FF2B5EF4-FFF2-40B4-BE49-F238E27FC236}">
                <a16:creationId xmlns:a16="http://schemas.microsoft.com/office/drawing/2014/main" id="{87402C9E-0ECF-401E-9B25-ECA9E90F8F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q3_5_tuned_ReferenceLigand_5">
            <a:extLst>
              <a:ext uri="{FF2B5EF4-FFF2-40B4-BE49-F238E27FC236}">
                <a16:creationId xmlns:a16="http://schemas.microsoft.com/office/drawing/2014/main" id="{A7CFBF90-E8F5-4C33-AFDF-7568B0017C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q3_5_tuned_ReferenceLigand_6">
            <a:extLst>
              <a:ext uri="{FF2B5EF4-FFF2-40B4-BE49-F238E27FC236}">
                <a16:creationId xmlns:a16="http://schemas.microsoft.com/office/drawing/2014/main" id="{85293E6D-66BA-4B3E-B36B-457478B0F8B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q3_5_tuned_ReferenceLigand_7">
            <a:extLst>
              <a:ext uri="{FF2B5EF4-FFF2-40B4-BE49-F238E27FC236}">
                <a16:creationId xmlns:a16="http://schemas.microsoft.com/office/drawing/2014/main" id="{E92EBE7E-6285-4CD6-B11D-407B7ECD45C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q3_5_tuned_ReferenceLigand_8">
            <a:extLst>
              <a:ext uri="{FF2B5EF4-FFF2-40B4-BE49-F238E27FC236}">
                <a16:creationId xmlns:a16="http://schemas.microsoft.com/office/drawing/2014/main" id="{F17A177E-FE44-454B-A8E3-5869197E3D8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q3_5_tuned_ReferenceLigand_9">
            <a:extLst>
              <a:ext uri="{FF2B5EF4-FFF2-40B4-BE49-F238E27FC236}">
                <a16:creationId xmlns:a16="http://schemas.microsoft.com/office/drawing/2014/main" id="{C6555EFA-E0FD-4B17-BA98-3A7903FBD0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q3_5_tuned_ReferenceLigand_10">
            <a:extLst>
              <a:ext uri="{FF2B5EF4-FFF2-40B4-BE49-F238E27FC236}">
                <a16:creationId xmlns:a16="http://schemas.microsoft.com/office/drawing/2014/main" id="{B07C8CBF-A1D1-4104-8234-134D5C40022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q3_5_tuned_ReferenceLigand_11">
            <a:extLst>
              <a:ext uri="{FF2B5EF4-FFF2-40B4-BE49-F238E27FC236}">
                <a16:creationId xmlns:a16="http://schemas.microsoft.com/office/drawing/2014/main" id="{C0678B01-75C5-4D42-9174-E5816F23E77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q3_5_tuned_ReferenceLigand_12">
            <a:extLst>
              <a:ext uri="{FF2B5EF4-FFF2-40B4-BE49-F238E27FC236}">
                <a16:creationId xmlns:a16="http://schemas.microsoft.com/office/drawing/2014/main" id="{2DF68E99-857D-490E-8FA5-D65140ED32D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q3_5_tuned_ReferenceLigand_13">
            <a:extLst>
              <a:ext uri="{FF2B5EF4-FFF2-40B4-BE49-F238E27FC236}">
                <a16:creationId xmlns:a16="http://schemas.microsoft.com/office/drawing/2014/main" id="{75A59F2A-6B01-4923-A104-ED7A67817D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q3_5_tuned_ReferenceLigand_14">
            <a:extLst>
              <a:ext uri="{FF2B5EF4-FFF2-40B4-BE49-F238E27FC236}">
                <a16:creationId xmlns:a16="http://schemas.microsoft.com/office/drawing/2014/main" id="{70689CBA-7F6B-48CA-A555-B7B71D53C65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q3_5_tuned_ReferenceLigand_15">
            <a:extLst>
              <a:ext uri="{FF2B5EF4-FFF2-40B4-BE49-F238E27FC236}">
                <a16:creationId xmlns:a16="http://schemas.microsoft.com/office/drawing/2014/main" id="{F026F7F4-B7DB-47B5-856E-1313058591B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q3_5_tuned_ReferenceLigand_16">
            <a:extLst>
              <a:ext uri="{FF2B5EF4-FFF2-40B4-BE49-F238E27FC236}">
                <a16:creationId xmlns:a16="http://schemas.microsoft.com/office/drawing/2014/main" id="{3E31A294-4D9E-420A-92E4-EBB28B4B22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q3_5_tuned_ReferenceLigand_17">
            <a:extLst>
              <a:ext uri="{FF2B5EF4-FFF2-40B4-BE49-F238E27FC236}">
                <a16:creationId xmlns:a16="http://schemas.microsoft.com/office/drawing/2014/main" id="{688ECDEB-4834-49C3-85F8-2F2AA512ED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q3_5_tuned_ReferenceLigand_18">
            <a:extLst>
              <a:ext uri="{FF2B5EF4-FFF2-40B4-BE49-F238E27FC236}">
                <a16:creationId xmlns:a16="http://schemas.microsoft.com/office/drawing/2014/main" id="{5FA0BD8B-9798-44FB-982C-ADD55A09EFD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q3_5_tuned_ReferenceLigand_19">
            <a:extLst>
              <a:ext uri="{FF2B5EF4-FFF2-40B4-BE49-F238E27FC236}">
                <a16:creationId xmlns:a16="http://schemas.microsoft.com/office/drawing/2014/main" id="{86E68C25-3870-44AA-AE1D-77BF75A6DA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q3_5_tuned_ReferenceLigand_20">
            <a:extLst>
              <a:ext uri="{FF2B5EF4-FFF2-40B4-BE49-F238E27FC236}">
                <a16:creationId xmlns:a16="http://schemas.microsoft.com/office/drawing/2014/main" id="{BF3B2B92-2A8B-4FBE-9EBB-104CA44CF0F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q3_5_tuned_ReferenceLigand_21">
            <a:extLst>
              <a:ext uri="{FF2B5EF4-FFF2-40B4-BE49-F238E27FC236}">
                <a16:creationId xmlns:a16="http://schemas.microsoft.com/office/drawing/2014/main" id="{80395041-C56F-4E66-A5A1-CBB6257E626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q3_5_tuned_ReferenceLigand_22">
            <a:extLst>
              <a:ext uri="{FF2B5EF4-FFF2-40B4-BE49-F238E27FC236}">
                <a16:creationId xmlns:a16="http://schemas.microsoft.com/office/drawing/2014/main" id="{1FF45FCE-AA32-46EC-AD9B-42379D90A8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q3_5_tuned_ReferenceLigand_23">
            <a:extLst>
              <a:ext uri="{FF2B5EF4-FFF2-40B4-BE49-F238E27FC236}">
                <a16:creationId xmlns:a16="http://schemas.microsoft.com/office/drawing/2014/main" id="{03300C13-32CF-4151-A261-45B70AF5FEC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q3_5_tuned_ReferenceLigand_24">
            <a:extLst>
              <a:ext uri="{FF2B5EF4-FFF2-40B4-BE49-F238E27FC236}">
                <a16:creationId xmlns:a16="http://schemas.microsoft.com/office/drawing/2014/main" id="{6562CEA8-B800-4D27-A0F4-95396725885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2" name="9wq3_5_tuned_ReferenceLigand_25">
            <a:extLst>
              <a:ext uri="{FF2B5EF4-FFF2-40B4-BE49-F238E27FC236}">
                <a16:creationId xmlns:a16="http://schemas.microsoft.com/office/drawing/2014/main" id="{F310EFEF-1C49-44D9-A0DA-1F611696485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3" name="9wq3_5_tuned_ReferenceLigand_26">
            <a:extLst>
              <a:ext uri="{FF2B5EF4-FFF2-40B4-BE49-F238E27FC236}">
                <a16:creationId xmlns:a16="http://schemas.microsoft.com/office/drawing/2014/main" id="{51AFB635-70EB-4F20-8566-261BE1B689A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4" name="9wq3_5_tuned_ReferenceLigand_27">
            <a:extLst>
              <a:ext uri="{FF2B5EF4-FFF2-40B4-BE49-F238E27FC236}">
                <a16:creationId xmlns:a16="http://schemas.microsoft.com/office/drawing/2014/main" id="{61F01306-EE5A-43DB-BE29-A8A3352E04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5" name="9wq3_5_tuned_ReferenceLigand_28">
            <a:extLst>
              <a:ext uri="{FF2B5EF4-FFF2-40B4-BE49-F238E27FC236}">
                <a16:creationId xmlns:a16="http://schemas.microsoft.com/office/drawing/2014/main" id="{607657A8-5B67-48AE-893C-A8546BE3D3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6" name="9wq3_5_tuned_ReferenceLigand_29">
            <a:extLst>
              <a:ext uri="{FF2B5EF4-FFF2-40B4-BE49-F238E27FC236}">
                <a16:creationId xmlns:a16="http://schemas.microsoft.com/office/drawing/2014/main" id="{B928925D-C5E6-434E-8C03-1AE2D2EBC49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7" name="9wq3_5_tuned_ReferenceLigand_30">
            <a:extLst>
              <a:ext uri="{FF2B5EF4-FFF2-40B4-BE49-F238E27FC236}">
                <a16:creationId xmlns:a16="http://schemas.microsoft.com/office/drawing/2014/main" id="{840A7A85-BADC-4EF3-AC56-43AB5038867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8" name="9wq3_5_tuned_ReferenceLigand_31">
            <a:extLst>
              <a:ext uri="{FF2B5EF4-FFF2-40B4-BE49-F238E27FC236}">
                <a16:creationId xmlns:a16="http://schemas.microsoft.com/office/drawing/2014/main" id="{DDB2B024-F44F-4B8E-8463-19E484AD35C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9" name="9wq3_5_tuned_ReferenceLigand_32">
            <a:extLst>
              <a:ext uri="{FF2B5EF4-FFF2-40B4-BE49-F238E27FC236}">
                <a16:creationId xmlns:a16="http://schemas.microsoft.com/office/drawing/2014/main" id="{FB7885A0-7049-4349-AF0C-64CD8BB7EA8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0" name="9wq3_5_tuned_ReferenceLigand_33">
            <a:extLst>
              <a:ext uri="{FF2B5EF4-FFF2-40B4-BE49-F238E27FC236}">
                <a16:creationId xmlns:a16="http://schemas.microsoft.com/office/drawing/2014/main" id="{94AB6283-F41B-442F-961E-EB032B1D5A4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1" name="9wq3_5_tuned_ReferenceLigand_34">
            <a:extLst>
              <a:ext uri="{FF2B5EF4-FFF2-40B4-BE49-F238E27FC236}">
                <a16:creationId xmlns:a16="http://schemas.microsoft.com/office/drawing/2014/main" id="{819959CA-77A5-45F5-A48C-D69AE94842E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2" name="9wq3_5_tuned_ReferenceLigand_35">
            <a:extLst>
              <a:ext uri="{FF2B5EF4-FFF2-40B4-BE49-F238E27FC236}">
                <a16:creationId xmlns:a16="http://schemas.microsoft.com/office/drawing/2014/main" id="{45D7A9C5-9567-4BF7-9B41-E3FE68D7F2E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3" name="9wq3_5_tuned_ReferenceLigand_36">
            <a:extLst>
              <a:ext uri="{FF2B5EF4-FFF2-40B4-BE49-F238E27FC236}">
                <a16:creationId xmlns:a16="http://schemas.microsoft.com/office/drawing/2014/main" id="{861E0C5D-3F08-4CA3-8D4A-09E0E5E36E9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4" name="9wq3_5_tuned_ReferenceLigand_37">
            <a:extLst>
              <a:ext uri="{FF2B5EF4-FFF2-40B4-BE49-F238E27FC236}">
                <a16:creationId xmlns:a16="http://schemas.microsoft.com/office/drawing/2014/main" id="{B8B268A7-0338-4A45-AA39-E6952BF1B1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5" name="9wq3_5_tuned_ReferenceLigand_38">
            <a:extLst>
              <a:ext uri="{FF2B5EF4-FFF2-40B4-BE49-F238E27FC236}">
                <a16:creationId xmlns:a16="http://schemas.microsoft.com/office/drawing/2014/main" id="{1D3A9B82-CC4D-46AD-86DC-510265238B1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6" name="9wq3_5_tuned_ReferenceLigand_39">
            <a:extLst>
              <a:ext uri="{FF2B5EF4-FFF2-40B4-BE49-F238E27FC236}">
                <a16:creationId xmlns:a16="http://schemas.microsoft.com/office/drawing/2014/main" id="{C38BDF42-8A51-4AD4-AC4E-C70CD6CA75D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7" name="9wq3_5_tuned_ReferenceLigand_40">
            <a:extLst>
              <a:ext uri="{FF2B5EF4-FFF2-40B4-BE49-F238E27FC236}">
                <a16:creationId xmlns:a16="http://schemas.microsoft.com/office/drawing/2014/main" id="{9A05D2B3-C3DC-487C-931E-6FB713BD98A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8" name="9wq3_5_tuned_ReferenceLigand_41">
            <a:extLst>
              <a:ext uri="{FF2B5EF4-FFF2-40B4-BE49-F238E27FC236}">
                <a16:creationId xmlns:a16="http://schemas.microsoft.com/office/drawing/2014/main" id="{10C60C9A-9CCC-4769-99A8-6F76E91CC89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79" name="9wq3_5_tuned_ReferenceLigand_42">
            <a:extLst>
              <a:ext uri="{FF2B5EF4-FFF2-40B4-BE49-F238E27FC236}">
                <a16:creationId xmlns:a16="http://schemas.microsoft.com/office/drawing/2014/main" id="{F55E2C8C-9D90-4051-803D-C79193BE6F8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0" name="9wq3_5_tuned_ReferenceLigand_43">
            <a:extLst>
              <a:ext uri="{FF2B5EF4-FFF2-40B4-BE49-F238E27FC236}">
                <a16:creationId xmlns:a16="http://schemas.microsoft.com/office/drawing/2014/main" id="{D0ACDF11-DE23-4F83-8C41-351BD1D3B05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1" name="9wq3_5_tuned_ReferenceLigand_44">
            <a:extLst>
              <a:ext uri="{FF2B5EF4-FFF2-40B4-BE49-F238E27FC236}">
                <a16:creationId xmlns:a16="http://schemas.microsoft.com/office/drawing/2014/main" id="{C3BDE983-1EAB-4D68-B283-A024F96DF5C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2" name="9wq3_5_tuned_ReferenceLigand_45">
            <a:extLst>
              <a:ext uri="{FF2B5EF4-FFF2-40B4-BE49-F238E27FC236}">
                <a16:creationId xmlns:a16="http://schemas.microsoft.com/office/drawing/2014/main" id="{E12D72A4-0BE8-4B79-AC75-D2FEF051FE1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3" name="9wq3_5_tuned_ReferenceLigand_46">
            <a:extLst>
              <a:ext uri="{FF2B5EF4-FFF2-40B4-BE49-F238E27FC236}">
                <a16:creationId xmlns:a16="http://schemas.microsoft.com/office/drawing/2014/main" id="{69C13541-B9F5-4E75-839F-BA3967F0D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4" name="9wq3_5_tuned_ReferenceLigand_47">
            <a:extLst>
              <a:ext uri="{FF2B5EF4-FFF2-40B4-BE49-F238E27FC236}">
                <a16:creationId xmlns:a16="http://schemas.microsoft.com/office/drawing/2014/main" id="{478423CB-0E39-45D6-95FD-4C854AFF7F1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5" name="9wq3_5_tuned_ReferenceLigand_48">
            <a:extLst>
              <a:ext uri="{FF2B5EF4-FFF2-40B4-BE49-F238E27FC236}">
                <a16:creationId xmlns:a16="http://schemas.microsoft.com/office/drawing/2014/main" id="{DD78D440-3F54-4E89-8F85-529C763E85D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6" name="9wq3_5_tuned_ReferenceLigand_49">
            <a:extLst>
              <a:ext uri="{FF2B5EF4-FFF2-40B4-BE49-F238E27FC236}">
                <a16:creationId xmlns:a16="http://schemas.microsoft.com/office/drawing/2014/main" id="{E1796927-05D9-4AD6-98CC-D39D1B4E4B6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7" name="9wq3_5_tuned_ReferenceLigand_50">
            <a:extLst>
              <a:ext uri="{FF2B5EF4-FFF2-40B4-BE49-F238E27FC236}">
                <a16:creationId xmlns:a16="http://schemas.microsoft.com/office/drawing/2014/main" id="{623B6D96-BEC2-48FD-B7C5-648D7D830C8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88" name="9wq3_5_tuned_PredictedLigand_0">
            <a:extLst>
              <a:ext uri="{FF2B5EF4-FFF2-40B4-BE49-F238E27FC236}">
                <a16:creationId xmlns:a16="http://schemas.microsoft.com/office/drawing/2014/main" id="{54864315-5461-424A-9667-422C3767139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9" name="9wq3_5_tuned_PredictedLigand_1">
            <a:extLst>
              <a:ext uri="{FF2B5EF4-FFF2-40B4-BE49-F238E27FC236}">
                <a16:creationId xmlns:a16="http://schemas.microsoft.com/office/drawing/2014/main" id="{05442136-E7CF-48B7-A79E-599FD0AE255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0" name="9wq3_5_tuned_PredictedLigand_2">
            <a:extLst>
              <a:ext uri="{FF2B5EF4-FFF2-40B4-BE49-F238E27FC236}">
                <a16:creationId xmlns:a16="http://schemas.microsoft.com/office/drawing/2014/main" id="{02BE4184-C9DD-4187-89AE-7968AF31642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1" name="9wq3_5_tuned_PredictedLigand_3">
            <a:extLst>
              <a:ext uri="{FF2B5EF4-FFF2-40B4-BE49-F238E27FC236}">
                <a16:creationId xmlns:a16="http://schemas.microsoft.com/office/drawing/2014/main" id="{0A2E8E17-856D-408D-BBEB-693668A1FE4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2" name="9wq3_5_tuned_PredictedLigand_4">
            <a:extLst>
              <a:ext uri="{FF2B5EF4-FFF2-40B4-BE49-F238E27FC236}">
                <a16:creationId xmlns:a16="http://schemas.microsoft.com/office/drawing/2014/main" id="{E01C59FB-770E-4EB1-9F9D-41D631C17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3" name="9wq3_5_tuned_PredictedLigand_5">
            <a:extLst>
              <a:ext uri="{FF2B5EF4-FFF2-40B4-BE49-F238E27FC236}">
                <a16:creationId xmlns:a16="http://schemas.microsoft.com/office/drawing/2014/main" id="{1149FAA6-BF78-42BB-AB97-74B7E342A4B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4" name="9wq3_5_tuned_PredictedLigand_6">
            <a:extLst>
              <a:ext uri="{FF2B5EF4-FFF2-40B4-BE49-F238E27FC236}">
                <a16:creationId xmlns:a16="http://schemas.microsoft.com/office/drawing/2014/main" id="{93A32615-8F73-49E3-B27C-443B035E857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5" name="9wq3_5_tuned_PredictedLigand_7">
            <a:extLst>
              <a:ext uri="{FF2B5EF4-FFF2-40B4-BE49-F238E27FC236}">
                <a16:creationId xmlns:a16="http://schemas.microsoft.com/office/drawing/2014/main" id="{EBB68C7B-08A4-483F-87F1-1171ACDCBCB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6" name="9wq3_5_tuned_PredictedLigand_8">
            <a:extLst>
              <a:ext uri="{FF2B5EF4-FFF2-40B4-BE49-F238E27FC236}">
                <a16:creationId xmlns:a16="http://schemas.microsoft.com/office/drawing/2014/main" id="{CB8A4C05-ABF4-423F-938E-0D262E75EFD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7" name="9wq3_5_tuned_PredictedLigand_9">
            <a:extLst>
              <a:ext uri="{FF2B5EF4-FFF2-40B4-BE49-F238E27FC236}">
                <a16:creationId xmlns:a16="http://schemas.microsoft.com/office/drawing/2014/main" id="{AD8F25D5-F09D-49A7-A6F8-08DCDEA8A53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8" name="9wq3_5_tuned_PredictedLigand_10">
            <a:extLst>
              <a:ext uri="{FF2B5EF4-FFF2-40B4-BE49-F238E27FC236}">
                <a16:creationId xmlns:a16="http://schemas.microsoft.com/office/drawing/2014/main" id="{0D671C55-BDE8-4296-9AE8-2DDFB2A0B93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9" name="9wq3_5_tuned_PredictedLigand_11">
            <a:extLst>
              <a:ext uri="{FF2B5EF4-FFF2-40B4-BE49-F238E27FC236}">
                <a16:creationId xmlns:a16="http://schemas.microsoft.com/office/drawing/2014/main" id="{561ACF4B-FB18-4163-A4F5-EB75ED24E57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0" name="9wq3_5_tuned_PredictedLigand_12">
            <a:extLst>
              <a:ext uri="{FF2B5EF4-FFF2-40B4-BE49-F238E27FC236}">
                <a16:creationId xmlns:a16="http://schemas.microsoft.com/office/drawing/2014/main" id="{FCE7B87A-23AD-4DD6-8481-8DB66CD0C19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1" name="9wq3_5_tuned_PredictedLigand_13">
            <a:extLst>
              <a:ext uri="{FF2B5EF4-FFF2-40B4-BE49-F238E27FC236}">
                <a16:creationId xmlns:a16="http://schemas.microsoft.com/office/drawing/2014/main" id="{B0C0E21B-AE89-4707-A2F3-300C252C8E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2" name="9wq3_5_tuned_PredictedLigand_14">
            <a:extLst>
              <a:ext uri="{FF2B5EF4-FFF2-40B4-BE49-F238E27FC236}">
                <a16:creationId xmlns:a16="http://schemas.microsoft.com/office/drawing/2014/main" id="{3AE9BA27-6152-43E0-8A57-F2C63C57E06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3" name="9wq3_5_tuned_PredictedLigand_15">
            <a:extLst>
              <a:ext uri="{FF2B5EF4-FFF2-40B4-BE49-F238E27FC236}">
                <a16:creationId xmlns:a16="http://schemas.microsoft.com/office/drawing/2014/main" id="{C09C5074-6A47-4B4C-A299-35767A7F67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4" name="9wq3_5_tuned_PredictedLigand_16">
            <a:extLst>
              <a:ext uri="{FF2B5EF4-FFF2-40B4-BE49-F238E27FC236}">
                <a16:creationId xmlns:a16="http://schemas.microsoft.com/office/drawing/2014/main" id="{6DBC30C7-FA8F-46B2-97D3-A893B1CCD2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5" name="9wq3_5_tuned_PredictedLigand_17">
            <a:extLst>
              <a:ext uri="{FF2B5EF4-FFF2-40B4-BE49-F238E27FC236}">
                <a16:creationId xmlns:a16="http://schemas.microsoft.com/office/drawing/2014/main" id="{51BFA461-E830-447D-AE6E-BF9827C067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6" name="9wq3_5_tuned_PredictedLigand_18">
            <a:extLst>
              <a:ext uri="{FF2B5EF4-FFF2-40B4-BE49-F238E27FC236}">
                <a16:creationId xmlns:a16="http://schemas.microsoft.com/office/drawing/2014/main" id="{B81292C1-5D30-40F8-A6E7-D36F6A9EC21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7" name="9wq3_5_tuned_PredictedLigand_19">
            <a:extLst>
              <a:ext uri="{FF2B5EF4-FFF2-40B4-BE49-F238E27FC236}">
                <a16:creationId xmlns:a16="http://schemas.microsoft.com/office/drawing/2014/main" id="{858DC4E3-727A-49DF-9628-33AB22E96D2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8" name="9wq3_5_tuned_PredictedLigand_20">
            <a:extLst>
              <a:ext uri="{FF2B5EF4-FFF2-40B4-BE49-F238E27FC236}">
                <a16:creationId xmlns:a16="http://schemas.microsoft.com/office/drawing/2014/main" id="{16BB3D79-32D3-4845-9F8A-BCE8BC53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9" name="9wq3_5_tuned_PredictedLigand_21">
            <a:extLst>
              <a:ext uri="{FF2B5EF4-FFF2-40B4-BE49-F238E27FC236}">
                <a16:creationId xmlns:a16="http://schemas.microsoft.com/office/drawing/2014/main" id="{99CB3CDF-D60B-47C1-9644-FFC2EBF0076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0" name="9wq3_5_tuned_PredictedLigand_22">
            <a:extLst>
              <a:ext uri="{FF2B5EF4-FFF2-40B4-BE49-F238E27FC236}">
                <a16:creationId xmlns:a16="http://schemas.microsoft.com/office/drawing/2014/main" id="{7C988F55-703C-402C-A073-D98361588E2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1" name="9wq3_5_tuned_PredictedLigand_23">
            <a:extLst>
              <a:ext uri="{FF2B5EF4-FFF2-40B4-BE49-F238E27FC236}">
                <a16:creationId xmlns:a16="http://schemas.microsoft.com/office/drawing/2014/main" id="{A2B0C4D4-0B56-4E73-8A96-7335F4BF8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2" name="9wq3_5_tuned_PredictedLigand_24">
            <a:extLst>
              <a:ext uri="{FF2B5EF4-FFF2-40B4-BE49-F238E27FC236}">
                <a16:creationId xmlns:a16="http://schemas.microsoft.com/office/drawing/2014/main" id="{6039F74B-2A40-47CC-B747-6CA1CC3F616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3" name="9wq3_5_tuned_PredictedLigand_25">
            <a:extLst>
              <a:ext uri="{FF2B5EF4-FFF2-40B4-BE49-F238E27FC236}">
                <a16:creationId xmlns:a16="http://schemas.microsoft.com/office/drawing/2014/main" id="{C16B70B1-3D4E-45F6-9276-623D24D43B5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4" name="9wq3_5_tuned_PredictedLigand_26">
            <a:extLst>
              <a:ext uri="{FF2B5EF4-FFF2-40B4-BE49-F238E27FC236}">
                <a16:creationId xmlns:a16="http://schemas.microsoft.com/office/drawing/2014/main" id="{FECA04D2-6E15-437C-9D55-316AA716A1B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5" name="9wq3_5_tuned_PredictedLigand_27">
            <a:extLst>
              <a:ext uri="{FF2B5EF4-FFF2-40B4-BE49-F238E27FC236}">
                <a16:creationId xmlns:a16="http://schemas.microsoft.com/office/drawing/2014/main" id="{B86C4E70-5E73-4A9D-9E6A-A71D3E88EC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6" name="9wq3_5_tuned_PredictedLigand_28">
            <a:extLst>
              <a:ext uri="{FF2B5EF4-FFF2-40B4-BE49-F238E27FC236}">
                <a16:creationId xmlns:a16="http://schemas.microsoft.com/office/drawing/2014/main" id="{5AEC30CA-A948-43F5-AE35-463B8687A2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7" name="9wq3_5_tuned_PredictedLigand_29">
            <a:extLst>
              <a:ext uri="{FF2B5EF4-FFF2-40B4-BE49-F238E27FC236}">
                <a16:creationId xmlns:a16="http://schemas.microsoft.com/office/drawing/2014/main" id="{4A669435-0E89-49A5-B628-5D9E615F18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8" name="9wq3_5_tuned_PredictedLigand_30">
            <a:extLst>
              <a:ext uri="{FF2B5EF4-FFF2-40B4-BE49-F238E27FC236}">
                <a16:creationId xmlns:a16="http://schemas.microsoft.com/office/drawing/2014/main" id="{22B35C9C-1DDC-4763-BF33-783234E4D34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9" name="9wq3_5_tuned_PredictedLigand_31">
            <a:extLst>
              <a:ext uri="{FF2B5EF4-FFF2-40B4-BE49-F238E27FC236}">
                <a16:creationId xmlns:a16="http://schemas.microsoft.com/office/drawing/2014/main" id="{D6713EA8-4B3F-491B-ABE2-B797190F5EC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0" name="9wq3_5_tuned_PredictedLigand_32">
            <a:extLst>
              <a:ext uri="{FF2B5EF4-FFF2-40B4-BE49-F238E27FC236}">
                <a16:creationId xmlns:a16="http://schemas.microsoft.com/office/drawing/2014/main" id="{74966DD0-13D3-4942-853A-E52667B0639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1" name="9wq3_5_tuned_PredictedLigand_33">
            <a:extLst>
              <a:ext uri="{FF2B5EF4-FFF2-40B4-BE49-F238E27FC236}">
                <a16:creationId xmlns:a16="http://schemas.microsoft.com/office/drawing/2014/main" id="{2982F16D-B6B4-4C16-BBBA-AF4C33FBCF6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2" name="9wq3_5_tuned_PredictedLigand_34">
            <a:extLst>
              <a:ext uri="{FF2B5EF4-FFF2-40B4-BE49-F238E27FC236}">
                <a16:creationId xmlns:a16="http://schemas.microsoft.com/office/drawing/2014/main" id="{7BBE36F3-74D6-4C4C-8B84-8A254A2993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3" name="9wq3_5_tuned_PredictedLigand_35">
            <a:extLst>
              <a:ext uri="{FF2B5EF4-FFF2-40B4-BE49-F238E27FC236}">
                <a16:creationId xmlns:a16="http://schemas.microsoft.com/office/drawing/2014/main" id="{CCFDAC8A-8B84-4E42-85D5-93376F68BBA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4" name="9wq3_5_tuned_PredictedLigand_36">
            <a:extLst>
              <a:ext uri="{FF2B5EF4-FFF2-40B4-BE49-F238E27FC236}">
                <a16:creationId xmlns:a16="http://schemas.microsoft.com/office/drawing/2014/main" id="{8415D683-9F18-4B2A-9512-27B675A79A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5" name="9wq3_5_tuned_PredictedLigand_37">
            <a:extLst>
              <a:ext uri="{FF2B5EF4-FFF2-40B4-BE49-F238E27FC236}">
                <a16:creationId xmlns:a16="http://schemas.microsoft.com/office/drawing/2014/main" id="{2E7FC91E-AAF6-4816-A82D-DE3E63A2A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6" name="9wq3_5_tuned_PredictedLigand_38">
            <a:extLst>
              <a:ext uri="{FF2B5EF4-FFF2-40B4-BE49-F238E27FC236}">
                <a16:creationId xmlns:a16="http://schemas.microsoft.com/office/drawing/2014/main" id="{7898EAD6-8949-47A3-AE19-988AF673304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7" name="9wq3_5_tuned_PredictedLigand_39">
            <a:extLst>
              <a:ext uri="{FF2B5EF4-FFF2-40B4-BE49-F238E27FC236}">
                <a16:creationId xmlns:a16="http://schemas.microsoft.com/office/drawing/2014/main" id="{6B7382B9-AC5F-4E8D-966A-C677FB7117F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8" name="9wq3_5_tuned_PredictedLigand_40">
            <a:extLst>
              <a:ext uri="{FF2B5EF4-FFF2-40B4-BE49-F238E27FC236}">
                <a16:creationId xmlns:a16="http://schemas.microsoft.com/office/drawing/2014/main" id="{1CB2C342-7FD3-47EF-A6AD-6FD63233423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9" name="9wq3_5_tuned_PredictedLigand_41">
            <a:extLst>
              <a:ext uri="{FF2B5EF4-FFF2-40B4-BE49-F238E27FC236}">
                <a16:creationId xmlns:a16="http://schemas.microsoft.com/office/drawing/2014/main" id="{BC761446-5A99-41CD-ADA7-903B855B7E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0" name="9wq3_5_tuned_PredictedLigand_42">
            <a:extLst>
              <a:ext uri="{FF2B5EF4-FFF2-40B4-BE49-F238E27FC236}">
                <a16:creationId xmlns:a16="http://schemas.microsoft.com/office/drawing/2014/main" id="{B0FBCAF6-7414-403A-B30D-034063372F0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1" name="9wq3_5_tuned_PredictedLigand_43">
            <a:extLst>
              <a:ext uri="{FF2B5EF4-FFF2-40B4-BE49-F238E27FC236}">
                <a16:creationId xmlns:a16="http://schemas.microsoft.com/office/drawing/2014/main" id="{14AFE34C-2DA3-46F3-803D-B76815FF19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2" name="9wq3_5_tuned_PredictedLigand_44">
            <a:extLst>
              <a:ext uri="{FF2B5EF4-FFF2-40B4-BE49-F238E27FC236}">
                <a16:creationId xmlns:a16="http://schemas.microsoft.com/office/drawing/2014/main" id="{0E5C24DF-AABF-4413-8A05-9F6563BB00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3" name="9wq3_5_tuned_PredictedLigand_45">
            <a:extLst>
              <a:ext uri="{FF2B5EF4-FFF2-40B4-BE49-F238E27FC236}">
                <a16:creationId xmlns:a16="http://schemas.microsoft.com/office/drawing/2014/main" id="{55AB64A9-E6D6-463E-AECA-EB214EE7CF5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4" name="9wq3_5_tuned_PredictedLigand_46">
            <a:extLst>
              <a:ext uri="{FF2B5EF4-FFF2-40B4-BE49-F238E27FC236}">
                <a16:creationId xmlns:a16="http://schemas.microsoft.com/office/drawing/2014/main" id="{F4879FD3-3FD3-4528-9E29-13F260D473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5" name="9wq3_5_tuned_PredictedLigand_47">
            <a:extLst>
              <a:ext uri="{FF2B5EF4-FFF2-40B4-BE49-F238E27FC236}">
                <a16:creationId xmlns:a16="http://schemas.microsoft.com/office/drawing/2014/main" id="{3DC94EA6-7161-4F78-9234-1BCE07FC58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6" name="9wq3_5_tuned_PredictedLigand_48">
            <a:extLst>
              <a:ext uri="{FF2B5EF4-FFF2-40B4-BE49-F238E27FC236}">
                <a16:creationId xmlns:a16="http://schemas.microsoft.com/office/drawing/2014/main" id="{BC54500D-A896-4E0B-A34C-BE91142AC45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7" name="9wq3_5_tuned_PredictedLigand_49">
            <a:extLst>
              <a:ext uri="{FF2B5EF4-FFF2-40B4-BE49-F238E27FC236}">
                <a16:creationId xmlns:a16="http://schemas.microsoft.com/office/drawing/2014/main" id="{F8655B37-8FE6-414B-9E22-8F8F2051FAC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8" name="9wq3_5_tuned_PredictedLigand_50">
            <a:extLst>
              <a:ext uri="{FF2B5EF4-FFF2-40B4-BE49-F238E27FC236}">
                <a16:creationId xmlns:a16="http://schemas.microsoft.com/office/drawing/2014/main" id="{396CBDA3-738D-45BA-A3DC-8E9219B45A6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9" name="9wq3_5_tuned_PredictedAtoms_0">
            <a:extLst>
              <a:ext uri="{FF2B5EF4-FFF2-40B4-BE49-F238E27FC236}">
                <a16:creationId xmlns:a16="http://schemas.microsoft.com/office/drawing/2014/main" id="{57359772-6240-41B1-8D12-EDA56659E4F2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40" name="9wq3_5_tuned_PredictedAtoms_1">
            <a:extLst>
              <a:ext uri="{FF2B5EF4-FFF2-40B4-BE49-F238E27FC236}">
                <a16:creationId xmlns:a16="http://schemas.microsoft.com/office/drawing/2014/main" id="{01F60470-A751-4937-BB5B-C810869D8B8B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1" name="9wq3_5_tuned_PredictedAtoms_2">
            <a:extLst>
              <a:ext uri="{FF2B5EF4-FFF2-40B4-BE49-F238E27FC236}">
                <a16:creationId xmlns:a16="http://schemas.microsoft.com/office/drawing/2014/main" id="{0BAF1F07-E96A-46E6-AD69-6DB1E9D9E881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2" name="9wq3_5_tuned_PredictedAtoms_3">
            <a:extLst>
              <a:ext uri="{FF2B5EF4-FFF2-40B4-BE49-F238E27FC236}">
                <a16:creationId xmlns:a16="http://schemas.microsoft.com/office/drawing/2014/main" id="{C0C8540D-C2D0-458E-BB5F-EDA841C7435F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3" name="9wq3_5_tuned_PredictedAtoms_4">
            <a:extLst>
              <a:ext uri="{FF2B5EF4-FFF2-40B4-BE49-F238E27FC236}">
                <a16:creationId xmlns:a16="http://schemas.microsoft.com/office/drawing/2014/main" id="{A636EEAA-C9F7-47F6-BA97-67E522D1A915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4" name="9wq3_5_tuned_PredictedAtoms_5">
            <a:extLst>
              <a:ext uri="{FF2B5EF4-FFF2-40B4-BE49-F238E27FC236}">
                <a16:creationId xmlns:a16="http://schemas.microsoft.com/office/drawing/2014/main" id="{945BAE16-B969-4E74-843B-A19146EFC7F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5" name="9wq3_5_tuned_PredictedAtoms_6">
            <a:extLst>
              <a:ext uri="{FF2B5EF4-FFF2-40B4-BE49-F238E27FC236}">
                <a16:creationId xmlns:a16="http://schemas.microsoft.com/office/drawing/2014/main" id="{1A877D0F-D9F4-4AC6-9C75-B0CA466FF1DC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6" name="9wq3_5_tuned_PredictedAtoms_7">
            <a:extLst>
              <a:ext uri="{FF2B5EF4-FFF2-40B4-BE49-F238E27FC236}">
                <a16:creationId xmlns:a16="http://schemas.microsoft.com/office/drawing/2014/main" id="{1917FA33-5CE4-4F1F-A726-7B3E499E8388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7" name="9wq3_5_tuned_PredictedAtoms_8">
            <a:extLst>
              <a:ext uri="{FF2B5EF4-FFF2-40B4-BE49-F238E27FC236}">
                <a16:creationId xmlns:a16="http://schemas.microsoft.com/office/drawing/2014/main" id="{84BA9687-FCCE-4090-9DD4-7AE5B9AEB2BD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8" name="9wq3_5_tuned_PredictedAtoms_9">
            <a:extLst>
              <a:ext uri="{FF2B5EF4-FFF2-40B4-BE49-F238E27FC236}">
                <a16:creationId xmlns:a16="http://schemas.microsoft.com/office/drawing/2014/main" id="{45C45078-39E5-44F4-A6CD-73ED036084E4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49" name="9wq3_5_tuned_PredictedAtoms_10">
            <a:extLst>
              <a:ext uri="{FF2B5EF4-FFF2-40B4-BE49-F238E27FC236}">
                <a16:creationId xmlns:a16="http://schemas.microsoft.com/office/drawing/2014/main" id="{CD148E2C-E80C-45DA-8A90-CD18066183F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0" name="9wq3_5_tuned_PredictedAtoms_11">
            <a:extLst>
              <a:ext uri="{FF2B5EF4-FFF2-40B4-BE49-F238E27FC236}">
                <a16:creationId xmlns:a16="http://schemas.microsoft.com/office/drawing/2014/main" id="{BB1C4ED8-AD80-4645-80F1-05AD440EB78B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51" name="9wq3_5_tuned_PredictedAtoms_12">
            <a:extLst>
              <a:ext uri="{FF2B5EF4-FFF2-40B4-BE49-F238E27FC236}">
                <a16:creationId xmlns:a16="http://schemas.microsoft.com/office/drawing/2014/main" id="{61297E73-9412-4DF1-9F8D-CF86A28DA718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2" name="9wq3_5_tuned_PredictedAtoms_13">
            <a:extLst>
              <a:ext uri="{FF2B5EF4-FFF2-40B4-BE49-F238E27FC236}">
                <a16:creationId xmlns:a16="http://schemas.microsoft.com/office/drawing/2014/main" id="{1DB00D50-3719-422F-909C-610233830AEA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3" name="9wq3_5_tuned_PredictedAtoms_14">
            <a:extLst>
              <a:ext uri="{FF2B5EF4-FFF2-40B4-BE49-F238E27FC236}">
                <a16:creationId xmlns:a16="http://schemas.microsoft.com/office/drawing/2014/main" id="{436A02A3-AB1C-45BB-96D9-496A22C18509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4" name="9wq3_5_tuned_PredictedAtoms_15">
            <a:extLst>
              <a:ext uri="{FF2B5EF4-FFF2-40B4-BE49-F238E27FC236}">
                <a16:creationId xmlns:a16="http://schemas.microsoft.com/office/drawing/2014/main" id="{F8EF93E8-5C52-4D0E-ADDA-8273F2F5D706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5" name="9wq3_5_tuned_PredictedAtoms_16">
            <a:extLst>
              <a:ext uri="{FF2B5EF4-FFF2-40B4-BE49-F238E27FC236}">
                <a16:creationId xmlns:a16="http://schemas.microsoft.com/office/drawing/2014/main" id="{885C4B69-6FD2-4EC0-B5B6-91A48E967AA8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6" name="9wq3_5_tuned_PredictedAtoms_17">
            <a:extLst>
              <a:ext uri="{FF2B5EF4-FFF2-40B4-BE49-F238E27FC236}">
                <a16:creationId xmlns:a16="http://schemas.microsoft.com/office/drawing/2014/main" id="{4AD0305C-427C-4695-8584-0FAC03277AB7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857" name="9wq3_5_tuned_PredictedAtoms_18">
            <a:extLst>
              <a:ext uri="{FF2B5EF4-FFF2-40B4-BE49-F238E27FC236}">
                <a16:creationId xmlns:a16="http://schemas.microsoft.com/office/drawing/2014/main" id="{7BF1A6B5-E81F-446D-A734-6157ABA98E07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8" name="9wq3_5_tuned_PredictedAtoms_19">
            <a:extLst>
              <a:ext uri="{FF2B5EF4-FFF2-40B4-BE49-F238E27FC236}">
                <a16:creationId xmlns:a16="http://schemas.microsoft.com/office/drawing/2014/main" id="{123E643F-D4F7-44F9-A52F-7255FF340E88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9" name="9wq3_5_tuned_PredictedAtoms_20">
            <a:extLst>
              <a:ext uri="{FF2B5EF4-FFF2-40B4-BE49-F238E27FC236}">
                <a16:creationId xmlns:a16="http://schemas.microsoft.com/office/drawing/2014/main" id="{BE05E67C-4EF0-469B-A58E-05076203030E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60" name="9wq3_5_tuned_PredictedAtoms_21">
            <a:extLst>
              <a:ext uri="{FF2B5EF4-FFF2-40B4-BE49-F238E27FC236}">
                <a16:creationId xmlns:a16="http://schemas.microsoft.com/office/drawing/2014/main" id="{395DCADE-5E66-424C-B21B-7433BC42BDAF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1" name="9wq3_5_tuned_PredictedAtoms_22">
            <a:extLst>
              <a:ext uri="{FF2B5EF4-FFF2-40B4-BE49-F238E27FC236}">
                <a16:creationId xmlns:a16="http://schemas.microsoft.com/office/drawing/2014/main" id="{CDA09DDB-C35D-40B2-8DA9-19C0C3AD109E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2" name="9wq3_5_tuned_PredictedAtoms_23">
            <a:extLst>
              <a:ext uri="{FF2B5EF4-FFF2-40B4-BE49-F238E27FC236}">
                <a16:creationId xmlns:a16="http://schemas.microsoft.com/office/drawing/2014/main" id="{C1CD7872-0AD3-4A51-9774-86A70D09160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3" name="9wq3_5_tuned_PredictedAtoms_24">
            <a:extLst>
              <a:ext uri="{FF2B5EF4-FFF2-40B4-BE49-F238E27FC236}">
                <a16:creationId xmlns:a16="http://schemas.microsoft.com/office/drawing/2014/main" id="{B0F3B9B6-A60E-4BEC-8A8F-EB78C137D5C0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4" name="9wq3_5_tuned_PredictedAtoms_25">
            <a:extLst>
              <a:ext uri="{FF2B5EF4-FFF2-40B4-BE49-F238E27FC236}">
                <a16:creationId xmlns:a16="http://schemas.microsoft.com/office/drawing/2014/main" id="{04CE9263-6856-4E22-834B-7878A85C635B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5" name="9wq3_5_tuned_PredictedAtoms_26">
            <a:extLst>
              <a:ext uri="{FF2B5EF4-FFF2-40B4-BE49-F238E27FC236}">
                <a16:creationId xmlns:a16="http://schemas.microsoft.com/office/drawing/2014/main" id="{F2EA345E-7F9E-4034-9B56-A65B86172488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6" name="9wq3_5_tuned_PredictedAtoms_27">
            <a:extLst>
              <a:ext uri="{FF2B5EF4-FFF2-40B4-BE49-F238E27FC236}">
                <a16:creationId xmlns:a16="http://schemas.microsoft.com/office/drawing/2014/main" id="{FD3ADA6C-FB1F-4607-9CA7-E8761236A88B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7" name="9wq3_5_tuned_PredictedAtoms_28">
            <a:extLst>
              <a:ext uri="{FF2B5EF4-FFF2-40B4-BE49-F238E27FC236}">
                <a16:creationId xmlns:a16="http://schemas.microsoft.com/office/drawing/2014/main" id="{FEF09596-6147-409F-9F9B-395907FDED54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68" name="9wq3_5_tuned_PredictedAtoms_29">
            <a:extLst>
              <a:ext uri="{FF2B5EF4-FFF2-40B4-BE49-F238E27FC236}">
                <a16:creationId xmlns:a16="http://schemas.microsoft.com/office/drawing/2014/main" id="{93FBF378-DE39-4307-B145-D0865E9B546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9" name="9wq3_5_tuned_PredictedAtoms_30">
            <a:extLst>
              <a:ext uri="{FF2B5EF4-FFF2-40B4-BE49-F238E27FC236}">
                <a16:creationId xmlns:a16="http://schemas.microsoft.com/office/drawing/2014/main" id="{6D56D8D7-ADCE-401F-A201-43B3A08130C5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0" name="9wq3_5_tuned_PredictedAtoms_31">
            <a:extLst>
              <a:ext uri="{FF2B5EF4-FFF2-40B4-BE49-F238E27FC236}">
                <a16:creationId xmlns:a16="http://schemas.microsoft.com/office/drawing/2014/main" id="{C4E213AC-445C-4B6E-9878-86042DFACC1B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71" name="9wq3_5_tuned_PredictedAtoms_32">
            <a:extLst>
              <a:ext uri="{FF2B5EF4-FFF2-40B4-BE49-F238E27FC236}">
                <a16:creationId xmlns:a16="http://schemas.microsoft.com/office/drawing/2014/main" id="{5B8B1638-C577-4F2C-AFF5-7C8C2DCF685A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72" name="9wq3_5_tuned_PredictedAtoms_33">
            <a:extLst>
              <a:ext uri="{FF2B5EF4-FFF2-40B4-BE49-F238E27FC236}">
                <a16:creationId xmlns:a16="http://schemas.microsoft.com/office/drawing/2014/main" id="{21EF624F-EBE1-4B21-897C-B9129C8657B9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3" name="9wq3_5_tuned_PredictedAtoms_34">
            <a:extLst>
              <a:ext uri="{FF2B5EF4-FFF2-40B4-BE49-F238E27FC236}">
                <a16:creationId xmlns:a16="http://schemas.microsoft.com/office/drawing/2014/main" id="{D98DDBAA-C3E1-493E-B61D-1491F8659A83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74" name="9wq3_5_tuned_PredictedAtoms_35">
            <a:extLst>
              <a:ext uri="{FF2B5EF4-FFF2-40B4-BE49-F238E27FC236}">
                <a16:creationId xmlns:a16="http://schemas.microsoft.com/office/drawing/2014/main" id="{9611A3CD-9C59-4A67-B543-1D7009B161A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5" name="9wq3_5_tuned_PredictedAtoms_36">
            <a:extLst>
              <a:ext uri="{FF2B5EF4-FFF2-40B4-BE49-F238E27FC236}">
                <a16:creationId xmlns:a16="http://schemas.microsoft.com/office/drawing/2014/main" id="{69D2C4C1-FF22-4E19-96BD-2F35BF67F8E5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6" name="9wq3_5_tuned_PredictedAtoms_37">
            <a:extLst>
              <a:ext uri="{FF2B5EF4-FFF2-40B4-BE49-F238E27FC236}">
                <a16:creationId xmlns:a16="http://schemas.microsoft.com/office/drawing/2014/main" id="{E7BB317D-E4A6-411F-90BD-7DE86DB2C14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77" name="9wq3_5_tuned_PredictedAtoms_38">
            <a:extLst>
              <a:ext uri="{FF2B5EF4-FFF2-40B4-BE49-F238E27FC236}">
                <a16:creationId xmlns:a16="http://schemas.microsoft.com/office/drawing/2014/main" id="{532508C4-CA07-478E-92C0-08B2D35916D7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878" name="9wq3_5_tuned_PredictedAtoms_39">
            <a:extLst>
              <a:ext uri="{FF2B5EF4-FFF2-40B4-BE49-F238E27FC236}">
                <a16:creationId xmlns:a16="http://schemas.microsoft.com/office/drawing/2014/main" id="{1894348E-4BB8-4731-A96F-2A93E68EDD16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79" name="9wq3_5_tuned_PredictedAtoms_41">
            <a:extLst>
              <a:ext uri="{FF2B5EF4-FFF2-40B4-BE49-F238E27FC236}">
                <a16:creationId xmlns:a16="http://schemas.microsoft.com/office/drawing/2014/main" id="{EE74124B-5E33-432B-8ABA-34DB4B4915D3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80" name="9wq3_5_tuned_PredictedAtoms_42">
            <a:extLst>
              <a:ext uri="{FF2B5EF4-FFF2-40B4-BE49-F238E27FC236}">
                <a16:creationId xmlns:a16="http://schemas.microsoft.com/office/drawing/2014/main" id="{503C99A3-7DF9-44D7-BD52-D1A776D7AA44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1" name="9wq3_5_tuned_PredictedAtoms_43">
            <a:extLst>
              <a:ext uri="{FF2B5EF4-FFF2-40B4-BE49-F238E27FC236}">
                <a16:creationId xmlns:a16="http://schemas.microsoft.com/office/drawing/2014/main" id="{74A9278B-0CAF-4230-9307-3C3820AD6B83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2" name="9wq3_5_tuned_PredictedAtoms_44">
            <a:extLst>
              <a:ext uri="{FF2B5EF4-FFF2-40B4-BE49-F238E27FC236}">
                <a16:creationId xmlns:a16="http://schemas.microsoft.com/office/drawing/2014/main" id="{C1E57259-D07F-4BF5-AF9D-19A10E36DB6E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83" name="stage3-cases-main_54">
            <a:extLst>
              <a:ext uri="{FF2B5EF4-FFF2-40B4-BE49-F238E27FC236}">
                <a16:creationId xmlns:a16="http://schemas.microsoft.com/office/drawing/2014/main" id="{F5189820-6E41-49A6-A584-514F0AF823EA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884" name="9wq3_5_build_Receptor">
            <a:extLst>
              <a:ext uri="{FF2B5EF4-FFF2-40B4-BE49-F238E27FC236}">
                <a16:creationId xmlns:a16="http://schemas.microsoft.com/office/drawing/2014/main" id="{F6953F1A-1F88-47F7-ACE9-67E031D4E1F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885" name="9wq3_5_build_ExperimentalDensity">
            <a:extLst>
              <a:ext uri="{FF2B5EF4-FFF2-40B4-BE49-F238E27FC236}">
                <a16:creationId xmlns:a16="http://schemas.microsoft.com/office/drawing/2014/main" id="{5685EDCC-AF6D-4CAE-A4E8-0A3253C08A3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886" name="9wq3_5_build_ReferenceLigand_0">
            <a:extLst>
              <a:ext uri="{FF2B5EF4-FFF2-40B4-BE49-F238E27FC236}">
                <a16:creationId xmlns:a16="http://schemas.microsoft.com/office/drawing/2014/main" id="{AC203C02-6A15-4B04-85EE-F85427E587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7" name="9wq3_5_build_ReferenceLigand_1">
            <a:extLst>
              <a:ext uri="{FF2B5EF4-FFF2-40B4-BE49-F238E27FC236}">
                <a16:creationId xmlns:a16="http://schemas.microsoft.com/office/drawing/2014/main" id="{43EA8B46-7D44-4C0C-8B83-9A53418714B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8" name="9wq3_5_build_ReferenceLigand_2">
            <a:extLst>
              <a:ext uri="{FF2B5EF4-FFF2-40B4-BE49-F238E27FC236}">
                <a16:creationId xmlns:a16="http://schemas.microsoft.com/office/drawing/2014/main" id="{88AD0C21-5032-4EDB-B571-29EA69A3948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89" name="9wq3_5_build_ReferenceLigand_3">
            <a:extLst>
              <a:ext uri="{FF2B5EF4-FFF2-40B4-BE49-F238E27FC236}">
                <a16:creationId xmlns:a16="http://schemas.microsoft.com/office/drawing/2014/main" id="{FB3E8998-267E-4D04-9B7B-1367929F8E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0" name="9wq3_5_build_ReferenceLigand_4">
            <a:extLst>
              <a:ext uri="{FF2B5EF4-FFF2-40B4-BE49-F238E27FC236}">
                <a16:creationId xmlns:a16="http://schemas.microsoft.com/office/drawing/2014/main" id="{2205D238-19A3-4EDA-BFB6-2FB8607B70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1" name="9wq3_5_build_ReferenceLigand_5">
            <a:extLst>
              <a:ext uri="{FF2B5EF4-FFF2-40B4-BE49-F238E27FC236}">
                <a16:creationId xmlns:a16="http://schemas.microsoft.com/office/drawing/2014/main" id="{7FD45E54-4D1F-4E70-8F61-BEADC996973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2" name="9wq3_5_build_ReferenceLigand_6">
            <a:extLst>
              <a:ext uri="{FF2B5EF4-FFF2-40B4-BE49-F238E27FC236}">
                <a16:creationId xmlns:a16="http://schemas.microsoft.com/office/drawing/2014/main" id="{21A16EA4-E69A-47F8-B837-FF18CA2093B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3" name="9wq3_5_build_ReferenceLigand_7">
            <a:extLst>
              <a:ext uri="{FF2B5EF4-FFF2-40B4-BE49-F238E27FC236}">
                <a16:creationId xmlns:a16="http://schemas.microsoft.com/office/drawing/2014/main" id="{D46F5B2E-AA58-4822-B5EC-D61D56A57D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4" name="9wq3_5_build_ReferenceLigand_8">
            <a:extLst>
              <a:ext uri="{FF2B5EF4-FFF2-40B4-BE49-F238E27FC236}">
                <a16:creationId xmlns:a16="http://schemas.microsoft.com/office/drawing/2014/main" id="{2CE6B536-F729-42BF-969C-2CAF8DEA9A3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5" name="9wq3_5_build_ReferenceLigand_9">
            <a:extLst>
              <a:ext uri="{FF2B5EF4-FFF2-40B4-BE49-F238E27FC236}">
                <a16:creationId xmlns:a16="http://schemas.microsoft.com/office/drawing/2014/main" id="{84BA3ACB-4663-4AE1-90F8-6AA6FCDF48F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6" name="9wq3_5_build_ReferenceLigand_10">
            <a:extLst>
              <a:ext uri="{FF2B5EF4-FFF2-40B4-BE49-F238E27FC236}">
                <a16:creationId xmlns:a16="http://schemas.microsoft.com/office/drawing/2014/main" id="{E504C5DC-AC21-4BB2-9E6E-E4C85DC75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7" name="9wq3_5_build_ReferenceLigand_11">
            <a:extLst>
              <a:ext uri="{FF2B5EF4-FFF2-40B4-BE49-F238E27FC236}">
                <a16:creationId xmlns:a16="http://schemas.microsoft.com/office/drawing/2014/main" id="{D2C5FCDD-BBDA-4897-A5A5-466E3F1EAFF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8" name="9wq3_5_build_ReferenceLigand_12">
            <a:extLst>
              <a:ext uri="{FF2B5EF4-FFF2-40B4-BE49-F238E27FC236}">
                <a16:creationId xmlns:a16="http://schemas.microsoft.com/office/drawing/2014/main" id="{8E2AFB7F-2ED4-4F24-87AC-1D319F15FF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99" name="9wq3_5_build_ReferenceLigand_13">
            <a:extLst>
              <a:ext uri="{FF2B5EF4-FFF2-40B4-BE49-F238E27FC236}">
                <a16:creationId xmlns:a16="http://schemas.microsoft.com/office/drawing/2014/main" id="{A0677B9E-5D06-451D-B5EF-F72781CD206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0" name="9wq3_5_build_ReferenceLigand_14">
            <a:extLst>
              <a:ext uri="{FF2B5EF4-FFF2-40B4-BE49-F238E27FC236}">
                <a16:creationId xmlns:a16="http://schemas.microsoft.com/office/drawing/2014/main" id="{45D4BE0A-AF9E-4B3F-ABEA-916180313EB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1" name="9wq3_5_build_ReferenceLigand_15">
            <a:extLst>
              <a:ext uri="{FF2B5EF4-FFF2-40B4-BE49-F238E27FC236}">
                <a16:creationId xmlns:a16="http://schemas.microsoft.com/office/drawing/2014/main" id="{E5434B79-91E2-42ED-B739-2058EDA94BB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2" name="9wq3_5_build_ReferenceLigand_16">
            <a:extLst>
              <a:ext uri="{FF2B5EF4-FFF2-40B4-BE49-F238E27FC236}">
                <a16:creationId xmlns:a16="http://schemas.microsoft.com/office/drawing/2014/main" id="{072886F5-5DEE-4091-A74E-577360BF5AC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3" name="9wq3_5_build_ReferenceLigand_17">
            <a:extLst>
              <a:ext uri="{FF2B5EF4-FFF2-40B4-BE49-F238E27FC236}">
                <a16:creationId xmlns:a16="http://schemas.microsoft.com/office/drawing/2014/main" id="{90A4F0A8-0BF6-4124-A94B-51441356679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build_ReferenceLigand_18">
            <a:extLst>
              <a:ext uri="{FF2B5EF4-FFF2-40B4-BE49-F238E27FC236}">
                <a16:creationId xmlns:a16="http://schemas.microsoft.com/office/drawing/2014/main" id="{7BA76608-10A2-4D95-8E8C-0EE5C37E70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build_ReferenceLigand_19">
            <a:extLst>
              <a:ext uri="{FF2B5EF4-FFF2-40B4-BE49-F238E27FC236}">
                <a16:creationId xmlns:a16="http://schemas.microsoft.com/office/drawing/2014/main" id="{7C7583E2-C1AA-4FCC-BBFC-295B7145340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build_ReferenceLigand_20">
            <a:extLst>
              <a:ext uri="{FF2B5EF4-FFF2-40B4-BE49-F238E27FC236}">
                <a16:creationId xmlns:a16="http://schemas.microsoft.com/office/drawing/2014/main" id="{77BA250D-BD0D-4B0E-976C-EA9D6931ADF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build_ReferenceLigand_21">
            <a:extLst>
              <a:ext uri="{FF2B5EF4-FFF2-40B4-BE49-F238E27FC236}">
                <a16:creationId xmlns:a16="http://schemas.microsoft.com/office/drawing/2014/main" id="{E5F09E5F-9A2F-4B9F-A6DD-6823A45E147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build_ReferenceLigand_22">
            <a:extLst>
              <a:ext uri="{FF2B5EF4-FFF2-40B4-BE49-F238E27FC236}">
                <a16:creationId xmlns:a16="http://schemas.microsoft.com/office/drawing/2014/main" id="{2C12A47D-7EB2-4881-9A4B-79F0A51D07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build_ReferenceLigand_23">
            <a:extLst>
              <a:ext uri="{FF2B5EF4-FFF2-40B4-BE49-F238E27FC236}">
                <a16:creationId xmlns:a16="http://schemas.microsoft.com/office/drawing/2014/main" id="{2F7B2AE0-6E6C-455A-9CE1-CDF4C1DBD9F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build_ReferenceLigand_24">
            <a:extLst>
              <a:ext uri="{FF2B5EF4-FFF2-40B4-BE49-F238E27FC236}">
                <a16:creationId xmlns:a16="http://schemas.microsoft.com/office/drawing/2014/main" id="{1E598FBC-3861-4557-B4C2-57AFB73454F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build_ReferenceLigand_25">
            <a:extLst>
              <a:ext uri="{FF2B5EF4-FFF2-40B4-BE49-F238E27FC236}">
                <a16:creationId xmlns:a16="http://schemas.microsoft.com/office/drawing/2014/main" id="{E41AD605-0F28-4212-B88B-07D9455112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build_ReferenceLigand_26">
            <a:extLst>
              <a:ext uri="{FF2B5EF4-FFF2-40B4-BE49-F238E27FC236}">
                <a16:creationId xmlns:a16="http://schemas.microsoft.com/office/drawing/2014/main" id="{EB6264A6-822B-4746-80F4-79FE9909502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build_ReferenceLigand_27">
            <a:extLst>
              <a:ext uri="{FF2B5EF4-FFF2-40B4-BE49-F238E27FC236}">
                <a16:creationId xmlns:a16="http://schemas.microsoft.com/office/drawing/2014/main" id="{98B0E3D2-7F30-4501-986E-CCB048178F5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build_ReferenceLigand_28">
            <a:extLst>
              <a:ext uri="{FF2B5EF4-FFF2-40B4-BE49-F238E27FC236}">
                <a16:creationId xmlns:a16="http://schemas.microsoft.com/office/drawing/2014/main" id="{44005E3D-40FA-4D5D-84C9-4B13E72A065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build_ReferenceLigand_29">
            <a:extLst>
              <a:ext uri="{FF2B5EF4-FFF2-40B4-BE49-F238E27FC236}">
                <a16:creationId xmlns:a16="http://schemas.microsoft.com/office/drawing/2014/main" id="{94F5E55E-6A37-4760-B94B-2180F0B191F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build_ReferenceLigand_30">
            <a:extLst>
              <a:ext uri="{FF2B5EF4-FFF2-40B4-BE49-F238E27FC236}">
                <a16:creationId xmlns:a16="http://schemas.microsoft.com/office/drawing/2014/main" id="{3D134806-32AC-4483-9431-7753C25AAA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build_ReferenceLigand_31">
            <a:extLst>
              <a:ext uri="{FF2B5EF4-FFF2-40B4-BE49-F238E27FC236}">
                <a16:creationId xmlns:a16="http://schemas.microsoft.com/office/drawing/2014/main" id="{4E4A793D-6CA3-43C3-95F9-CDFB2965F00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build_ReferenceLigand_32">
            <a:extLst>
              <a:ext uri="{FF2B5EF4-FFF2-40B4-BE49-F238E27FC236}">
                <a16:creationId xmlns:a16="http://schemas.microsoft.com/office/drawing/2014/main" id="{2489B76B-3A27-4779-BB70-E0539D0F6C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build_ReferenceLigand_33">
            <a:extLst>
              <a:ext uri="{FF2B5EF4-FFF2-40B4-BE49-F238E27FC236}">
                <a16:creationId xmlns:a16="http://schemas.microsoft.com/office/drawing/2014/main" id="{2DCE6E21-1A72-4CC4-BDE7-32390F2CF2C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build_ReferenceLigand_34">
            <a:extLst>
              <a:ext uri="{FF2B5EF4-FFF2-40B4-BE49-F238E27FC236}">
                <a16:creationId xmlns:a16="http://schemas.microsoft.com/office/drawing/2014/main" id="{BF9EB481-48DC-4143-A200-8F9BA141D14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build_ReferenceLigand_35">
            <a:extLst>
              <a:ext uri="{FF2B5EF4-FFF2-40B4-BE49-F238E27FC236}">
                <a16:creationId xmlns:a16="http://schemas.microsoft.com/office/drawing/2014/main" id="{530F290D-F269-4776-8DCF-3453315A181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build_ReferenceLigand_36">
            <a:extLst>
              <a:ext uri="{FF2B5EF4-FFF2-40B4-BE49-F238E27FC236}">
                <a16:creationId xmlns:a16="http://schemas.microsoft.com/office/drawing/2014/main" id="{5D99B54C-1B50-447D-ACB3-F06CF959EB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build_ReferenceLigand_37">
            <a:extLst>
              <a:ext uri="{FF2B5EF4-FFF2-40B4-BE49-F238E27FC236}">
                <a16:creationId xmlns:a16="http://schemas.microsoft.com/office/drawing/2014/main" id="{A0ECC788-00E7-4ACE-B30D-CB502FCC87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build_ReferenceLigand_38">
            <a:extLst>
              <a:ext uri="{FF2B5EF4-FFF2-40B4-BE49-F238E27FC236}">
                <a16:creationId xmlns:a16="http://schemas.microsoft.com/office/drawing/2014/main" id="{A4A9CE73-DDE0-4B50-A55A-F2A0BDFE86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build_ReferenceLigand_39">
            <a:extLst>
              <a:ext uri="{FF2B5EF4-FFF2-40B4-BE49-F238E27FC236}">
                <a16:creationId xmlns:a16="http://schemas.microsoft.com/office/drawing/2014/main" id="{D058F3FE-FE28-4220-B9FF-0AD15DD74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build_ReferenceLigand_40">
            <a:extLst>
              <a:ext uri="{FF2B5EF4-FFF2-40B4-BE49-F238E27FC236}">
                <a16:creationId xmlns:a16="http://schemas.microsoft.com/office/drawing/2014/main" id="{C6D80495-4459-4234-93E7-0FADA0BE27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build_ReferenceLigand_41">
            <a:extLst>
              <a:ext uri="{FF2B5EF4-FFF2-40B4-BE49-F238E27FC236}">
                <a16:creationId xmlns:a16="http://schemas.microsoft.com/office/drawing/2014/main" id="{5E303314-238D-4283-85E3-8167E608491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build_ReferenceLigand_42">
            <a:extLst>
              <a:ext uri="{FF2B5EF4-FFF2-40B4-BE49-F238E27FC236}">
                <a16:creationId xmlns:a16="http://schemas.microsoft.com/office/drawing/2014/main" id="{C103D234-8FF6-4DEC-A261-66BD8482CD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build_ReferenceLigand_43">
            <a:extLst>
              <a:ext uri="{FF2B5EF4-FFF2-40B4-BE49-F238E27FC236}">
                <a16:creationId xmlns:a16="http://schemas.microsoft.com/office/drawing/2014/main" id="{208D5140-A489-4E59-A39F-A5CB78B775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build_ReferenceLigand_44">
            <a:extLst>
              <a:ext uri="{FF2B5EF4-FFF2-40B4-BE49-F238E27FC236}">
                <a16:creationId xmlns:a16="http://schemas.microsoft.com/office/drawing/2014/main" id="{36AB4C05-8BD4-4477-82AB-7B3C2CACD93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build_ReferenceLigand_45">
            <a:extLst>
              <a:ext uri="{FF2B5EF4-FFF2-40B4-BE49-F238E27FC236}">
                <a16:creationId xmlns:a16="http://schemas.microsoft.com/office/drawing/2014/main" id="{5B6D43BD-C40E-4B82-A7E0-683D7C1EFF9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build_ReferenceLigand_46">
            <a:extLst>
              <a:ext uri="{FF2B5EF4-FFF2-40B4-BE49-F238E27FC236}">
                <a16:creationId xmlns:a16="http://schemas.microsoft.com/office/drawing/2014/main" id="{878FDCC0-B5AC-458E-825A-07B0968FB5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build_ReferenceLigand_47">
            <a:extLst>
              <a:ext uri="{FF2B5EF4-FFF2-40B4-BE49-F238E27FC236}">
                <a16:creationId xmlns:a16="http://schemas.microsoft.com/office/drawing/2014/main" id="{F68EA48A-B804-4043-A174-4B20CEBBAA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build_ReferenceLigand_48">
            <a:extLst>
              <a:ext uri="{FF2B5EF4-FFF2-40B4-BE49-F238E27FC236}">
                <a16:creationId xmlns:a16="http://schemas.microsoft.com/office/drawing/2014/main" id="{3699C205-953D-4EC4-832D-89CE0CB4AA2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build_ReferenceLigand_49">
            <a:extLst>
              <a:ext uri="{FF2B5EF4-FFF2-40B4-BE49-F238E27FC236}">
                <a16:creationId xmlns:a16="http://schemas.microsoft.com/office/drawing/2014/main" id="{30E915FA-01FA-4A60-A5BA-187B42009B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build_ReferenceLigand_50">
            <a:extLst>
              <a:ext uri="{FF2B5EF4-FFF2-40B4-BE49-F238E27FC236}">
                <a16:creationId xmlns:a16="http://schemas.microsoft.com/office/drawing/2014/main" id="{89D528D9-F192-4B61-A16D-F99294E192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build_PredictedLigand_0">
            <a:extLst>
              <a:ext uri="{FF2B5EF4-FFF2-40B4-BE49-F238E27FC236}">
                <a16:creationId xmlns:a16="http://schemas.microsoft.com/office/drawing/2014/main" id="{F9E0D355-0898-4768-A674-624BFD7973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8" name="9wq3_5_build_PredictedLigand_1">
            <a:extLst>
              <a:ext uri="{FF2B5EF4-FFF2-40B4-BE49-F238E27FC236}">
                <a16:creationId xmlns:a16="http://schemas.microsoft.com/office/drawing/2014/main" id="{6589872F-C12D-4E48-BDF3-C571B97B748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39" name="9wq3_5_build_PredictedLigand_2">
            <a:extLst>
              <a:ext uri="{FF2B5EF4-FFF2-40B4-BE49-F238E27FC236}">
                <a16:creationId xmlns:a16="http://schemas.microsoft.com/office/drawing/2014/main" id="{0D4F47A1-D64E-4EE1-BE5C-F42040A4778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0" name="9wq3_5_build_PredictedLigand_3">
            <a:extLst>
              <a:ext uri="{FF2B5EF4-FFF2-40B4-BE49-F238E27FC236}">
                <a16:creationId xmlns:a16="http://schemas.microsoft.com/office/drawing/2014/main" id="{524860CB-8AA9-498D-BCB5-6E0FB67C42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1" name="9wq3_5_build_PredictedLigand_4">
            <a:extLst>
              <a:ext uri="{FF2B5EF4-FFF2-40B4-BE49-F238E27FC236}">
                <a16:creationId xmlns:a16="http://schemas.microsoft.com/office/drawing/2014/main" id="{97AB73D1-C302-47DE-B74F-D060CB96C3D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2" name="9wq3_5_build_PredictedLigand_5">
            <a:extLst>
              <a:ext uri="{FF2B5EF4-FFF2-40B4-BE49-F238E27FC236}">
                <a16:creationId xmlns:a16="http://schemas.microsoft.com/office/drawing/2014/main" id="{3C39AE40-4231-4297-B79B-EB3452D3BA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3" name="9wq3_5_build_PredictedLigand_6">
            <a:extLst>
              <a:ext uri="{FF2B5EF4-FFF2-40B4-BE49-F238E27FC236}">
                <a16:creationId xmlns:a16="http://schemas.microsoft.com/office/drawing/2014/main" id="{CE88F580-0255-4A2B-AA03-05E245AF15C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4" name="9wq3_5_build_PredictedLigand_7">
            <a:extLst>
              <a:ext uri="{FF2B5EF4-FFF2-40B4-BE49-F238E27FC236}">
                <a16:creationId xmlns:a16="http://schemas.microsoft.com/office/drawing/2014/main" id="{1E13F66A-0E20-49E3-8E68-43C45A330F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5" name="9wq3_5_build_PredictedLigand_8">
            <a:extLst>
              <a:ext uri="{FF2B5EF4-FFF2-40B4-BE49-F238E27FC236}">
                <a16:creationId xmlns:a16="http://schemas.microsoft.com/office/drawing/2014/main" id="{44555E4D-234B-4668-B840-A8543C7682D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6" name="9wq3_5_build_PredictedLigand_9">
            <a:extLst>
              <a:ext uri="{FF2B5EF4-FFF2-40B4-BE49-F238E27FC236}">
                <a16:creationId xmlns:a16="http://schemas.microsoft.com/office/drawing/2014/main" id="{88A05363-88E9-489A-85C8-19B57BC417A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7" name="9wq3_5_build_PredictedLigand_10">
            <a:extLst>
              <a:ext uri="{FF2B5EF4-FFF2-40B4-BE49-F238E27FC236}">
                <a16:creationId xmlns:a16="http://schemas.microsoft.com/office/drawing/2014/main" id="{E880455A-F0A6-479C-89F6-30FE90EE765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8" name="9wq3_5_build_PredictedLigand_11">
            <a:extLst>
              <a:ext uri="{FF2B5EF4-FFF2-40B4-BE49-F238E27FC236}">
                <a16:creationId xmlns:a16="http://schemas.microsoft.com/office/drawing/2014/main" id="{198F53FA-31D9-4762-A572-A8392DDABA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49" name="9wq3_5_build_PredictedLigand_12">
            <a:extLst>
              <a:ext uri="{FF2B5EF4-FFF2-40B4-BE49-F238E27FC236}">
                <a16:creationId xmlns:a16="http://schemas.microsoft.com/office/drawing/2014/main" id="{600F6D05-E84C-4D71-A699-943EE8FAF2D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0" name="9wq3_5_build_PredictedLigand_13">
            <a:extLst>
              <a:ext uri="{FF2B5EF4-FFF2-40B4-BE49-F238E27FC236}">
                <a16:creationId xmlns:a16="http://schemas.microsoft.com/office/drawing/2014/main" id="{AB94B117-7BE0-4908-AF4E-95CCEC086FA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1" name="9wq3_5_build_PredictedLigand_14">
            <a:extLst>
              <a:ext uri="{FF2B5EF4-FFF2-40B4-BE49-F238E27FC236}">
                <a16:creationId xmlns:a16="http://schemas.microsoft.com/office/drawing/2014/main" id="{C9D8216B-D1B1-496D-9C44-6CE6218C07E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2" name="9wq3_5_build_PredictedLigand_15">
            <a:extLst>
              <a:ext uri="{FF2B5EF4-FFF2-40B4-BE49-F238E27FC236}">
                <a16:creationId xmlns:a16="http://schemas.microsoft.com/office/drawing/2014/main" id="{2B45633E-53EF-4011-890A-3F834109B15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3" name="9wq3_5_build_PredictedLigand_16">
            <a:extLst>
              <a:ext uri="{FF2B5EF4-FFF2-40B4-BE49-F238E27FC236}">
                <a16:creationId xmlns:a16="http://schemas.microsoft.com/office/drawing/2014/main" id="{2117CE15-64E1-4D2D-BA3D-DB9E6CD0A2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4" name="9wq3_5_build_PredictedLigand_17">
            <a:extLst>
              <a:ext uri="{FF2B5EF4-FFF2-40B4-BE49-F238E27FC236}">
                <a16:creationId xmlns:a16="http://schemas.microsoft.com/office/drawing/2014/main" id="{4775B589-A401-4890-913A-EA19BDD744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5" name="9wq3_5_build_PredictedLigand_18">
            <a:extLst>
              <a:ext uri="{FF2B5EF4-FFF2-40B4-BE49-F238E27FC236}">
                <a16:creationId xmlns:a16="http://schemas.microsoft.com/office/drawing/2014/main" id="{20228AD6-4B98-42DB-8057-1BF75CAF395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6" name="9wq3_5_build_PredictedLigand_19">
            <a:extLst>
              <a:ext uri="{FF2B5EF4-FFF2-40B4-BE49-F238E27FC236}">
                <a16:creationId xmlns:a16="http://schemas.microsoft.com/office/drawing/2014/main" id="{C7961F7E-C969-4F80-B09A-D03C8103A61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7" name="9wq3_5_build_PredictedLigand_20">
            <a:extLst>
              <a:ext uri="{FF2B5EF4-FFF2-40B4-BE49-F238E27FC236}">
                <a16:creationId xmlns:a16="http://schemas.microsoft.com/office/drawing/2014/main" id="{79E92DCC-3E1A-441B-8A69-CE894ECE60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8" name="9wq3_5_build_PredictedLigand_21">
            <a:extLst>
              <a:ext uri="{FF2B5EF4-FFF2-40B4-BE49-F238E27FC236}">
                <a16:creationId xmlns:a16="http://schemas.microsoft.com/office/drawing/2014/main" id="{EF6C8C58-ED3A-4D22-82C6-1519B724E76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59" name="9wq3_5_build_PredictedLigand_22">
            <a:extLst>
              <a:ext uri="{FF2B5EF4-FFF2-40B4-BE49-F238E27FC236}">
                <a16:creationId xmlns:a16="http://schemas.microsoft.com/office/drawing/2014/main" id="{98CCB824-40C8-4569-8AF7-3546BD9C47D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0" name="9wq3_5_build_PredictedLigand_23">
            <a:extLst>
              <a:ext uri="{FF2B5EF4-FFF2-40B4-BE49-F238E27FC236}">
                <a16:creationId xmlns:a16="http://schemas.microsoft.com/office/drawing/2014/main" id="{A865D856-AFFE-415C-9410-6B82BDCB42D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1" name="9wq3_5_build_PredictedLigand_24">
            <a:extLst>
              <a:ext uri="{FF2B5EF4-FFF2-40B4-BE49-F238E27FC236}">
                <a16:creationId xmlns:a16="http://schemas.microsoft.com/office/drawing/2014/main" id="{651167F3-E041-4552-9C2D-5F7992757CA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2" name="9wq3_5_build_PredictedLigand_25">
            <a:extLst>
              <a:ext uri="{FF2B5EF4-FFF2-40B4-BE49-F238E27FC236}">
                <a16:creationId xmlns:a16="http://schemas.microsoft.com/office/drawing/2014/main" id="{2C85B873-8569-4372-8447-247DDCD9FC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3" name="9wq3_5_build_PredictedLigand_26">
            <a:extLst>
              <a:ext uri="{FF2B5EF4-FFF2-40B4-BE49-F238E27FC236}">
                <a16:creationId xmlns:a16="http://schemas.microsoft.com/office/drawing/2014/main" id="{567FAC2A-E52A-409E-A9B4-0F540EA1C53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4" name="9wq3_5_build_PredictedLigand_27">
            <a:extLst>
              <a:ext uri="{FF2B5EF4-FFF2-40B4-BE49-F238E27FC236}">
                <a16:creationId xmlns:a16="http://schemas.microsoft.com/office/drawing/2014/main" id="{113C57F3-B4DF-4A99-BD45-23E4DD9EFC4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5" name="9wq3_5_build_PredictedLigand_28">
            <a:extLst>
              <a:ext uri="{FF2B5EF4-FFF2-40B4-BE49-F238E27FC236}">
                <a16:creationId xmlns:a16="http://schemas.microsoft.com/office/drawing/2014/main" id="{4220EEFE-7634-4321-826A-D1AD217DFCE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6" name="9wq3_5_build_PredictedLigand_29">
            <a:extLst>
              <a:ext uri="{FF2B5EF4-FFF2-40B4-BE49-F238E27FC236}">
                <a16:creationId xmlns:a16="http://schemas.microsoft.com/office/drawing/2014/main" id="{AEBA6A59-644D-4A32-9F3B-16FE139EC1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7" name="9wq3_5_build_PredictedLigand_30">
            <a:extLst>
              <a:ext uri="{FF2B5EF4-FFF2-40B4-BE49-F238E27FC236}">
                <a16:creationId xmlns:a16="http://schemas.microsoft.com/office/drawing/2014/main" id="{8A7AB05F-BF03-4F84-B94B-5E0B568AC4D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8" name="9wq3_5_build_PredictedLigand_31">
            <a:extLst>
              <a:ext uri="{FF2B5EF4-FFF2-40B4-BE49-F238E27FC236}">
                <a16:creationId xmlns:a16="http://schemas.microsoft.com/office/drawing/2014/main" id="{00157A7F-47F0-4406-A6C1-9C31036F79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69" name="9wq3_5_build_PredictedLigand_32">
            <a:extLst>
              <a:ext uri="{FF2B5EF4-FFF2-40B4-BE49-F238E27FC236}">
                <a16:creationId xmlns:a16="http://schemas.microsoft.com/office/drawing/2014/main" id="{F2BE10FE-21D6-486C-AD8D-0B90F4D486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0" name="9wq3_5_build_PredictedLigand_33">
            <a:extLst>
              <a:ext uri="{FF2B5EF4-FFF2-40B4-BE49-F238E27FC236}">
                <a16:creationId xmlns:a16="http://schemas.microsoft.com/office/drawing/2014/main" id="{B5D35CFE-F788-4CA6-AF98-E2BD906700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1" name="9wq3_5_build_PredictedLigand_34">
            <a:extLst>
              <a:ext uri="{FF2B5EF4-FFF2-40B4-BE49-F238E27FC236}">
                <a16:creationId xmlns:a16="http://schemas.microsoft.com/office/drawing/2014/main" id="{27BEDFDF-9ECE-419C-827D-5A5514D8D3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2" name="9wq3_5_build_PredictedLigand_35">
            <a:extLst>
              <a:ext uri="{FF2B5EF4-FFF2-40B4-BE49-F238E27FC236}">
                <a16:creationId xmlns:a16="http://schemas.microsoft.com/office/drawing/2014/main" id="{69D24952-4587-43F4-82F4-6611986086C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3" name="9wq3_5_build_PredictedLigand_36">
            <a:extLst>
              <a:ext uri="{FF2B5EF4-FFF2-40B4-BE49-F238E27FC236}">
                <a16:creationId xmlns:a16="http://schemas.microsoft.com/office/drawing/2014/main" id="{109A970B-7A19-4AB7-B722-AE48AF1E92C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4" name="9wq3_5_build_PredictedLigand_37">
            <a:extLst>
              <a:ext uri="{FF2B5EF4-FFF2-40B4-BE49-F238E27FC236}">
                <a16:creationId xmlns:a16="http://schemas.microsoft.com/office/drawing/2014/main" id="{694E2212-C73F-4E0A-802C-BB8D3EB21C6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5" name="9wq3_5_build_PredictedLigand_38">
            <a:extLst>
              <a:ext uri="{FF2B5EF4-FFF2-40B4-BE49-F238E27FC236}">
                <a16:creationId xmlns:a16="http://schemas.microsoft.com/office/drawing/2014/main" id="{14108D92-BBB0-4874-8CD8-1BA63BD8AB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6" name="9wq3_5_build_PredictedLigand_39">
            <a:extLst>
              <a:ext uri="{FF2B5EF4-FFF2-40B4-BE49-F238E27FC236}">
                <a16:creationId xmlns:a16="http://schemas.microsoft.com/office/drawing/2014/main" id="{2317D0E5-5C44-4C43-B9F9-0CFF75EBCD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7" name="9wq3_5_build_PredictedLigand_40">
            <a:extLst>
              <a:ext uri="{FF2B5EF4-FFF2-40B4-BE49-F238E27FC236}">
                <a16:creationId xmlns:a16="http://schemas.microsoft.com/office/drawing/2014/main" id="{5A5D35D5-D582-4EC6-9E79-BA52BED3D4B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8" name="9wq3_5_build_PredictedLigand_41">
            <a:extLst>
              <a:ext uri="{FF2B5EF4-FFF2-40B4-BE49-F238E27FC236}">
                <a16:creationId xmlns:a16="http://schemas.microsoft.com/office/drawing/2014/main" id="{8ECFA347-46ED-4867-8345-6975EC6D347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79" name="9wq3_5_build_PredictedLigand_42">
            <a:extLst>
              <a:ext uri="{FF2B5EF4-FFF2-40B4-BE49-F238E27FC236}">
                <a16:creationId xmlns:a16="http://schemas.microsoft.com/office/drawing/2014/main" id="{0252636E-C7A8-4209-A448-37F334BF230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0" name="9wq3_5_build_PredictedLigand_43">
            <a:extLst>
              <a:ext uri="{FF2B5EF4-FFF2-40B4-BE49-F238E27FC236}">
                <a16:creationId xmlns:a16="http://schemas.microsoft.com/office/drawing/2014/main" id="{95BF18BA-420A-463A-B787-AA1420F7D3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1" name="9wq3_5_build_PredictedLigand_44">
            <a:extLst>
              <a:ext uri="{FF2B5EF4-FFF2-40B4-BE49-F238E27FC236}">
                <a16:creationId xmlns:a16="http://schemas.microsoft.com/office/drawing/2014/main" id="{FB045789-1586-438B-9F95-CEC95118FB6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2" name="9wq3_5_build_PredictedLigand_45">
            <a:extLst>
              <a:ext uri="{FF2B5EF4-FFF2-40B4-BE49-F238E27FC236}">
                <a16:creationId xmlns:a16="http://schemas.microsoft.com/office/drawing/2014/main" id="{D0B50D90-E8A4-42B0-841F-CDAF411B6F2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3" name="9wq3_5_build_PredictedLigand_46">
            <a:extLst>
              <a:ext uri="{FF2B5EF4-FFF2-40B4-BE49-F238E27FC236}">
                <a16:creationId xmlns:a16="http://schemas.microsoft.com/office/drawing/2014/main" id="{4CF4EBAD-DDC5-4E58-952B-19A41DBEFB0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4" name="9wq3_5_build_PredictedLigand_47">
            <a:extLst>
              <a:ext uri="{FF2B5EF4-FFF2-40B4-BE49-F238E27FC236}">
                <a16:creationId xmlns:a16="http://schemas.microsoft.com/office/drawing/2014/main" id="{1AE1F95A-025C-45CA-AD31-B19E12A5FE4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5" name="9wq3_5_build_PredictedLigand_48">
            <a:extLst>
              <a:ext uri="{FF2B5EF4-FFF2-40B4-BE49-F238E27FC236}">
                <a16:creationId xmlns:a16="http://schemas.microsoft.com/office/drawing/2014/main" id="{74D29EEE-93C3-4CCB-A4B2-EFEC9DDB3F4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986" name="9wq3_5_build_PredictedAtoms_0">
            <a:extLst>
              <a:ext uri="{FF2B5EF4-FFF2-40B4-BE49-F238E27FC236}">
                <a16:creationId xmlns:a16="http://schemas.microsoft.com/office/drawing/2014/main" id="{9C1FC674-FDA9-46E3-9132-491D26AB0D13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87" name="9wq3_5_build_PredictedAtoms_1">
            <a:extLst>
              <a:ext uri="{FF2B5EF4-FFF2-40B4-BE49-F238E27FC236}">
                <a16:creationId xmlns:a16="http://schemas.microsoft.com/office/drawing/2014/main" id="{38B44476-13F7-498A-9CA3-7C729B37B60A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8" name="9wq3_5_build_PredictedAtoms_2">
            <a:extLst>
              <a:ext uri="{FF2B5EF4-FFF2-40B4-BE49-F238E27FC236}">
                <a16:creationId xmlns:a16="http://schemas.microsoft.com/office/drawing/2014/main" id="{528A5971-0B6D-4541-8E5D-F0B64E080059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89" name="9wq3_5_build_PredictedAtoms_3">
            <a:extLst>
              <a:ext uri="{FF2B5EF4-FFF2-40B4-BE49-F238E27FC236}">
                <a16:creationId xmlns:a16="http://schemas.microsoft.com/office/drawing/2014/main" id="{A04922FC-1CE9-4114-8CCE-E623601ADDB9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0" name="9wq3_5_build_PredictedAtoms_4">
            <a:extLst>
              <a:ext uri="{FF2B5EF4-FFF2-40B4-BE49-F238E27FC236}">
                <a16:creationId xmlns:a16="http://schemas.microsoft.com/office/drawing/2014/main" id="{179FFA94-85EF-41E7-9AAB-D6093C2BE451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1" name="9wq3_5_build_PredictedAtoms_5">
            <a:extLst>
              <a:ext uri="{FF2B5EF4-FFF2-40B4-BE49-F238E27FC236}">
                <a16:creationId xmlns:a16="http://schemas.microsoft.com/office/drawing/2014/main" id="{D77557B3-A64A-45B9-8925-4355997224B9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2" name="9wq3_5_build_PredictedAtoms_6">
            <a:extLst>
              <a:ext uri="{FF2B5EF4-FFF2-40B4-BE49-F238E27FC236}">
                <a16:creationId xmlns:a16="http://schemas.microsoft.com/office/drawing/2014/main" id="{2756BFFF-57F2-41BC-AEB8-012D96A11B76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3" name="9wq3_5_build_PredictedAtoms_7">
            <a:extLst>
              <a:ext uri="{FF2B5EF4-FFF2-40B4-BE49-F238E27FC236}">
                <a16:creationId xmlns:a16="http://schemas.microsoft.com/office/drawing/2014/main" id="{D60316AB-8A85-476B-90A8-90D9C198C267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4" name="9wq3_5_build_PredictedAtoms_8">
            <a:extLst>
              <a:ext uri="{FF2B5EF4-FFF2-40B4-BE49-F238E27FC236}">
                <a16:creationId xmlns:a16="http://schemas.microsoft.com/office/drawing/2014/main" id="{58D2A767-C3BC-4F7B-BA68-385C1CF5089F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5" name="9wq3_5_build_PredictedAtoms_9">
            <a:extLst>
              <a:ext uri="{FF2B5EF4-FFF2-40B4-BE49-F238E27FC236}">
                <a16:creationId xmlns:a16="http://schemas.microsoft.com/office/drawing/2014/main" id="{9763EF2F-1E46-420B-BEDD-6A2EF28D508C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6" name="9wq3_5_build_PredictedAtoms_10">
            <a:extLst>
              <a:ext uri="{FF2B5EF4-FFF2-40B4-BE49-F238E27FC236}">
                <a16:creationId xmlns:a16="http://schemas.microsoft.com/office/drawing/2014/main" id="{0772F52C-85E4-4BD3-BEC4-BD60AE131B1F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7" name="9wq3_5_build_PredictedAtoms_11">
            <a:extLst>
              <a:ext uri="{FF2B5EF4-FFF2-40B4-BE49-F238E27FC236}">
                <a16:creationId xmlns:a16="http://schemas.microsoft.com/office/drawing/2014/main" id="{D75B3233-F85D-4CE4-ABD6-4DA863B19334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98" name="9wq3_5_build_PredictedAtoms_12">
            <a:extLst>
              <a:ext uri="{FF2B5EF4-FFF2-40B4-BE49-F238E27FC236}">
                <a16:creationId xmlns:a16="http://schemas.microsoft.com/office/drawing/2014/main" id="{11FFEA9B-E3F9-4A01-835A-37CA5D71C334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999" name="9wq3_5_build_PredictedAtoms_13">
            <a:extLst>
              <a:ext uri="{FF2B5EF4-FFF2-40B4-BE49-F238E27FC236}">
                <a16:creationId xmlns:a16="http://schemas.microsoft.com/office/drawing/2014/main" id="{12AA2AFD-DCD1-47FB-AC70-E162725204FA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0" name="9wq3_5_build_PredictedAtoms_14">
            <a:extLst>
              <a:ext uri="{FF2B5EF4-FFF2-40B4-BE49-F238E27FC236}">
                <a16:creationId xmlns:a16="http://schemas.microsoft.com/office/drawing/2014/main" id="{6D1C4B3B-28D7-4106-B3AB-DC2CA9D2B601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1" name="9wq3_5_build_PredictedAtoms_15">
            <a:extLst>
              <a:ext uri="{FF2B5EF4-FFF2-40B4-BE49-F238E27FC236}">
                <a16:creationId xmlns:a16="http://schemas.microsoft.com/office/drawing/2014/main" id="{336B8808-5F77-48E6-A66E-3EC6314AE2EF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2" name="9wq3_5_build_PredictedAtoms_16">
            <a:extLst>
              <a:ext uri="{FF2B5EF4-FFF2-40B4-BE49-F238E27FC236}">
                <a16:creationId xmlns:a16="http://schemas.microsoft.com/office/drawing/2014/main" id="{2BEF5ED4-4151-4007-A33E-FADEB026896D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3" name="9wq3_5_build_PredictedAtoms_17">
            <a:extLst>
              <a:ext uri="{FF2B5EF4-FFF2-40B4-BE49-F238E27FC236}">
                <a16:creationId xmlns:a16="http://schemas.microsoft.com/office/drawing/2014/main" id="{413B8113-E2A5-40E4-A624-258E221287C5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004" name="9wq3_5_build_PredictedAtoms_18">
            <a:extLst>
              <a:ext uri="{FF2B5EF4-FFF2-40B4-BE49-F238E27FC236}">
                <a16:creationId xmlns:a16="http://schemas.microsoft.com/office/drawing/2014/main" id="{8CD00CAC-B610-474F-8D3A-C60D09407C1C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5" name="9wq3_5_build_PredictedAtoms_19">
            <a:extLst>
              <a:ext uri="{FF2B5EF4-FFF2-40B4-BE49-F238E27FC236}">
                <a16:creationId xmlns:a16="http://schemas.microsoft.com/office/drawing/2014/main" id="{46F2E754-9A50-40F0-9FAA-C6FAD783CB73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6" name="9wq3_5_build_PredictedAtoms_20">
            <a:extLst>
              <a:ext uri="{FF2B5EF4-FFF2-40B4-BE49-F238E27FC236}">
                <a16:creationId xmlns:a16="http://schemas.microsoft.com/office/drawing/2014/main" id="{96035F5F-3667-4B15-A38D-EB807AF221C1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7" name="9wq3_5_build_PredictedAtoms_21">
            <a:extLst>
              <a:ext uri="{FF2B5EF4-FFF2-40B4-BE49-F238E27FC236}">
                <a16:creationId xmlns:a16="http://schemas.microsoft.com/office/drawing/2014/main" id="{83C0E258-B196-4722-96BD-8CDC424A5239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8" name="9wq3_5_build_PredictedAtoms_22">
            <a:extLst>
              <a:ext uri="{FF2B5EF4-FFF2-40B4-BE49-F238E27FC236}">
                <a16:creationId xmlns:a16="http://schemas.microsoft.com/office/drawing/2014/main" id="{1F8A348B-688B-4F37-833D-1DB6A0CC59FC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09" name="9wq3_5_build_PredictedAtoms_23">
            <a:extLst>
              <a:ext uri="{FF2B5EF4-FFF2-40B4-BE49-F238E27FC236}">
                <a16:creationId xmlns:a16="http://schemas.microsoft.com/office/drawing/2014/main" id="{C3767375-6BB1-4D05-9C91-F45111A833F5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0" name="9wq3_5_build_PredictedAtoms_24">
            <a:extLst>
              <a:ext uri="{FF2B5EF4-FFF2-40B4-BE49-F238E27FC236}">
                <a16:creationId xmlns:a16="http://schemas.microsoft.com/office/drawing/2014/main" id="{77EE857E-ADA5-4C86-B285-DC6D61B4A32B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1" name="9wq3_5_build_PredictedAtoms_25">
            <a:extLst>
              <a:ext uri="{FF2B5EF4-FFF2-40B4-BE49-F238E27FC236}">
                <a16:creationId xmlns:a16="http://schemas.microsoft.com/office/drawing/2014/main" id="{326711AB-8667-4FDC-A84F-C9297D489C05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2" name="9wq3_5_build_PredictedAtoms_26">
            <a:extLst>
              <a:ext uri="{FF2B5EF4-FFF2-40B4-BE49-F238E27FC236}">
                <a16:creationId xmlns:a16="http://schemas.microsoft.com/office/drawing/2014/main" id="{C8DF2C54-5390-4D58-BAFB-180922A2D770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3" name="9wq3_5_build_PredictedAtoms_27">
            <a:extLst>
              <a:ext uri="{FF2B5EF4-FFF2-40B4-BE49-F238E27FC236}">
                <a16:creationId xmlns:a16="http://schemas.microsoft.com/office/drawing/2014/main" id="{11D672DD-DC0D-4480-AB16-8218AFB99A8A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4" name="9wq3_5_build_PredictedAtoms_28">
            <a:extLst>
              <a:ext uri="{FF2B5EF4-FFF2-40B4-BE49-F238E27FC236}">
                <a16:creationId xmlns:a16="http://schemas.microsoft.com/office/drawing/2014/main" id="{9C2CB936-3107-4422-8D0D-2686B87538E9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15" name="9wq3_5_build_PredictedAtoms_29">
            <a:extLst>
              <a:ext uri="{FF2B5EF4-FFF2-40B4-BE49-F238E27FC236}">
                <a16:creationId xmlns:a16="http://schemas.microsoft.com/office/drawing/2014/main" id="{1840A9C3-8C0F-4DD7-B9BF-DF2A78717391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6" name="9wq3_5_build_PredictedAtoms_30">
            <a:extLst>
              <a:ext uri="{FF2B5EF4-FFF2-40B4-BE49-F238E27FC236}">
                <a16:creationId xmlns:a16="http://schemas.microsoft.com/office/drawing/2014/main" id="{21ADF1CB-05CB-4685-A9BC-0E81D65D9595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17" name="9wq3_5_build_PredictedAtoms_31">
            <a:extLst>
              <a:ext uri="{FF2B5EF4-FFF2-40B4-BE49-F238E27FC236}">
                <a16:creationId xmlns:a16="http://schemas.microsoft.com/office/drawing/2014/main" id="{20AEE294-38C4-4BE7-B534-282745C91667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8" name="9wq3_5_build_PredictedAtoms_32">
            <a:extLst>
              <a:ext uri="{FF2B5EF4-FFF2-40B4-BE49-F238E27FC236}">
                <a16:creationId xmlns:a16="http://schemas.microsoft.com/office/drawing/2014/main" id="{726D0AB9-65D1-4B53-B0CB-C0F2FD713E18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019" name="9wq3_5_build_PredictedAtoms_33">
            <a:extLst>
              <a:ext uri="{FF2B5EF4-FFF2-40B4-BE49-F238E27FC236}">
                <a16:creationId xmlns:a16="http://schemas.microsoft.com/office/drawing/2014/main" id="{BE1384E1-E9AD-4A6F-8CA9-762418CFEE7C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0" name="9wq3_5_build_PredictedAtoms_34">
            <a:extLst>
              <a:ext uri="{FF2B5EF4-FFF2-40B4-BE49-F238E27FC236}">
                <a16:creationId xmlns:a16="http://schemas.microsoft.com/office/drawing/2014/main" id="{2DA83BF1-EBC5-44C1-BCEA-55AA8D7C2DDE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1" name="9wq3_5_build_PredictedAtoms_35">
            <a:extLst>
              <a:ext uri="{FF2B5EF4-FFF2-40B4-BE49-F238E27FC236}">
                <a16:creationId xmlns:a16="http://schemas.microsoft.com/office/drawing/2014/main" id="{62276887-64BD-43BC-8CA0-2DD100EBB55B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2" name="9wq3_5_build_PredictedAtoms_36">
            <a:extLst>
              <a:ext uri="{FF2B5EF4-FFF2-40B4-BE49-F238E27FC236}">
                <a16:creationId xmlns:a16="http://schemas.microsoft.com/office/drawing/2014/main" id="{506A1758-9E93-4F4E-A3EF-820AC1CF6B6E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3" name="9wq3_5_build_PredictedAtoms_37">
            <a:extLst>
              <a:ext uri="{FF2B5EF4-FFF2-40B4-BE49-F238E27FC236}">
                <a16:creationId xmlns:a16="http://schemas.microsoft.com/office/drawing/2014/main" id="{BD035FD3-4CCD-4DA1-9400-87976E36CD23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4" name="9wq3_5_build_PredictedAtoms_41">
            <a:extLst>
              <a:ext uri="{FF2B5EF4-FFF2-40B4-BE49-F238E27FC236}">
                <a16:creationId xmlns:a16="http://schemas.microsoft.com/office/drawing/2014/main" id="{42E16FDA-DF96-4EF1-9478-9F04D67E5ED2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5" name="9wq3_5_build_PredictedAtoms_42">
            <a:extLst>
              <a:ext uri="{FF2B5EF4-FFF2-40B4-BE49-F238E27FC236}">
                <a16:creationId xmlns:a16="http://schemas.microsoft.com/office/drawing/2014/main" id="{85B73407-3757-4E07-9E8A-A2747F9DE862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6" name="9wq3_5_build_PredictedAtoms_43">
            <a:extLst>
              <a:ext uri="{FF2B5EF4-FFF2-40B4-BE49-F238E27FC236}">
                <a16:creationId xmlns:a16="http://schemas.microsoft.com/office/drawing/2014/main" id="{D7F1BC80-A8AB-41EA-8AFE-1C86A4BED69C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027" name="9wq3_5_build_PredictedAtoms_44">
            <a:extLst>
              <a:ext uri="{FF2B5EF4-FFF2-40B4-BE49-F238E27FC236}">
                <a16:creationId xmlns:a16="http://schemas.microsoft.com/office/drawing/2014/main" id="{DAB9A93E-F2CA-4615-8CEC-496ADA8A1566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8" name="9wq3_5_build_Clashes_0">
            <a:extLst>
              <a:ext uri="{FF2B5EF4-FFF2-40B4-BE49-F238E27FC236}">
                <a16:creationId xmlns:a16="http://schemas.microsoft.com/office/drawing/2014/main" id="{B500CB83-F345-4CE4-A032-66E964E6258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29" name="9wq3_5_build_Clashes_1">
            <a:extLst>
              <a:ext uri="{FF2B5EF4-FFF2-40B4-BE49-F238E27FC236}">
                <a16:creationId xmlns:a16="http://schemas.microsoft.com/office/drawing/2014/main" id="{2ACFE3D4-289C-4F8D-BB20-CD638E5A1F8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0" name="9wq3_5_build_Clashes_2">
            <a:extLst>
              <a:ext uri="{FF2B5EF4-FFF2-40B4-BE49-F238E27FC236}">
                <a16:creationId xmlns:a16="http://schemas.microsoft.com/office/drawing/2014/main" id="{7542B11A-E5A8-4EB5-8E66-CAC805671BB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1" name="9wq3_5_build_Clashes_3">
            <a:extLst>
              <a:ext uri="{FF2B5EF4-FFF2-40B4-BE49-F238E27FC236}">
                <a16:creationId xmlns:a16="http://schemas.microsoft.com/office/drawing/2014/main" id="{DC81F568-56FD-4040-A80C-D286F65FADF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2" name="9wq3_5_build_Clashes_4">
            <a:extLst>
              <a:ext uri="{FF2B5EF4-FFF2-40B4-BE49-F238E27FC236}">
                <a16:creationId xmlns:a16="http://schemas.microsoft.com/office/drawing/2014/main" id="{28AE5386-2297-4BED-A880-D12AE8447E2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3" name="9wq3_5_build_Clashes_5">
            <a:extLst>
              <a:ext uri="{FF2B5EF4-FFF2-40B4-BE49-F238E27FC236}">
                <a16:creationId xmlns:a16="http://schemas.microsoft.com/office/drawing/2014/main" id="{6AC941EE-4913-4F8F-A231-8C19D41E14E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4" name="9wq3_5_build_Clashes_6">
            <a:extLst>
              <a:ext uri="{FF2B5EF4-FFF2-40B4-BE49-F238E27FC236}">
                <a16:creationId xmlns:a16="http://schemas.microsoft.com/office/drawing/2014/main" id="{56F380C0-8294-4D93-A2A5-2EA1245F93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5" name="9wq3_5_build_Clashes_7">
            <a:extLst>
              <a:ext uri="{FF2B5EF4-FFF2-40B4-BE49-F238E27FC236}">
                <a16:creationId xmlns:a16="http://schemas.microsoft.com/office/drawing/2014/main" id="{D1AC9B19-FB47-44DF-A8E9-1BC37D12D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6" name="9wq3_5_build_Clashes_8">
            <a:extLst>
              <a:ext uri="{FF2B5EF4-FFF2-40B4-BE49-F238E27FC236}">
                <a16:creationId xmlns:a16="http://schemas.microsoft.com/office/drawing/2014/main" id="{04E0F2DA-5F92-43EA-8B68-9CA9BA4547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7" name="9wq3_5_build_Clashes_9">
            <a:extLst>
              <a:ext uri="{FF2B5EF4-FFF2-40B4-BE49-F238E27FC236}">
                <a16:creationId xmlns:a16="http://schemas.microsoft.com/office/drawing/2014/main" id="{22887D52-006B-42B3-A6D8-3F7DB30D432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038" name="9wq3_5_build_ClashingReceptorAtoms_2">
            <a:extLst>
              <a:ext uri="{FF2B5EF4-FFF2-40B4-BE49-F238E27FC236}">
                <a16:creationId xmlns:a16="http://schemas.microsoft.com/office/drawing/2014/main" id="{5EEF21FC-49D4-4BF5-BCE3-590C8D0D5D9C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39" name="9wq3_5_build_ClashingReceptorAtoms_3">
            <a:extLst>
              <a:ext uri="{FF2B5EF4-FFF2-40B4-BE49-F238E27FC236}">
                <a16:creationId xmlns:a16="http://schemas.microsoft.com/office/drawing/2014/main" id="{7C23193F-2161-46FE-A743-8198D7414812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0" name="9wq3_5_build_ClashingReceptorAtoms_4">
            <a:extLst>
              <a:ext uri="{FF2B5EF4-FFF2-40B4-BE49-F238E27FC236}">
                <a16:creationId xmlns:a16="http://schemas.microsoft.com/office/drawing/2014/main" id="{84A87DF3-FD11-4909-8550-4C851069C5AF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1" name="9wq3_5_build_ClashingReceptorAtoms_5">
            <a:extLst>
              <a:ext uri="{FF2B5EF4-FFF2-40B4-BE49-F238E27FC236}">
                <a16:creationId xmlns:a16="http://schemas.microsoft.com/office/drawing/2014/main" id="{0E712221-AC4A-4D2B-B97D-68635000F830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2" name="9wq3_5_build_ClashingReceptorAtoms_6">
            <a:extLst>
              <a:ext uri="{FF2B5EF4-FFF2-40B4-BE49-F238E27FC236}">
                <a16:creationId xmlns:a16="http://schemas.microsoft.com/office/drawing/2014/main" id="{8705578A-978F-4AB1-AF64-42FDDC46952D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3" name="9wq3_5_build_ClashingReceptorAtoms_7">
            <a:extLst>
              <a:ext uri="{FF2B5EF4-FFF2-40B4-BE49-F238E27FC236}">
                <a16:creationId xmlns:a16="http://schemas.microsoft.com/office/drawing/2014/main" id="{FD5EEBC9-7D53-4456-AABB-8DF992882345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4" name="9wq3_5_build_ClashingReceptorAtoms_8">
            <a:extLst>
              <a:ext uri="{FF2B5EF4-FFF2-40B4-BE49-F238E27FC236}">
                <a16:creationId xmlns:a16="http://schemas.microsoft.com/office/drawing/2014/main" id="{940E3FA5-4AEA-490C-BC78-B63255B0850B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5" name="9wq3_5_build_ClashingReceptorAtoms_9">
            <a:extLst>
              <a:ext uri="{FF2B5EF4-FFF2-40B4-BE49-F238E27FC236}">
                <a16:creationId xmlns:a16="http://schemas.microsoft.com/office/drawing/2014/main" id="{3A97F1C7-376D-4EB4-9480-CAA59577AEBE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046" name="stage3-cases-main_56">
            <a:extLst>
              <a:ext uri="{FF2B5EF4-FFF2-40B4-BE49-F238E27FC236}">
                <a16:creationId xmlns:a16="http://schemas.microsoft.com/office/drawing/2014/main" id="{27DF79D9-5A8D-43E1-961C-9BB20614B336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047" name="stage3-cases-main_57">
            <a:extLst>
              <a:ext uri="{FF2B5EF4-FFF2-40B4-BE49-F238E27FC236}">
                <a16:creationId xmlns:a16="http://schemas.microsoft.com/office/drawing/2014/main" id="{DFD037A7-3F6C-4D3A-9B7A-3115ADF9CC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048" name="stage3-cases-main_58">
            <a:extLst>
              <a:ext uri="{FF2B5EF4-FFF2-40B4-BE49-F238E27FC236}">
                <a16:creationId xmlns:a16="http://schemas.microsoft.com/office/drawing/2014/main" id="{B00741E8-882F-4E56-9625-F4BA269BB310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049" name="stage3-cases-main_59">
            <a:extLst>
              <a:ext uri="{FF2B5EF4-FFF2-40B4-BE49-F238E27FC236}">
                <a16:creationId xmlns:a16="http://schemas.microsoft.com/office/drawing/2014/main" id="{EEA9FE8B-A299-4B2A-8936-BE573E9995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050" name="stage3-cases-main_60">
            <a:extLst>
              <a:ext uri="{FF2B5EF4-FFF2-40B4-BE49-F238E27FC236}">
                <a16:creationId xmlns:a16="http://schemas.microsoft.com/office/drawing/2014/main" id="{64C9AAC0-AD43-4290-B2CF-0CB870B2A0E7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051" name="stage3-cases-main_61">
            <a:extLst>
              <a:ext uri="{FF2B5EF4-FFF2-40B4-BE49-F238E27FC236}">
                <a16:creationId xmlns:a16="http://schemas.microsoft.com/office/drawing/2014/main" id="{6EB59D33-14FE-4240-9745-0F580C08A9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2052" name="stage3-cases-main_62">
            <a:extLst>
              <a:ext uri="{FF2B5EF4-FFF2-40B4-BE49-F238E27FC236}">
                <a16:creationId xmlns:a16="http://schemas.microsoft.com/office/drawing/2014/main" id="{A4EFB094-A3E6-40CE-BDF8-93225BBF88EF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053" name="stage3-cases-main_63">
            <a:extLst>
              <a:ext uri="{FF2B5EF4-FFF2-40B4-BE49-F238E27FC236}">
                <a16:creationId xmlns:a16="http://schemas.microsoft.com/office/drawing/2014/main" id="{DB9FCAFF-2868-4EF6-B39B-9468C094E7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054" name="stage3-cases-main_64">
            <a:extLst>
              <a:ext uri="{FF2B5EF4-FFF2-40B4-BE49-F238E27FC236}">
                <a16:creationId xmlns:a16="http://schemas.microsoft.com/office/drawing/2014/main" id="{15091C68-E323-4EE2-98B4-787385BC4F3E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7556556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65CAB62A-607A-4997-A3F3-A6F156B152B5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1A8C2D4-E784-404D-976C-EC2854BB7D74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A250891E-9300-4E4A-A3C6-8EB14C39FFC9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F233570F-C2AE-4561-91C4-AAB335CF80E7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14C9D6E6-981A-4149-8571-EFD270B311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B5FFF856-CA30-4D7E-BB0B-7EAF6805193E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BE91D4E0-CC53-4EFA-B1D1-72A15998A09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26EE5180-8478-4890-AC94-8995364A59D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5545A86-7CC7-4318-89D4-7E74105E913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21699157-C457-4A10-B4B2-98401E7825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7F0FD68D-F04C-4B8E-9FDF-26F8ACBB17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4B835191-1F32-4B08-9DB4-180C47C538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1A0D0537-FFBA-4CA6-A0BE-63C40DFACE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131FF27B-2CD3-401B-9D9F-A8118BA729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1B2D65E8-8321-4F6B-B206-D6E53E372D9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778AB2D7-7CE6-4CAA-A842-EE6AA9670B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53F2C970-A065-400E-9BB9-9D2EB9EA73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F44ED636-9C50-4998-908C-EC6F7BA851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E613A710-4B3B-45D9-9B3C-77233F9F52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5F9E70D6-7909-419C-B88C-BA7E5B63E6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5A4E8801-B978-469B-928D-C9DC47CA2D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28DB705B-491B-4E56-BF48-B40E3C8CBD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BDA3E1F2-1C8A-4CFA-9581-AB9204139B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317925A9-77C6-47F4-9194-FD1AF5BBC5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6FF885D2-A117-4907-91EC-B74D8CA5054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AFBEF45B-0810-4AD7-8659-65F5977FEC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CAD5C844-CE8D-45DC-A45E-B051CFD69E6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D6BA5DAF-CECC-465B-A926-BCDF95AC9E3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FA7D1F73-F3D7-462E-9F42-B645193731F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4C49E6EE-33C2-4913-B4F5-E9CB3E89C5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2398DBCD-AA7A-4D61-94CB-57E0919DA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AA93605B-FC47-4D34-B1D7-3EF754C0CE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2D9C4592-3240-4039-B135-B92DD48957A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228D2138-0710-4044-9822-8557085A78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1DF0060C-AE71-486E-A49D-85EF22ACFE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0FDFAD45-7AEB-4AD9-B34B-845EDBA299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0B35B1F1-6E6F-4285-904A-9D86723440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64B9BBD-C548-4540-97AF-084162C3E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39A0E531-5FBB-4076-B9D9-47A3D3C7A74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A51D2642-9012-468E-874E-0FCBD94A209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63459EAF-476C-473B-A80A-8F22A1A3F6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48B79CB1-F600-4CAE-B315-85FFEE2284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1BC714B5-59AE-48B9-9A54-2CE12B22F6B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6B5CD40F-713F-427A-9EB4-71DA8C5D84C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A3E6C975-3590-4F56-BC60-18DAD7AA89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B9983B-8CF8-43BF-9FAD-0CA133FFA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C9F6671D-297F-4821-8179-0E7883C762D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71FAF1E7-906A-4785-8168-37F95A2D11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B10A7C69-052A-4EE5-B5B7-8FD25E97FB3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9FAD0251-0854-481F-9AAE-605AB7C107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11C826E2-6D78-488E-BEB9-D4A4CAFF08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EE0CD650-1963-424D-BB46-CBF4DD032B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0CE803EC-0158-4358-BCAC-00ED0A0F06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CB11CF4-510C-46DC-B8A8-DD2F5F3ACC8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9132B001-DE05-424A-9B5A-8B6778EB5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FC0C0FD3-7CF2-4656-936A-0D1FC8EFA8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3CF4C43C-8CC3-41B6-8596-4E71BC1AD03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10F4A5E0-8D69-4213-800B-D2BF1C95C1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BAA7E9D6-C871-4D51-83F9-61B8645DC7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95FE3E36-6E76-441A-9A0A-72E4EBA8F5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D6A88DE4-5E45-449F-B351-FDA66F3E62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4958C5C6-7E5A-4DD5-853F-932DEFA5C9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2AE3F35F-4C0A-4069-9CCF-75BFEE3BF3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D907F98-6582-4024-A431-5512E603B09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7544D7C0-7998-406A-A8E5-A4EF11803A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CC25FBBA-D831-4ED2-8095-2BB5F609914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41566ACF-6ADA-47A2-AB2F-5AB6F345FD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74224B24-7B2F-4573-8D74-84061FE4264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A3A2BE04-84DA-4C28-944C-5E640DAC558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796705EF-1EED-4788-8AB9-8583F45A0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E6151118-FA51-4D8C-A6B8-737B59DD4C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C8A610C-A9F9-4D78-8DBE-86D0F2433EF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EF722A36-3C00-4DE0-BD54-C90B86F3448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1147B1D3-2D43-47A9-8889-0C3FC4D8EC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50C6DD4E-A053-46A8-9377-F95065400392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0C9DAE00-C8D2-47CA-9938-BB13DDA2146C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8043F566-C1DC-41B9-9CDD-85E0F805013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2084DACF-32C4-428D-9FAC-6FCE4DF0DD85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5C14879B-C7D8-4FE1-A23D-EB5025E11C64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98498835-5AC7-4104-B5DC-7E5B5E01A870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90C26198-2D79-45ED-8D33-6B9DA817F47B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FC3719A5-36D6-40EF-BFD9-A06DC5F07386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0FC8F742-5B2E-438F-9435-76E841E35B5E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116BB79-8DC1-47E9-B38E-09483C838C4F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1D77DF10-6253-4E1D-86E2-03044CBA50CA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94E0F867-33FC-4823-8F93-7269D3AA5485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38152B12-C0C9-4657-A489-EA606BD22659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0ECB7CAD-AC12-4DEC-98AF-55704819C461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07D6667-6993-415C-951E-FA3098416F54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6FC884B0-BA41-4ABC-B9FC-591279CE1CCB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FB6A1A06-2C73-4040-9700-DC3DB227D9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72745992-E913-4D29-A5EE-B5F3CDE9D19E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6AF9622C-C17E-4F03-8C60-59840180F8C2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2E3DEF91-C387-48B3-B205-D8CD0B626A5B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8B328BF3-1D41-4C71-8E80-F4558979001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A733DE7-F910-4B47-9AD8-063CCB29B6EB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2C974A86-622D-47D5-BCC4-AB649BE58998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4EE42D8F-C236-4DB9-98C4-E643B57F7D08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4DB63A5-819C-4321-95D5-9BF647CB6B15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FDFFB867-A412-47D5-A94F-ED65ADF43CBE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83A56649-5BD7-47CC-93AE-3D6A3842215C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24FAD268-8495-4252-B91C-BA293278907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BB91CF74-A3C1-40AD-9AF4-1AA35DCD191D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76B391F2-CE78-47DF-9451-F56A7F1A43E6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A361BC0D-1FBE-40E2-AA77-463107DEF3FD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077700B3-1DC9-413C-9606-6D26935CC1D6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440DC7B1-50BA-4BBB-B091-1B4BECEFCD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3EC1DD3A-BA95-4D68-BBA2-A2E1CA703EA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F25A6DAC-97AF-4E85-9E7D-C9A30CD5AB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B31C7E04-2226-47E6-B587-DD12B81F9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62608EC2-63FF-4882-9477-00C41B5E8E9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6F6C20D1-9283-4B3C-AFA8-2DE2B6FDDE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689A8330-C533-41BC-88E3-BAB484A2F4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2FA967A5-0A2A-4987-8EF6-027316C19F0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7315D88C-7583-41D6-A32D-170C73B7A09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633D3E0-DC2A-4C12-A466-CB1E828DD0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C552566E-59D7-42EC-BA50-746C8D515E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EBA5C059-F506-4F70-99A9-1DF885840D0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C0585C1E-29DA-4885-98AC-D605EB3A4C0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4EFC2EA2-D429-4580-B356-038955C93A6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3B613674-2443-47CA-BE09-C07CC0E8A6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2D67D98D-4244-4BAE-A93D-C16E38DBCAC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DA6784BB-2678-4E8B-B169-BCCC2360A0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8ACB4CA0-10CB-42D0-88D2-8FAFC4081F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12650AB7-A112-40CB-B51C-207B47FC8AD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1A8D099E-E2DF-4859-A187-46123999B5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6A66AB42-3194-409B-A886-90B3D89E6B9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8DC1390-607D-4C6B-AE99-D200BE234C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9BCD8BDF-04C6-4013-B459-A902C46A862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A47AF82-7C7D-4348-B809-5D5D929BD1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BA188C14-4A7F-4FE4-A5C0-FBA9314018B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8301ACD8-DA1E-4725-8231-02FA7783D7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914DDD53-3751-4088-87A0-D81C57B65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BA38C1AD-87C1-4764-9D5B-4A4D6F5CC69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4D6913A9-3AA0-4882-803F-D92BB710616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860558DA-6E34-4AA7-A2C9-D09300CEDE8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58BF645E-D810-4B22-9613-0D4D2F2503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F54D7B71-E5D9-4940-853B-64AAA538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739204B-E0B4-4889-97AB-718811575C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2B24EAAF-254B-43BF-BC2F-6262F64034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78C0C262-CCA1-4C15-B8D1-9F574BA51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EDF6B3C3-C97E-49B6-80E3-E86208774F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BDD1F565-978A-4A28-8057-8BFFFBDE9F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668DBBAD-A0B5-4AB7-A8B2-8719E3163DF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C92C0E8F-C055-460A-BAA8-AA814EECB25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68B10E33-64D2-40A0-A1BA-6969602C53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83F0B50F-6DBC-4F93-A83E-4044F83AA7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5417179A-E670-401F-83F3-8952430FB8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65BA3528-A168-40F1-8A7C-0F912D4962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C2DC76B6-97B9-4275-B009-CC240C0BA6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51A9417-4150-45C5-B9BE-0042F6E70AC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D9AC6478-C56D-4F0D-8981-B7A924549F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06E83301-9201-40FA-A629-A78B7BBA27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46E763B7-FC38-4702-9FEC-749D16F2E8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270919B-BA98-4650-B8A2-DB1151653E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12DF9BA6-2E8E-4F1E-B3CA-111A3868FA6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5B3DAC29-D8BC-4282-83AA-D684433F4C3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02508FD9-3484-418E-A8B0-031493AC2F4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EAE81377-7A07-4409-914A-6C4D9AEA2F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47C21629-221D-4106-8D6A-BFAF295615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C086A93-5C49-41E1-B8C0-F9811885C5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FBE59C18-7875-4F5D-BE1E-B6CF135FA5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BAE2B597-A510-499A-98EA-E282995A756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9BE539D1-E76F-4434-A54A-088EBF6620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35C5224B-949B-44F7-981B-F104B24868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B08EB4D0-509F-46F3-849F-6825A5BB8A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087CF3ED-9E03-4B86-9488-59F46D43B9D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4FBE171C-C829-4EAB-9995-FB741974BED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D388133C-D2FF-4003-BCC1-595A647AAB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6DAF70E-BEBF-45A8-BA6F-29A89E65D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7B117A98-24D1-4098-8F90-985F9207F3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AC98FE64-E29A-42A5-A8B6-CF4DA342CED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B492CB9D-9D38-4E14-A43D-0B24C3369B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DBF80BE5-9025-4B02-97BA-429F7E2AAA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D0F31C91-84C0-4675-A554-EA36E6D5FBC4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12D2E2D-C11E-4361-83A1-5260388E3F7A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3927D11A-07C5-41B1-B424-62089A80FC71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D2388556-9E48-4222-A8DA-C2126D828AFD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8CD927B3-3D6C-4D53-9178-3265714379B0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750E0D48-4174-492D-8AF5-D9B594347A80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8F24DC-E2A6-4687-B044-F2FE905103B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995E018-CF89-43A4-9971-78D2D6A98443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0A9990A-6AC4-409F-A70A-9A4B8B599F0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7E5B7D8C-C6C0-4E7E-B113-AF83C7AA7C2E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8515EE8F-004A-4B7A-ADB3-61AB7B69CB7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37FB6CDB-9A18-4184-9FEA-D4B0E2B92477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E578095D-132F-4F5B-A3CB-4A2B7A057FF9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52F88A1A-EADA-478E-BBB5-26F23B7DDA66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B87609B0-4B04-42AC-972C-A497200A2D97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B258EBFB-1D47-4DC2-9A6A-EFE608E97311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C4DA98BF-C5D5-47E0-BE2D-879B39AFB082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5355BA16-4357-4152-BC7D-909F71103F1B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9A1E3C76-984F-4B72-9A31-07C7F1344E2F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DA5477C5-277D-42E2-9242-0904D3111CA2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4510EE01-14B5-4599-BA65-96F05A29E86B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AF43D57E-03C5-4B31-8D75-4BE9D00676CC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7E376EBA-9B68-43E5-AC9D-9EDED73E0BED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1A38C5D7-49F0-4772-9002-732A9337B868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8836426-3D4E-4AA0-9602-13D0727BD38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6E1EA7F5-E9CD-4AE2-8D93-0551B5BA1CCB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5A2DE9FC-874C-4C6B-A346-A48E3BFA2066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E1254BB3-089E-4358-A1EA-7CF343DD3548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303A357D-9ABA-4513-811F-376724F57B45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F2D16FA0-6797-4392-9C8C-B35DF7930DEE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02D89D67-4276-40F9-B88B-5551086E477A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508C6CAA-E9E8-4E40-ADE3-73AD67D73C45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DB887D0E-778F-41B9-9051-327BC36879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E9AAE5C3-2D99-4626-A260-835C92A412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DEDD2557-186A-4B10-9168-176AF56F0E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7735023D-E4CD-4C9D-8121-8C3D32FA6E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A7F87B4-D41E-4455-9DB4-081CCC2815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0B7F3AA4-3B73-4C6E-8A12-F631E545A3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8FD47BB1-9C7F-48EB-ACFD-68DBBBBE3B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DA5455E5-5A6B-44A6-A0F0-43C1B9DCAD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4FAFE183-E3FA-49A7-8E98-9C9D152E1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6263CE0D-656B-4072-B1CB-C0933B2B13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7E336226-784A-4D4F-842C-16B0FD8965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4F952CDF-BD3F-4234-B9FA-1012CA2952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E1EEECE-833D-4419-94A5-9D9B3A4CE1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C9951E9D-EBEB-4445-8FCF-17C70150D2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91E4E7F8-A1F1-4911-85C8-8D0D31266FD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54E7A7CD-0644-4D22-8A17-D2FC3CBBA1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52F83D7C-FAC6-4A00-BDF5-04E413DAABE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29674788-4787-4E71-A677-239DEE8FEF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C83E78A-7B71-4128-A179-0C01EE77C3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FDE6766A-4C45-43F5-9F8E-EA8DD2E215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9D3919FA-8CFA-40F6-90A5-A7079419F3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AC86815F-778C-4262-9B79-2FE1F0AD54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EA073DB4-132B-4976-A5F0-62E066BE00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B9D1980-2444-43CB-B881-938614E334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6F4F3ACE-C11E-4189-9076-015AD87CB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344FA9E7-C4A2-4A18-A97A-1A244F717E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130FE518-75D5-4702-BFF7-CE4BB9737D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D6A1CB17-5B0A-4D08-8FF2-F670C28839A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F52C84E0-3600-4102-B98B-3B0B6F2B5EE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EB04F480-4806-4738-ABD9-95C25D6A07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D41044F7-FCFA-453C-83C0-9A5AA59BD5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FA7934C6-254F-42A4-8143-D6FF686177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487FDBC3-1F50-48ED-B335-9F5BEF1FB0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3F78D36F-D229-4F55-B0DD-7DDC75820D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78F9EF99-F60B-4100-B385-36ACFAA53F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C5479646-AEC2-411F-A08C-015234E1C6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5754C3B0-8B11-42F8-8FB7-EF749650C2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34487AD1-FB5A-49EA-A473-1643FDD7E7E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78B1C7D6-6E70-4F29-A7C6-87375C3B2EB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FBFB9465-394B-4DFA-9E0C-B262372C22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C3DE8B0E-233E-4E28-91DD-CFA533F8E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6E771BEA-2E6D-4180-8209-A41E686C2A7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82628D9B-4C65-4137-AC60-0D586709FF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897FE5D9-9B5B-4DB2-A1BF-25D22F72D0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D3B37C3C-5525-4CC1-931A-DACA118F2D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46687EA-048F-4761-ACF6-B0E6A621FC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39DA5DD-49EA-405B-A4DC-9224606873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2E990E84-0594-41A4-A076-25A9D9701B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1434DC88-0EA0-4910-99C4-2ACF7A1CB7F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B36EBFC4-2DC7-4797-BE15-8EED262744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CCC761C9-6F1A-4316-81F9-B6F8DF95D2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DE07E431-D9D7-4257-9105-F188A760584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CD1CA5AA-4B87-4249-AE13-D95AA34A061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8CDB93F8-FC1A-41F8-B8DA-FCCD336A30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4BD8C33-649C-41F1-AD5E-7965474B89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20950B2D-EC1E-4816-B353-0327C88CE7F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1F6062CE-6D46-4C73-B849-230A0DA9229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1C60A26F-00A2-4C93-AFD4-B0A055D6BC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5D11D5D5-548B-4798-9B79-7E703C3830B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03A32C4B-105E-45BB-9FCC-625704A9A1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1FE66789-5568-483F-938F-26BAE3CD471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70E6B870-1A1A-4980-BFB0-8A5320BCED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42660224-38D6-4691-8581-D00BA1C43C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D938EA01-C8FD-4960-9C40-E8B09E00C23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0B212E13-F911-46F4-A081-CBB9D6BE5F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D6E3377D-ACCF-41EA-AF1B-CB1ABF447EA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1F0CBFFB-51E4-4CDC-9032-47D010469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B71F2147-4C2F-4D39-8EA7-4C6EEE6069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8136F15A-F3D6-41C6-A243-15EAA4226382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FD0904A4-04C4-42BD-8A7A-79548FA41D34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98B97D0F-514C-4AF2-B2C4-3CE7A6F0EF57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B875324D-AD15-407C-A9B2-0E8739D02A96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B68C938C-0112-46C7-A116-2236A0600B29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A9CA163-5161-48CC-B171-51E15C88F4F9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79C765A4-9477-42CC-B587-C0F7F62D48B9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C9B8B10-CA69-426F-9F83-62AA3A1B856F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4FE2E6A0-8FD5-43BC-8B87-2A4548F37F7C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6170A629-FDD3-4714-97EC-32872148926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157D7D5E-B1DC-4310-BD88-7016BFEC1763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9F438718-5389-4A49-B974-FAF4272EA1FF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30261295-BBA2-47F4-9278-5AFB675ECEAD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EE7F955C-AB50-44C6-95E1-B55CD1DA6A14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F3515959-6DB8-430E-B7F3-BD7FD0B3D800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4E1945E7-CDCB-4869-877A-F9E485F1C5EC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FE4CA083-AED7-4C9D-A749-F07735DC0E74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23F1A2B0-213C-4A2E-8747-095B56D45DCB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633F2269-FE6D-4E9B-BE7E-D46C78684076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24441479-84B4-4731-895D-FCD7AEEC832F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476F6621-E3F4-41BD-9B4E-AF5834F04CC8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EE3F3B5D-5710-4BE7-8A12-79133446EBD0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F21F44B7-90D4-4F47-AFD6-815C2021006E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D78FEBAD-B480-4F3E-92DB-575FC4AB06D4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618F8D02-DD0E-4328-8044-FADF0E1D6652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7C61CEBB-A17C-4F69-9078-440E1457253B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DCE93628-553E-4DEB-8BE4-D4CED54AE85D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00F06F0-42E6-4907-81FB-471E37403FAF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BF45914A-A03F-463A-B751-AA28EAE5889C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FE649B02-3D57-4773-838C-731F5C37B40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19E132A5-7144-47BA-9B39-4F9DBEE43826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62904A9E-39C9-4A85-B5E5-2EDC5ECD26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FC9ACB97-F5E3-4C85-8404-041EAA22AD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D52F0CF-DB72-41C6-8CDD-55FFA0EE0BD2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0B5A81A7-C5F3-4D3A-A6D9-585C84C7ECF0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19F5896D-58B9-4224-AD85-2F433EF46F3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1E9483C0-D462-40CA-B322-69C58C34CD2E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0408CBC5-FE23-4BD7-8AAA-937E026199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BB076C09-027D-4163-818C-BABD7D0C7675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EF64B66F-9C2E-4F9D-A795-B66617B027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0E522284-3F57-4BF3-90D1-3CEB7267FB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D748523C-2E2F-42D2-A3EA-A77EA8A6EE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8C13C45D-59BB-4E0C-8C9D-4A30F1FAB2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67CBD85E-1200-48E9-BCC1-54EF387A7E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7D129D5E-E0B1-45CC-8F6D-94C952C2D1B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9816474-ED15-4DD0-B669-2E203A3D18B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F3B42C91-C0D5-4F8C-B3C3-CCBBE6DD320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8EDEBC18-6B97-4DF0-97B4-14625AEFE0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754A2103-F8B9-4DB9-8CA8-54E7346506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0A74AD62-403C-44D4-BD19-CE6528B22C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9B8FDF16-F6F2-4DB5-86E6-1E833A83CB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08137C3F-190B-4BC0-8DCA-DB658A7618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34E658F6-3626-4EAE-8FF7-3D3DD9D5347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09BCE0A0-46A8-430A-919B-4C183ED8CB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0068A000-6AC9-476D-A80E-C7420C0710E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35EE3DE6-BF1A-4ACC-A5B3-BA2B92AA0F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725CFECC-33D4-4616-9AC8-34D346F3E7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46DE2C4-B2B1-44D5-9F3E-ECFC8AE9A3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5BC806F9-E1EE-4A2F-914D-605DE21BC7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82E53BB9-9D96-4EA2-822B-7EB41EE7EF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B90095FB-7C6B-4E42-91B1-C776B220E5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7E3D9F5E-E283-44FA-B062-B7BDDC3696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EFA1EFB4-4365-458C-B8D7-8D5CBC68C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D3C087C0-E3D8-4E10-9938-41F1464AC6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5C769BE9-5BA7-4B0B-A726-9C84D16FB9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5A0F124D-9C4E-4B47-AD90-AFCEFA2D9FE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B24A2E8D-2685-497D-9081-DC11B20B2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2C4E6F07-07E9-4C24-8E44-AEFEE22118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97B42DAB-E2B7-460E-B1A2-57FE2985F3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51D4440B-6840-444F-8066-9FA5D18A195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8E3C33E3-8C8B-47EF-BD08-AB2DCFEC0B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86D9A920-A0E5-4BDC-8029-4D542993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614ABDA-AE9E-4075-B032-19993B96387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5CA43CD7-4C99-48BD-8EC2-58839B7DFF0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47D3250F-FA86-4391-9FE0-40E4182B41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F1B01700-B538-4AD7-9838-5C899B39AD8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3A278CC0-036A-4BEE-8D8C-9A1CA9DC2C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C55358FE-2BA4-46C7-8700-93BDD50C0E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6DD4A503-13DC-4EB0-B091-C015DC461D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775C903F-3B34-43A6-AEE1-2E6A45E515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D196EB8-321F-447C-AFF8-C0D3011F3C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88434109-29B2-4BC7-BF24-4F1DF820C9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011F91A-0C5B-4D09-9DDE-A674FD3EE50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77228F09-1017-4F36-9CF0-68E2BF585B0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0B23948E-FF22-4D17-8E6E-8698EE9B59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D0378CE0-C474-4885-9E23-E22D37A295B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94C6E1EF-B3C3-468F-8D2B-2F9D78961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5CD30950-9217-427E-9FCA-DAE73F5FE8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9957CA14-03F8-42DF-8D96-EBD12BF9290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33463B1C-D730-4BCE-8D58-171246BEA98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62886F21-9F29-4246-A429-46681C0ADE3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A9951337-96D1-4418-B60B-9307BD008D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8F093CF4-B655-4968-8E13-63251F9465B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F7B38259-0AD5-4D1C-888F-62C45C54F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CE46630B-1EBA-4ED8-8CF8-82F1597480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827D6582-5EE5-4E9F-9F8C-C3D1022F85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AD2DCD66-FD8B-4222-B7C3-CA69EF4953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FCD6B999-A457-41B0-8ADD-A24B466A04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2EC7919-E725-4BB5-87E2-6D75BE27459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2F913794-D384-4213-A441-E8E7737F1E8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A5995662-28BA-4B0A-91B0-C43BC4D9AB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F3064F7C-9EEA-4E22-9417-F310A9730F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2F077DC-6604-444F-AAE5-B7F2052429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24A7A798-EDC4-4A24-8BD7-161FE940B6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B8CDBB09-76A2-4656-8EC3-0CF586C077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4E5AC3F1-FF9C-4238-B24C-CFA600E364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E47663F3-93D7-4D14-9FD5-15886A02FA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8FFFA91D-84EA-4120-9FDB-41694BF3DD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41066D0C-E3C4-427A-B92B-264CD24B88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68E0417F-4B5B-4128-9384-5E729E44B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B18E574D-317E-4D2C-9EF9-8207EA6C7C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59DC3305-D3FA-4028-9268-846C73C6A6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1A5F28E7-8E34-4981-88F5-313F2C5A3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8C3071E8-3683-44A7-B633-021365FFE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35B2A266-2BDE-41DD-90BA-9713D261C3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4C6F0A93-9266-48F5-8E8E-2D9C0423E0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F078380A-7CDA-4981-9CB8-882E458999A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3CBDBC3F-B9AE-4BD2-BA7A-8D163BBD1833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AE28EC77-88D0-4F2E-9593-3DC83DB7E183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EBAF7486-29B9-46D9-8158-336E1BCD3B3F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E2F07D8C-FEC4-4737-B5AD-015BE2193A94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0662E413-764B-4CBE-9826-3FB109578996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659628D5-21A0-43BC-95AC-C488849C81E6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81883FA-053B-4BA9-B30F-365BA906B90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2D648AE4-D7AB-492D-A81B-E641ACCF6127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6DC7D3A6-6D52-4C25-9A7B-0BAF38FB8668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91A6C253-48D2-4E34-A635-905487199E2E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2F17CE7C-818A-4C56-BEE5-3840C1A03B5A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48C327E-4AA9-40D2-A8A9-F9B340B3B01B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943D955B-6D41-4F1C-A80F-F7FCB43F94A7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8F0B053D-350F-4489-855E-A53369CD81B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757F97B6-4817-46B8-94E3-F1FCA1AB9EA6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F56472C9-545B-43B5-A36C-33FE43D9B06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B6DF0DDB-B5C2-49DE-91B4-7EF5A3437400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BB01E2D4-2FF9-4CB9-9E2D-C2D880C4570C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84220F2-9119-4BBE-A8A8-E339F9ABB6A4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2F49D03F-945B-461B-8EDE-B785148A4383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C12EC13C-0F78-403F-8C60-AFC533BF9BA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8F753209-65EE-4E5F-B44D-CEDE0976E80E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ED7DFA92-36CE-4624-9834-86355F5BA80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CFF86B7D-0534-4BDC-B6C5-4330F768B7A0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3455EEE4-E0F1-416C-AD0F-1D4616F6A5E5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1A82161F-1D7C-41D5-A35C-1311815C46EF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26FEFB61-604F-4B89-B9C7-391BE551F25B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9882759-E1DB-45D3-9070-105C48B16E0C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7831365C-F105-4756-B0E5-B0C19E9CA3E8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E2093C0-A1C8-487B-B306-8343F056B2D6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2087803D-89DE-4872-85B3-C18B450FBB64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20EE37EE-DB72-4D1C-B7BB-7853EC592E86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B767D282-F3FE-4614-BBD5-D155B2C30663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FB2FC3C4-3E88-4EA8-B88A-BB4612009428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385476D3-440D-4CF7-872F-EA70341564B0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DAFE6D99-8097-4E9D-A387-32BB656D8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4852A42F-A75A-4B1D-974A-338AB049AD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05701B31-B42A-46A6-B7BE-D30D313D76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7E0515C9-F8E5-4495-BF2D-406AE5CF74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883A7445-1F49-4E8C-9D9D-50584A7235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D524CE64-34BF-423D-9686-547D65A7A5B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DC0FD94B-9603-4F57-BE3A-C0829B1F14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9C82777A-5181-4AF1-AC5A-BC3B9BA2E7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DC1CCEF3-5769-4332-A089-118D20715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8E32BA2E-3A3B-4B9A-BED7-319433AEAF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D3170D65-3616-4979-A20C-0C3D537AFF8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B07E2E73-42F4-43E8-8E35-3B66DDD710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62708FFE-BE52-4486-90C9-A0790F83977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E5B0FB77-07A1-4DE6-BE89-DCCDBB5863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D4DDF574-8DEC-410F-BBA0-CB8F1556A35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E8BDC470-8E2E-4B1E-B70D-F6C28CE24D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DF97181D-BD61-4775-825A-7408B5165AB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B9E8987B-9401-436F-96A1-84D381DACC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D6BC963-EFDD-4A89-94A3-784926F052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9ED518D5-07A8-4765-A98B-DD27CD2C235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10D3C8DB-EA18-4686-8243-61A661EA05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0C36F83F-C932-4FD6-8296-B03553E301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BAA22A5F-CCFE-468B-A35A-FEA2E489FF6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7BBC89E4-9620-4F4A-9ACD-595C7B7742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291FC331-4CD4-485B-B142-D324020899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87915A9-DFFA-4142-9D5F-1BF4CAE20A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F6C0EE51-8CDE-4DC5-809B-B949137A1A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FE3F5A7D-1EB3-452C-8B78-35AE3F2394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28589508-7860-47B5-B659-A276C43E6F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37819C99-9295-4FE7-855C-F258F292CFA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35EAF601-6817-4189-BCE6-3AC1BFE79C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870AA80B-FCA2-4E10-842D-CB2F62C773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A3C0568C-B7DD-4321-93ED-93975E399A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6ABCA7C5-A96D-4864-A915-9A4B049A0B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EAFC1C87-6008-4A20-BAF6-0DA4F655C8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ED7CF610-31F3-4141-9AE3-5CF594D1687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8A420E4F-6DCC-412A-BC8D-EA89A63C92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B1320329-7050-47E9-B1E3-E81EF9C57F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5A712852-436A-4FC5-8D6E-072E6E07EC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3601029C-8459-4FBD-AE74-445D315D59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F6C718EA-248B-40FE-81C9-9F2863E6DD1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CA2C4408-A0E1-4EA6-8B6E-B45B22F10B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31AD1849-A0B5-4DEA-BF8B-E435661B6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803EDF2C-CDA4-40C2-9B28-C900E62143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D4F38074-C805-4308-A364-B1B8CF8846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9C925BE6-7A05-431E-958F-FBBAE91C97B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631FCD30-4126-43DB-AB13-C926B42F665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4D657A0D-44C1-4EF2-99AD-EA3A035EBA1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5B5C8056-DF50-4150-8E3F-B253A798542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5662C02B-1DBB-45A3-91DB-7F1CDF21E5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D9B9BA9D-38F4-4B83-80B8-6EF6107421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9A8E4691-8182-4A18-8D37-94A84BBFD6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F38A3B3-9D4A-4C48-AC01-6B2C697DB5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E401AE9A-B514-440D-A66B-D1B175079E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B26D6954-851A-4806-902D-75AAA339F2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9656D7F9-6AA5-4220-B5A0-1F9C5F9C53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3D6310AB-35CF-4DF5-A7D7-0A7EB26717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9533C418-4F24-4AE6-A547-BF36865BB3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E2A51A66-23BF-495C-8D98-0EBE990729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834179BC-207F-4D1F-9B01-30A083F190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EE94DEBD-9F91-4FC5-87A3-79F1C62B1B6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59907BA-1B41-4B7C-887C-1AF9DF317C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2D770892-4F67-4E32-AC11-1BE011FE597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606B773E-E87E-4350-92F9-D6782A1B93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C572CC6B-D339-4E5A-8BB3-AE7F0BA0966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7C447227-CCFD-4C46-BF50-9A9D0FC71D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E60C69DB-471C-45C6-A4C3-B24176FFD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817CA7E3-085D-4F40-82FD-5F03B5789F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06F37979-B406-423D-9F2A-9AE0505C62B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E6603EA-579A-4E51-A7CA-F569E71DE3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132CF716-B115-4032-8768-0569CE26978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324587AA-6E6E-4F6C-9466-B4455FDBE2A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E6961A52-E03E-43D7-8FA4-8494BEA4CA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C7C2C9A7-8A6F-470D-AE53-BEF64186E8C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78BB0D64-F622-4FAE-BE22-2D87F5FAF9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41C42718-8312-45E3-8FA6-87E23B7F93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B94959B6-B2BA-448C-BC50-9974143DA3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DE68B557-2C99-47E4-B579-14AD35249E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D42A0743-1F54-408C-A81D-04B75781743D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D5A43497-6AC9-4209-AFD0-6EDE6BBED5DA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9B3D8DDE-9FFA-46CE-8FC3-662D4E771A19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8B64FF85-5DAB-4F30-961B-6D59C5EE24EE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1595374D-DE4A-4973-8A5D-F38FCDF2C7C9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3DF0E1A-0C88-4D1D-A101-BD6D8D08F25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61605F77-E995-49B4-895B-DA7C2C8E8DE2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B9687130-BA0C-47FD-8F74-13856171A057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AEF31F6-C720-4F8F-A908-0DC70F09F43F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F0F54CE-BC56-44EE-B77F-2603CC859AD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5DF550EC-E309-4BE3-AC8C-613632D6B6DC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BA5889D9-317D-42DF-8D27-816109B0FD42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F5ED3509-7810-4172-ACCA-1143549C50FA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5F809D12-1C66-4A34-86C6-865994FA2880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D2E721EE-25B5-41BE-8B4F-7461A05ADF7D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B2EAA4D-E456-4E12-A58D-41188DEF8D2C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C3B3E29-8614-413D-8B7A-7D33409F2D00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DCE09E56-B401-480E-8BFF-C8705CB6CB7F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2688855A-398F-42B1-B4C1-713E246B3D92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7BCEF8-22D6-4AF5-9909-6715311E8527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752B3008-FCF1-40A4-B6C3-2B03E29F84E9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3BE675A4-D434-4E1A-A0DC-FE4EA913DE82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E5912D05-BE84-4735-B861-F1A064F2492C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43424C4-2F69-4283-93BE-3F9444E9C71D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91984B48-D38C-4DA2-A450-8C80B63D3BC3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0D5A52BF-A120-41E0-A6A8-3B9256A9915C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0E6DB149-951A-4158-AA65-2BACA6245FEE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5F3098D7-F7CA-4E4B-B1F2-97FAF1AB835D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0CFEC81-D903-42A3-92BE-FD59B5E7A794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5D74A97D-A951-43BF-8462-B5EB2C5F96DC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9BF7AEFA-088D-4D13-80DB-66C595D8175D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798D12B-9377-48CF-A77E-83F4E06377C7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D0C49CA1-34B9-4AC4-9714-BF025F129E52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BE3B1AD7-01A9-4BAC-BD92-83B3DC6C860C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F7903C3D-EC4A-4118-8912-83F0EBE5C45B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8F80D89E-C0B7-4723-8F94-316F23232B48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B86CB42-9DE4-43D3-B833-7B0CEC0ECBE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FD30BF8C-C630-4FF0-93D4-D58EA1CF0D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C08EC1A-BBA1-4079-9BAD-5C87EA8085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27E8EDA6-E6A5-47B4-AB36-6D4CA803B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8145053E-1A97-4D94-B593-43F6E78B626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E88878B3-9E99-4E34-A762-61F8D0CF4D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AB7FE873-7CE9-44FF-821F-42AD7EA6BF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AFB2B500-4D4D-43AB-92F8-4E5330E45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3B040CF2-E868-4916-A0EF-825789EC151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EC609E08-820F-4DE2-BD3E-E8EB3CCFB5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1ED8DC6B-A46C-41B3-A40F-CB5CAD2899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9472B293-CB0C-4A4F-A840-10338DE9F4D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6722BE7-B7C9-4482-878A-7977490943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8B06FA8B-66D0-494E-8132-BB819800CE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C406F916-8D6A-4739-956F-B574A8F3B0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98087D0A-CA19-4F5A-ABAE-C79065CA20F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32BC067-064B-4BF8-BA0E-DF5959EF2B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98D2760D-F192-4E05-8B7D-A07B7645C1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20D9BDED-E04A-48CA-9F07-85126B090B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22068BAD-2B81-4A1E-A5F3-7B4657D177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EB1D205D-3B6F-4CB7-BACB-5EF7D6F109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F3219B75-C336-4ADD-8DE5-D7EF468045A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2510CB5-1A96-4BAC-8C22-3166CA9F40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8F67866F-BD40-4ED2-8362-13F9F950C9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5F800C03-B801-4A23-A3BE-0B877878404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4C73659B-C23F-4B9A-81CD-600363728D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63D1D787-88B3-4CB7-ABFF-59F3260E841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43D46344-D9CD-4D93-A4F9-690D56FFE9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B5A26D33-8B1F-4A5B-BF1F-C78CDE28AA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090516C-4AEF-46C2-B7B4-CF606C2E6F4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0863101F-1A1F-407C-A084-B2CCFF9581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C0088E97-B329-4B10-BF7D-403236472E4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E01B945C-37EF-49D2-A748-F72C94749B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6E0F7782-FB25-42AC-B9BC-0A8116EB34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4CAC4A8D-9C25-44C6-A58C-D0CB1F1129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31C18736-9FAC-49A2-81F0-1C7390EA7EE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9430E9F3-87C6-4E3C-B0CE-6CC24C888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0B5A173E-E52B-44C3-8F62-63079C6907F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B0922FCD-C1FC-45F7-A21F-D0E15D7CF7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0458FF6F-8EBA-46FD-BAC9-9B8B89B280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2C9DF370-0515-42F5-8D95-6397ABF378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324C3199-893B-4541-B341-E013705F024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103D4540-5A6C-42D5-9281-FD30F11426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87D6311A-0E72-404A-A7A7-44F0001429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D421AC69-FE97-4C09-ADCC-12F4BB8A3B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645090A8-8FFC-4FF1-8BBF-C9FD993C7F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F31304D7-261E-4501-B393-CEAEC01C1CE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D139D916-B172-4ED3-920C-B0720251233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5D675765-DDE5-4D9D-8E04-2C1830EC1F9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B3F4BEA7-829B-4A57-81B7-A1661A9D88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D6690913-2C9D-4385-B6DE-3F2CD9B16A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0FBDAC84-78EA-4D24-A71B-346C13D07A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B721F7D4-1443-4385-9652-82E781AF37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11179D5-31FD-47C8-92FA-33EB4D20127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D465BF96-D254-4EE5-89A4-FE6C57B58EF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781F5B62-A9ED-4543-A318-A4E8D2A53C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B0D637F-B8D7-4FB6-848E-3A1352AC143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52C8424F-511F-43D5-B748-1AF368022A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D2BA4128-AD61-4C7E-BD9E-088A5ED41CF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A76CF539-5102-4400-9390-DA9DCB5DAE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1B5C446E-9891-442A-B96D-C838D5E910E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9670F6D-F082-4598-9E04-F5AAFA74E0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2B2EFAE1-C75A-487D-8C72-D6F3FA481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4E5657FB-A447-4C06-9736-8C2678A034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15B10589-6F7E-4F01-B64A-6EED87AC8B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1C3EB09-A7CB-4C22-9BD3-C7FCBA66CF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92A0916F-ABB7-4C6A-B730-EDE6FBDF9A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7CD66FE2-AFC9-4FEB-A1B1-1B9CCE3E88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F7B135F-9EC7-444D-BDBD-EA4E34814A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F15998D3-78A3-4258-8E00-4875A0B6EE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089E4952-70BE-49FB-AF74-F1EA02C9A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18107B92-70DC-4EC1-ACC3-39731C565D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EC3E19-2360-48CC-AB9A-815E24D1D9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112190BF-8BEB-4774-BEE4-2C513D911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4633BD28-5DD8-4F6B-A51C-D728218ADBE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633ABAEC-6DEB-4B44-8CD6-EC61CFA0FA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E48F73BA-F27F-4E65-9EC0-24AD65532B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DBD83DC7-ED29-4920-AEC7-B09FBDFB4D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9B1864B1-44C7-4291-9E6A-14C8B066D6DA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F2CB4C00-7E27-49FC-8F10-FEFE2F5ED272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00DF2F6C-4400-4436-BE8B-FBC965F5B812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81FEC1E5-C222-44B6-87AB-E257BC918C56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F3FB9A61-3BCA-48C9-A314-EC27E49D7B06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DCF6EDB1-78EE-48DB-99BD-025DA80DD0E5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1E5C2328-EC92-46C1-B9B8-D2ACA5974D02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4A86B70B-9068-463F-AF6B-CFF0F3A49A4F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0BEED6AB-B175-4A56-9A2D-E9368DCC091D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31EFBE40-A27F-492B-BBF4-8F32928534B9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249BD4C8-BAC0-4C24-B1DA-1A5EF54D73EB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6B7011BC-15E9-4F44-903C-9C25F45182A1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A3FEADC-9934-4948-9BF2-F552980F1F59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4C39FACF-CAC9-46B0-A3DD-70B3774A816B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82EDD4A0-EBFF-425A-89F3-FF5183406B1D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450A403-4E4A-4500-BC85-695BC020938A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8DF9F52A-EDE7-408F-B654-2295D2B1E69D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993C8EF-CB17-4607-9EDC-965B815ABF6C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12D2B870-9300-462F-80F0-C6B8D7FD0062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4CF10700-0179-45A1-A46C-7D35D80114F2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FC2F9851-9F89-4377-AECB-66CFB61CFAE9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E4372C68-4562-4872-9571-0B58CF0DA03A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02FA1B79-4F87-4242-8554-7F3112C56CD5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48EA0455-963A-4786-80D0-A620F9B2E639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88D75046-F516-48F4-8C23-A0FC6B9D87CA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B6636D71-D6B4-4299-BEA6-0D177B8B502F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838835-B134-4C89-BD0C-6ECE827D5156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2D6D0929-7ECB-4141-B0B7-78E10CB9055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C4DB22F-3454-48A0-9B37-88620185084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17714548-F379-4404-B7B6-91F6F51C2A9E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4193CEB0-BAB8-4DB1-AEF6-A92182C4767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8F805A04-E38D-4B75-AEBB-64FAD875C878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FDA41B5-689C-4FC4-8D9B-70DE2248DB05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95915D28-5CC8-4663-9149-5A7F6C85013B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4D5E583D-8D2E-4A0C-9B82-491A70F0A4D6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D1E27877-1C26-4E30-8261-C58FA69E4D8B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5737D73C-D8B8-4784-AD66-99F5B02BCF30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DE6DF7DF-5EEF-4320-9598-E7A327AD65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9274421A-D614-49E5-A10A-B666906EDEB5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62DAF0ED-E301-4F28-B7FE-C7D15455F65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239BA563-7392-4C2A-B1B4-BF366DF1B14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CE0609B5-7A5F-46CF-935E-B01B0726E2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5F6EB1F8-F3EF-4B69-A2F7-9946505B471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5399D5E-8161-4749-A925-E35695CAD0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C2C11799-E151-47C5-BD3F-A1FBE27634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B0647590-E3A9-4764-B31A-57313946807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AE7049B0-78D4-4C91-A1E5-2FE540A1BEC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E8F615AD-5690-47C2-A934-A65D77FCB1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874AE4FE-D737-453C-882C-32176481A5D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C0F0F4-AC43-40E5-9F3E-0490085A34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E647FF67-E76B-496A-B7AE-5898843582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B6184F3-464D-4ED5-A7FF-6F18C0FB25E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CC0B0072-D110-4D64-AD90-F0B73FE590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3F5F87E9-ADA2-4F8E-B1E7-47478F53B3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A470DB21-A95D-4A2D-97F3-9163F793F2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D0FF9A6E-8217-48FB-B5D7-712E4C634B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BC3FAC3F-CC1B-43D8-B3AA-21DD2337682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1AC688D5-A321-4117-AF60-1C6219E0B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013F798-559F-4FCA-842C-E3798218502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A7CBAA57-B9FA-47E1-84C1-3533A53F93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6D195440-E426-4888-89FC-60DC103166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7F5A5EE1-E11C-42FE-9E27-D5BC248FD94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DE432DA0-B5D8-4633-AEE0-DEDA50EE2D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80BBEBB6-0ECE-4D92-90BA-1DDD33A60C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90316966-FB9C-46BF-A68C-56199C781F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1BDCA4BD-529F-4571-AB1D-5ED6EF8D4F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158258F7-C27E-402F-B0CB-FB3FE7F90FA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3070055C-4ED0-4546-BE24-B90DCE8539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81F71774-059F-40E8-9F40-7A995E9A084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FD98B425-94B5-4A7F-AAE1-665D595E3D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42899F41-6650-4F4A-B305-0C131B4A8C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9414C95D-4D6D-4B8B-A4F7-91196CDA47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3B7AEADD-1C17-460E-9771-F82C555995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CF620E48-EF31-4BFF-B827-F7A58F5B85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1F7563D-0DF4-4DC6-845F-9C870FF001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0E1DB3E4-E52E-4D86-BE7C-5A8714E9EB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E9E92EE7-1673-484E-9761-0E72761AAB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52056BB7-99E5-4E6C-83DE-65FE4B7368B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154508C5-F03A-456A-B026-E44B5B1B58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68E2F409-0407-4185-B6F1-5C036266A5C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BE30B4FA-7B36-4D78-BA0A-0923E86B37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C4925631-DDEF-4508-BBEE-205E389675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9AA50DB9-F090-4EF3-B3E6-3DF6650623B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57F9943E-36BF-4FF9-A5AD-342398188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E959DFDA-D04D-4AA1-BD42-73E3C602AD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F193D0CE-0D90-4B49-829B-8568BEE04E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C2EBB4B2-7000-414C-8E3E-9F4EE95DC8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721EC7C-2183-41C8-A568-0869517F3D6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9FAAC18-C912-417C-BC9F-5111E625FC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242490F9-298B-47E1-867A-07ABAE4AFB1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55C650D-AE69-4AA4-B1DC-83CADC030C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3D7A405D-449F-40F5-9E72-A8A276F187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321A68FB-3ED3-496D-B4B6-66A9875B32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8BA9C33D-E8E6-4E64-90FA-DB17A347B68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78287422-EB08-49D5-8C02-87D0FCD5F3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3D4193CF-BC53-4600-BBF0-4A18DC5195B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6BE5BFA6-1822-48B1-A956-34357FC715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10151774-1CA7-4AB1-AECA-8EE443D75A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5728D560-3F67-40C4-896D-4B0DBF3B80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FC113F4-A0F4-4DF8-A63C-D4978A3E6D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B1B3C11C-F96F-484E-9C17-4DE26FCCDE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AEA0A403-E191-432E-BD5A-D0D8316A02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02A748E5-9AC4-4C0A-A476-9690249B93C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AE345A71-26B7-4E06-B3E1-DE744DBB27F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4ECC6389-905D-4FDC-BA05-96232AD7B3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EC04A805-A4F8-41C5-9478-A1F9937519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7F36EDCB-5A18-4595-87E8-28E80C606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A75219E4-2E58-4FE7-9D8C-2F951C8EB0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27C0D7E5-EC4A-440F-BE33-8A54DDDE7F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D302DFAB-6178-477A-B3D4-9E8927518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1609FFBC-AAA2-49A6-988C-5BD2B7B4AD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E61617A3-DB73-43E6-8A2C-6259F0F6868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D95A9ED2-ACFB-4BF0-9EE5-F9FC8E06AE9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D68147B3-3264-487B-BDC2-2D07208EAEF2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80E6931-70AB-4596-AF8F-3E8A833EB28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0563238E-4F3C-4B39-8BEF-5432F1F09965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D7C43E54-2009-4D8F-9A8C-2F97448D0B96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4C0613D3-CF67-460E-A9F1-357E7D6DA308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88B7C9B6-4279-4FA8-8950-24E77E1EF899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C0E95BAF-5BD6-40EA-89AE-A98365ADF61F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AD3F1A6D-668E-400E-A170-6F727FA3416E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8ACB8A2-129E-4360-B4DD-3D648780C377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156479EA-47D5-4F8F-8E5D-171BD4648EAB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0FF3365-4F03-44B6-B187-C4CF5B9A64B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AE4C5EBF-71F3-4EFE-99A8-B2E9DD585986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74E276A8-8985-437D-9A16-5CB513270825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F572CC79-026E-43F1-88B9-0490080EDDFE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25A22219-3B03-4C20-8F09-2619714BD3CE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4E15AB79-307F-44B9-B45A-B8892ADD1C35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FA5B0859-FD89-4C3F-A1A9-F0423E324B54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6F054307-2FDA-4E4E-ACA6-54AE187CB641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81491076-8E6C-4AE0-98B9-7823BBE65670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D29EDFF2-DB2F-4F49-8074-E6F8CD44F6B0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6BBF8B06-43A5-4AEF-886E-8D5A271F5B5D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A853ECD-64BC-438A-8692-AF401D7308C5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9EC4D33C-F7C9-4523-AF0F-421DAC7E7346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66D1A14E-68B6-4979-8E9C-68D5EF3D7790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22253353-0BA0-46FA-A091-AAA634C990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BEE1D2F2-7090-436E-953B-F527A85CADB6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3E551DCD-12E6-4D46-8480-0D6D920DBECC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A709B536-9AF1-4E6E-8C62-64687F6B50ED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6CDD101B-974A-43FB-909D-64CB3D62700F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AC95C7D3-4C38-431D-8D95-A98975F70E47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3A6DBD80-6790-4F39-9AF8-237FEFD2CA22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5AF99625-1E53-4E1D-8C86-FC288275CD03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B2A92C25-EEB6-4903-9405-5425D024099F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6D6726FB-4263-4530-997B-2EC604ED618C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78B215B2-4FB7-46F6-9B51-B8AF8BC0B8C7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C3A3A983-22F5-4224-91F6-ABA1547ECC4D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58D3F5B0-C681-4B3A-9E8F-CF1738668E70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85EF2B6B-1E3B-4287-A39F-528330E89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72E92084-8181-4454-B2B6-8E1A3268F56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732E6271-790D-417B-8AB8-56B95B30EA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F122A9AD-3DC5-4969-994E-EA1BCAE3C2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ACD9EE43-5E1C-41F7-8B74-AE80736EA6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9065EA9D-5564-4573-9B1D-E7EF895E42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609BD33D-CDA5-4CCA-95F7-77CC4B59ED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C215E7A1-3547-4EE0-9580-1987521B65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0AD7EE10-DEF1-4885-82D1-5CB871D17F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8724F619-527B-4925-96CB-BFB1DAE8E2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6A5C89DF-CE2A-41F8-A148-0802737D07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A45B9486-0C22-4CF8-BA97-0740A0F7342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A163DFF-A67B-4DF5-B00F-ECBB62C52DA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EBDD3E9D-4202-4209-8247-A4D7ADF6DA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B6A9F35B-1AB7-492B-A4EA-EA3FBABE60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77973B99-0E3D-4E3A-B08A-A120220480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844B5DA1-DC67-4AFD-AEFD-B37A4CFB30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B0EDE7D4-E161-40BF-B391-E56CFA26285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B432FDCD-2AE9-441F-AFC9-78E344BE36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C289C852-E4A5-487A-ACA1-1498755DEA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210ED002-4229-402C-B114-55721F1CBE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85DB2997-8CB6-4230-8A1F-9B1FE1F881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C8E2BF63-3F37-48A0-B231-BF047D2BFC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641B4745-F267-431D-8E18-CAB0965F23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D162A5AD-6F6B-4505-A6ED-840951AE0DB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2964B68C-4512-4020-91D3-4C6995EF904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2335FEB6-5FEE-48ED-BBD5-39FD0C15383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2A32232D-B0D5-4BE2-A57E-0C6582BCF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B6403C62-8E9A-4915-9545-0E2786B8FD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47428CD-1864-4428-AE59-E16CAA6686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C67BA059-2EC4-4A6D-9441-B37534CDCA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CB84122-55B2-4B71-B856-3DF8E5FAE3B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18CD571D-7A57-4367-A9A0-0231B34793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848FED3D-9718-49FC-9478-E7647D0168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CC999AA0-E6B9-4EA4-A3F3-D8672E9B262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15DEAD8-18B8-432D-8F88-509804B7A76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E5E24E33-399B-4728-A2FD-8753937FF1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CCE94487-FAE5-4153-BBC4-FEB6EBEE0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5B28B18A-A7BC-48A6-AF84-E7D65CBF76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0E82D1BD-D756-415A-9379-6E140B9FAB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3B90C2C3-7438-464F-96A2-FF001BA136B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6604BA6A-6CEC-4F9F-B1FE-C8FA50D9D4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2440615-BA55-4A13-9D23-B81AE97FB1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F159A2F0-8792-4664-8AA4-029B98BBE8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C80E2753-DC24-4752-B801-405D1F0EA0B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0A32990-1BE7-4B6F-9B64-AAE978F541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A852037F-B338-45B7-8E9B-E6515C553F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89AE9AF2-5F93-4186-A43F-05989F92A6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76C21A4A-8664-4832-99F1-845C4E7330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053C9345-84A9-4199-B406-1765395831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DCD4988F-21BC-400E-BE08-B79FD953C5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7DF29C76-6D95-4F47-B07E-F268A344AD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90DF97B6-3F29-4AA2-84D5-F27D7C63C4C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D01CC53-0C3A-4862-A4C4-2CB30F3B3E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56B2C679-15C9-40A5-A98A-19D2AF76B8C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751031AA-EBC1-4622-94F9-03FA50E5A05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FA13B3F2-B9C2-430E-B76C-75E4B189D1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3EF7F3A1-5364-40DA-83C0-262988ED473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0E674E11-E24B-4207-A6B4-BE4B06B214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852E6BF0-99F5-4120-8A70-FA86F82FF3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7B123640-64D6-40F5-9472-44B539D00D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3735F779-532B-4715-B37D-AE6EF219C3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01BA942-F70F-4293-B4E4-4A023906B9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73CBB95F-1536-4A5B-8E65-9BC6319BB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A10B8122-511F-4A34-82D1-1077E5868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2D51FC65-0798-495D-9F6C-8379BC637B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25C61015-8968-4494-BA6B-50B7AA8C3FA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10D42167-7497-4754-838C-89FBC509C7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1AA51C24-7276-4B0C-939E-99EEEBA142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494602AF-0DB0-4C82-8A85-13269E3FC2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60ECC450-C8AE-4BB4-8D99-4148635C4C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E73BB64D-3E58-46B5-8215-DB08E9923B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E1C39787-5A55-4077-B288-E324300FF2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B16FA40B-4637-4EF9-8C07-F5458F75C8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D69E6A81-10B5-4D32-9E9C-1BD70C4D700D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87514BED-EF19-44EA-BBC7-A8DA449D987D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4BFB9BC3-3775-4264-A480-50522E53185D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409066A3-6A72-4F94-854D-BCB7BAC904E3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ED1C620C-9BC8-4EEA-8497-AA3EA4ED905F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F79906D7-5179-4689-947F-CFB5526AD385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0ADE0B99-2009-4EDF-8FD5-F802D75828E0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453B09D2-49C7-4AC0-AF28-E942817E31C8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6972D35A-9E3F-4D1F-9FB8-E574F2F900DA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DB6AE240-10E3-4F24-AAD8-1F261579E7C3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562127B-F5C8-4E0B-8ABD-83FBDA347F2D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AE2643FB-41A5-4922-AA85-E0512187A4B9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78ED83E4-5AF3-461C-89C5-423CACB70268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F3AE867A-7D2D-4806-BE43-C194F697A2B8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25CF03AF-822B-49D2-A44C-FE2A8BD48D26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84236F09-87E5-4D2A-9693-0814D8A55859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9DFFA08B-32FA-40DC-97BE-DD07F8974323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67F8E2A6-FD28-4010-BD5C-4B1CEE0A8CDA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D36C3A90-D08B-4831-A3DB-EEC1BDF95176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26678-308F-44D0-A61C-CF4E968C4A8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BDC09DFD-1C88-45D1-A51F-F079C6FBE982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1863C2B-3EF1-451D-B3B7-D02F8B948F9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573323AB-AB04-429A-94AC-E825CE53B9FD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CB8D217C-E5DE-428C-81DD-2AC5781FA38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D9A72996-9639-4511-867E-41044B0D0B2C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8C45C3FA-39C7-42AE-8744-C3D391328DDF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5B593659-47B8-4088-A470-55BF6DC388AB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CD70DECC-EF5F-4B1E-8BD9-DF6E755DE351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59378C74-1B96-4874-9D61-E57D3F230FC2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B4CDAC7-ACFD-4762-91E8-D5D4EE03F197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C813E4D3-BBAB-4280-871E-0349A5247A46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71FEBC5B-2441-4952-AD05-A9A1CC81B521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BEE24A2E-DCAD-41F6-AF62-AB414B0B573A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4B2A0778-ECD9-4998-ABEB-AFF3160D9196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A903CC12-0DA2-43BD-A96D-4AA209F77F89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AD1A07DB-66C7-4ACF-9D54-C4D7336F035D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6DE4C03D-9AD8-43EF-BDF7-AE8CD79FCC26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BFCBB3FC-830F-4814-9E2C-B77C422438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C7F49F99-34E2-4EE2-B201-D3AE71D8E0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3CA30463-C77A-48A8-9C64-5416F84D22F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1EA657BB-A20F-4075-9C84-157E002227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3C114DFC-8B4A-4DC4-955F-8B7196892F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9EC7F878-7439-48B5-BC49-525B22711B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02D7E5BA-85D4-4C3E-B3CB-49D72A86ED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39B64232-DC0B-42AA-85D0-F15FAB07DB9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9386B9A2-C60C-44D1-9EBD-8E7D95549D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1A997DB4-BA9E-42F4-884E-08F47CD4F6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96A26510-7BEE-437C-9B5F-51F0F3A1FA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C12FBEA8-1C9A-4919-92A7-93225B90259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6C3B2DB3-529D-44B2-8D4D-1BA21740D7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F4AE110E-0346-4ECD-8547-9C3E68691C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7A8EFB6C-8088-45AB-B511-EB1544DA99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78795F7C-60B0-4DAE-BE8E-2936C78954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524D30F8-1AD1-4831-B83A-B0D6FC78DBA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EF79B632-A6A1-45EA-90E6-5F1356C0B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67A14C5-23E7-400E-B574-38A857E759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50FFE63-C63A-461E-ABC6-56452F68F3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9D944D94-1DB8-4603-B2F6-20D28997814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572062AF-5CCF-4B9D-A147-5231C6EA0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606CCA3A-3E93-47AE-90E7-18336702ED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041F488-3786-4896-A94E-5215A6BE26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7C22CFB-FC0C-43E1-91D0-0C796BA07B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7350A2D5-1059-4A5D-B2E5-B3FCADD7B0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DB2A6EF8-F4E9-476C-A392-7918DF42F56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A671560E-B217-4624-854A-8B6221F2D7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91CCDD3F-998A-48CE-BCA3-B4410245FC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543D7186-CD35-4A16-9614-AF1491E4759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398D0818-B8D8-418A-8974-7A931162312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6D29D50E-6445-4711-ADCA-D428D68AF8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6A207F4E-7704-4C83-93E4-81684AD28D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86490718-09B7-4FB6-8909-7CA7AE886C8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4F13A91-9D53-40AD-A025-8FD183582F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CD240876-1F68-4C31-93B0-D5080FABE15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9A5F78BE-C6D4-416C-9139-A89FF8F35A9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B7D2192B-1EB4-42C1-ADDD-35A73C62EA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87FD5A29-C219-46B6-A050-FCA78F41789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51179781-8450-4EFF-8990-624C12F351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1CAAAA1A-FA0D-4737-BB64-1279D779E9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B611084E-B7BF-4373-B332-E8596B35FA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D116ACDA-43D7-4D04-95C0-60BDEEEFC1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9569E3D7-AE76-431E-A7EC-3FD9D81034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653BCF37-1342-4DAF-80AB-4C98A65202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F1C8E3BA-AF10-485A-88C3-92FB0C6F15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D28695B2-8E74-4D97-9158-1E5912854B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EE81F5FD-9864-4D58-BA36-230FFFA6184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61F4B30F-528D-4E67-9DF9-B5BEB66A37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49115572-6AC1-4424-ADE1-1D5088F0C9B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B81CD928-3923-4C38-8487-90615736FA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E4BE301E-FC16-4118-99A0-1AB4AA56F2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25395E7F-ACBC-467F-ACC4-D065853C32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3DB02588-B661-40D8-BFF9-8356952227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E5DEB8F9-5EB1-49CD-A10A-EB25286160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D409E8F1-5FDC-4BF2-9020-9286274343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B9F6D582-9CF6-4CC6-ADB0-99674F3719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5C345A9D-5D7D-48C7-8B94-4E5FBB7D28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30EE239F-CC3E-43E8-9A94-E6A402D1FF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AECE4824-6C17-4190-9D15-07DA788E28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DA88D10-9578-493E-BDCD-7340DFABD0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AA51E466-3AF3-4BC1-9ED3-CDCF3947F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A0B5A541-419A-4C23-8DE3-EE6CE1A625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24A78192-13BC-4AE5-9181-6A77BA76640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ED0B4F3-E9C2-4372-954B-39449527FD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9947A631-A55C-4259-AB19-AB8BFFE974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01048D58-8960-49BD-A9DB-3A5D9395B7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15F6C82D-684B-48B6-8A8B-2FFF32B1E2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C6AE848E-6563-44E9-A766-C220A27291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0C82BDF2-3831-48EA-AD48-E42C30911B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21F9FC2D-F014-4CE3-96C7-5D81A2A38FC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06FC2855-D31B-4A36-BA3A-73C79676BD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C6CF1043-025C-400E-BF77-0F1A5957B8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F46F4753-B65E-4DCE-8C7E-D3C17F317B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B6A63809-4A9F-428C-A44F-A0CF412D8B31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11F54AD0-A11B-4EA0-8A44-EEAC377DAA2E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C521D12-955C-4DF5-8D79-CC2F8322536D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FDCC50A2-F027-46C9-A0A6-28401A0EF486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18031505-0427-4A9C-A118-59FF02C8E7D1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E0B603E1-2213-4AF5-BE4A-CABD7E54F54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59763D70-38C8-4FA0-B1F7-B4756EEF0864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05EE467-5105-4CFA-928D-804CD7A8B153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5C5B84E4-9571-4EA2-8E6D-2801C60B9F44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97F7724B-E99A-4428-8ED8-4DD395F48932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785C2773-597D-4533-95EC-99B68D293E1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E632F91C-13C1-4C95-B5CC-8E77D6D3139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567E50A8-467F-4338-8DBA-A4690CD0A98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85617F1E-6D2C-4189-B5CC-315EEFF7274C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76D1138C-010C-4AB9-847C-11C398E4C957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B839C14-4C95-48F4-A549-0BD3A943389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0C936419-6F8F-4C3B-8E7D-C5BE38C16281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50361C93-5CFF-40B8-BCB6-AD2A0A30DCA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84FE7E7-C56E-481F-BDB0-FC8B6D2CE528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5F2D2E97-C5C4-4EC1-8FE9-242E2495BB83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C903BD4B-9A94-4C06-A7D0-DD7F8946ECF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FCDF9ECB-7E20-49A3-88D1-0BE53B01B669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1308062C-7BBA-496A-8592-DC0D4C819065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7C500FC-9C55-4E3B-9543-A6CC42163782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CC55ADB8-3F42-42F0-B89D-032E80B83E9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3D190B98-DE9A-489E-8D40-6643FD436D9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C4906B2-9402-4DF7-AD58-09175A632A63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4CBD21A3-58FC-4087-9E5D-7B9535807795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EEA6ED4-C436-4886-B618-08ED42CFADF4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C5A3137B-5A35-40AC-96DF-99BBC77C548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AC95EC19-FC5D-4858-AB6A-FE30F53B7E41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8B0062A-11C5-4AE3-A98E-3622EDB30B60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503CD13-0246-4879-8FDC-F04DAFE693B1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CFB3972F-4DEC-4E35-853F-A1F556B71E22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883A5AC2-3D1A-4894-9C37-3F6E69DF7459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8B3B679E-A81B-4B5D-BD59-78B60252E234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A43DEA92-7C89-497C-9CB8-CED064505E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59D6B596-D9A0-4117-9B88-54D560D0F86F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C4FCF6A7-FC4D-4E21-B051-0EC18891E664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B57223F2-4A9A-4B53-BBF4-34AFE187B2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76B91995-F292-423E-956E-751784848467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57292BB-A57E-4F72-BD66-1F203353F8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295082CC-7260-48DF-B87E-072716E38557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214D8359-C863-4072-B82E-0E581BF418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D0E5C602-FDA7-4B06-8658-D18F3E5EB6AA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DDADFBFF-DFCC-4336-AB13-653505543B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3C86B5A6-9D10-4C55-97E4-322416984974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3272670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stage3-cases-clash_0">
            <a:extLst>
              <a:ext uri="{FF2B5EF4-FFF2-40B4-BE49-F238E27FC236}">
                <a16:creationId xmlns:a16="http://schemas.microsoft.com/office/drawing/2014/main" id="{C8D24C28-7628-4EB7-A004-8D03720D442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B965EC1F-E25F-4F7E-B94D-DFE7D50BAE10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3A7C7DE-0B07-4795-9BA1-BECA449686D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A97C82E9-3575-4F73-AEF7-46586FCC14A0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9BJJ · A1AP0 (E:1001)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F7E759B6-0FB1-4128-9A1E-921209673B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6FA0A70D-10F6-4AAF-83CF-BBB5B251670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bjj_16_official_Receptor">
            <a:extLst>
              <a:ext uri="{FF2B5EF4-FFF2-40B4-BE49-F238E27FC236}">
                <a16:creationId xmlns:a16="http://schemas.microsoft.com/office/drawing/2014/main" id="{AC15CF02-AB2D-4B24-8FE1-E36D7FC9D1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bjj_16_official_ExperimentalDensity">
            <a:extLst>
              <a:ext uri="{FF2B5EF4-FFF2-40B4-BE49-F238E27FC236}">
                <a16:creationId xmlns:a16="http://schemas.microsoft.com/office/drawing/2014/main" id="{7A49A104-07A5-4C7B-9EBD-00E004449E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bjj_16_official_ReferenceLigand_0">
            <a:extLst>
              <a:ext uri="{FF2B5EF4-FFF2-40B4-BE49-F238E27FC236}">
                <a16:creationId xmlns:a16="http://schemas.microsoft.com/office/drawing/2014/main" id="{CAE5EAB2-1125-490C-9F69-58F1106D3B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bjj_16_official_ReferenceLigand_1">
            <a:extLst>
              <a:ext uri="{FF2B5EF4-FFF2-40B4-BE49-F238E27FC236}">
                <a16:creationId xmlns:a16="http://schemas.microsoft.com/office/drawing/2014/main" id="{72A9A6E6-4333-4497-B3D3-E442E4FFB9D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bjj_16_official_ReferenceLigand_2">
            <a:extLst>
              <a:ext uri="{FF2B5EF4-FFF2-40B4-BE49-F238E27FC236}">
                <a16:creationId xmlns:a16="http://schemas.microsoft.com/office/drawing/2014/main" id="{36D34923-0B0E-4445-AA50-DFA548CCC1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bjj_16_official_ReferenceLigand_3">
            <a:extLst>
              <a:ext uri="{FF2B5EF4-FFF2-40B4-BE49-F238E27FC236}">
                <a16:creationId xmlns:a16="http://schemas.microsoft.com/office/drawing/2014/main" id="{3083C8AD-8A8A-411E-8758-3ADF3071B7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bjj_16_official_ReferenceLigand_4">
            <a:extLst>
              <a:ext uri="{FF2B5EF4-FFF2-40B4-BE49-F238E27FC236}">
                <a16:creationId xmlns:a16="http://schemas.microsoft.com/office/drawing/2014/main" id="{DF5E305F-D9BF-4EBB-9332-F9E6D5A920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bjj_16_official_ReferenceLigand_5">
            <a:extLst>
              <a:ext uri="{FF2B5EF4-FFF2-40B4-BE49-F238E27FC236}">
                <a16:creationId xmlns:a16="http://schemas.microsoft.com/office/drawing/2014/main" id="{00D8E28F-FBFC-494E-8A50-EFAC58016A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bjj_16_official_ReferenceLigand_6">
            <a:extLst>
              <a:ext uri="{FF2B5EF4-FFF2-40B4-BE49-F238E27FC236}">
                <a16:creationId xmlns:a16="http://schemas.microsoft.com/office/drawing/2014/main" id="{6FE4FB03-9D3E-44A1-A6D2-061359F9BE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bjj_16_official_ReferenceLigand_7">
            <a:extLst>
              <a:ext uri="{FF2B5EF4-FFF2-40B4-BE49-F238E27FC236}">
                <a16:creationId xmlns:a16="http://schemas.microsoft.com/office/drawing/2014/main" id="{73B5176B-6ABA-450B-A3DF-FD3B1A0D204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bjj_16_official_ReferenceLigand_8">
            <a:extLst>
              <a:ext uri="{FF2B5EF4-FFF2-40B4-BE49-F238E27FC236}">
                <a16:creationId xmlns:a16="http://schemas.microsoft.com/office/drawing/2014/main" id="{E837016B-D204-4910-8744-4461712C40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bjj_16_official_ReferenceLigand_9">
            <a:extLst>
              <a:ext uri="{FF2B5EF4-FFF2-40B4-BE49-F238E27FC236}">
                <a16:creationId xmlns:a16="http://schemas.microsoft.com/office/drawing/2014/main" id="{15513383-5304-4B3F-B304-0BC5E7CE687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bjj_16_official_ReferenceLigand_10">
            <a:extLst>
              <a:ext uri="{FF2B5EF4-FFF2-40B4-BE49-F238E27FC236}">
                <a16:creationId xmlns:a16="http://schemas.microsoft.com/office/drawing/2014/main" id="{E767C252-36A6-4406-B944-6F81FD73E47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bjj_16_official_ReferenceLigand_11">
            <a:extLst>
              <a:ext uri="{FF2B5EF4-FFF2-40B4-BE49-F238E27FC236}">
                <a16:creationId xmlns:a16="http://schemas.microsoft.com/office/drawing/2014/main" id="{28E91C94-96BF-455B-BD79-37E9010070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bjj_16_official_ReferenceLigand_12">
            <a:extLst>
              <a:ext uri="{FF2B5EF4-FFF2-40B4-BE49-F238E27FC236}">
                <a16:creationId xmlns:a16="http://schemas.microsoft.com/office/drawing/2014/main" id="{CCB9ABBA-923D-4269-8BA4-7E2D03DBD1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bjj_16_official_ReferenceLigand_13">
            <a:extLst>
              <a:ext uri="{FF2B5EF4-FFF2-40B4-BE49-F238E27FC236}">
                <a16:creationId xmlns:a16="http://schemas.microsoft.com/office/drawing/2014/main" id="{B9178EA1-3D8A-4CB6-B0DE-531EC8A1AF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bjj_16_official_ReferenceLigand_14">
            <a:extLst>
              <a:ext uri="{FF2B5EF4-FFF2-40B4-BE49-F238E27FC236}">
                <a16:creationId xmlns:a16="http://schemas.microsoft.com/office/drawing/2014/main" id="{7D89F665-199A-4D32-A3FF-048B2F80E7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bjj_16_official_ReferenceLigand_15">
            <a:extLst>
              <a:ext uri="{FF2B5EF4-FFF2-40B4-BE49-F238E27FC236}">
                <a16:creationId xmlns:a16="http://schemas.microsoft.com/office/drawing/2014/main" id="{949F4FF0-C3E2-45CF-B162-20BFDCADB5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bjj_16_official_ReferenceLigand_16">
            <a:extLst>
              <a:ext uri="{FF2B5EF4-FFF2-40B4-BE49-F238E27FC236}">
                <a16:creationId xmlns:a16="http://schemas.microsoft.com/office/drawing/2014/main" id="{F8D3A11B-507B-4E0B-BEEC-C2C7FA44848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bjj_16_official_ReferenceLigand_17">
            <a:extLst>
              <a:ext uri="{FF2B5EF4-FFF2-40B4-BE49-F238E27FC236}">
                <a16:creationId xmlns:a16="http://schemas.microsoft.com/office/drawing/2014/main" id="{3E78C595-B8D8-4026-B419-B8EBB95AE9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bjj_16_official_ReferenceLigand_18">
            <a:extLst>
              <a:ext uri="{FF2B5EF4-FFF2-40B4-BE49-F238E27FC236}">
                <a16:creationId xmlns:a16="http://schemas.microsoft.com/office/drawing/2014/main" id="{52CA0E09-5759-4756-96CF-5C5DEDDE64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bjj_16_official_ReferenceLigand_19">
            <a:extLst>
              <a:ext uri="{FF2B5EF4-FFF2-40B4-BE49-F238E27FC236}">
                <a16:creationId xmlns:a16="http://schemas.microsoft.com/office/drawing/2014/main" id="{70C7B472-5139-4B7E-8D21-68202B10E5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bjj_16_official_ReferenceLigand_20">
            <a:extLst>
              <a:ext uri="{FF2B5EF4-FFF2-40B4-BE49-F238E27FC236}">
                <a16:creationId xmlns:a16="http://schemas.microsoft.com/office/drawing/2014/main" id="{D7EF6D2A-649C-46E9-97D8-338DB52E82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bjj_16_official_ReferenceLigand_21">
            <a:extLst>
              <a:ext uri="{FF2B5EF4-FFF2-40B4-BE49-F238E27FC236}">
                <a16:creationId xmlns:a16="http://schemas.microsoft.com/office/drawing/2014/main" id="{48C7E705-2A45-4068-B635-022C35CBF6D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bjj_16_official_ReferenceLigand_22">
            <a:extLst>
              <a:ext uri="{FF2B5EF4-FFF2-40B4-BE49-F238E27FC236}">
                <a16:creationId xmlns:a16="http://schemas.microsoft.com/office/drawing/2014/main" id="{1DD321A4-DD08-4578-8781-E78759AC45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bjj_16_official_ReferenceLigand_23">
            <a:extLst>
              <a:ext uri="{FF2B5EF4-FFF2-40B4-BE49-F238E27FC236}">
                <a16:creationId xmlns:a16="http://schemas.microsoft.com/office/drawing/2014/main" id="{3E6D19AE-EF28-4571-9B3C-AFB61D35E8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bjj_16_official_ReferenceLigand_24">
            <a:extLst>
              <a:ext uri="{FF2B5EF4-FFF2-40B4-BE49-F238E27FC236}">
                <a16:creationId xmlns:a16="http://schemas.microsoft.com/office/drawing/2014/main" id="{062F270C-5A31-4531-A4FC-DEC151B6730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bjj_16_official_ReferenceLigand_25">
            <a:extLst>
              <a:ext uri="{FF2B5EF4-FFF2-40B4-BE49-F238E27FC236}">
                <a16:creationId xmlns:a16="http://schemas.microsoft.com/office/drawing/2014/main" id="{259243E4-BDC5-4C71-8BB4-E905667744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bjj_16_official_ReferenceLigand_26">
            <a:extLst>
              <a:ext uri="{FF2B5EF4-FFF2-40B4-BE49-F238E27FC236}">
                <a16:creationId xmlns:a16="http://schemas.microsoft.com/office/drawing/2014/main" id="{0D036015-DB2C-443F-B0F9-AF236C1C99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bjj_16_official_ReferenceLigand_27">
            <a:extLst>
              <a:ext uri="{FF2B5EF4-FFF2-40B4-BE49-F238E27FC236}">
                <a16:creationId xmlns:a16="http://schemas.microsoft.com/office/drawing/2014/main" id="{C39E1A77-74E1-4E46-BA47-A0DA2C82C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bjj_16_official_ReferenceLigand_28">
            <a:extLst>
              <a:ext uri="{FF2B5EF4-FFF2-40B4-BE49-F238E27FC236}">
                <a16:creationId xmlns:a16="http://schemas.microsoft.com/office/drawing/2014/main" id="{A50606F7-13E9-42EA-8874-B55C17A2A87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bjj_16_official_ReferenceLigand_29">
            <a:extLst>
              <a:ext uri="{FF2B5EF4-FFF2-40B4-BE49-F238E27FC236}">
                <a16:creationId xmlns:a16="http://schemas.microsoft.com/office/drawing/2014/main" id="{C2140254-7260-49CF-9A29-ECD5029DFD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bjj_16_official_ReferenceLigand_30">
            <a:extLst>
              <a:ext uri="{FF2B5EF4-FFF2-40B4-BE49-F238E27FC236}">
                <a16:creationId xmlns:a16="http://schemas.microsoft.com/office/drawing/2014/main" id="{FEB6ADC2-17C0-4378-9B8A-C26933802FC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bjj_16_official_PredictedLigand_0">
            <a:extLst>
              <a:ext uri="{FF2B5EF4-FFF2-40B4-BE49-F238E27FC236}">
                <a16:creationId xmlns:a16="http://schemas.microsoft.com/office/drawing/2014/main" id="{89A27FED-FBC9-45C7-BB33-1ABEA83CF5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bjj_16_official_PredictedLigand_1">
            <a:extLst>
              <a:ext uri="{FF2B5EF4-FFF2-40B4-BE49-F238E27FC236}">
                <a16:creationId xmlns:a16="http://schemas.microsoft.com/office/drawing/2014/main" id="{5167965D-B1B6-441A-B61E-CB0B771B97A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bjj_16_official_PredictedLigand_2">
            <a:extLst>
              <a:ext uri="{FF2B5EF4-FFF2-40B4-BE49-F238E27FC236}">
                <a16:creationId xmlns:a16="http://schemas.microsoft.com/office/drawing/2014/main" id="{FFE82B82-2578-4B11-A0C7-9A7C2AE1EB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bjj_16_official_PredictedLigand_3">
            <a:extLst>
              <a:ext uri="{FF2B5EF4-FFF2-40B4-BE49-F238E27FC236}">
                <a16:creationId xmlns:a16="http://schemas.microsoft.com/office/drawing/2014/main" id="{D3529D93-3488-4412-B829-F5C53CDB52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bjj_16_official_PredictedLigand_4">
            <a:extLst>
              <a:ext uri="{FF2B5EF4-FFF2-40B4-BE49-F238E27FC236}">
                <a16:creationId xmlns:a16="http://schemas.microsoft.com/office/drawing/2014/main" id="{E3145E15-5974-46BF-9447-59C5C1393F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bjj_16_official_PredictedLigand_5">
            <a:extLst>
              <a:ext uri="{FF2B5EF4-FFF2-40B4-BE49-F238E27FC236}">
                <a16:creationId xmlns:a16="http://schemas.microsoft.com/office/drawing/2014/main" id="{9067B1A9-7849-42F0-BF65-FCC7BBC73C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bjj_16_official_PredictedLigand_6">
            <a:extLst>
              <a:ext uri="{FF2B5EF4-FFF2-40B4-BE49-F238E27FC236}">
                <a16:creationId xmlns:a16="http://schemas.microsoft.com/office/drawing/2014/main" id="{32376DF8-79CB-4EE9-9AA2-AEE211EBB3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bjj_16_official_PredictedLigand_7">
            <a:extLst>
              <a:ext uri="{FF2B5EF4-FFF2-40B4-BE49-F238E27FC236}">
                <a16:creationId xmlns:a16="http://schemas.microsoft.com/office/drawing/2014/main" id="{53C0CB2E-0199-4991-966A-23D1BDA8D4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bjj_16_official_PredictedLigand_8">
            <a:extLst>
              <a:ext uri="{FF2B5EF4-FFF2-40B4-BE49-F238E27FC236}">
                <a16:creationId xmlns:a16="http://schemas.microsoft.com/office/drawing/2014/main" id="{433F824A-8761-494E-A5C3-DA8669D5C70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bjj_16_official_PredictedLigand_9">
            <a:extLst>
              <a:ext uri="{FF2B5EF4-FFF2-40B4-BE49-F238E27FC236}">
                <a16:creationId xmlns:a16="http://schemas.microsoft.com/office/drawing/2014/main" id="{07D12073-5541-48D7-96DE-9C92C958A7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bjj_16_official_PredictedLigand_10">
            <a:extLst>
              <a:ext uri="{FF2B5EF4-FFF2-40B4-BE49-F238E27FC236}">
                <a16:creationId xmlns:a16="http://schemas.microsoft.com/office/drawing/2014/main" id="{6230EA34-033D-4121-8347-2C3EC1EF44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bjj_16_official_PredictedLigand_11">
            <a:extLst>
              <a:ext uri="{FF2B5EF4-FFF2-40B4-BE49-F238E27FC236}">
                <a16:creationId xmlns:a16="http://schemas.microsoft.com/office/drawing/2014/main" id="{555F7983-9545-46C0-986B-E9BB137656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bjj_16_official_PredictedLigand_12">
            <a:extLst>
              <a:ext uri="{FF2B5EF4-FFF2-40B4-BE49-F238E27FC236}">
                <a16:creationId xmlns:a16="http://schemas.microsoft.com/office/drawing/2014/main" id="{AF4375DE-7B62-4877-A983-24BFD9C05F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bjj_16_official_PredictedLigand_13">
            <a:extLst>
              <a:ext uri="{FF2B5EF4-FFF2-40B4-BE49-F238E27FC236}">
                <a16:creationId xmlns:a16="http://schemas.microsoft.com/office/drawing/2014/main" id="{C6A05D7A-7CAC-481D-A3DF-41CF41748F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bjj_16_official_PredictedLigand_14">
            <a:extLst>
              <a:ext uri="{FF2B5EF4-FFF2-40B4-BE49-F238E27FC236}">
                <a16:creationId xmlns:a16="http://schemas.microsoft.com/office/drawing/2014/main" id="{BD5D0D8E-D2DD-4BF4-B12F-5047E4D156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bjj_16_official_PredictedLigand_15">
            <a:extLst>
              <a:ext uri="{FF2B5EF4-FFF2-40B4-BE49-F238E27FC236}">
                <a16:creationId xmlns:a16="http://schemas.microsoft.com/office/drawing/2014/main" id="{8B79FB90-9E7C-4ECD-96E8-7FB5E2D3CF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bjj_16_official_PredictedLigand_16">
            <a:extLst>
              <a:ext uri="{FF2B5EF4-FFF2-40B4-BE49-F238E27FC236}">
                <a16:creationId xmlns:a16="http://schemas.microsoft.com/office/drawing/2014/main" id="{DA6AC168-AA4E-428C-9399-35EA9174294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bjj_16_official_PredictedLigand_17">
            <a:extLst>
              <a:ext uri="{FF2B5EF4-FFF2-40B4-BE49-F238E27FC236}">
                <a16:creationId xmlns:a16="http://schemas.microsoft.com/office/drawing/2014/main" id="{ECB65DFA-79E2-4B69-8104-CE6F66FBD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bjj_16_official_PredictedLigand_18">
            <a:extLst>
              <a:ext uri="{FF2B5EF4-FFF2-40B4-BE49-F238E27FC236}">
                <a16:creationId xmlns:a16="http://schemas.microsoft.com/office/drawing/2014/main" id="{F3DF8941-B666-4CC0-B0F6-5754875457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bjj_16_official_PredictedLigand_19">
            <a:extLst>
              <a:ext uri="{FF2B5EF4-FFF2-40B4-BE49-F238E27FC236}">
                <a16:creationId xmlns:a16="http://schemas.microsoft.com/office/drawing/2014/main" id="{25487214-B896-4455-ADC7-52AE2A48FC6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bjj_16_official_PredictedLigand_20">
            <a:extLst>
              <a:ext uri="{FF2B5EF4-FFF2-40B4-BE49-F238E27FC236}">
                <a16:creationId xmlns:a16="http://schemas.microsoft.com/office/drawing/2014/main" id="{5DBC226A-034A-42AB-85BB-13E3C328C0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bjj_16_official_PredictedLigand_21">
            <a:extLst>
              <a:ext uri="{FF2B5EF4-FFF2-40B4-BE49-F238E27FC236}">
                <a16:creationId xmlns:a16="http://schemas.microsoft.com/office/drawing/2014/main" id="{D71A1FBB-13EC-4653-B4BA-5E95FF3DB6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bjj_16_official_PredictedLigand_22">
            <a:extLst>
              <a:ext uri="{FF2B5EF4-FFF2-40B4-BE49-F238E27FC236}">
                <a16:creationId xmlns:a16="http://schemas.microsoft.com/office/drawing/2014/main" id="{933CD06F-B1AB-44D5-9C79-9CA22B0132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bjj_16_official_PredictedLigand_23">
            <a:extLst>
              <a:ext uri="{FF2B5EF4-FFF2-40B4-BE49-F238E27FC236}">
                <a16:creationId xmlns:a16="http://schemas.microsoft.com/office/drawing/2014/main" id="{F03A6683-64E1-45EA-9228-1F503A4955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bjj_16_official_PredictedLigand_24">
            <a:extLst>
              <a:ext uri="{FF2B5EF4-FFF2-40B4-BE49-F238E27FC236}">
                <a16:creationId xmlns:a16="http://schemas.microsoft.com/office/drawing/2014/main" id="{24756592-2165-4EB1-ADE1-E69EFC971A7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bjj_16_official_PredictedLigand_25">
            <a:extLst>
              <a:ext uri="{FF2B5EF4-FFF2-40B4-BE49-F238E27FC236}">
                <a16:creationId xmlns:a16="http://schemas.microsoft.com/office/drawing/2014/main" id="{45E3F1B4-357B-4EC5-BEFF-A00D010E5C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bjj_16_official_PredictedLigand_26">
            <a:extLst>
              <a:ext uri="{FF2B5EF4-FFF2-40B4-BE49-F238E27FC236}">
                <a16:creationId xmlns:a16="http://schemas.microsoft.com/office/drawing/2014/main" id="{6BCD9BC9-2272-44A1-AC2B-15BF6AD4D0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bjj_16_official_PredictedLigand_27">
            <a:extLst>
              <a:ext uri="{FF2B5EF4-FFF2-40B4-BE49-F238E27FC236}">
                <a16:creationId xmlns:a16="http://schemas.microsoft.com/office/drawing/2014/main" id="{F5657093-9334-4867-8A59-8067C1DC8F7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bjj_16_official_PredictedLigand_28">
            <a:extLst>
              <a:ext uri="{FF2B5EF4-FFF2-40B4-BE49-F238E27FC236}">
                <a16:creationId xmlns:a16="http://schemas.microsoft.com/office/drawing/2014/main" id="{2189F7E7-55CD-47D9-9ED1-8BCDA485043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bjj_16_official_PredictedLigand_29">
            <a:extLst>
              <a:ext uri="{FF2B5EF4-FFF2-40B4-BE49-F238E27FC236}">
                <a16:creationId xmlns:a16="http://schemas.microsoft.com/office/drawing/2014/main" id="{30128714-84F0-4B68-A78E-F82C0EFEB1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bjj_16_official_PredictedLigand_30">
            <a:extLst>
              <a:ext uri="{FF2B5EF4-FFF2-40B4-BE49-F238E27FC236}">
                <a16:creationId xmlns:a16="http://schemas.microsoft.com/office/drawing/2014/main" id="{9402B071-AD6D-46C0-BA05-E85E750EA2D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bjj_16_official_PredictedAtoms_0">
            <a:extLst>
              <a:ext uri="{FF2B5EF4-FFF2-40B4-BE49-F238E27FC236}">
                <a16:creationId xmlns:a16="http://schemas.microsoft.com/office/drawing/2014/main" id="{DEB5F652-2FED-4A18-A8AE-78A6893F8F25}"/>
              </a:ext>
            </a:extLst>
          </p:cNvPr>
          <p:cNvSpPr>
            <a:spLocks noGrp="1"/>
          </p:cNvSpPr>
          <p:nvPr/>
        </p:nvSpPr>
        <p:spPr>
          <a:xfrm>
            <a:off x="807621" y="1246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bjj_16_official_PredictedAtoms_1">
            <a:extLst>
              <a:ext uri="{FF2B5EF4-FFF2-40B4-BE49-F238E27FC236}">
                <a16:creationId xmlns:a16="http://schemas.microsoft.com/office/drawing/2014/main" id="{D8DB5A0C-F5C9-4903-BA0D-51015E0FC567}"/>
              </a:ext>
            </a:extLst>
          </p:cNvPr>
          <p:cNvSpPr>
            <a:spLocks noGrp="1"/>
          </p:cNvSpPr>
          <p:nvPr/>
        </p:nvSpPr>
        <p:spPr>
          <a:xfrm>
            <a:off x="897297" y="11639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" name="9bjj_16_official_PredictedAtoms_2">
            <a:extLst>
              <a:ext uri="{FF2B5EF4-FFF2-40B4-BE49-F238E27FC236}">
                <a16:creationId xmlns:a16="http://schemas.microsoft.com/office/drawing/2014/main" id="{8ED1A850-5135-467D-ABB2-BDB692D43B36}"/>
              </a:ext>
            </a:extLst>
          </p:cNvPr>
          <p:cNvSpPr>
            <a:spLocks noGrp="1"/>
          </p:cNvSpPr>
          <p:nvPr/>
        </p:nvSpPr>
        <p:spPr>
          <a:xfrm>
            <a:off x="1059724" y="1197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bjj_16_official_PredictedAtoms_3">
            <a:extLst>
              <a:ext uri="{FF2B5EF4-FFF2-40B4-BE49-F238E27FC236}">
                <a16:creationId xmlns:a16="http://schemas.microsoft.com/office/drawing/2014/main" id="{CACB9EAA-6C6F-4C07-810A-D69645BB48C4}"/>
              </a:ext>
            </a:extLst>
          </p:cNvPr>
          <p:cNvSpPr>
            <a:spLocks noGrp="1"/>
          </p:cNvSpPr>
          <p:nvPr/>
        </p:nvSpPr>
        <p:spPr>
          <a:xfrm>
            <a:off x="1078694" y="1304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bjj_16_official_PredictedAtoms_4">
            <a:extLst>
              <a:ext uri="{FF2B5EF4-FFF2-40B4-BE49-F238E27FC236}">
                <a16:creationId xmlns:a16="http://schemas.microsoft.com/office/drawing/2014/main" id="{DAC1BC1D-7AC2-4E9A-A7D3-B95735BCA071}"/>
              </a:ext>
            </a:extLst>
          </p:cNvPr>
          <p:cNvSpPr>
            <a:spLocks noGrp="1"/>
          </p:cNvSpPr>
          <p:nvPr/>
        </p:nvSpPr>
        <p:spPr>
          <a:xfrm>
            <a:off x="1232995" y="13682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bjj_16_official_PredictedAtoms_5">
            <a:extLst>
              <a:ext uri="{FF2B5EF4-FFF2-40B4-BE49-F238E27FC236}">
                <a16:creationId xmlns:a16="http://schemas.microsoft.com/office/drawing/2014/main" id="{437A5120-1253-407D-974F-276202044FFC}"/>
              </a:ext>
            </a:extLst>
          </p:cNvPr>
          <p:cNvSpPr>
            <a:spLocks noGrp="1"/>
          </p:cNvSpPr>
          <p:nvPr/>
        </p:nvSpPr>
        <p:spPr>
          <a:xfrm>
            <a:off x="1235005" y="14580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7" name="9bjj_16_official_PredictedAtoms_6">
            <a:extLst>
              <a:ext uri="{FF2B5EF4-FFF2-40B4-BE49-F238E27FC236}">
                <a16:creationId xmlns:a16="http://schemas.microsoft.com/office/drawing/2014/main" id="{623C188A-8839-4F2A-A6D0-7340EEA01CCE}"/>
              </a:ext>
            </a:extLst>
          </p:cNvPr>
          <p:cNvSpPr>
            <a:spLocks noGrp="1"/>
          </p:cNvSpPr>
          <p:nvPr/>
        </p:nvSpPr>
        <p:spPr>
          <a:xfrm>
            <a:off x="1377949" y="133460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8" name="9bjj_16_official_PredictedAtoms_7">
            <a:extLst>
              <a:ext uri="{FF2B5EF4-FFF2-40B4-BE49-F238E27FC236}">
                <a16:creationId xmlns:a16="http://schemas.microsoft.com/office/drawing/2014/main" id="{7A20642D-CDC9-48FF-AEEC-F2E4B745C28B}"/>
              </a:ext>
            </a:extLst>
          </p:cNvPr>
          <p:cNvSpPr>
            <a:spLocks noGrp="1"/>
          </p:cNvSpPr>
          <p:nvPr/>
        </p:nvSpPr>
        <p:spPr>
          <a:xfrm>
            <a:off x="1539281" y="13644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bjj_16_official_PredictedAtoms_8">
            <a:extLst>
              <a:ext uri="{FF2B5EF4-FFF2-40B4-BE49-F238E27FC236}">
                <a16:creationId xmlns:a16="http://schemas.microsoft.com/office/drawing/2014/main" id="{E74A66ED-BE56-4E3C-98DC-861BE67E9F1F}"/>
              </a:ext>
            </a:extLst>
          </p:cNvPr>
          <p:cNvSpPr>
            <a:spLocks noGrp="1"/>
          </p:cNvSpPr>
          <p:nvPr/>
        </p:nvSpPr>
        <p:spPr>
          <a:xfrm>
            <a:off x="1600433" y="14926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bjj_16_official_PredictedAtoms_9">
            <a:extLst>
              <a:ext uri="{FF2B5EF4-FFF2-40B4-BE49-F238E27FC236}">
                <a16:creationId xmlns:a16="http://schemas.microsoft.com/office/drawing/2014/main" id="{667A69C1-01EA-46CF-86B1-D2C5AB827525}"/>
              </a:ext>
            </a:extLst>
          </p:cNvPr>
          <p:cNvSpPr>
            <a:spLocks noGrp="1"/>
          </p:cNvSpPr>
          <p:nvPr/>
        </p:nvSpPr>
        <p:spPr>
          <a:xfrm>
            <a:off x="1763984" y="1520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bjj_16_official_PredictedAtoms_10">
            <a:extLst>
              <a:ext uri="{FF2B5EF4-FFF2-40B4-BE49-F238E27FC236}">
                <a16:creationId xmlns:a16="http://schemas.microsoft.com/office/drawing/2014/main" id="{62BF9DCE-1A72-42E4-98A0-6985FB598575}"/>
              </a:ext>
            </a:extLst>
          </p:cNvPr>
          <p:cNvSpPr>
            <a:spLocks noGrp="1"/>
          </p:cNvSpPr>
          <p:nvPr/>
        </p:nvSpPr>
        <p:spPr>
          <a:xfrm>
            <a:off x="1870719" y="14091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bjj_16_official_PredictedAtoms_11">
            <a:extLst>
              <a:ext uri="{FF2B5EF4-FFF2-40B4-BE49-F238E27FC236}">
                <a16:creationId xmlns:a16="http://schemas.microsoft.com/office/drawing/2014/main" id="{96507A09-3402-4EE5-9BC1-DDDF5DB875DA}"/>
              </a:ext>
            </a:extLst>
          </p:cNvPr>
          <p:cNvSpPr>
            <a:spLocks noGrp="1"/>
          </p:cNvSpPr>
          <p:nvPr/>
        </p:nvSpPr>
        <p:spPr>
          <a:xfrm>
            <a:off x="1802136" y="1276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bjj_16_official_PredictedAtoms_12">
            <a:extLst>
              <a:ext uri="{FF2B5EF4-FFF2-40B4-BE49-F238E27FC236}">
                <a16:creationId xmlns:a16="http://schemas.microsoft.com/office/drawing/2014/main" id="{854196A6-ADD4-414C-B440-60BADFFE1CC6}"/>
              </a:ext>
            </a:extLst>
          </p:cNvPr>
          <p:cNvSpPr>
            <a:spLocks noGrp="1"/>
          </p:cNvSpPr>
          <p:nvPr/>
        </p:nvSpPr>
        <p:spPr>
          <a:xfrm>
            <a:off x="1636230" y="1260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bjj_16_official_PredictedAtoms_13">
            <a:extLst>
              <a:ext uri="{FF2B5EF4-FFF2-40B4-BE49-F238E27FC236}">
                <a16:creationId xmlns:a16="http://schemas.microsoft.com/office/drawing/2014/main" id="{A62F6E01-DAF9-4174-91C4-83D54022D58A}"/>
              </a:ext>
            </a:extLst>
          </p:cNvPr>
          <p:cNvSpPr>
            <a:spLocks noGrp="1"/>
          </p:cNvSpPr>
          <p:nvPr/>
        </p:nvSpPr>
        <p:spPr>
          <a:xfrm>
            <a:off x="1903802" y="1134904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85" name="9bjj_16_official_PredictedAtoms_14">
            <a:extLst>
              <a:ext uri="{FF2B5EF4-FFF2-40B4-BE49-F238E27FC236}">
                <a16:creationId xmlns:a16="http://schemas.microsoft.com/office/drawing/2014/main" id="{9CD6D6C8-3717-4C7E-9233-81018713D286}"/>
              </a:ext>
            </a:extLst>
          </p:cNvPr>
          <p:cNvSpPr>
            <a:spLocks noGrp="1"/>
          </p:cNvSpPr>
          <p:nvPr/>
        </p:nvSpPr>
        <p:spPr>
          <a:xfrm>
            <a:off x="2050992" y="1052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bjj_16_official_PredictedAtoms_15">
            <a:extLst>
              <a:ext uri="{FF2B5EF4-FFF2-40B4-BE49-F238E27FC236}">
                <a16:creationId xmlns:a16="http://schemas.microsoft.com/office/drawing/2014/main" id="{0E70706A-4D7A-4A82-B1DC-D82D4C9422A7}"/>
              </a:ext>
            </a:extLst>
          </p:cNvPr>
          <p:cNvSpPr>
            <a:spLocks noGrp="1"/>
          </p:cNvSpPr>
          <p:nvPr/>
        </p:nvSpPr>
        <p:spPr>
          <a:xfrm>
            <a:off x="2063408" y="883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bjj_16_official_PredictedAtoms_16">
            <a:extLst>
              <a:ext uri="{FF2B5EF4-FFF2-40B4-BE49-F238E27FC236}">
                <a16:creationId xmlns:a16="http://schemas.microsoft.com/office/drawing/2014/main" id="{AFF7C493-B6E1-4AF7-B9AC-70B4A68C8A62}"/>
              </a:ext>
            </a:extLst>
          </p:cNvPr>
          <p:cNvSpPr>
            <a:spLocks noGrp="1"/>
          </p:cNvSpPr>
          <p:nvPr/>
        </p:nvSpPr>
        <p:spPr>
          <a:xfrm>
            <a:off x="2174035" y="7971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bjj_16_official_PredictedAtoms_17">
            <a:extLst>
              <a:ext uri="{FF2B5EF4-FFF2-40B4-BE49-F238E27FC236}">
                <a16:creationId xmlns:a16="http://schemas.microsoft.com/office/drawing/2014/main" id="{E31978D0-DA09-4372-8B36-534AE576450F}"/>
              </a:ext>
            </a:extLst>
          </p:cNvPr>
          <p:cNvSpPr>
            <a:spLocks noGrp="1"/>
          </p:cNvSpPr>
          <p:nvPr/>
        </p:nvSpPr>
        <p:spPr>
          <a:xfrm>
            <a:off x="2276204" y="873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bjj_16_official_PredictedAtoms_18">
            <a:extLst>
              <a:ext uri="{FF2B5EF4-FFF2-40B4-BE49-F238E27FC236}">
                <a16:creationId xmlns:a16="http://schemas.microsoft.com/office/drawing/2014/main" id="{7A781C4A-A9FE-463F-B662-2D7272BAFECF}"/>
              </a:ext>
            </a:extLst>
          </p:cNvPr>
          <p:cNvSpPr>
            <a:spLocks noGrp="1"/>
          </p:cNvSpPr>
          <p:nvPr/>
        </p:nvSpPr>
        <p:spPr>
          <a:xfrm>
            <a:off x="2274530" y="1041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bjj_16_official_PredictedAtoms_19">
            <a:extLst>
              <a:ext uri="{FF2B5EF4-FFF2-40B4-BE49-F238E27FC236}">
                <a16:creationId xmlns:a16="http://schemas.microsoft.com/office/drawing/2014/main" id="{2AB5B1D4-EB81-4CF9-B531-65108B851BF2}"/>
              </a:ext>
            </a:extLst>
          </p:cNvPr>
          <p:cNvSpPr>
            <a:spLocks noGrp="1"/>
          </p:cNvSpPr>
          <p:nvPr/>
        </p:nvSpPr>
        <p:spPr>
          <a:xfrm>
            <a:off x="2164213" y="11397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bjj_16_official_PredictedAtoms_20">
            <a:extLst>
              <a:ext uri="{FF2B5EF4-FFF2-40B4-BE49-F238E27FC236}">
                <a16:creationId xmlns:a16="http://schemas.microsoft.com/office/drawing/2014/main" id="{172E1911-1D55-42DA-A338-9863FC0A0B60}"/>
              </a:ext>
            </a:extLst>
          </p:cNvPr>
          <p:cNvSpPr>
            <a:spLocks noGrp="1"/>
          </p:cNvSpPr>
          <p:nvPr/>
        </p:nvSpPr>
        <p:spPr>
          <a:xfrm>
            <a:off x="2172042" y="13135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bjj_16_official_PredictedAtoms_21">
            <a:extLst>
              <a:ext uri="{FF2B5EF4-FFF2-40B4-BE49-F238E27FC236}">
                <a16:creationId xmlns:a16="http://schemas.microsoft.com/office/drawing/2014/main" id="{C8B15DE6-AA06-4703-9B95-067A9E6AE88D}"/>
              </a:ext>
            </a:extLst>
          </p:cNvPr>
          <p:cNvSpPr>
            <a:spLocks noGrp="1"/>
          </p:cNvSpPr>
          <p:nvPr/>
        </p:nvSpPr>
        <p:spPr>
          <a:xfrm>
            <a:off x="2306384" y="137448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3" name="9bjj_16_official_PredictedAtoms_22">
            <a:extLst>
              <a:ext uri="{FF2B5EF4-FFF2-40B4-BE49-F238E27FC236}">
                <a16:creationId xmlns:a16="http://schemas.microsoft.com/office/drawing/2014/main" id="{8951EC86-7F2F-4274-B7C2-8743C6D3394C}"/>
              </a:ext>
            </a:extLst>
          </p:cNvPr>
          <p:cNvSpPr>
            <a:spLocks noGrp="1"/>
          </p:cNvSpPr>
          <p:nvPr/>
        </p:nvSpPr>
        <p:spPr>
          <a:xfrm>
            <a:off x="2039435" y="142451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4" name="9bjj_16_official_PredictedAtoms_23">
            <a:extLst>
              <a:ext uri="{FF2B5EF4-FFF2-40B4-BE49-F238E27FC236}">
                <a16:creationId xmlns:a16="http://schemas.microsoft.com/office/drawing/2014/main" id="{EB72068B-F160-482C-A34B-99D00B09E6ED}"/>
              </a:ext>
            </a:extLst>
          </p:cNvPr>
          <p:cNvSpPr>
            <a:spLocks noGrp="1"/>
          </p:cNvSpPr>
          <p:nvPr/>
        </p:nvSpPr>
        <p:spPr>
          <a:xfrm>
            <a:off x="2092227" y="15966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bjj_16_official_PredictedAtoms_24">
            <a:extLst>
              <a:ext uri="{FF2B5EF4-FFF2-40B4-BE49-F238E27FC236}">
                <a16:creationId xmlns:a16="http://schemas.microsoft.com/office/drawing/2014/main" id="{7021C6EC-7730-408B-9A33-39E64669FAE9}"/>
              </a:ext>
            </a:extLst>
          </p:cNvPr>
          <p:cNvSpPr>
            <a:spLocks noGrp="1"/>
          </p:cNvSpPr>
          <p:nvPr/>
        </p:nvSpPr>
        <p:spPr>
          <a:xfrm>
            <a:off x="2124332" y="1660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bjj_16_official_PredictedAtoms_25">
            <a:extLst>
              <a:ext uri="{FF2B5EF4-FFF2-40B4-BE49-F238E27FC236}">
                <a16:creationId xmlns:a16="http://schemas.microsoft.com/office/drawing/2014/main" id="{63196512-ADDA-4847-A39C-B15C57BD4A03}"/>
              </a:ext>
            </a:extLst>
          </p:cNvPr>
          <p:cNvSpPr>
            <a:spLocks noGrp="1"/>
          </p:cNvSpPr>
          <p:nvPr/>
        </p:nvSpPr>
        <p:spPr>
          <a:xfrm>
            <a:off x="2290968" y="1629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" name="9bjj_16_official_PredictedAtoms_26">
            <a:extLst>
              <a:ext uri="{FF2B5EF4-FFF2-40B4-BE49-F238E27FC236}">
                <a16:creationId xmlns:a16="http://schemas.microsoft.com/office/drawing/2014/main" id="{A68519FA-7300-469D-9856-652BC15EC503}"/>
              </a:ext>
            </a:extLst>
          </p:cNvPr>
          <p:cNvSpPr>
            <a:spLocks noGrp="1"/>
          </p:cNvSpPr>
          <p:nvPr/>
        </p:nvSpPr>
        <p:spPr>
          <a:xfrm>
            <a:off x="2319524" y="17141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bjj_16_official_PredictedAtoms_27">
            <a:extLst>
              <a:ext uri="{FF2B5EF4-FFF2-40B4-BE49-F238E27FC236}">
                <a16:creationId xmlns:a16="http://schemas.microsoft.com/office/drawing/2014/main" id="{0E4EDDA2-7901-46D1-928B-180369DF6A6B}"/>
              </a:ext>
            </a:extLst>
          </p:cNvPr>
          <p:cNvSpPr>
            <a:spLocks noGrp="1"/>
          </p:cNvSpPr>
          <p:nvPr/>
        </p:nvSpPr>
        <p:spPr>
          <a:xfrm>
            <a:off x="920325" y="1336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stage3-cases-clash_7">
            <a:extLst>
              <a:ext uri="{FF2B5EF4-FFF2-40B4-BE49-F238E27FC236}">
                <a16:creationId xmlns:a16="http://schemas.microsoft.com/office/drawing/2014/main" id="{2D4B6734-BBE0-480F-A0BD-1C4E1EB2F1D3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100" name="9bjj_16_tuned_Receptor">
            <a:extLst>
              <a:ext uri="{FF2B5EF4-FFF2-40B4-BE49-F238E27FC236}">
                <a16:creationId xmlns:a16="http://schemas.microsoft.com/office/drawing/2014/main" id="{AEC6DA18-31BC-46A2-8F6B-23A8A91D777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1" name="9bjj_16_tuned_ExperimentalDensity">
            <a:extLst>
              <a:ext uri="{FF2B5EF4-FFF2-40B4-BE49-F238E27FC236}">
                <a16:creationId xmlns:a16="http://schemas.microsoft.com/office/drawing/2014/main" id="{5610BE4C-8160-4435-97D1-0241299C929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2" name="9bjj_16_tuned_ReferenceLigand_0">
            <a:extLst>
              <a:ext uri="{FF2B5EF4-FFF2-40B4-BE49-F238E27FC236}">
                <a16:creationId xmlns:a16="http://schemas.microsoft.com/office/drawing/2014/main" id="{13A9DD97-BF94-46D0-8C00-D795D90413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bjj_16_tuned_ReferenceLigand_1">
            <a:extLst>
              <a:ext uri="{FF2B5EF4-FFF2-40B4-BE49-F238E27FC236}">
                <a16:creationId xmlns:a16="http://schemas.microsoft.com/office/drawing/2014/main" id="{D6FCC76F-DE36-4A13-9AD2-D70BD85951C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bjj_16_tuned_ReferenceLigand_2">
            <a:extLst>
              <a:ext uri="{FF2B5EF4-FFF2-40B4-BE49-F238E27FC236}">
                <a16:creationId xmlns:a16="http://schemas.microsoft.com/office/drawing/2014/main" id="{971CD89F-78FD-4A67-B524-8D30596A7BF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bjj_16_tuned_ReferenceLigand_3">
            <a:extLst>
              <a:ext uri="{FF2B5EF4-FFF2-40B4-BE49-F238E27FC236}">
                <a16:creationId xmlns:a16="http://schemas.microsoft.com/office/drawing/2014/main" id="{EA837AA4-9438-413C-A8CF-9F7BEEAE9E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bjj_16_tuned_ReferenceLigand_4">
            <a:extLst>
              <a:ext uri="{FF2B5EF4-FFF2-40B4-BE49-F238E27FC236}">
                <a16:creationId xmlns:a16="http://schemas.microsoft.com/office/drawing/2014/main" id="{C85D2271-0084-4359-9E00-E55F46A0CD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bjj_16_tuned_ReferenceLigand_5">
            <a:extLst>
              <a:ext uri="{FF2B5EF4-FFF2-40B4-BE49-F238E27FC236}">
                <a16:creationId xmlns:a16="http://schemas.microsoft.com/office/drawing/2014/main" id="{4FB42D00-B7C0-492A-BA4E-0C681731D1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bjj_16_tuned_ReferenceLigand_6">
            <a:extLst>
              <a:ext uri="{FF2B5EF4-FFF2-40B4-BE49-F238E27FC236}">
                <a16:creationId xmlns:a16="http://schemas.microsoft.com/office/drawing/2014/main" id="{B0AD80B5-C749-4F10-B478-31C11155A9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bjj_16_tuned_ReferenceLigand_7">
            <a:extLst>
              <a:ext uri="{FF2B5EF4-FFF2-40B4-BE49-F238E27FC236}">
                <a16:creationId xmlns:a16="http://schemas.microsoft.com/office/drawing/2014/main" id="{15D7AD79-39C1-4F2C-8584-92E300FB82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bjj_16_tuned_ReferenceLigand_8">
            <a:extLst>
              <a:ext uri="{FF2B5EF4-FFF2-40B4-BE49-F238E27FC236}">
                <a16:creationId xmlns:a16="http://schemas.microsoft.com/office/drawing/2014/main" id="{E48BBDD7-F90A-4990-B022-8A3A2221E25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bjj_16_tuned_ReferenceLigand_9">
            <a:extLst>
              <a:ext uri="{FF2B5EF4-FFF2-40B4-BE49-F238E27FC236}">
                <a16:creationId xmlns:a16="http://schemas.microsoft.com/office/drawing/2014/main" id="{C60D483A-DE21-4917-90D5-32172AD722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bjj_16_tuned_ReferenceLigand_10">
            <a:extLst>
              <a:ext uri="{FF2B5EF4-FFF2-40B4-BE49-F238E27FC236}">
                <a16:creationId xmlns:a16="http://schemas.microsoft.com/office/drawing/2014/main" id="{D48500EC-2065-4673-8B3F-F0E48229FFB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bjj_16_tuned_ReferenceLigand_11">
            <a:extLst>
              <a:ext uri="{FF2B5EF4-FFF2-40B4-BE49-F238E27FC236}">
                <a16:creationId xmlns:a16="http://schemas.microsoft.com/office/drawing/2014/main" id="{94FF5DF2-6573-4217-B34A-458C099261A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bjj_16_tuned_ReferenceLigand_12">
            <a:extLst>
              <a:ext uri="{FF2B5EF4-FFF2-40B4-BE49-F238E27FC236}">
                <a16:creationId xmlns:a16="http://schemas.microsoft.com/office/drawing/2014/main" id="{D19F37D3-96AB-4F1B-8DB1-E76B9F50F9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bjj_16_tuned_ReferenceLigand_13">
            <a:extLst>
              <a:ext uri="{FF2B5EF4-FFF2-40B4-BE49-F238E27FC236}">
                <a16:creationId xmlns:a16="http://schemas.microsoft.com/office/drawing/2014/main" id="{AE54C827-5115-41AC-86BF-DAF6ED3DB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bjj_16_tuned_ReferenceLigand_14">
            <a:extLst>
              <a:ext uri="{FF2B5EF4-FFF2-40B4-BE49-F238E27FC236}">
                <a16:creationId xmlns:a16="http://schemas.microsoft.com/office/drawing/2014/main" id="{0FD87A3D-0111-45E2-8B61-8189E93EF75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bjj_16_tuned_ReferenceLigand_15">
            <a:extLst>
              <a:ext uri="{FF2B5EF4-FFF2-40B4-BE49-F238E27FC236}">
                <a16:creationId xmlns:a16="http://schemas.microsoft.com/office/drawing/2014/main" id="{5B1A5851-BC2D-4ABB-9890-B866DBB1B3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bjj_16_tuned_ReferenceLigand_16">
            <a:extLst>
              <a:ext uri="{FF2B5EF4-FFF2-40B4-BE49-F238E27FC236}">
                <a16:creationId xmlns:a16="http://schemas.microsoft.com/office/drawing/2014/main" id="{8B9BE44D-49A1-4604-8D14-D0B9F82EE4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bjj_16_tuned_ReferenceLigand_17">
            <a:extLst>
              <a:ext uri="{FF2B5EF4-FFF2-40B4-BE49-F238E27FC236}">
                <a16:creationId xmlns:a16="http://schemas.microsoft.com/office/drawing/2014/main" id="{D0FF28A8-3BC1-4456-BE6F-2712190A44C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bjj_16_tuned_ReferenceLigand_18">
            <a:extLst>
              <a:ext uri="{FF2B5EF4-FFF2-40B4-BE49-F238E27FC236}">
                <a16:creationId xmlns:a16="http://schemas.microsoft.com/office/drawing/2014/main" id="{6D0B5340-47A8-4133-851C-F9117D6492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bjj_16_tuned_ReferenceLigand_19">
            <a:extLst>
              <a:ext uri="{FF2B5EF4-FFF2-40B4-BE49-F238E27FC236}">
                <a16:creationId xmlns:a16="http://schemas.microsoft.com/office/drawing/2014/main" id="{C1D26629-72C5-4DE9-B98E-09EAF66A5AD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bjj_16_tuned_ReferenceLigand_20">
            <a:extLst>
              <a:ext uri="{FF2B5EF4-FFF2-40B4-BE49-F238E27FC236}">
                <a16:creationId xmlns:a16="http://schemas.microsoft.com/office/drawing/2014/main" id="{8835E0CC-286C-45F8-820A-B51CC853B33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bjj_16_tuned_ReferenceLigand_21">
            <a:extLst>
              <a:ext uri="{FF2B5EF4-FFF2-40B4-BE49-F238E27FC236}">
                <a16:creationId xmlns:a16="http://schemas.microsoft.com/office/drawing/2014/main" id="{A978469F-BBF3-4D11-B175-587D529402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bjj_16_tuned_ReferenceLigand_22">
            <a:extLst>
              <a:ext uri="{FF2B5EF4-FFF2-40B4-BE49-F238E27FC236}">
                <a16:creationId xmlns:a16="http://schemas.microsoft.com/office/drawing/2014/main" id="{3DDB9D6D-CB07-4E4C-ACD1-0A6D1B7E9F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bjj_16_tuned_ReferenceLigand_23">
            <a:extLst>
              <a:ext uri="{FF2B5EF4-FFF2-40B4-BE49-F238E27FC236}">
                <a16:creationId xmlns:a16="http://schemas.microsoft.com/office/drawing/2014/main" id="{BF936C10-EE22-4C91-A819-2EE0026D95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bjj_16_tuned_ReferenceLigand_24">
            <a:extLst>
              <a:ext uri="{FF2B5EF4-FFF2-40B4-BE49-F238E27FC236}">
                <a16:creationId xmlns:a16="http://schemas.microsoft.com/office/drawing/2014/main" id="{0F1E8F48-E064-442D-86E4-0D517CE5D4B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bjj_16_tuned_ReferenceLigand_25">
            <a:extLst>
              <a:ext uri="{FF2B5EF4-FFF2-40B4-BE49-F238E27FC236}">
                <a16:creationId xmlns:a16="http://schemas.microsoft.com/office/drawing/2014/main" id="{281DB98B-1595-45B3-8BA3-50EAB3D039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bjj_16_tuned_ReferenceLigand_26">
            <a:extLst>
              <a:ext uri="{FF2B5EF4-FFF2-40B4-BE49-F238E27FC236}">
                <a16:creationId xmlns:a16="http://schemas.microsoft.com/office/drawing/2014/main" id="{AA550DD5-9F88-4D47-A98A-F57F6262F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bjj_16_tuned_ReferenceLigand_27">
            <a:extLst>
              <a:ext uri="{FF2B5EF4-FFF2-40B4-BE49-F238E27FC236}">
                <a16:creationId xmlns:a16="http://schemas.microsoft.com/office/drawing/2014/main" id="{393BF0C9-DAAD-4BB1-894C-5E9ED65E69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bjj_16_tuned_ReferenceLigand_28">
            <a:extLst>
              <a:ext uri="{FF2B5EF4-FFF2-40B4-BE49-F238E27FC236}">
                <a16:creationId xmlns:a16="http://schemas.microsoft.com/office/drawing/2014/main" id="{EEEF8EB3-FEF4-43B2-BA45-7173264E95E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bjj_16_tuned_ReferenceLigand_29">
            <a:extLst>
              <a:ext uri="{FF2B5EF4-FFF2-40B4-BE49-F238E27FC236}">
                <a16:creationId xmlns:a16="http://schemas.microsoft.com/office/drawing/2014/main" id="{00AA84D1-51B4-4A1A-AE63-570177FC64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bjj_16_tuned_ReferenceLigand_30">
            <a:extLst>
              <a:ext uri="{FF2B5EF4-FFF2-40B4-BE49-F238E27FC236}">
                <a16:creationId xmlns:a16="http://schemas.microsoft.com/office/drawing/2014/main" id="{7DE355D7-2748-4C2C-A004-81A32DB4A1C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bjj_16_tuned_PredictedLigand_0">
            <a:extLst>
              <a:ext uri="{FF2B5EF4-FFF2-40B4-BE49-F238E27FC236}">
                <a16:creationId xmlns:a16="http://schemas.microsoft.com/office/drawing/2014/main" id="{05EF8C86-71EE-40FE-8447-FA85423920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bjj_16_tuned_PredictedLigand_1">
            <a:extLst>
              <a:ext uri="{FF2B5EF4-FFF2-40B4-BE49-F238E27FC236}">
                <a16:creationId xmlns:a16="http://schemas.microsoft.com/office/drawing/2014/main" id="{B7E42DAD-AAF9-4969-9FB5-F0F1EA6441F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bjj_16_tuned_PredictedLigand_2">
            <a:extLst>
              <a:ext uri="{FF2B5EF4-FFF2-40B4-BE49-F238E27FC236}">
                <a16:creationId xmlns:a16="http://schemas.microsoft.com/office/drawing/2014/main" id="{7F75CB61-69BF-4F6C-B901-E1C1BA6B04B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bjj_16_tuned_PredictedLigand_3">
            <a:extLst>
              <a:ext uri="{FF2B5EF4-FFF2-40B4-BE49-F238E27FC236}">
                <a16:creationId xmlns:a16="http://schemas.microsoft.com/office/drawing/2014/main" id="{50958C66-43E1-4649-A748-61F6D124BF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bjj_16_tuned_PredictedLigand_4">
            <a:extLst>
              <a:ext uri="{FF2B5EF4-FFF2-40B4-BE49-F238E27FC236}">
                <a16:creationId xmlns:a16="http://schemas.microsoft.com/office/drawing/2014/main" id="{478DCF49-8CA1-4D3E-8A2E-F0823C37D2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bjj_16_tuned_PredictedLigand_5">
            <a:extLst>
              <a:ext uri="{FF2B5EF4-FFF2-40B4-BE49-F238E27FC236}">
                <a16:creationId xmlns:a16="http://schemas.microsoft.com/office/drawing/2014/main" id="{0FBA0243-93ED-44AA-97DE-7206276EC2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bjj_16_tuned_PredictedLigand_6">
            <a:extLst>
              <a:ext uri="{FF2B5EF4-FFF2-40B4-BE49-F238E27FC236}">
                <a16:creationId xmlns:a16="http://schemas.microsoft.com/office/drawing/2014/main" id="{73415D5C-1C42-4B33-B465-11DFAEB972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bjj_16_tuned_PredictedLigand_7">
            <a:extLst>
              <a:ext uri="{FF2B5EF4-FFF2-40B4-BE49-F238E27FC236}">
                <a16:creationId xmlns:a16="http://schemas.microsoft.com/office/drawing/2014/main" id="{164DAB11-5B23-40CB-82E7-C2D4F7DCA68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bjj_16_tuned_PredictedLigand_8">
            <a:extLst>
              <a:ext uri="{FF2B5EF4-FFF2-40B4-BE49-F238E27FC236}">
                <a16:creationId xmlns:a16="http://schemas.microsoft.com/office/drawing/2014/main" id="{00D44F76-B6CB-4FD4-9C3E-51C8D41E75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bjj_16_tuned_PredictedLigand_9">
            <a:extLst>
              <a:ext uri="{FF2B5EF4-FFF2-40B4-BE49-F238E27FC236}">
                <a16:creationId xmlns:a16="http://schemas.microsoft.com/office/drawing/2014/main" id="{E4C75FAC-6ADE-491F-9C39-77299580F7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bjj_16_tuned_PredictedLigand_10">
            <a:extLst>
              <a:ext uri="{FF2B5EF4-FFF2-40B4-BE49-F238E27FC236}">
                <a16:creationId xmlns:a16="http://schemas.microsoft.com/office/drawing/2014/main" id="{CDFB1733-F913-4792-8C2D-FAB3C64BE2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bjj_16_tuned_PredictedLigand_11">
            <a:extLst>
              <a:ext uri="{FF2B5EF4-FFF2-40B4-BE49-F238E27FC236}">
                <a16:creationId xmlns:a16="http://schemas.microsoft.com/office/drawing/2014/main" id="{EDB7B6BC-B5C6-4C65-A96B-E5DE53FC73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bjj_16_tuned_PredictedLigand_12">
            <a:extLst>
              <a:ext uri="{FF2B5EF4-FFF2-40B4-BE49-F238E27FC236}">
                <a16:creationId xmlns:a16="http://schemas.microsoft.com/office/drawing/2014/main" id="{507A9F38-566E-4C99-B671-70AEBDC70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bjj_16_tuned_PredictedLigand_13">
            <a:extLst>
              <a:ext uri="{FF2B5EF4-FFF2-40B4-BE49-F238E27FC236}">
                <a16:creationId xmlns:a16="http://schemas.microsoft.com/office/drawing/2014/main" id="{D5E96148-EEB4-4F6E-A9BE-9ADDD572D00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bjj_16_tuned_PredictedLigand_14">
            <a:extLst>
              <a:ext uri="{FF2B5EF4-FFF2-40B4-BE49-F238E27FC236}">
                <a16:creationId xmlns:a16="http://schemas.microsoft.com/office/drawing/2014/main" id="{2E0803EF-56F1-4115-A72E-A5838181D5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bjj_16_tuned_PredictedLigand_15">
            <a:extLst>
              <a:ext uri="{FF2B5EF4-FFF2-40B4-BE49-F238E27FC236}">
                <a16:creationId xmlns:a16="http://schemas.microsoft.com/office/drawing/2014/main" id="{8DE60D50-9844-4AFE-A60A-3DB859422D3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bjj_16_tuned_PredictedLigand_16">
            <a:extLst>
              <a:ext uri="{FF2B5EF4-FFF2-40B4-BE49-F238E27FC236}">
                <a16:creationId xmlns:a16="http://schemas.microsoft.com/office/drawing/2014/main" id="{E8A99C17-96BF-44C0-B5E6-ACFABF4FA5D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bjj_16_tuned_PredictedLigand_17">
            <a:extLst>
              <a:ext uri="{FF2B5EF4-FFF2-40B4-BE49-F238E27FC236}">
                <a16:creationId xmlns:a16="http://schemas.microsoft.com/office/drawing/2014/main" id="{515A698B-E981-4DF7-B7F5-FEC0F2B6C2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bjj_16_tuned_PredictedLigand_18">
            <a:extLst>
              <a:ext uri="{FF2B5EF4-FFF2-40B4-BE49-F238E27FC236}">
                <a16:creationId xmlns:a16="http://schemas.microsoft.com/office/drawing/2014/main" id="{31C6D218-886B-4608-8E07-5AB7D63A22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bjj_16_tuned_PredictedLigand_19">
            <a:extLst>
              <a:ext uri="{FF2B5EF4-FFF2-40B4-BE49-F238E27FC236}">
                <a16:creationId xmlns:a16="http://schemas.microsoft.com/office/drawing/2014/main" id="{AB131B80-4B14-442E-8FB4-A29004DAA65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bjj_16_tuned_PredictedLigand_20">
            <a:extLst>
              <a:ext uri="{FF2B5EF4-FFF2-40B4-BE49-F238E27FC236}">
                <a16:creationId xmlns:a16="http://schemas.microsoft.com/office/drawing/2014/main" id="{909E753A-8945-48DA-9F8B-B3AB02958D8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bjj_16_tuned_PredictedLigand_21">
            <a:extLst>
              <a:ext uri="{FF2B5EF4-FFF2-40B4-BE49-F238E27FC236}">
                <a16:creationId xmlns:a16="http://schemas.microsoft.com/office/drawing/2014/main" id="{EF444347-DE81-4522-8F4D-A99E8449BA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bjj_16_tuned_PredictedLigand_22">
            <a:extLst>
              <a:ext uri="{FF2B5EF4-FFF2-40B4-BE49-F238E27FC236}">
                <a16:creationId xmlns:a16="http://schemas.microsoft.com/office/drawing/2014/main" id="{AA5850F0-6281-4B26-BFE8-678DB733F6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bjj_16_tuned_PredictedLigand_23">
            <a:extLst>
              <a:ext uri="{FF2B5EF4-FFF2-40B4-BE49-F238E27FC236}">
                <a16:creationId xmlns:a16="http://schemas.microsoft.com/office/drawing/2014/main" id="{01124793-8D86-4201-A6B7-E1D7D97C73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bjj_16_tuned_PredictedLigand_24">
            <a:extLst>
              <a:ext uri="{FF2B5EF4-FFF2-40B4-BE49-F238E27FC236}">
                <a16:creationId xmlns:a16="http://schemas.microsoft.com/office/drawing/2014/main" id="{008FED6A-77FE-4998-A68F-6C6473F669F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bjj_16_tuned_PredictedLigand_25">
            <a:extLst>
              <a:ext uri="{FF2B5EF4-FFF2-40B4-BE49-F238E27FC236}">
                <a16:creationId xmlns:a16="http://schemas.microsoft.com/office/drawing/2014/main" id="{FBBDF592-228C-49AE-AE71-AE368439FE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bjj_16_tuned_PredictedLigand_26">
            <a:extLst>
              <a:ext uri="{FF2B5EF4-FFF2-40B4-BE49-F238E27FC236}">
                <a16:creationId xmlns:a16="http://schemas.microsoft.com/office/drawing/2014/main" id="{A3129048-95AA-4EA0-B31C-E7F547AFF9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bjj_16_tuned_PredictedLigand_27">
            <a:extLst>
              <a:ext uri="{FF2B5EF4-FFF2-40B4-BE49-F238E27FC236}">
                <a16:creationId xmlns:a16="http://schemas.microsoft.com/office/drawing/2014/main" id="{40B78FBA-A30E-432D-AC05-F3759E8385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bjj_16_tuned_PredictedLigand_28">
            <a:extLst>
              <a:ext uri="{FF2B5EF4-FFF2-40B4-BE49-F238E27FC236}">
                <a16:creationId xmlns:a16="http://schemas.microsoft.com/office/drawing/2014/main" id="{7CB2F481-119F-4B45-A691-7782511DBD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bjj_16_tuned_PredictedLigand_29">
            <a:extLst>
              <a:ext uri="{FF2B5EF4-FFF2-40B4-BE49-F238E27FC236}">
                <a16:creationId xmlns:a16="http://schemas.microsoft.com/office/drawing/2014/main" id="{DB0C5547-20AF-4D59-B653-70F42CFE3B7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bjj_16_tuned_PredictedLigand_30">
            <a:extLst>
              <a:ext uri="{FF2B5EF4-FFF2-40B4-BE49-F238E27FC236}">
                <a16:creationId xmlns:a16="http://schemas.microsoft.com/office/drawing/2014/main" id="{BDDA73C8-047B-47FF-82BD-BA692840BB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bjj_16_tuned_PredictedAtoms_0">
            <a:extLst>
              <a:ext uri="{FF2B5EF4-FFF2-40B4-BE49-F238E27FC236}">
                <a16:creationId xmlns:a16="http://schemas.microsoft.com/office/drawing/2014/main" id="{19FB130D-BAF3-4BF8-99A4-DA0DC1CD0939}"/>
              </a:ext>
            </a:extLst>
          </p:cNvPr>
          <p:cNvSpPr>
            <a:spLocks noGrp="1"/>
          </p:cNvSpPr>
          <p:nvPr/>
        </p:nvSpPr>
        <p:spPr>
          <a:xfrm>
            <a:off x="3776075" y="1297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bjj_16_tuned_PredictedAtoms_1">
            <a:extLst>
              <a:ext uri="{FF2B5EF4-FFF2-40B4-BE49-F238E27FC236}">
                <a16:creationId xmlns:a16="http://schemas.microsoft.com/office/drawing/2014/main" id="{81452613-5DE1-4E97-92F1-A8CDECC4FCFA}"/>
              </a:ext>
            </a:extLst>
          </p:cNvPr>
          <p:cNvSpPr>
            <a:spLocks noGrp="1"/>
          </p:cNvSpPr>
          <p:nvPr/>
        </p:nvSpPr>
        <p:spPr>
          <a:xfrm>
            <a:off x="3857458" y="12257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66" name="9bjj_16_tuned_PredictedAtoms_2">
            <a:extLst>
              <a:ext uri="{FF2B5EF4-FFF2-40B4-BE49-F238E27FC236}">
                <a16:creationId xmlns:a16="http://schemas.microsoft.com/office/drawing/2014/main" id="{567FCBF7-84B9-4AF7-B235-37BDDB616BCD}"/>
              </a:ext>
            </a:extLst>
          </p:cNvPr>
          <p:cNvSpPr>
            <a:spLocks noGrp="1"/>
          </p:cNvSpPr>
          <p:nvPr/>
        </p:nvSpPr>
        <p:spPr>
          <a:xfrm>
            <a:off x="4022025" y="12583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bjj_16_tuned_PredictedAtoms_3">
            <a:extLst>
              <a:ext uri="{FF2B5EF4-FFF2-40B4-BE49-F238E27FC236}">
                <a16:creationId xmlns:a16="http://schemas.microsoft.com/office/drawing/2014/main" id="{87CE4BB7-EA63-4BF2-A5F8-F07BB911706F}"/>
              </a:ext>
            </a:extLst>
          </p:cNvPr>
          <p:cNvSpPr>
            <a:spLocks noGrp="1"/>
          </p:cNvSpPr>
          <p:nvPr/>
        </p:nvSpPr>
        <p:spPr>
          <a:xfrm>
            <a:off x="4052057" y="1350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bjj_16_tuned_PredictedAtoms_4">
            <a:extLst>
              <a:ext uri="{FF2B5EF4-FFF2-40B4-BE49-F238E27FC236}">
                <a16:creationId xmlns:a16="http://schemas.microsoft.com/office/drawing/2014/main" id="{91B893EB-E4E9-43D2-923A-CB587B176D80}"/>
              </a:ext>
            </a:extLst>
          </p:cNvPr>
          <p:cNvSpPr>
            <a:spLocks noGrp="1"/>
          </p:cNvSpPr>
          <p:nvPr/>
        </p:nvSpPr>
        <p:spPr>
          <a:xfrm>
            <a:off x="4209341" y="14045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bjj_16_tuned_PredictedAtoms_5">
            <a:extLst>
              <a:ext uri="{FF2B5EF4-FFF2-40B4-BE49-F238E27FC236}">
                <a16:creationId xmlns:a16="http://schemas.microsoft.com/office/drawing/2014/main" id="{9BABF817-8B23-4F81-930D-D50903CBD0AF}"/>
              </a:ext>
            </a:extLst>
          </p:cNvPr>
          <p:cNvSpPr>
            <a:spLocks noGrp="1"/>
          </p:cNvSpPr>
          <p:nvPr/>
        </p:nvSpPr>
        <p:spPr>
          <a:xfrm>
            <a:off x="4224547" y="14954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70" name="9bjj_16_tuned_PredictedAtoms_6">
            <a:extLst>
              <a:ext uri="{FF2B5EF4-FFF2-40B4-BE49-F238E27FC236}">
                <a16:creationId xmlns:a16="http://schemas.microsoft.com/office/drawing/2014/main" id="{8FBA7847-EE34-4024-8E80-D1FCDD133AE3}"/>
              </a:ext>
            </a:extLst>
          </p:cNvPr>
          <p:cNvSpPr>
            <a:spLocks noGrp="1"/>
          </p:cNvSpPr>
          <p:nvPr/>
        </p:nvSpPr>
        <p:spPr>
          <a:xfrm>
            <a:off x="4350402" y="135571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71" name="9bjj_16_tuned_PredictedAtoms_7">
            <a:extLst>
              <a:ext uri="{FF2B5EF4-FFF2-40B4-BE49-F238E27FC236}">
                <a16:creationId xmlns:a16="http://schemas.microsoft.com/office/drawing/2014/main" id="{D020FD93-2DFF-4A7B-85AB-3B781211CCEF}"/>
              </a:ext>
            </a:extLst>
          </p:cNvPr>
          <p:cNvSpPr>
            <a:spLocks noGrp="1"/>
          </p:cNvSpPr>
          <p:nvPr/>
        </p:nvSpPr>
        <p:spPr>
          <a:xfrm>
            <a:off x="4516270" y="13861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bjj_16_tuned_PredictedAtoms_8">
            <a:extLst>
              <a:ext uri="{FF2B5EF4-FFF2-40B4-BE49-F238E27FC236}">
                <a16:creationId xmlns:a16="http://schemas.microsoft.com/office/drawing/2014/main" id="{A7E6625B-3580-4BE0-8B3B-0123FD3B3336}"/>
              </a:ext>
            </a:extLst>
          </p:cNvPr>
          <p:cNvSpPr>
            <a:spLocks noGrp="1"/>
          </p:cNvSpPr>
          <p:nvPr/>
        </p:nvSpPr>
        <p:spPr>
          <a:xfrm>
            <a:off x="4576770" y="1506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bjj_16_tuned_PredictedAtoms_9">
            <a:extLst>
              <a:ext uri="{FF2B5EF4-FFF2-40B4-BE49-F238E27FC236}">
                <a16:creationId xmlns:a16="http://schemas.microsoft.com/office/drawing/2014/main" id="{A161AACC-972D-4B6E-A9D7-B7795FF6B706}"/>
              </a:ext>
            </a:extLst>
          </p:cNvPr>
          <p:cNvSpPr>
            <a:spLocks noGrp="1"/>
          </p:cNvSpPr>
          <p:nvPr/>
        </p:nvSpPr>
        <p:spPr>
          <a:xfrm>
            <a:off x="4745206" y="1530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bjj_16_tuned_PredictedAtoms_10">
            <a:extLst>
              <a:ext uri="{FF2B5EF4-FFF2-40B4-BE49-F238E27FC236}">
                <a16:creationId xmlns:a16="http://schemas.microsoft.com/office/drawing/2014/main" id="{81D5CC57-A42A-4CD8-B57C-EFC0B9275510}"/>
              </a:ext>
            </a:extLst>
          </p:cNvPr>
          <p:cNvSpPr>
            <a:spLocks noGrp="1"/>
          </p:cNvSpPr>
          <p:nvPr/>
        </p:nvSpPr>
        <p:spPr>
          <a:xfrm>
            <a:off x="4850120" y="1429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bjj_16_tuned_PredictedAtoms_11">
            <a:extLst>
              <a:ext uri="{FF2B5EF4-FFF2-40B4-BE49-F238E27FC236}">
                <a16:creationId xmlns:a16="http://schemas.microsoft.com/office/drawing/2014/main" id="{94A12D6F-B5BD-4F5C-A153-F241AB5697DD}"/>
              </a:ext>
            </a:extLst>
          </p:cNvPr>
          <p:cNvSpPr>
            <a:spLocks noGrp="1"/>
          </p:cNvSpPr>
          <p:nvPr/>
        </p:nvSpPr>
        <p:spPr>
          <a:xfrm>
            <a:off x="4782379" y="13104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bjj_16_tuned_PredictedAtoms_12">
            <a:extLst>
              <a:ext uri="{FF2B5EF4-FFF2-40B4-BE49-F238E27FC236}">
                <a16:creationId xmlns:a16="http://schemas.microsoft.com/office/drawing/2014/main" id="{D88F13A1-447C-4E44-8F17-1ED685D5E9ED}"/>
              </a:ext>
            </a:extLst>
          </p:cNvPr>
          <p:cNvSpPr>
            <a:spLocks noGrp="1"/>
          </p:cNvSpPr>
          <p:nvPr/>
        </p:nvSpPr>
        <p:spPr>
          <a:xfrm>
            <a:off x="4614447" y="12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bjj_16_tuned_PredictedAtoms_13">
            <a:extLst>
              <a:ext uri="{FF2B5EF4-FFF2-40B4-BE49-F238E27FC236}">
                <a16:creationId xmlns:a16="http://schemas.microsoft.com/office/drawing/2014/main" id="{EC8C9EBF-EE40-44D2-977F-23E4235E6446}"/>
              </a:ext>
            </a:extLst>
          </p:cNvPr>
          <p:cNvSpPr>
            <a:spLocks noGrp="1"/>
          </p:cNvSpPr>
          <p:nvPr/>
        </p:nvSpPr>
        <p:spPr>
          <a:xfrm>
            <a:off x="4910421" y="1173523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178" name="9bjj_16_tuned_PredictedAtoms_14">
            <a:extLst>
              <a:ext uri="{FF2B5EF4-FFF2-40B4-BE49-F238E27FC236}">
                <a16:creationId xmlns:a16="http://schemas.microsoft.com/office/drawing/2014/main" id="{EED647AF-FF9D-4E98-BDC7-052A0F615EF6}"/>
              </a:ext>
            </a:extLst>
          </p:cNvPr>
          <p:cNvSpPr>
            <a:spLocks noGrp="1"/>
          </p:cNvSpPr>
          <p:nvPr/>
        </p:nvSpPr>
        <p:spPr>
          <a:xfrm>
            <a:off x="5044069" y="10533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bjj_16_tuned_PredictedAtoms_15">
            <a:extLst>
              <a:ext uri="{FF2B5EF4-FFF2-40B4-BE49-F238E27FC236}">
                <a16:creationId xmlns:a16="http://schemas.microsoft.com/office/drawing/2014/main" id="{AA16987E-7F04-4DEA-9B18-E7998C27EF5A}"/>
              </a:ext>
            </a:extLst>
          </p:cNvPr>
          <p:cNvSpPr>
            <a:spLocks noGrp="1"/>
          </p:cNvSpPr>
          <p:nvPr/>
        </p:nvSpPr>
        <p:spPr>
          <a:xfrm>
            <a:off x="5035882" y="8818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bjj_16_tuned_PredictedAtoms_17">
            <a:extLst>
              <a:ext uri="{FF2B5EF4-FFF2-40B4-BE49-F238E27FC236}">
                <a16:creationId xmlns:a16="http://schemas.microsoft.com/office/drawing/2014/main" id="{D99CC60F-FA9D-4CF4-B5AB-6A4A610BC169}"/>
              </a:ext>
            </a:extLst>
          </p:cNvPr>
          <p:cNvSpPr>
            <a:spLocks noGrp="1"/>
          </p:cNvSpPr>
          <p:nvPr/>
        </p:nvSpPr>
        <p:spPr>
          <a:xfrm>
            <a:off x="5234206" y="84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bjj_16_tuned_PredictedAtoms_18">
            <a:extLst>
              <a:ext uri="{FF2B5EF4-FFF2-40B4-BE49-F238E27FC236}">
                <a16:creationId xmlns:a16="http://schemas.microsoft.com/office/drawing/2014/main" id="{8A46D2E2-284F-479E-A44D-4DB01B4B0852}"/>
              </a:ext>
            </a:extLst>
          </p:cNvPr>
          <p:cNvSpPr>
            <a:spLocks noGrp="1"/>
          </p:cNvSpPr>
          <p:nvPr/>
        </p:nvSpPr>
        <p:spPr>
          <a:xfrm>
            <a:off x="5250308" y="102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bjj_16_tuned_PredictedAtoms_19">
            <a:extLst>
              <a:ext uri="{FF2B5EF4-FFF2-40B4-BE49-F238E27FC236}">
                <a16:creationId xmlns:a16="http://schemas.microsoft.com/office/drawing/2014/main" id="{34304ED5-F935-4073-88F2-7ACBC62AC9E3}"/>
              </a:ext>
            </a:extLst>
          </p:cNvPr>
          <p:cNvSpPr>
            <a:spLocks noGrp="1"/>
          </p:cNvSpPr>
          <p:nvPr/>
        </p:nvSpPr>
        <p:spPr>
          <a:xfrm>
            <a:off x="5153041" y="1127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bjj_16_tuned_PredictedAtoms_20">
            <a:extLst>
              <a:ext uri="{FF2B5EF4-FFF2-40B4-BE49-F238E27FC236}">
                <a16:creationId xmlns:a16="http://schemas.microsoft.com/office/drawing/2014/main" id="{42BFB28B-62E7-41B7-97C9-AAB5F80D0E07}"/>
              </a:ext>
            </a:extLst>
          </p:cNvPr>
          <p:cNvSpPr>
            <a:spLocks noGrp="1"/>
          </p:cNvSpPr>
          <p:nvPr/>
        </p:nvSpPr>
        <p:spPr>
          <a:xfrm>
            <a:off x="5169494" y="13058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bjj_16_tuned_PredictedAtoms_21">
            <a:extLst>
              <a:ext uri="{FF2B5EF4-FFF2-40B4-BE49-F238E27FC236}">
                <a16:creationId xmlns:a16="http://schemas.microsoft.com/office/drawing/2014/main" id="{FA76EFCB-6564-440C-8F3A-6DE121159A7A}"/>
              </a:ext>
            </a:extLst>
          </p:cNvPr>
          <p:cNvSpPr>
            <a:spLocks noGrp="1"/>
          </p:cNvSpPr>
          <p:nvPr/>
        </p:nvSpPr>
        <p:spPr>
          <a:xfrm>
            <a:off x="5308601" y="13640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5" name="9bjj_16_tuned_PredictedAtoms_22">
            <a:extLst>
              <a:ext uri="{FF2B5EF4-FFF2-40B4-BE49-F238E27FC236}">
                <a16:creationId xmlns:a16="http://schemas.microsoft.com/office/drawing/2014/main" id="{FB5F9B1C-54BB-4038-8DE8-83C096FE1F5F}"/>
              </a:ext>
            </a:extLst>
          </p:cNvPr>
          <p:cNvSpPr>
            <a:spLocks noGrp="1"/>
          </p:cNvSpPr>
          <p:nvPr/>
        </p:nvSpPr>
        <p:spPr>
          <a:xfrm>
            <a:off x="5026238" y="143004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86" name="9bjj_16_tuned_PredictedAtoms_23">
            <a:extLst>
              <a:ext uri="{FF2B5EF4-FFF2-40B4-BE49-F238E27FC236}">
                <a16:creationId xmlns:a16="http://schemas.microsoft.com/office/drawing/2014/main" id="{F9540AB0-4EF4-4DD8-8A43-FE7D496EC552}"/>
              </a:ext>
            </a:extLst>
          </p:cNvPr>
          <p:cNvSpPr>
            <a:spLocks noGrp="1"/>
          </p:cNvSpPr>
          <p:nvPr/>
        </p:nvSpPr>
        <p:spPr>
          <a:xfrm>
            <a:off x="5079786" y="16072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bjj_16_tuned_PredictedAtoms_24">
            <a:extLst>
              <a:ext uri="{FF2B5EF4-FFF2-40B4-BE49-F238E27FC236}">
                <a16:creationId xmlns:a16="http://schemas.microsoft.com/office/drawing/2014/main" id="{FCDB547C-DFE0-4736-AE76-5B00D9971517}"/>
              </a:ext>
            </a:extLst>
          </p:cNvPr>
          <p:cNvSpPr>
            <a:spLocks noGrp="1"/>
          </p:cNvSpPr>
          <p:nvPr/>
        </p:nvSpPr>
        <p:spPr>
          <a:xfrm>
            <a:off x="5087275" y="16784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bjj_16_tuned_PredictedAtoms_25">
            <a:extLst>
              <a:ext uri="{FF2B5EF4-FFF2-40B4-BE49-F238E27FC236}">
                <a16:creationId xmlns:a16="http://schemas.microsoft.com/office/drawing/2014/main" id="{1F64FC49-C889-4CB5-90D1-03E6454715D3}"/>
              </a:ext>
            </a:extLst>
          </p:cNvPr>
          <p:cNvSpPr>
            <a:spLocks noGrp="1"/>
          </p:cNvSpPr>
          <p:nvPr/>
        </p:nvSpPr>
        <p:spPr>
          <a:xfrm>
            <a:off x="5244832" y="16444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89" name="9bjj_16_tuned_PredictedAtoms_26">
            <a:extLst>
              <a:ext uri="{FF2B5EF4-FFF2-40B4-BE49-F238E27FC236}">
                <a16:creationId xmlns:a16="http://schemas.microsoft.com/office/drawing/2014/main" id="{69CEB1BA-B799-42AE-A911-9009F63CF28D}"/>
              </a:ext>
            </a:extLst>
          </p:cNvPr>
          <p:cNvSpPr>
            <a:spLocks noGrp="1"/>
          </p:cNvSpPr>
          <p:nvPr/>
        </p:nvSpPr>
        <p:spPr>
          <a:xfrm>
            <a:off x="5263028" y="16850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bjj_16_tuned_PredictedAtoms_27">
            <a:extLst>
              <a:ext uri="{FF2B5EF4-FFF2-40B4-BE49-F238E27FC236}">
                <a16:creationId xmlns:a16="http://schemas.microsoft.com/office/drawing/2014/main" id="{6427F850-6449-48B8-B7CC-BEB1E7BCFD72}"/>
              </a:ext>
            </a:extLst>
          </p:cNvPr>
          <p:cNvSpPr>
            <a:spLocks noGrp="1"/>
          </p:cNvSpPr>
          <p:nvPr/>
        </p:nvSpPr>
        <p:spPr>
          <a:xfrm>
            <a:off x="3899140" y="1378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clash_9">
            <a:extLst>
              <a:ext uri="{FF2B5EF4-FFF2-40B4-BE49-F238E27FC236}">
                <a16:creationId xmlns:a16="http://schemas.microsoft.com/office/drawing/2014/main" id="{4E209CAE-91D6-48D9-A316-CFF0B6D291E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192" name="9bjj_16_build_Receptor">
            <a:extLst>
              <a:ext uri="{FF2B5EF4-FFF2-40B4-BE49-F238E27FC236}">
                <a16:creationId xmlns:a16="http://schemas.microsoft.com/office/drawing/2014/main" id="{B21B28FC-D797-4225-A3C2-E37FBCD157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93" name="9bjj_16_build_ExperimentalDensity">
            <a:extLst>
              <a:ext uri="{FF2B5EF4-FFF2-40B4-BE49-F238E27FC236}">
                <a16:creationId xmlns:a16="http://schemas.microsoft.com/office/drawing/2014/main" id="{6F174E15-2DEE-46F9-BB9D-025103E224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bjj_16_build_ReferenceLigand_0">
            <a:extLst>
              <a:ext uri="{FF2B5EF4-FFF2-40B4-BE49-F238E27FC236}">
                <a16:creationId xmlns:a16="http://schemas.microsoft.com/office/drawing/2014/main" id="{66701900-EAC9-4320-8B45-01C787EEB4B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bjj_16_build_ReferenceLigand_1">
            <a:extLst>
              <a:ext uri="{FF2B5EF4-FFF2-40B4-BE49-F238E27FC236}">
                <a16:creationId xmlns:a16="http://schemas.microsoft.com/office/drawing/2014/main" id="{B7347436-15DC-4599-AF7E-F0F00BB56CA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bjj_16_build_ReferenceLigand_2">
            <a:extLst>
              <a:ext uri="{FF2B5EF4-FFF2-40B4-BE49-F238E27FC236}">
                <a16:creationId xmlns:a16="http://schemas.microsoft.com/office/drawing/2014/main" id="{041196F8-ACF9-455D-94E5-6708DF02CB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bjj_16_build_ReferenceLigand_3">
            <a:extLst>
              <a:ext uri="{FF2B5EF4-FFF2-40B4-BE49-F238E27FC236}">
                <a16:creationId xmlns:a16="http://schemas.microsoft.com/office/drawing/2014/main" id="{354D7F6C-4474-4D96-8915-9ECBD6649B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bjj_16_build_ReferenceLigand_4">
            <a:extLst>
              <a:ext uri="{FF2B5EF4-FFF2-40B4-BE49-F238E27FC236}">
                <a16:creationId xmlns:a16="http://schemas.microsoft.com/office/drawing/2014/main" id="{EA399406-A4C1-4B15-B692-1413A200A10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bjj_16_build_ReferenceLigand_5">
            <a:extLst>
              <a:ext uri="{FF2B5EF4-FFF2-40B4-BE49-F238E27FC236}">
                <a16:creationId xmlns:a16="http://schemas.microsoft.com/office/drawing/2014/main" id="{A25597E8-8D3B-425D-8F8E-A109990168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bjj_16_build_ReferenceLigand_6">
            <a:extLst>
              <a:ext uri="{FF2B5EF4-FFF2-40B4-BE49-F238E27FC236}">
                <a16:creationId xmlns:a16="http://schemas.microsoft.com/office/drawing/2014/main" id="{68EFC5EC-757D-4A2C-A83C-621FDDA1AA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bjj_16_build_ReferenceLigand_7">
            <a:extLst>
              <a:ext uri="{FF2B5EF4-FFF2-40B4-BE49-F238E27FC236}">
                <a16:creationId xmlns:a16="http://schemas.microsoft.com/office/drawing/2014/main" id="{4FBEDA28-847B-4641-98F8-FB210EEB7E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bjj_16_build_ReferenceLigand_8">
            <a:extLst>
              <a:ext uri="{FF2B5EF4-FFF2-40B4-BE49-F238E27FC236}">
                <a16:creationId xmlns:a16="http://schemas.microsoft.com/office/drawing/2014/main" id="{54F3A6AD-3E9D-4B8E-91A0-013409CA83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bjj_16_build_ReferenceLigand_9">
            <a:extLst>
              <a:ext uri="{FF2B5EF4-FFF2-40B4-BE49-F238E27FC236}">
                <a16:creationId xmlns:a16="http://schemas.microsoft.com/office/drawing/2014/main" id="{862A4086-5C9A-4921-916F-C64BF7194D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bjj_16_build_ReferenceLigand_10">
            <a:extLst>
              <a:ext uri="{FF2B5EF4-FFF2-40B4-BE49-F238E27FC236}">
                <a16:creationId xmlns:a16="http://schemas.microsoft.com/office/drawing/2014/main" id="{E6B08E35-4363-4F82-A90A-AA26ACED0CD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bjj_16_build_ReferenceLigand_11">
            <a:extLst>
              <a:ext uri="{FF2B5EF4-FFF2-40B4-BE49-F238E27FC236}">
                <a16:creationId xmlns:a16="http://schemas.microsoft.com/office/drawing/2014/main" id="{6A0FFB55-2B37-466D-BBEB-B583AD09C2A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bjj_16_build_ReferenceLigand_12">
            <a:extLst>
              <a:ext uri="{FF2B5EF4-FFF2-40B4-BE49-F238E27FC236}">
                <a16:creationId xmlns:a16="http://schemas.microsoft.com/office/drawing/2014/main" id="{D9A58971-2869-403C-8210-D214C64105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bjj_16_build_ReferenceLigand_13">
            <a:extLst>
              <a:ext uri="{FF2B5EF4-FFF2-40B4-BE49-F238E27FC236}">
                <a16:creationId xmlns:a16="http://schemas.microsoft.com/office/drawing/2014/main" id="{920D5406-0652-4BE7-9932-CC35E63DA8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bjj_16_build_ReferenceLigand_14">
            <a:extLst>
              <a:ext uri="{FF2B5EF4-FFF2-40B4-BE49-F238E27FC236}">
                <a16:creationId xmlns:a16="http://schemas.microsoft.com/office/drawing/2014/main" id="{0CB41043-875C-4014-A82D-B92F66088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bjj_16_build_ReferenceLigand_15">
            <a:extLst>
              <a:ext uri="{FF2B5EF4-FFF2-40B4-BE49-F238E27FC236}">
                <a16:creationId xmlns:a16="http://schemas.microsoft.com/office/drawing/2014/main" id="{1253DB0F-6DAB-4D71-8A19-162E1F6B82D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bjj_16_build_ReferenceLigand_16">
            <a:extLst>
              <a:ext uri="{FF2B5EF4-FFF2-40B4-BE49-F238E27FC236}">
                <a16:creationId xmlns:a16="http://schemas.microsoft.com/office/drawing/2014/main" id="{7EFD2C1B-53FA-49F2-83F1-0BB45B75787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bjj_16_build_ReferenceLigand_17">
            <a:extLst>
              <a:ext uri="{FF2B5EF4-FFF2-40B4-BE49-F238E27FC236}">
                <a16:creationId xmlns:a16="http://schemas.microsoft.com/office/drawing/2014/main" id="{E45DE1AF-1B9B-4760-AFDC-D7994725AC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bjj_16_build_ReferenceLigand_18">
            <a:extLst>
              <a:ext uri="{FF2B5EF4-FFF2-40B4-BE49-F238E27FC236}">
                <a16:creationId xmlns:a16="http://schemas.microsoft.com/office/drawing/2014/main" id="{D0B82B83-136E-4821-A8B6-F404B48536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bjj_16_build_ReferenceLigand_19">
            <a:extLst>
              <a:ext uri="{FF2B5EF4-FFF2-40B4-BE49-F238E27FC236}">
                <a16:creationId xmlns:a16="http://schemas.microsoft.com/office/drawing/2014/main" id="{532F462B-C914-4EA8-80EB-7EE5DE1B7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bjj_16_build_ReferenceLigand_20">
            <a:extLst>
              <a:ext uri="{FF2B5EF4-FFF2-40B4-BE49-F238E27FC236}">
                <a16:creationId xmlns:a16="http://schemas.microsoft.com/office/drawing/2014/main" id="{C5FB2679-DD6E-41FE-AC3D-E73493C22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bjj_16_build_ReferenceLigand_21">
            <a:extLst>
              <a:ext uri="{FF2B5EF4-FFF2-40B4-BE49-F238E27FC236}">
                <a16:creationId xmlns:a16="http://schemas.microsoft.com/office/drawing/2014/main" id="{DAFA9715-961F-4DF7-A7FB-AAF63CEC4FC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bjj_16_build_ReferenceLigand_22">
            <a:extLst>
              <a:ext uri="{FF2B5EF4-FFF2-40B4-BE49-F238E27FC236}">
                <a16:creationId xmlns:a16="http://schemas.microsoft.com/office/drawing/2014/main" id="{F70EBB85-EABE-4C64-8A89-7B35F1629E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bjj_16_build_ReferenceLigand_23">
            <a:extLst>
              <a:ext uri="{FF2B5EF4-FFF2-40B4-BE49-F238E27FC236}">
                <a16:creationId xmlns:a16="http://schemas.microsoft.com/office/drawing/2014/main" id="{69BF81A5-3C9B-4763-96E0-11F3BA4432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bjj_16_build_ReferenceLigand_24">
            <a:extLst>
              <a:ext uri="{FF2B5EF4-FFF2-40B4-BE49-F238E27FC236}">
                <a16:creationId xmlns:a16="http://schemas.microsoft.com/office/drawing/2014/main" id="{06648BBA-F9C5-4C62-8A06-2C199733C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bjj_16_build_ReferenceLigand_25">
            <a:extLst>
              <a:ext uri="{FF2B5EF4-FFF2-40B4-BE49-F238E27FC236}">
                <a16:creationId xmlns:a16="http://schemas.microsoft.com/office/drawing/2014/main" id="{1D2A65D4-8D81-4037-8DDF-134632EA0E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bjj_16_build_ReferenceLigand_26">
            <a:extLst>
              <a:ext uri="{FF2B5EF4-FFF2-40B4-BE49-F238E27FC236}">
                <a16:creationId xmlns:a16="http://schemas.microsoft.com/office/drawing/2014/main" id="{4C94E364-948C-43FE-9C36-F69C053976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bjj_16_build_ReferenceLigand_27">
            <a:extLst>
              <a:ext uri="{FF2B5EF4-FFF2-40B4-BE49-F238E27FC236}">
                <a16:creationId xmlns:a16="http://schemas.microsoft.com/office/drawing/2014/main" id="{F893F72E-41E6-4D2A-96B3-B77BF69FE2D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bjj_16_build_ReferenceLigand_28">
            <a:extLst>
              <a:ext uri="{FF2B5EF4-FFF2-40B4-BE49-F238E27FC236}">
                <a16:creationId xmlns:a16="http://schemas.microsoft.com/office/drawing/2014/main" id="{A5A5D8FD-FA46-48B9-87E0-727A6F72D56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bjj_16_build_ReferenceLigand_29">
            <a:extLst>
              <a:ext uri="{FF2B5EF4-FFF2-40B4-BE49-F238E27FC236}">
                <a16:creationId xmlns:a16="http://schemas.microsoft.com/office/drawing/2014/main" id="{5077CE16-022C-49CB-8173-6D1F92C906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bjj_16_build_ReferenceLigand_30">
            <a:extLst>
              <a:ext uri="{FF2B5EF4-FFF2-40B4-BE49-F238E27FC236}">
                <a16:creationId xmlns:a16="http://schemas.microsoft.com/office/drawing/2014/main" id="{48B9D26C-2C6B-4A46-B0A7-3C57888B4CA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bjj_16_build_PredictedLigand_0">
            <a:extLst>
              <a:ext uri="{FF2B5EF4-FFF2-40B4-BE49-F238E27FC236}">
                <a16:creationId xmlns:a16="http://schemas.microsoft.com/office/drawing/2014/main" id="{D8F3A662-89A7-4D38-AE44-879D9922BF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bjj_16_build_PredictedLigand_1">
            <a:extLst>
              <a:ext uri="{FF2B5EF4-FFF2-40B4-BE49-F238E27FC236}">
                <a16:creationId xmlns:a16="http://schemas.microsoft.com/office/drawing/2014/main" id="{BEEAEDEA-E815-4468-802E-710E6F6D4E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bjj_16_build_PredictedLigand_2">
            <a:extLst>
              <a:ext uri="{FF2B5EF4-FFF2-40B4-BE49-F238E27FC236}">
                <a16:creationId xmlns:a16="http://schemas.microsoft.com/office/drawing/2014/main" id="{AD211142-8EDA-4856-8425-BCCA88EE3D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bjj_16_build_PredictedLigand_3">
            <a:extLst>
              <a:ext uri="{FF2B5EF4-FFF2-40B4-BE49-F238E27FC236}">
                <a16:creationId xmlns:a16="http://schemas.microsoft.com/office/drawing/2014/main" id="{3C582C1F-845F-490A-9B1B-CD8375C577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bjj_16_build_PredictedLigand_4">
            <a:extLst>
              <a:ext uri="{FF2B5EF4-FFF2-40B4-BE49-F238E27FC236}">
                <a16:creationId xmlns:a16="http://schemas.microsoft.com/office/drawing/2014/main" id="{61CBE6E2-831E-4B8F-9463-1E9C93E0C4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bjj_16_build_PredictedLigand_5">
            <a:extLst>
              <a:ext uri="{FF2B5EF4-FFF2-40B4-BE49-F238E27FC236}">
                <a16:creationId xmlns:a16="http://schemas.microsoft.com/office/drawing/2014/main" id="{400C8733-2A7D-41AE-892E-93EAD7B5754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bjj_16_build_PredictedLigand_6">
            <a:extLst>
              <a:ext uri="{FF2B5EF4-FFF2-40B4-BE49-F238E27FC236}">
                <a16:creationId xmlns:a16="http://schemas.microsoft.com/office/drawing/2014/main" id="{0612924E-3F68-44B7-BBE8-E597C29844A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bjj_16_build_PredictedLigand_7">
            <a:extLst>
              <a:ext uri="{FF2B5EF4-FFF2-40B4-BE49-F238E27FC236}">
                <a16:creationId xmlns:a16="http://schemas.microsoft.com/office/drawing/2014/main" id="{672B09AF-48E4-47D4-9212-E46BD48630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bjj_16_build_PredictedLigand_8">
            <a:extLst>
              <a:ext uri="{FF2B5EF4-FFF2-40B4-BE49-F238E27FC236}">
                <a16:creationId xmlns:a16="http://schemas.microsoft.com/office/drawing/2014/main" id="{FB7550D2-266F-40AB-B6CB-5AD3AA6630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bjj_16_build_PredictedLigand_9">
            <a:extLst>
              <a:ext uri="{FF2B5EF4-FFF2-40B4-BE49-F238E27FC236}">
                <a16:creationId xmlns:a16="http://schemas.microsoft.com/office/drawing/2014/main" id="{7C411DA1-CFA2-42F4-AB80-61FB57A02A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bjj_16_build_PredictedLigand_10">
            <a:extLst>
              <a:ext uri="{FF2B5EF4-FFF2-40B4-BE49-F238E27FC236}">
                <a16:creationId xmlns:a16="http://schemas.microsoft.com/office/drawing/2014/main" id="{89AB7A32-B5F6-44B2-A1C1-6C70F9DF233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bjj_16_build_PredictedLigand_11">
            <a:extLst>
              <a:ext uri="{FF2B5EF4-FFF2-40B4-BE49-F238E27FC236}">
                <a16:creationId xmlns:a16="http://schemas.microsoft.com/office/drawing/2014/main" id="{E31BAAC2-34BE-4E14-B437-9C49188D1A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bjj_16_build_PredictedLigand_12">
            <a:extLst>
              <a:ext uri="{FF2B5EF4-FFF2-40B4-BE49-F238E27FC236}">
                <a16:creationId xmlns:a16="http://schemas.microsoft.com/office/drawing/2014/main" id="{F530DA40-BEAF-4274-9214-A2D8695D76F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bjj_16_build_PredictedLigand_13">
            <a:extLst>
              <a:ext uri="{FF2B5EF4-FFF2-40B4-BE49-F238E27FC236}">
                <a16:creationId xmlns:a16="http://schemas.microsoft.com/office/drawing/2014/main" id="{DDE65470-1C9B-4B79-9F96-B0964233C82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bjj_16_build_PredictedLigand_14">
            <a:extLst>
              <a:ext uri="{FF2B5EF4-FFF2-40B4-BE49-F238E27FC236}">
                <a16:creationId xmlns:a16="http://schemas.microsoft.com/office/drawing/2014/main" id="{37B38638-EB44-4650-9393-451A65ECCD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bjj_16_build_PredictedLigand_15">
            <a:extLst>
              <a:ext uri="{FF2B5EF4-FFF2-40B4-BE49-F238E27FC236}">
                <a16:creationId xmlns:a16="http://schemas.microsoft.com/office/drawing/2014/main" id="{997BC682-1462-4FB2-8874-030ED8F0F9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bjj_16_build_PredictedLigand_16">
            <a:extLst>
              <a:ext uri="{FF2B5EF4-FFF2-40B4-BE49-F238E27FC236}">
                <a16:creationId xmlns:a16="http://schemas.microsoft.com/office/drawing/2014/main" id="{C51969F9-36E0-44FC-A9D4-EE52EBD1BA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bjj_16_build_PredictedLigand_17">
            <a:extLst>
              <a:ext uri="{FF2B5EF4-FFF2-40B4-BE49-F238E27FC236}">
                <a16:creationId xmlns:a16="http://schemas.microsoft.com/office/drawing/2014/main" id="{47193F2D-6C2F-4F7B-B72D-BB2CE3303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bjj_16_build_PredictedLigand_18">
            <a:extLst>
              <a:ext uri="{FF2B5EF4-FFF2-40B4-BE49-F238E27FC236}">
                <a16:creationId xmlns:a16="http://schemas.microsoft.com/office/drawing/2014/main" id="{57A81212-7D48-40FE-97C1-3A75ECB367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bjj_16_build_PredictedLigand_19">
            <a:extLst>
              <a:ext uri="{FF2B5EF4-FFF2-40B4-BE49-F238E27FC236}">
                <a16:creationId xmlns:a16="http://schemas.microsoft.com/office/drawing/2014/main" id="{FA8BD357-79E2-4C2A-AC58-9FDCF4EF547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bjj_16_build_PredictedLigand_20">
            <a:extLst>
              <a:ext uri="{FF2B5EF4-FFF2-40B4-BE49-F238E27FC236}">
                <a16:creationId xmlns:a16="http://schemas.microsoft.com/office/drawing/2014/main" id="{85D2D249-6DE7-476B-BFE8-875F3DEF31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bjj_16_build_PredictedLigand_21">
            <a:extLst>
              <a:ext uri="{FF2B5EF4-FFF2-40B4-BE49-F238E27FC236}">
                <a16:creationId xmlns:a16="http://schemas.microsoft.com/office/drawing/2014/main" id="{2B1D0E1C-670D-431F-8386-73C973EEA0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bjj_16_build_PredictedLigand_22">
            <a:extLst>
              <a:ext uri="{FF2B5EF4-FFF2-40B4-BE49-F238E27FC236}">
                <a16:creationId xmlns:a16="http://schemas.microsoft.com/office/drawing/2014/main" id="{5012702C-FD58-4FB6-BA62-73F3A04CE8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bjj_16_build_PredictedLigand_23">
            <a:extLst>
              <a:ext uri="{FF2B5EF4-FFF2-40B4-BE49-F238E27FC236}">
                <a16:creationId xmlns:a16="http://schemas.microsoft.com/office/drawing/2014/main" id="{12351F4F-727E-41BE-BB3A-1A81C88CC5D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bjj_16_build_PredictedLigand_24">
            <a:extLst>
              <a:ext uri="{FF2B5EF4-FFF2-40B4-BE49-F238E27FC236}">
                <a16:creationId xmlns:a16="http://schemas.microsoft.com/office/drawing/2014/main" id="{B8A33774-6FEE-4BB5-AD0A-7E8CEED829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bjj_16_build_PredictedLigand_25">
            <a:extLst>
              <a:ext uri="{FF2B5EF4-FFF2-40B4-BE49-F238E27FC236}">
                <a16:creationId xmlns:a16="http://schemas.microsoft.com/office/drawing/2014/main" id="{AD2741B5-7892-448A-80F5-595690CFA3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bjj_16_build_PredictedLigand_26">
            <a:extLst>
              <a:ext uri="{FF2B5EF4-FFF2-40B4-BE49-F238E27FC236}">
                <a16:creationId xmlns:a16="http://schemas.microsoft.com/office/drawing/2014/main" id="{53D3295C-C756-4871-AAF4-7C8F1D9321D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bjj_16_build_PredictedLigand_27">
            <a:extLst>
              <a:ext uri="{FF2B5EF4-FFF2-40B4-BE49-F238E27FC236}">
                <a16:creationId xmlns:a16="http://schemas.microsoft.com/office/drawing/2014/main" id="{64FE7854-F3FC-4B4C-934E-112AA56799C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bjj_16_build_PredictedLigand_28">
            <a:extLst>
              <a:ext uri="{FF2B5EF4-FFF2-40B4-BE49-F238E27FC236}">
                <a16:creationId xmlns:a16="http://schemas.microsoft.com/office/drawing/2014/main" id="{BECCD4C4-10E9-4E01-A11F-83300E1ED79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bjj_16_build_PredictedLigand_29">
            <a:extLst>
              <a:ext uri="{FF2B5EF4-FFF2-40B4-BE49-F238E27FC236}">
                <a16:creationId xmlns:a16="http://schemas.microsoft.com/office/drawing/2014/main" id="{459F6A69-E96F-4826-ADC6-C90AA64801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bjj_16_build_PredictedAtoms_0">
            <a:extLst>
              <a:ext uri="{FF2B5EF4-FFF2-40B4-BE49-F238E27FC236}">
                <a16:creationId xmlns:a16="http://schemas.microsoft.com/office/drawing/2014/main" id="{8E88F9AA-F598-41E7-9EE4-B8B02643972F}"/>
              </a:ext>
            </a:extLst>
          </p:cNvPr>
          <p:cNvSpPr>
            <a:spLocks noGrp="1"/>
          </p:cNvSpPr>
          <p:nvPr/>
        </p:nvSpPr>
        <p:spPr>
          <a:xfrm>
            <a:off x="6718711" y="13495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6" name="9bjj_16_build_PredictedAtoms_1">
            <a:extLst>
              <a:ext uri="{FF2B5EF4-FFF2-40B4-BE49-F238E27FC236}">
                <a16:creationId xmlns:a16="http://schemas.microsoft.com/office/drawing/2014/main" id="{A6346538-45FA-4264-ADED-8ED0AE39DAFC}"/>
              </a:ext>
            </a:extLst>
          </p:cNvPr>
          <p:cNvSpPr>
            <a:spLocks noGrp="1"/>
          </p:cNvSpPr>
          <p:nvPr/>
        </p:nvSpPr>
        <p:spPr>
          <a:xfrm>
            <a:off x="6649575" y="12473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57" name="9bjj_16_build_PredictedAtoms_2">
            <a:extLst>
              <a:ext uri="{FF2B5EF4-FFF2-40B4-BE49-F238E27FC236}">
                <a16:creationId xmlns:a16="http://schemas.microsoft.com/office/drawing/2014/main" id="{59BE6106-F1AD-4E46-9B59-CD5453E92C8C}"/>
              </a:ext>
            </a:extLst>
          </p:cNvPr>
          <p:cNvSpPr>
            <a:spLocks noGrp="1"/>
          </p:cNvSpPr>
          <p:nvPr/>
        </p:nvSpPr>
        <p:spPr>
          <a:xfrm>
            <a:off x="6741235" y="11914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bjj_16_build_PredictedAtoms_3">
            <a:extLst>
              <a:ext uri="{FF2B5EF4-FFF2-40B4-BE49-F238E27FC236}">
                <a16:creationId xmlns:a16="http://schemas.microsoft.com/office/drawing/2014/main" id="{7B51844A-F96C-4DAC-8E3D-2A71790A45D2}"/>
              </a:ext>
            </a:extLst>
          </p:cNvPr>
          <p:cNvSpPr>
            <a:spLocks noGrp="1"/>
          </p:cNvSpPr>
          <p:nvPr/>
        </p:nvSpPr>
        <p:spPr>
          <a:xfrm>
            <a:off x="6915536" y="138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bjj_16_build_PredictedAtoms_4">
            <a:extLst>
              <a:ext uri="{FF2B5EF4-FFF2-40B4-BE49-F238E27FC236}">
                <a16:creationId xmlns:a16="http://schemas.microsoft.com/office/drawing/2014/main" id="{22FC23CA-246C-4670-B7B9-BFC4D32CC462}"/>
              </a:ext>
            </a:extLst>
          </p:cNvPr>
          <p:cNvSpPr>
            <a:spLocks noGrp="1"/>
          </p:cNvSpPr>
          <p:nvPr/>
        </p:nvSpPr>
        <p:spPr>
          <a:xfrm>
            <a:off x="7076986" y="13234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bjj_16_build_PredictedAtoms_5">
            <a:extLst>
              <a:ext uri="{FF2B5EF4-FFF2-40B4-BE49-F238E27FC236}">
                <a16:creationId xmlns:a16="http://schemas.microsoft.com/office/drawing/2014/main" id="{BEB3FFEE-C33B-44E1-AF8B-18C8B0FC056E}"/>
              </a:ext>
            </a:extLst>
          </p:cNvPr>
          <p:cNvSpPr>
            <a:spLocks noGrp="1"/>
          </p:cNvSpPr>
          <p:nvPr/>
        </p:nvSpPr>
        <p:spPr>
          <a:xfrm>
            <a:off x="7089835" y="120660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61" name="9bjj_16_build_PredictedAtoms_6">
            <a:extLst>
              <a:ext uri="{FF2B5EF4-FFF2-40B4-BE49-F238E27FC236}">
                <a16:creationId xmlns:a16="http://schemas.microsoft.com/office/drawing/2014/main" id="{ECD7FC51-A459-4D41-9F8C-885683733767}"/>
              </a:ext>
            </a:extLst>
          </p:cNvPr>
          <p:cNvSpPr>
            <a:spLocks noGrp="1"/>
          </p:cNvSpPr>
          <p:nvPr/>
        </p:nvSpPr>
        <p:spPr>
          <a:xfrm>
            <a:off x="7206459" y="143384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62" name="9bjj_16_build_PredictedAtoms_7">
            <a:extLst>
              <a:ext uri="{FF2B5EF4-FFF2-40B4-BE49-F238E27FC236}">
                <a16:creationId xmlns:a16="http://schemas.microsoft.com/office/drawing/2014/main" id="{241EDDC7-E40A-453E-82A4-19297C9E7F6E}"/>
              </a:ext>
            </a:extLst>
          </p:cNvPr>
          <p:cNvSpPr>
            <a:spLocks noGrp="1"/>
          </p:cNvSpPr>
          <p:nvPr/>
        </p:nvSpPr>
        <p:spPr>
          <a:xfrm>
            <a:off x="7343563" y="14067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bjj_16_build_PredictedAtoms_8">
            <a:extLst>
              <a:ext uri="{FF2B5EF4-FFF2-40B4-BE49-F238E27FC236}">
                <a16:creationId xmlns:a16="http://schemas.microsoft.com/office/drawing/2014/main" id="{DB1447C0-3FA0-4811-83C7-E0EA285C2CF2}"/>
              </a:ext>
            </a:extLst>
          </p:cNvPr>
          <p:cNvSpPr>
            <a:spLocks noGrp="1"/>
          </p:cNvSpPr>
          <p:nvPr/>
        </p:nvSpPr>
        <p:spPr>
          <a:xfrm>
            <a:off x="7468313" y="1245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bjj_16_build_PredictedAtoms_9">
            <a:extLst>
              <a:ext uri="{FF2B5EF4-FFF2-40B4-BE49-F238E27FC236}">
                <a16:creationId xmlns:a16="http://schemas.microsoft.com/office/drawing/2014/main" id="{AD470EE0-FCD9-43F0-BD26-5AB8692BE44D}"/>
              </a:ext>
            </a:extLst>
          </p:cNvPr>
          <p:cNvSpPr>
            <a:spLocks noGrp="1"/>
          </p:cNvSpPr>
          <p:nvPr/>
        </p:nvSpPr>
        <p:spPr>
          <a:xfrm>
            <a:off x="7636234" y="13024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bjj_16_build_PredictedAtoms_10">
            <a:extLst>
              <a:ext uri="{FF2B5EF4-FFF2-40B4-BE49-F238E27FC236}">
                <a16:creationId xmlns:a16="http://schemas.microsoft.com/office/drawing/2014/main" id="{2539CBFA-C580-4E5C-8163-B2337FB51A4F}"/>
              </a:ext>
            </a:extLst>
          </p:cNvPr>
          <p:cNvSpPr>
            <a:spLocks noGrp="1"/>
          </p:cNvSpPr>
          <p:nvPr/>
        </p:nvSpPr>
        <p:spPr>
          <a:xfrm>
            <a:off x="7781478" y="12137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bjj_16_build_PredictedAtoms_11">
            <a:extLst>
              <a:ext uri="{FF2B5EF4-FFF2-40B4-BE49-F238E27FC236}">
                <a16:creationId xmlns:a16="http://schemas.microsoft.com/office/drawing/2014/main" id="{04D8395A-5EF9-4917-8E0E-A1E1829584BB}"/>
              </a:ext>
            </a:extLst>
          </p:cNvPr>
          <p:cNvSpPr>
            <a:spLocks noGrp="1"/>
          </p:cNvSpPr>
          <p:nvPr/>
        </p:nvSpPr>
        <p:spPr>
          <a:xfrm>
            <a:off x="7667936" y="14658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bjj_16_build_PredictedAtoms_12">
            <a:extLst>
              <a:ext uri="{FF2B5EF4-FFF2-40B4-BE49-F238E27FC236}">
                <a16:creationId xmlns:a16="http://schemas.microsoft.com/office/drawing/2014/main" id="{2549A1AA-43A2-4300-9B70-50F28D2EA5F6}"/>
              </a:ext>
            </a:extLst>
          </p:cNvPr>
          <p:cNvSpPr>
            <a:spLocks noGrp="1"/>
          </p:cNvSpPr>
          <p:nvPr/>
        </p:nvSpPr>
        <p:spPr>
          <a:xfrm>
            <a:off x="7461564" y="14660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bjj_16_build_PredictedAtoms_13">
            <a:extLst>
              <a:ext uri="{FF2B5EF4-FFF2-40B4-BE49-F238E27FC236}">
                <a16:creationId xmlns:a16="http://schemas.microsoft.com/office/drawing/2014/main" id="{B3CF3D7C-D5D6-4D57-BECF-9221DCA35181}"/>
              </a:ext>
            </a:extLst>
          </p:cNvPr>
          <p:cNvSpPr>
            <a:spLocks noGrp="1"/>
          </p:cNvSpPr>
          <p:nvPr/>
        </p:nvSpPr>
        <p:spPr>
          <a:xfrm>
            <a:off x="7776977" y="1579891"/>
            <a:ext cx="32385" cy="32385"/>
          </a:xfrm>
          <a:prstGeom prst="ellipse">
            <a:avLst/>
          </a:prstGeom>
          <a:solidFill>
            <a:srgbClr val="CFB64D"/>
          </a:solidFill>
          <a:ln w="0">
            <a:noFill/>
          </a:ln>
        </p:spPr>
      </p:sp>
      <p:sp>
        <p:nvSpPr>
          <p:cNvPr id="269" name="9bjj_16_build_PredictedAtoms_14">
            <a:extLst>
              <a:ext uri="{FF2B5EF4-FFF2-40B4-BE49-F238E27FC236}">
                <a16:creationId xmlns:a16="http://schemas.microsoft.com/office/drawing/2014/main" id="{F1EF0914-F177-488E-8A70-B8373F0F21FD}"/>
              </a:ext>
            </a:extLst>
          </p:cNvPr>
          <p:cNvSpPr>
            <a:spLocks noGrp="1"/>
          </p:cNvSpPr>
          <p:nvPr/>
        </p:nvSpPr>
        <p:spPr>
          <a:xfrm>
            <a:off x="7964941" y="1651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bjj_16_build_PredictedAtoms_15">
            <a:extLst>
              <a:ext uri="{FF2B5EF4-FFF2-40B4-BE49-F238E27FC236}">
                <a16:creationId xmlns:a16="http://schemas.microsoft.com/office/drawing/2014/main" id="{4D5E2723-3912-41FC-8F68-5FE43EB2E59D}"/>
              </a:ext>
            </a:extLst>
          </p:cNvPr>
          <p:cNvSpPr>
            <a:spLocks noGrp="1"/>
          </p:cNvSpPr>
          <p:nvPr/>
        </p:nvSpPr>
        <p:spPr>
          <a:xfrm>
            <a:off x="8023607" y="18311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bjj_16_build_PredictedAtoms_16">
            <a:extLst>
              <a:ext uri="{FF2B5EF4-FFF2-40B4-BE49-F238E27FC236}">
                <a16:creationId xmlns:a16="http://schemas.microsoft.com/office/drawing/2014/main" id="{BF2B24BD-DD83-4255-9CBD-19D27F4C18BB}"/>
              </a:ext>
            </a:extLst>
          </p:cNvPr>
          <p:cNvSpPr>
            <a:spLocks noGrp="1"/>
          </p:cNvSpPr>
          <p:nvPr/>
        </p:nvSpPr>
        <p:spPr>
          <a:xfrm>
            <a:off x="8156707" y="18637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bjj_16_build_PredictedAtoms_17">
            <a:extLst>
              <a:ext uri="{FF2B5EF4-FFF2-40B4-BE49-F238E27FC236}">
                <a16:creationId xmlns:a16="http://schemas.microsoft.com/office/drawing/2014/main" id="{7825C98F-C9DF-4699-B22B-3771C8EF071C}"/>
              </a:ext>
            </a:extLst>
          </p:cNvPr>
          <p:cNvSpPr>
            <a:spLocks noGrp="1"/>
          </p:cNvSpPr>
          <p:nvPr/>
        </p:nvSpPr>
        <p:spPr>
          <a:xfrm>
            <a:off x="8145266" y="1750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bjj_16_build_PredictedAtoms_18">
            <a:extLst>
              <a:ext uri="{FF2B5EF4-FFF2-40B4-BE49-F238E27FC236}">
                <a16:creationId xmlns:a16="http://schemas.microsoft.com/office/drawing/2014/main" id="{A274FE93-EEC5-45DB-A1FF-5AE7E4F44150}"/>
              </a:ext>
            </a:extLst>
          </p:cNvPr>
          <p:cNvSpPr>
            <a:spLocks noGrp="1"/>
          </p:cNvSpPr>
          <p:nvPr/>
        </p:nvSpPr>
        <p:spPr>
          <a:xfrm>
            <a:off x="8220886" y="160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bjj_16_build_PredictedAtoms_19">
            <a:extLst>
              <a:ext uri="{FF2B5EF4-FFF2-40B4-BE49-F238E27FC236}">
                <a16:creationId xmlns:a16="http://schemas.microsoft.com/office/drawing/2014/main" id="{A29852D8-CAFB-42A7-A19A-589D3DEE3616}"/>
              </a:ext>
            </a:extLst>
          </p:cNvPr>
          <p:cNvSpPr>
            <a:spLocks noGrp="1"/>
          </p:cNvSpPr>
          <p:nvPr/>
        </p:nvSpPr>
        <p:spPr>
          <a:xfrm>
            <a:off x="8065610" y="14276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bjj_16_build_PredictedAtoms_20">
            <a:extLst>
              <a:ext uri="{FF2B5EF4-FFF2-40B4-BE49-F238E27FC236}">
                <a16:creationId xmlns:a16="http://schemas.microsoft.com/office/drawing/2014/main" id="{2A43B6CD-D2A7-4D15-8C7B-40A1F3CC67AE}"/>
              </a:ext>
            </a:extLst>
          </p:cNvPr>
          <p:cNvSpPr>
            <a:spLocks noGrp="1"/>
          </p:cNvSpPr>
          <p:nvPr/>
        </p:nvSpPr>
        <p:spPr>
          <a:xfrm>
            <a:off x="8064823" y="1303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bjj_16_build_PredictedAtoms_21">
            <a:extLst>
              <a:ext uri="{FF2B5EF4-FFF2-40B4-BE49-F238E27FC236}">
                <a16:creationId xmlns:a16="http://schemas.microsoft.com/office/drawing/2014/main" id="{B85FAFAD-61C8-4553-8C6F-F82E3637EC7D}"/>
              </a:ext>
            </a:extLst>
          </p:cNvPr>
          <p:cNvSpPr>
            <a:spLocks noGrp="1"/>
          </p:cNvSpPr>
          <p:nvPr/>
        </p:nvSpPr>
        <p:spPr>
          <a:xfrm>
            <a:off x="8177680" y="131987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77" name="9bjj_16_build_PredictedAtoms_22">
            <a:extLst>
              <a:ext uri="{FF2B5EF4-FFF2-40B4-BE49-F238E27FC236}">
                <a16:creationId xmlns:a16="http://schemas.microsoft.com/office/drawing/2014/main" id="{0DAEC6A6-7A66-4977-BECE-BF83BC155C39}"/>
              </a:ext>
            </a:extLst>
          </p:cNvPr>
          <p:cNvSpPr>
            <a:spLocks noGrp="1"/>
          </p:cNvSpPr>
          <p:nvPr/>
        </p:nvSpPr>
        <p:spPr>
          <a:xfrm>
            <a:off x="7942659" y="11942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278" name="9bjj_16_build_PredictedAtoms_23">
            <a:extLst>
              <a:ext uri="{FF2B5EF4-FFF2-40B4-BE49-F238E27FC236}">
                <a16:creationId xmlns:a16="http://schemas.microsoft.com/office/drawing/2014/main" id="{F45CE64F-A32B-4DA5-AA81-9684F8B9EABE}"/>
              </a:ext>
            </a:extLst>
          </p:cNvPr>
          <p:cNvSpPr>
            <a:spLocks noGrp="1"/>
          </p:cNvSpPr>
          <p:nvPr/>
        </p:nvSpPr>
        <p:spPr>
          <a:xfrm>
            <a:off x="8015275" y="1036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bjj_16_build_PredictedAtoms_24">
            <a:extLst>
              <a:ext uri="{FF2B5EF4-FFF2-40B4-BE49-F238E27FC236}">
                <a16:creationId xmlns:a16="http://schemas.microsoft.com/office/drawing/2014/main" id="{40AB03EF-DD39-407F-B6F6-35E10A212339}"/>
              </a:ext>
            </a:extLst>
          </p:cNvPr>
          <p:cNvSpPr>
            <a:spLocks noGrp="1"/>
          </p:cNvSpPr>
          <p:nvPr/>
        </p:nvSpPr>
        <p:spPr>
          <a:xfrm>
            <a:off x="7932147" y="906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bjj_16_build_PredictedAtoms_27">
            <a:extLst>
              <a:ext uri="{FF2B5EF4-FFF2-40B4-BE49-F238E27FC236}">
                <a16:creationId xmlns:a16="http://schemas.microsoft.com/office/drawing/2014/main" id="{467E1FF8-7F3D-4029-9489-40D69C5EFC38}"/>
              </a:ext>
            </a:extLst>
          </p:cNvPr>
          <p:cNvSpPr>
            <a:spLocks noGrp="1"/>
          </p:cNvSpPr>
          <p:nvPr/>
        </p:nvSpPr>
        <p:spPr>
          <a:xfrm>
            <a:off x="6715791" y="12826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bjj_16_build_Clashes_0">
            <a:extLst>
              <a:ext uri="{FF2B5EF4-FFF2-40B4-BE49-F238E27FC236}">
                <a16:creationId xmlns:a16="http://schemas.microsoft.com/office/drawing/2014/main" id="{BC5BCB06-CFCF-4B8F-BF64-B33C384938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2" name="9bjj_16_build_Clashes_1">
            <a:extLst>
              <a:ext uri="{FF2B5EF4-FFF2-40B4-BE49-F238E27FC236}">
                <a16:creationId xmlns:a16="http://schemas.microsoft.com/office/drawing/2014/main" id="{EAD4B163-C068-47B9-B6FC-21EE3C0995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3" name="9bjj_16_build_Clashes_2">
            <a:extLst>
              <a:ext uri="{FF2B5EF4-FFF2-40B4-BE49-F238E27FC236}">
                <a16:creationId xmlns:a16="http://schemas.microsoft.com/office/drawing/2014/main" id="{D5DB489D-1319-4469-B9A3-C3807FE8A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4" name="9bjj_16_build_Clashes_3">
            <a:extLst>
              <a:ext uri="{FF2B5EF4-FFF2-40B4-BE49-F238E27FC236}">
                <a16:creationId xmlns:a16="http://schemas.microsoft.com/office/drawing/2014/main" id="{83365366-B51E-493D-9916-FD678CCDE2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5" name="9bjj_16_build_Clashes_4">
            <a:extLst>
              <a:ext uri="{FF2B5EF4-FFF2-40B4-BE49-F238E27FC236}">
                <a16:creationId xmlns:a16="http://schemas.microsoft.com/office/drawing/2014/main" id="{2117C850-7C38-4DA5-AC88-742D2594CF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6" name="9bjj_16_build_Clashes_5">
            <a:extLst>
              <a:ext uri="{FF2B5EF4-FFF2-40B4-BE49-F238E27FC236}">
                <a16:creationId xmlns:a16="http://schemas.microsoft.com/office/drawing/2014/main" id="{ECA70BBD-ABF4-41B7-84C1-7875D90436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87" name="9bjj_16_build_ClashingReceptorAtoms_0">
            <a:extLst>
              <a:ext uri="{FF2B5EF4-FFF2-40B4-BE49-F238E27FC236}">
                <a16:creationId xmlns:a16="http://schemas.microsoft.com/office/drawing/2014/main" id="{8AE89DE3-6AAE-4100-B095-0284235D3D51}"/>
              </a:ext>
            </a:extLst>
          </p:cNvPr>
          <p:cNvSpPr>
            <a:spLocks noGrp="1"/>
          </p:cNvSpPr>
          <p:nvPr/>
        </p:nvSpPr>
        <p:spPr>
          <a:xfrm>
            <a:off x="7719041" y="15195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88" name="9bjj_16_build_ClashingReceptorAtoms_1">
            <a:extLst>
              <a:ext uri="{FF2B5EF4-FFF2-40B4-BE49-F238E27FC236}">
                <a16:creationId xmlns:a16="http://schemas.microsoft.com/office/drawing/2014/main" id="{DDA55968-2335-4699-9890-7C6122659783}"/>
              </a:ext>
            </a:extLst>
          </p:cNvPr>
          <p:cNvSpPr>
            <a:spLocks noGrp="1"/>
          </p:cNvSpPr>
          <p:nvPr/>
        </p:nvSpPr>
        <p:spPr>
          <a:xfrm>
            <a:off x="7834442" y="15946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89" name="9bjj_16_build_ClashingReceptorAtoms_2">
            <a:extLst>
              <a:ext uri="{FF2B5EF4-FFF2-40B4-BE49-F238E27FC236}">
                <a16:creationId xmlns:a16="http://schemas.microsoft.com/office/drawing/2014/main" id="{E5D9D2C0-40B4-4804-AC80-645CBC06390A}"/>
              </a:ext>
            </a:extLst>
          </p:cNvPr>
          <p:cNvSpPr>
            <a:spLocks noGrp="1"/>
          </p:cNvSpPr>
          <p:nvPr/>
        </p:nvSpPr>
        <p:spPr>
          <a:xfrm>
            <a:off x="7707506" y="13557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90" name="9bjj_16_build_ClashingReceptorAtoms_4">
            <a:extLst>
              <a:ext uri="{FF2B5EF4-FFF2-40B4-BE49-F238E27FC236}">
                <a16:creationId xmlns:a16="http://schemas.microsoft.com/office/drawing/2014/main" id="{B6A2AFC9-9151-404D-ADDE-A22B56911678}"/>
              </a:ext>
            </a:extLst>
          </p:cNvPr>
          <p:cNvSpPr>
            <a:spLocks noGrp="1"/>
          </p:cNvSpPr>
          <p:nvPr/>
        </p:nvSpPr>
        <p:spPr>
          <a:xfrm>
            <a:off x="7883300" y="20317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91" name="9bjj_16_build_ClashingReceptorAtoms_5">
            <a:extLst>
              <a:ext uri="{FF2B5EF4-FFF2-40B4-BE49-F238E27FC236}">
                <a16:creationId xmlns:a16="http://schemas.microsoft.com/office/drawing/2014/main" id="{37F15878-3301-4F96-AE3C-667D508EF5F7}"/>
              </a:ext>
            </a:extLst>
          </p:cNvPr>
          <p:cNvSpPr>
            <a:spLocks noGrp="1"/>
          </p:cNvSpPr>
          <p:nvPr/>
        </p:nvSpPr>
        <p:spPr>
          <a:xfrm>
            <a:off x="6366740" y="12971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92" name="stage3-cases-clash_11">
            <a:extLst>
              <a:ext uri="{FF2B5EF4-FFF2-40B4-BE49-F238E27FC236}">
                <a16:creationId xmlns:a16="http://schemas.microsoft.com/office/drawing/2014/main" id="{D5853396-7328-458A-84DD-BE8B60272FE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293" name="stage3-cases-clash_12">
            <a:extLst>
              <a:ext uri="{FF2B5EF4-FFF2-40B4-BE49-F238E27FC236}">
                <a16:creationId xmlns:a16="http://schemas.microsoft.com/office/drawing/2014/main" id="{45406BFB-507B-412B-89B5-4158A4E4638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30GA · ATP (L:401)</a:t>
            </a:r>
          </a:p>
        </p:txBody>
      </p:sp>
      <p:sp>
        <p:nvSpPr>
          <p:cNvPr id="294" name="stage3-cases-clash_13">
            <a:extLst>
              <a:ext uri="{FF2B5EF4-FFF2-40B4-BE49-F238E27FC236}">
                <a16:creationId xmlns:a16="http://schemas.microsoft.com/office/drawing/2014/main" id="{F1A2B81F-5300-4F2F-9E60-66FBCFF3D9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95" name="stage3-cases-clash_14">
            <a:extLst>
              <a:ext uri="{FF2B5EF4-FFF2-40B4-BE49-F238E27FC236}">
                <a16:creationId xmlns:a16="http://schemas.microsoft.com/office/drawing/2014/main" id="{32AC1C7B-332D-4828-BFA3-FB591F31D5C8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96" name="30ga_7_official_Receptor">
            <a:extLst>
              <a:ext uri="{FF2B5EF4-FFF2-40B4-BE49-F238E27FC236}">
                <a16:creationId xmlns:a16="http://schemas.microsoft.com/office/drawing/2014/main" id="{33D97FB6-8639-41B8-B3F2-DF5D3675D5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97" name="30ga_7_official_ExperimentalDensity">
            <a:extLst>
              <a:ext uri="{FF2B5EF4-FFF2-40B4-BE49-F238E27FC236}">
                <a16:creationId xmlns:a16="http://schemas.microsoft.com/office/drawing/2014/main" id="{E5A2EAC3-1F83-44C8-AEDD-96E5D8AFE4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8" name="30ga_7_official_ReferenceLigand_0">
            <a:extLst>
              <a:ext uri="{FF2B5EF4-FFF2-40B4-BE49-F238E27FC236}">
                <a16:creationId xmlns:a16="http://schemas.microsoft.com/office/drawing/2014/main" id="{7DD08AC5-E689-4E9B-92C6-E68E5A17E0B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30ga_7_official_ReferenceLigand_1">
            <a:extLst>
              <a:ext uri="{FF2B5EF4-FFF2-40B4-BE49-F238E27FC236}">
                <a16:creationId xmlns:a16="http://schemas.microsoft.com/office/drawing/2014/main" id="{5D4E0155-FC35-4C83-80FC-900763223C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30ga_7_official_ReferenceLigand_2">
            <a:extLst>
              <a:ext uri="{FF2B5EF4-FFF2-40B4-BE49-F238E27FC236}">
                <a16:creationId xmlns:a16="http://schemas.microsoft.com/office/drawing/2014/main" id="{1DA68498-4C72-40C2-B30E-73189BC3960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30ga_7_official_ReferenceLigand_3">
            <a:extLst>
              <a:ext uri="{FF2B5EF4-FFF2-40B4-BE49-F238E27FC236}">
                <a16:creationId xmlns:a16="http://schemas.microsoft.com/office/drawing/2014/main" id="{7556DA02-E483-4F4C-8F7A-9C142BD435C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30ga_7_official_ReferenceLigand_4">
            <a:extLst>
              <a:ext uri="{FF2B5EF4-FFF2-40B4-BE49-F238E27FC236}">
                <a16:creationId xmlns:a16="http://schemas.microsoft.com/office/drawing/2014/main" id="{EF82F7D5-B7B3-425E-922B-2D0932064E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30ga_7_official_ReferenceLigand_5">
            <a:extLst>
              <a:ext uri="{FF2B5EF4-FFF2-40B4-BE49-F238E27FC236}">
                <a16:creationId xmlns:a16="http://schemas.microsoft.com/office/drawing/2014/main" id="{A8B64E26-3731-4AAA-803B-97BEF5D53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30ga_7_official_ReferenceLigand_6">
            <a:extLst>
              <a:ext uri="{FF2B5EF4-FFF2-40B4-BE49-F238E27FC236}">
                <a16:creationId xmlns:a16="http://schemas.microsoft.com/office/drawing/2014/main" id="{CA549076-8073-401C-A5F5-0270F7914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30ga_7_official_ReferenceLigand_7">
            <a:extLst>
              <a:ext uri="{FF2B5EF4-FFF2-40B4-BE49-F238E27FC236}">
                <a16:creationId xmlns:a16="http://schemas.microsoft.com/office/drawing/2014/main" id="{C77BE7F0-E892-4C75-A63C-E924B51791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30ga_7_official_ReferenceLigand_8">
            <a:extLst>
              <a:ext uri="{FF2B5EF4-FFF2-40B4-BE49-F238E27FC236}">
                <a16:creationId xmlns:a16="http://schemas.microsoft.com/office/drawing/2014/main" id="{D26AA597-F807-48D9-A3C9-FD5BE1E55ED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30ga_7_official_ReferenceLigand_9">
            <a:extLst>
              <a:ext uri="{FF2B5EF4-FFF2-40B4-BE49-F238E27FC236}">
                <a16:creationId xmlns:a16="http://schemas.microsoft.com/office/drawing/2014/main" id="{D7811230-8648-45AF-BBCF-EB0853DDE5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30ga_7_official_ReferenceLigand_10">
            <a:extLst>
              <a:ext uri="{FF2B5EF4-FFF2-40B4-BE49-F238E27FC236}">
                <a16:creationId xmlns:a16="http://schemas.microsoft.com/office/drawing/2014/main" id="{EBD91301-6598-4702-B48C-E67B5FB5E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30ga_7_official_ReferenceLigand_11">
            <a:extLst>
              <a:ext uri="{FF2B5EF4-FFF2-40B4-BE49-F238E27FC236}">
                <a16:creationId xmlns:a16="http://schemas.microsoft.com/office/drawing/2014/main" id="{5EB22E2C-A74E-4EDC-AD74-59C983F34D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30ga_7_official_ReferenceLigand_12">
            <a:extLst>
              <a:ext uri="{FF2B5EF4-FFF2-40B4-BE49-F238E27FC236}">
                <a16:creationId xmlns:a16="http://schemas.microsoft.com/office/drawing/2014/main" id="{820D220F-1CC8-4ECA-B2D8-C576223A77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30ga_7_official_ReferenceLigand_13">
            <a:extLst>
              <a:ext uri="{FF2B5EF4-FFF2-40B4-BE49-F238E27FC236}">
                <a16:creationId xmlns:a16="http://schemas.microsoft.com/office/drawing/2014/main" id="{DB75DE78-C508-4037-AC36-F2DD5BEEA1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30ga_7_official_ReferenceLigand_14">
            <a:extLst>
              <a:ext uri="{FF2B5EF4-FFF2-40B4-BE49-F238E27FC236}">
                <a16:creationId xmlns:a16="http://schemas.microsoft.com/office/drawing/2014/main" id="{36F29077-61C3-4434-8F87-D98C6DF214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30ga_7_official_ReferenceLigand_15">
            <a:extLst>
              <a:ext uri="{FF2B5EF4-FFF2-40B4-BE49-F238E27FC236}">
                <a16:creationId xmlns:a16="http://schemas.microsoft.com/office/drawing/2014/main" id="{6B2B00ED-9B04-4103-AD74-FB72C06330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30ga_7_official_ReferenceLigand_16">
            <a:extLst>
              <a:ext uri="{FF2B5EF4-FFF2-40B4-BE49-F238E27FC236}">
                <a16:creationId xmlns:a16="http://schemas.microsoft.com/office/drawing/2014/main" id="{BB34D6E7-5C53-4BCF-B951-2B23C1DF97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30ga_7_official_ReferenceLigand_17">
            <a:extLst>
              <a:ext uri="{FF2B5EF4-FFF2-40B4-BE49-F238E27FC236}">
                <a16:creationId xmlns:a16="http://schemas.microsoft.com/office/drawing/2014/main" id="{17BE842C-9216-412E-A828-15162D17CB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30ga_7_official_ReferenceLigand_18">
            <a:extLst>
              <a:ext uri="{FF2B5EF4-FFF2-40B4-BE49-F238E27FC236}">
                <a16:creationId xmlns:a16="http://schemas.microsoft.com/office/drawing/2014/main" id="{FA81D560-99C6-4C88-B2F7-BFB2238DA0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30ga_7_official_ReferenceLigand_19">
            <a:extLst>
              <a:ext uri="{FF2B5EF4-FFF2-40B4-BE49-F238E27FC236}">
                <a16:creationId xmlns:a16="http://schemas.microsoft.com/office/drawing/2014/main" id="{36E84475-4148-4176-ABC4-2919FCCF0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30ga_7_official_ReferenceLigand_20">
            <a:extLst>
              <a:ext uri="{FF2B5EF4-FFF2-40B4-BE49-F238E27FC236}">
                <a16:creationId xmlns:a16="http://schemas.microsoft.com/office/drawing/2014/main" id="{027CCF10-0C26-439A-84AC-9E30F44725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30ga_7_official_ReferenceLigand_21">
            <a:extLst>
              <a:ext uri="{FF2B5EF4-FFF2-40B4-BE49-F238E27FC236}">
                <a16:creationId xmlns:a16="http://schemas.microsoft.com/office/drawing/2014/main" id="{78F1F9B3-C4F5-487F-924F-72A8D7F3C5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30ga_7_official_ReferenceLigand_22">
            <a:extLst>
              <a:ext uri="{FF2B5EF4-FFF2-40B4-BE49-F238E27FC236}">
                <a16:creationId xmlns:a16="http://schemas.microsoft.com/office/drawing/2014/main" id="{6B0E6CF3-3E73-490C-A6AF-D8A3A127D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30ga_7_official_ReferenceLigand_23">
            <a:extLst>
              <a:ext uri="{FF2B5EF4-FFF2-40B4-BE49-F238E27FC236}">
                <a16:creationId xmlns:a16="http://schemas.microsoft.com/office/drawing/2014/main" id="{390852A6-D442-4F5F-A9E8-86074CF08E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30ga_7_official_ReferenceLigand_24">
            <a:extLst>
              <a:ext uri="{FF2B5EF4-FFF2-40B4-BE49-F238E27FC236}">
                <a16:creationId xmlns:a16="http://schemas.microsoft.com/office/drawing/2014/main" id="{6977C797-BFA8-4ACE-9F53-FA79A48273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30ga_7_official_ReferenceLigand_25">
            <a:extLst>
              <a:ext uri="{FF2B5EF4-FFF2-40B4-BE49-F238E27FC236}">
                <a16:creationId xmlns:a16="http://schemas.microsoft.com/office/drawing/2014/main" id="{90638DD2-94BA-4AC0-B388-4D75DD4793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30ga_7_official_ReferenceLigand_26">
            <a:extLst>
              <a:ext uri="{FF2B5EF4-FFF2-40B4-BE49-F238E27FC236}">
                <a16:creationId xmlns:a16="http://schemas.microsoft.com/office/drawing/2014/main" id="{FEF9D76F-A184-4F00-AB79-A7522AEF80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30ga_7_official_ReferenceLigand_27">
            <a:extLst>
              <a:ext uri="{FF2B5EF4-FFF2-40B4-BE49-F238E27FC236}">
                <a16:creationId xmlns:a16="http://schemas.microsoft.com/office/drawing/2014/main" id="{C17B7D27-27EC-44C6-867B-598D45916C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30ga_7_official_ReferenceLigand_28">
            <a:extLst>
              <a:ext uri="{FF2B5EF4-FFF2-40B4-BE49-F238E27FC236}">
                <a16:creationId xmlns:a16="http://schemas.microsoft.com/office/drawing/2014/main" id="{2B13B4C9-6CFB-4D9A-B1B2-6EBAA1AB186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30ga_7_official_ReferenceLigand_29">
            <a:extLst>
              <a:ext uri="{FF2B5EF4-FFF2-40B4-BE49-F238E27FC236}">
                <a16:creationId xmlns:a16="http://schemas.microsoft.com/office/drawing/2014/main" id="{EAB33921-7ED9-498B-801E-50B1FFB3562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30ga_7_official_ReferenceLigand_30">
            <a:extLst>
              <a:ext uri="{FF2B5EF4-FFF2-40B4-BE49-F238E27FC236}">
                <a16:creationId xmlns:a16="http://schemas.microsoft.com/office/drawing/2014/main" id="{73C33541-BF03-4309-B3FF-B6D724E52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30ga_7_official_ReferenceLigand_31">
            <a:extLst>
              <a:ext uri="{FF2B5EF4-FFF2-40B4-BE49-F238E27FC236}">
                <a16:creationId xmlns:a16="http://schemas.microsoft.com/office/drawing/2014/main" id="{817590C1-66E6-4EDE-9B3F-FB32541B09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30ga_7_official_ReferenceLigand_32">
            <a:extLst>
              <a:ext uri="{FF2B5EF4-FFF2-40B4-BE49-F238E27FC236}">
                <a16:creationId xmlns:a16="http://schemas.microsoft.com/office/drawing/2014/main" id="{26C45A12-42D6-40A6-8D66-1235EEB5D4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30ga_7_official_PredictedLigand_0">
            <a:extLst>
              <a:ext uri="{FF2B5EF4-FFF2-40B4-BE49-F238E27FC236}">
                <a16:creationId xmlns:a16="http://schemas.microsoft.com/office/drawing/2014/main" id="{EDA70894-5A20-4D37-A3F6-242A63ACEB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30ga_7_official_PredictedLigand_1">
            <a:extLst>
              <a:ext uri="{FF2B5EF4-FFF2-40B4-BE49-F238E27FC236}">
                <a16:creationId xmlns:a16="http://schemas.microsoft.com/office/drawing/2014/main" id="{2A13CEBB-BC9B-4CF9-A60E-D0F774B137F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30ga_7_official_PredictedLigand_2">
            <a:extLst>
              <a:ext uri="{FF2B5EF4-FFF2-40B4-BE49-F238E27FC236}">
                <a16:creationId xmlns:a16="http://schemas.microsoft.com/office/drawing/2014/main" id="{4F57A5C7-815E-4B33-8FBB-6BE34F20F9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30ga_7_official_PredictedLigand_3">
            <a:extLst>
              <a:ext uri="{FF2B5EF4-FFF2-40B4-BE49-F238E27FC236}">
                <a16:creationId xmlns:a16="http://schemas.microsoft.com/office/drawing/2014/main" id="{795039C0-ABD9-4CDA-8354-9C7D869B0B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30ga_7_official_PredictedLigand_4">
            <a:extLst>
              <a:ext uri="{FF2B5EF4-FFF2-40B4-BE49-F238E27FC236}">
                <a16:creationId xmlns:a16="http://schemas.microsoft.com/office/drawing/2014/main" id="{A4D48AD1-902C-414D-A0E1-218D20ADC7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30ga_7_official_PredictedLigand_5">
            <a:extLst>
              <a:ext uri="{FF2B5EF4-FFF2-40B4-BE49-F238E27FC236}">
                <a16:creationId xmlns:a16="http://schemas.microsoft.com/office/drawing/2014/main" id="{B85531C8-8805-48B6-A32C-61936C39D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30ga_7_official_PredictedLigand_6">
            <a:extLst>
              <a:ext uri="{FF2B5EF4-FFF2-40B4-BE49-F238E27FC236}">
                <a16:creationId xmlns:a16="http://schemas.microsoft.com/office/drawing/2014/main" id="{0030D520-1C66-49F4-AF2C-C2AF548B7D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30ga_7_official_PredictedLigand_7">
            <a:extLst>
              <a:ext uri="{FF2B5EF4-FFF2-40B4-BE49-F238E27FC236}">
                <a16:creationId xmlns:a16="http://schemas.microsoft.com/office/drawing/2014/main" id="{0BDBE42E-444F-43B7-8811-5A86965EAC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30ga_7_official_PredictedLigand_8">
            <a:extLst>
              <a:ext uri="{FF2B5EF4-FFF2-40B4-BE49-F238E27FC236}">
                <a16:creationId xmlns:a16="http://schemas.microsoft.com/office/drawing/2014/main" id="{CDDC8D9D-ED8A-4F0D-ADC1-38FB6BE950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30ga_7_official_PredictedLigand_9">
            <a:extLst>
              <a:ext uri="{FF2B5EF4-FFF2-40B4-BE49-F238E27FC236}">
                <a16:creationId xmlns:a16="http://schemas.microsoft.com/office/drawing/2014/main" id="{DB5469FD-B14A-41DB-9D23-75A05A3ABD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30ga_7_official_PredictedLigand_10">
            <a:extLst>
              <a:ext uri="{FF2B5EF4-FFF2-40B4-BE49-F238E27FC236}">
                <a16:creationId xmlns:a16="http://schemas.microsoft.com/office/drawing/2014/main" id="{78FA2656-45E2-4AE4-94E0-61A2A9FDE72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30ga_7_official_PredictedLigand_11">
            <a:extLst>
              <a:ext uri="{FF2B5EF4-FFF2-40B4-BE49-F238E27FC236}">
                <a16:creationId xmlns:a16="http://schemas.microsoft.com/office/drawing/2014/main" id="{3ED440C4-A0B4-4ED5-B9ED-F0A84C0EF68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30ga_7_official_PredictedLigand_12">
            <a:extLst>
              <a:ext uri="{FF2B5EF4-FFF2-40B4-BE49-F238E27FC236}">
                <a16:creationId xmlns:a16="http://schemas.microsoft.com/office/drawing/2014/main" id="{127920FA-E6D6-40E8-AC92-D448761DF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30ga_7_official_PredictedLigand_13">
            <a:extLst>
              <a:ext uri="{FF2B5EF4-FFF2-40B4-BE49-F238E27FC236}">
                <a16:creationId xmlns:a16="http://schemas.microsoft.com/office/drawing/2014/main" id="{38572411-351A-4952-8AC0-C41EB2FBB97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30ga_7_official_PredictedLigand_14">
            <a:extLst>
              <a:ext uri="{FF2B5EF4-FFF2-40B4-BE49-F238E27FC236}">
                <a16:creationId xmlns:a16="http://schemas.microsoft.com/office/drawing/2014/main" id="{8B08D94F-62D7-4427-8A1B-57C475A10F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30ga_7_official_PredictedLigand_15">
            <a:extLst>
              <a:ext uri="{FF2B5EF4-FFF2-40B4-BE49-F238E27FC236}">
                <a16:creationId xmlns:a16="http://schemas.microsoft.com/office/drawing/2014/main" id="{EF7AE840-245E-443D-BDD9-DD20FF8B86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30ga_7_official_PredictedLigand_16">
            <a:extLst>
              <a:ext uri="{FF2B5EF4-FFF2-40B4-BE49-F238E27FC236}">
                <a16:creationId xmlns:a16="http://schemas.microsoft.com/office/drawing/2014/main" id="{BC96AF9D-F1BB-4EAE-BFE5-B69336C512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30ga_7_official_PredictedLigand_17">
            <a:extLst>
              <a:ext uri="{FF2B5EF4-FFF2-40B4-BE49-F238E27FC236}">
                <a16:creationId xmlns:a16="http://schemas.microsoft.com/office/drawing/2014/main" id="{F63ACDDB-3C9C-46C9-8628-C4408362E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30ga_7_official_PredictedLigand_18">
            <a:extLst>
              <a:ext uri="{FF2B5EF4-FFF2-40B4-BE49-F238E27FC236}">
                <a16:creationId xmlns:a16="http://schemas.microsoft.com/office/drawing/2014/main" id="{FC60545B-64DF-4886-B5E9-AF58F3E125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30ga_7_official_PredictedLigand_19">
            <a:extLst>
              <a:ext uri="{FF2B5EF4-FFF2-40B4-BE49-F238E27FC236}">
                <a16:creationId xmlns:a16="http://schemas.microsoft.com/office/drawing/2014/main" id="{0FE3D67C-8470-48CD-A1F6-9EEC4101A3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30ga_7_official_PredictedLigand_20">
            <a:extLst>
              <a:ext uri="{FF2B5EF4-FFF2-40B4-BE49-F238E27FC236}">
                <a16:creationId xmlns:a16="http://schemas.microsoft.com/office/drawing/2014/main" id="{AE620622-18A2-423C-BCCA-A80AD5EE7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30ga_7_official_PredictedLigand_21">
            <a:extLst>
              <a:ext uri="{FF2B5EF4-FFF2-40B4-BE49-F238E27FC236}">
                <a16:creationId xmlns:a16="http://schemas.microsoft.com/office/drawing/2014/main" id="{80F2CE35-F9FF-464D-8891-41D999CD6DE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30ga_7_official_PredictedLigand_22">
            <a:extLst>
              <a:ext uri="{FF2B5EF4-FFF2-40B4-BE49-F238E27FC236}">
                <a16:creationId xmlns:a16="http://schemas.microsoft.com/office/drawing/2014/main" id="{D2DB9E3C-2B99-44BC-AC95-F52168DE31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30ga_7_official_PredictedLigand_23">
            <a:extLst>
              <a:ext uri="{FF2B5EF4-FFF2-40B4-BE49-F238E27FC236}">
                <a16:creationId xmlns:a16="http://schemas.microsoft.com/office/drawing/2014/main" id="{9BFBDF60-33E6-480B-80F8-BD56C9C2002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30ga_7_official_PredictedLigand_24">
            <a:extLst>
              <a:ext uri="{FF2B5EF4-FFF2-40B4-BE49-F238E27FC236}">
                <a16:creationId xmlns:a16="http://schemas.microsoft.com/office/drawing/2014/main" id="{A3737515-0399-4A31-8DA1-4561916DD5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30ga_7_official_PredictedLigand_25">
            <a:extLst>
              <a:ext uri="{FF2B5EF4-FFF2-40B4-BE49-F238E27FC236}">
                <a16:creationId xmlns:a16="http://schemas.microsoft.com/office/drawing/2014/main" id="{C50B7E80-F5BF-4770-A869-A81C5CBE64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30ga_7_official_PredictedLigand_26">
            <a:extLst>
              <a:ext uri="{FF2B5EF4-FFF2-40B4-BE49-F238E27FC236}">
                <a16:creationId xmlns:a16="http://schemas.microsoft.com/office/drawing/2014/main" id="{5ACCEBB5-7BF4-4EE4-85C7-02CDD41732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30ga_7_official_PredictedLigand_27">
            <a:extLst>
              <a:ext uri="{FF2B5EF4-FFF2-40B4-BE49-F238E27FC236}">
                <a16:creationId xmlns:a16="http://schemas.microsoft.com/office/drawing/2014/main" id="{3ADAB514-3700-49CB-9011-783203F212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30ga_7_official_PredictedLigand_28">
            <a:extLst>
              <a:ext uri="{FF2B5EF4-FFF2-40B4-BE49-F238E27FC236}">
                <a16:creationId xmlns:a16="http://schemas.microsoft.com/office/drawing/2014/main" id="{04CF503A-FBB5-4766-9BCF-8307895AD2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30ga_7_official_PredictedLigand_29">
            <a:extLst>
              <a:ext uri="{FF2B5EF4-FFF2-40B4-BE49-F238E27FC236}">
                <a16:creationId xmlns:a16="http://schemas.microsoft.com/office/drawing/2014/main" id="{78689D59-316E-4783-A00A-8CD8136F7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30ga_7_official_PredictedLigand_30">
            <a:extLst>
              <a:ext uri="{FF2B5EF4-FFF2-40B4-BE49-F238E27FC236}">
                <a16:creationId xmlns:a16="http://schemas.microsoft.com/office/drawing/2014/main" id="{EBEFD2AB-31B2-4DE0-AD44-44E3339890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30ga_7_official_PredictedLigand_31">
            <a:extLst>
              <a:ext uri="{FF2B5EF4-FFF2-40B4-BE49-F238E27FC236}">
                <a16:creationId xmlns:a16="http://schemas.microsoft.com/office/drawing/2014/main" id="{535C16B9-4C38-490C-87F6-586F1BF223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30ga_7_official_PredictedLigand_32">
            <a:extLst>
              <a:ext uri="{FF2B5EF4-FFF2-40B4-BE49-F238E27FC236}">
                <a16:creationId xmlns:a16="http://schemas.microsoft.com/office/drawing/2014/main" id="{F06BF5C6-47F4-4C3F-9978-85C17C6E7BB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30ga_7_official_PredictedAtoms_0">
            <a:extLst>
              <a:ext uri="{FF2B5EF4-FFF2-40B4-BE49-F238E27FC236}">
                <a16:creationId xmlns:a16="http://schemas.microsoft.com/office/drawing/2014/main" id="{6EEEE4B9-7DB5-4B77-82BF-FE9969FD4634}"/>
              </a:ext>
            </a:extLst>
          </p:cNvPr>
          <p:cNvSpPr>
            <a:spLocks noGrp="1"/>
          </p:cNvSpPr>
          <p:nvPr/>
        </p:nvSpPr>
        <p:spPr>
          <a:xfrm>
            <a:off x="2025852" y="26435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65" name="30ga_7_official_PredictedAtoms_1">
            <a:extLst>
              <a:ext uri="{FF2B5EF4-FFF2-40B4-BE49-F238E27FC236}">
                <a16:creationId xmlns:a16="http://schemas.microsoft.com/office/drawing/2014/main" id="{68E5C9E1-9286-451C-8AF5-458940F88032}"/>
              </a:ext>
            </a:extLst>
          </p:cNvPr>
          <p:cNvSpPr>
            <a:spLocks noGrp="1"/>
          </p:cNvSpPr>
          <p:nvPr/>
        </p:nvSpPr>
        <p:spPr>
          <a:xfrm>
            <a:off x="1898205" y="27825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66" name="30ga_7_official_PredictedAtoms_2">
            <a:extLst>
              <a:ext uri="{FF2B5EF4-FFF2-40B4-BE49-F238E27FC236}">
                <a16:creationId xmlns:a16="http://schemas.microsoft.com/office/drawing/2014/main" id="{E2FA50FF-2730-4A03-A329-2E6C5CFBE065}"/>
              </a:ext>
            </a:extLst>
          </p:cNvPr>
          <p:cNvSpPr>
            <a:spLocks noGrp="1"/>
          </p:cNvSpPr>
          <p:nvPr/>
        </p:nvSpPr>
        <p:spPr>
          <a:xfrm>
            <a:off x="1977657" y="2897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67" name="30ga_7_official_PredictedAtoms_3">
            <a:extLst>
              <a:ext uri="{FF2B5EF4-FFF2-40B4-BE49-F238E27FC236}">
                <a16:creationId xmlns:a16="http://schemas.microsoft.com/office/drawing/2014/main" id="{958EDB55-27D8-44C7-A72F-B4D0E49E0C3B}"/>
              </a:ext>
            </a:extLst>
          </p:cNvPr>
          <p:cNvSpPr>
            <a:spLocks noGrp="1"/>
          </p:cNvSpPr>
          <p:nvPr/>
        </p:nvSpPr>
        <p:spPr>
          <a:xfrm>
            <a:off x="2058283" y="307748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68" name="30ga_7_official_PredictedAtoms_4">
            <a:extLst>
              <a:ext uri="{FF2B5EF4-FFF2-40B4-BE49-F238E27FC236}">
                <a16:creationId xmlns:a16="http://schemas.microsoft.com/office/drawing/2014/main" id="{A7D62A61-17BD-4B5F-9728-8708835719A7}"/>
              </a:ext>
            </a:extLst>
          </p:cNvPr>
          <p:cNvSpPr>
            <a:spLocks noGrp="1"/>
          </p:cNvSpPr>
          <p:nvPr/>
        </p:nvSpPr>
        <p:spPr>
          <a:xfrm>
            <a:off x="1963287" y="32368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69" name="30ga_7_official_PredictedAtoms_5">
            <a:extLst>
              <a:ext uri="{FF2B5EF4-FFF2-40B4-BE49-F238E27FC236}">
                <a16:creationId xmlns:a16="http://schemas.microsoft.com/office/drawing/2014/main" id="{F0D7B858-0CB6-4D2F-BD2F-98A71A0A4F16}"/>
              </a:ext>
            </a:extLst>
          </p:cNvPr>
          <p:cNvSpPr>
            <a:spLocks noGrp="1"/>
          </p:cNvSpPr>
          <p:nvPr/>
        </p:nvSpPr>
        <p:spPr>
          <a:xfrm>
            <a:off x="2075204" y="33901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0" name="30ga_7_official_PredictedAtoms_6">
            <a:extLst>
              <a:ext uri="{FF2B5EF4-FFF2-40B4-BE49-F238E27FC236}">
                <a16:creationId xmlns:a16="http://schemas.microsoft.com/office/drawing/2014/main" id="{E18BF6F9-14D7-48DE-9B53-5F9CCF2D9C1A}"/>
              </a:ext>
            </a:extLst>
          </p:cNvPr>
          <p:cNvSpPr>
            <a:spLocks noGrp="1"/>
          </p:cNvSpPr>
          <p:nvPr/>
        </p:nvSpPr>
        <p:spPr>
          <a:xfrm>
            <a:off x="2256620" y="331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1" name="30ga_7_official_PredictedAtoms_7">
            <a:extLst>
              <a:ext uri="{FF2B5EF4-FFF2-40B4-BE49-F238E27FC236}">
                <a16:creationId xmlns:a16="http://schemas.microsoft.com/office/drawing/2014/main" id="{39B2DADB-9132-4177-95F6-79271C1C0176}"/>
              </a:ext>
            </a:extLst>
          </p:cNvPr>
          <p:cNvSpPr>
            <a:spLocks noGrp="1"/>
          </p:cNvSpPr>
          <p:nvPr/>
        </p:nvSpPr>
        <p:spPr>
          <a:xfrm>
            <a:off x="2435814" y="34042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2" name="30ga_7_official_PredictedAtoms_8">
            <a:extLst>
              <a:ext uri="{FF2B5EF4-FFF2-40B4-BE49-F238E27FC236}">
                <a16:creationId xmlns:a16="http://schemas.microsoft.com/office/drawing/2014/main" id="{BBC9A9DC-6324-4A0A-89ED-A8E6F5161F3C}"/>
              </a:ext>
            </a:extLst>
          </p:cNvPr>
          <p:cNvSpPr>
            <a:spLocks noGrp="1"/>
          </p:cNvSpPr>
          <p:nvPr/>
        </p:nvSpPr>
        <p:spPr>
          <a:xfrm>
            <a:off x="2472061" y="359189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3" name="30ga_7_official_PredictedAtoms_9">
            <a:extLst>
              <a:ext uri="{FF2B5EF4-FFF2-40B4-BE49-F238E27FC236}">
                <a16:creationId xmlns:a16="http://schemas.microsoft.com/office/drawing/2014/main" id="{124789BC-5BE6-4A1D-B167-4AC6CE08826C}"/>
              </a:ext>
            </a:extLst>
          </p:cNvPr>
          <p:cNvSpPr>
            <a:spLocks noGrp="1"/>
          </p:cNvSpPr>
          <p:nvPr/>
        </p:nvSpPr>
        <p:spPr>
          <a:xfrm>
            <a:off x="2589882" y="328779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4" name="30ga_7_official_PredictedAtoms_10">
            <a:extLst>
              <a:ext uri="{FF2B5EF4-FFF2-40B4-BE49-F238E27FC236}">
                <a16:creationId xmlns:a16="http://schemas.microsoft.com/office/drawing/2014/main" id="{65B742DA-5860-42B2-8D10-36C3872398D3}"/>
              </a:ext>
            </a:extLst>
          </p:cNvPr>
          <p:cNvSpPr>
            <a:spLocks noGrp="1"/>
          </p:cNvSpPr>
          <p:nvPr/>
        </p:nvSpPr>
        <p:spPr>
          <a:xfrm>
            <a:off x="2564928" y="3100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30ga_7_official_PredictedAtoms_11">
            <a:extLst>
              <a:ext uri="{FF2B5EF4-FFF2-40B4-BE49-F238E27FC236}">
                <a16:creationId xmlns:a16="http://schemas.microsoft.com/office/drawing/2014/main" id="{4F951CE2-D362-4CD7-8ACB-28475B405583}"/>
              </a:ext>
            </a:extLst>
          </p:cNvPr>
          <p:cNvSpPr>
            <a:spLocks noGrp="1"/>
          </p:cNvSpPr>
          <p:nvPr/>
        </p:nvSpPr>
        <p:spPr>
          <a:xfrm>
            <a:off x="2400964" y="30143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6" name="30ga_7_official_PredictedAtoms_12">
            <a:extLst>
              <a:ext uri="{FF2B5EF4-FFF2-40B4-BE49-F238E27FC236}">
                <a16:creationId xmlns:a16="http://schemas.microsoft.com/office/drawing/2014/main" id="{4BB6B6C6-18AC-47E3-BD88-CCE1DAD033F9}"/>
              </a:ext>
            </a:extLst>
          </p:cNvPr>
          <p:cNvSpPr>
            <a:spLocks noGrp="1"/>
          </p:cNvSpPr>
          <p:nvPr/>
        </p:nvSpPr>
        <p:spPr>
          <a:xfrm>
            <a:off x="2245625" y="31235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30ga_7_official_PredictedAtoms_13">
            <a:extLst>
              <a:ext uri="{FF2B5EF4-FFF2-40B4-BE49-F238E27FC236}">
                <a16:creationId xmlns:a16="http://schemas.microsoft.com/office/drawing/2014/main" id="{F001B094-4565-43CD-B58C-DB0F49079C89}"/>
              </a:ext>
            </a:extLst>
          </p:cNvPr>
          <p:cNvSpPr>
            <a:spLocks noGrp="1"/>
          </p:cNvSpPr>
          <p:nvPr/>
        </p:nvSpPr>
        <p:spPr>
          <a:xfrm>
            <a:off x="1828620" y="28977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78" name="30ga_7_official_PredictedAtoms_14">
            <a:extLst>
              <a:ext uri="{FF2B5EF4-FFF2-40B4-BE49-F238E27FC236}">
                <a16:creationId xmlns:a16="http://schemas.microsoft.com/office/drawing/2014/main" id="{165B408D-632F-4B83-B0FE-A045EC51CD70}"/>
              </a:ext>
            </a:extLst>
          </p:cNvPr>
          <p:cNvSpPr>
            <a:spLocks noGrp="1"/>
          </p:cNvSpPr>
          <p:nvPr/>
        </p:nvSpPr>
        <p:spPr>
          <a:xfrm>
            <a:off x="1664366" y="2805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30ga_7_official_PredictedAtoms_15">
            <a:extLst>
              <a:ext uri="{FF2B5EF4-FFF2-40B4-BE49-F238E27FC236}">
                <a16:creationId xmlns:a16="http://schemas.microsoft.com/office/drawing/2014/main" id="{319AD769-B64B-4623-98F1-65B27DDEA8DF}"/>
              </a:ext>
            </a:extLst>
          </p:cNvPr>
          <p:cNvSpPr>
            <a:spLocks noGrp="1"/>
          </p:cNvSpPr>
          <p:nvPr/>
        </p:nvSpPr>
        <p:spPr>
          <a:xfrm>
            <a:off x="1520911" y="2959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30ga_7_official_PredictedAtoms_16">
            <a:extLst>
              <a:ext uri="{FF2B5EF4-FFF2-40B4-BE49-F238E27FC236}">
                <a16:creationId xmlns:a16="http://schemas.microsoft.com/office/drawing/2014/main" id="{1FF6A3BB-49D8-4AAF-8EBA-8E2194C98273}"/>
              </a:ext>
            </a:extLst>
          </p:cNvPr>
          <p:cNvSpPr>
            <a:spLocks noGrp="1"/>
          </p:cNvSpPr>
          <p:nvPr/>
        </p:nvSpPr>
        <p:spPr>
          <a:xfrm>
            <a:off x="1379620" y="28884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1" name="30ga_7_official_PredictedAtoms_17">
            <a:extLst>
              <a:ext uri="{FF2B5EF4-FFF2-40B4-BE49-F238E27FC236}">
                <a16:creationId xmlns:a16="http://schemas.microsoft.com/office/drawing/2014/main" id="{148FAA09-AFE9-4D73-84BD-79E46BF9A5E8}"/>
              </a:ext>
            </a:extLst>
          </p:cNvPr>
          <p:cNvSpPr>
            <a:spLocks noGrp="1"/>
          </p:cNvSpPr>
          <p:nvPr/>
        </p:nvSpPr>
        <p:spPr>
          <a:xfrm>
            <a:off x="1243283" y="300863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82" name="30ga_7_official_PredictedAtoms_18">
            <a:extLst>
              <a:ext uri="{FF2B5EF4-FFF2-40B4-BE49-F238E27FC236}">
                <a16:creationId xmlns:a16="http://schemas.microsoft.com/office/drawing/2014/main" id="{F6AA174F-9054-48B3-9E6F-BBF2E18C1300}"/>
              </a:ext>
            </a:extLst>
          </p:cNvPr>
          <p:cNvSpPr>
            <a:spLocks noGrp="1"/>
          </p:cNvSpPr>
          <p:nvPr/>
        </p:nvSpPr>
        <p:spPr>
          <a:xfrm>
            <a:off x="1125847" y="287501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3" name="30ga_7_official_PredictedAtoms_19">
            <a:extLst>
              <a:ext uri="{FF2B5EF4-FFF2-40B4-BE49-F238E27FC236}">
                <a16:creationId xmlns:a16="http://schemas.microsoft.com/office/drawing/2014/main" id="{03A40980-B462-4B28-BE4E-9E6D986E2731}"/>
              </a:ext>
            </a:extLst>
          </p:cNvPr>
          <p:cNvSpPr>
            <a:spLocks noGrp="1"/>
          </p:cNvSpPr>
          <p:nvPr/>
        </p:nvSpPr>
        <p:spPr>
          <a:xfrm>
            <a:off x="1345283" y="31567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4" name="30ga_7_official_PredictedAtoms_20">
            <a:extLst>
              <a:ext uri="{FF2B5EF4-FFF2-40B4-BE49-F238E27FC236}">
                <a16:creationId xmlns:a16="http://schemas.microsoft.com/office/drawing/2014/main" id="{AA42B20C-CB74-422C-9F96-29D9D8AEA7DD}"/>
              </a:ext>
            </a:extLst>
          </p:cNvPr>
          <p:cNvSpPr>
            <a:spLocks noGrp="1"/>
          </p:cNvSpPr>
          <p:nvPr/>
        </p:nvSpPr>
        <p:spPr>
          <a:xfrm>
            <a:off x="1109181" y="31144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5" name="30ga_7_official_PredictedAtoms_21">
            <a:extLst>
              <a:ext uri="{FF2B5EF4-FFF2-40B4-BE49-F238E27FC236}">
                <a16:creationId xmlns:a16="http://schemas.microsoft.com/office/drawing/2014/main" id="{1FB081D1-1808-4583-9987-B2E9BCFB99E3}"/>
              </a:ext>
            </a:extLst>
          </p:cNvPr>
          <p:cNvSpPr>
            <a:spLocks noGrp="1"/>
          </p:cNvSpPr>
          <p:nvPr/>
        </p:nvSpPr>
        <p:spPr>
          <a:xfrm>
            <a:off x="975530" y="329790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86" name="30ga_7_official_PredictedAtoms_22">
            <a:extLst>
              <a:ext uri="{FF2B5EF4-FFF2-40B4-BE49-F238E27FC236}">
                <a16:creationId xmlns:a16="http://schemas.microsoft.com/office/drawing/2014/main" id="{353212C2-961D-479E-9EF7-8E1A7D7AB349}"/>
              </a:ext>
            </a:extLst>
          </p:cNvPr>
          <p:cNvSpPr>
            <a:spLocks noGrp="1"/>
          </p:cNvSpPr>
          <p:nvPr/>
        </p:nvSpPr>
        <p:spPr>
          <a:xfrm>
            <a:off x="1073681" y="34652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7" name="30ga_7_official_PredictedAtoms_23">
            <a:extLst>
              <a:ext uri="{FF2B5EF4-FFF2-40B4-BE49-F238E27FC236}">
                <a16:creationId xmlns:a16="http://schemas.microsoft.com/office/drawing/2014/main" id="{6796F7EF-970C-4F64-8925-6A777C965EE0}"/>
              </a:ext>
            </a:extLst>
          </p:cNvPr>
          <p:cNvSpPr>
            <a:spLocks noGrp="1"/>
          </p:cNvSpPr>
          <p:nvPr/>
        </p:nvSpPr>
        <p:spPr>
          <a:xfrm>
            <a:off x="922303" y="33294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8" name="30ga_7_official_PredictedAtoms_24">
            <a:extLst>
              <a:ext uri="{FF2B5EF4-FFF2-40B4-BE49-F238E27FC236}">
                <a16:creationId xmlns:a16="http://schemas.microsoft.com/office/drawing/2014/main" id="{D6AB12F7-BFF3-4B10-8D01-EADDC3FB37F1}"/>
              </a:ext>
            </a:extLst>
          </p:cNvPr>
          <p:cNvSpPr>
            <a:spLocks noGrp="1"/>
          </p:cNvSpPr>
          <p:nvPr/>
        </p:nvSpPr>
        <p:spPr>
          <a:xfrm>
            <a:off x="791650" y="32535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9" name="30ga_7_official_PredictedAtoms_25">
            <a:extLst>
              <a:ext uri="{FF2B5EF4-FFF2-40B4-BE49-F238E27FC236}">
                <a16:creationId xmlns:a16="http://schemas.microsoft.com/office/drawing/2014/main" id="{EE947D4E-F272-4F77-8BC5-4EFBD564F5D4}"/>
              </a:ext>
            </a:extLst>
          </p:cNvPr>
          <p:cNvSpPr>
            <a:spLocks noGrp="1"/>
          </p:cNvSpPr>
          <p:nvPr/>
        </p:nvSpPr>
        <p:spPr>
          <a:xfrm>
            <a:off x="611973" y="31485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390" name="30ga_7_official_PredictedAtoms_26">
            <a:extLst>
              <a:ext uri="{FF2B5EF4-FFF2-40B4-BE49-F238E27FC236}">
                <a16:creationId xmlns:a16="http://schemas.microsoft.com/office/drawing/2014/main" id="{0A239E82-668A-456A-B4A2-12593449630F}"/>
              </a:ext>
            </a:extLst>
          </p:cNvPr>
          <p:cNvSpPr>
            <a:spLocks noGrp="1"/>
          </p:cNvSpPr>
          <p:nvPr/>
        </p:nvSpPr>
        <p:spPr>
          <a:xfrm>
            <a:off x="481379" y="30812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1" name="30ga_7_official_PredictedAtoms_27">
            <a:extLst>
              <a:ext uri="{FF2B5EF4-FFF2-40B4-BE49-F238E27FC236}">
                <a16:creationId xmlns:a16="http://schemas.microsoft.com/office/drawing/2014/main" id="{5CC18405-57F8-4FA5-B0D9-4FDB6C12FAC3}"/>
              </a:ext>
            </a:extLst>
          </p:cNvPr>
          <p:cNvSpPr>
            <a:spLocks noGrp="1"/>
          </p:cNvSpPr>
          <p:nvPr/>
        </p:nvSpPr>
        <p:spPr>
          <a:xfrm>
            <a:off x="502603" y="328796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2" name="30ga_7_official_PredictedAtoms_28">
            <a:extLst>
              <a:ext uri="{FF2B5EF4-FFF2-40B4-BE49-F238E27FC236}">
                <a16:creationId xmlns:a16="http://schemas.microsoft.com/office/drawing/2014/main" id="{B318A65E-BACE-4A6F-AF01-199AEC819144}"/>
              </a:ext>
            </a:extLst>
          </p:cNvPr>
          <p:cNvSpPr>
            <a:spLocks noGrp="1"/>
          </p:cNvSpPr>
          <p:nvPr/>
        </p:nvSpPr>
        <p:spPr>
          <a:xfrm>
            <a:off x="684067" y="29792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3" name="30ga_7_official_PredictedAtoms_29">
            <a:extLst>
              <a:ext uri="{FF2B5EF4-FFF2-40B4-BE49-F238E27FC236}">
                <a16:creationId xmlns:a16="http://schemas.microsoft.com/office/drawing/2014/main" id="{0652AC65-B84F-4324-97AE-4EEB4FC4F229}"/>
              </a:ext>
            </a:extLst>
          </p:cNvPr>
          <p:cNvSpPr>
            <a:spLocks noGrp="1"/>
          </p:cNvSpPr>
          <p:nvPr/>
        </p:nvSpPr>
        <p:spPr>
          <a:xfrm>
            <a:off x="1738866" y="26651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stage3-cases-clash_16">
            <a:extLst>
              <a:ext uri="{FF2B5EF4-FFF2-40B4-BE49-F238E27FC236}">
                <a16:creationId xmlns:a16="http://schemas.microsoft.com/office/drawing/2014/main" id="{681CDD5A-0E36-4EE9-A7EC-EFD3496F009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395" name="30ga_7_tuned_Receptor">
            <a:extLst>
              <a:ext uri="{FF2B5EF4-FFF2-40B4-BE49-F238E27FC236}">
                <a16:creationId xmlns:a16="http://schemas.microsoft.com/office/drawing/2014/main" id="{E23AA5FC-FD93-4C5F-BF52-2B6B5F2F46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396" name="30ga_7_tuned_ExperimentalDensity">
            <a:extLst>
              <a:ext uri="{FF2B5EF4-FFF2-40B4-BE49-F238E27FC236}">
                <a16:creationId xmlns:a16="http://schemas.microsoft.com/office/drawing/2014/main" id="{CD237E5B-B209-4CC3-AA4F-49868CCD67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97" name="30ga_7_tuned_ReferenceLigand_0">
            <a:extLst>
              <a:ext uri="{FF2B5EF4-FFF2-40B4-BE49-F238E27FC236}">
                <a16:creationId xmlns:a16="http://schemas.microsoft.com/office/drawing/2014/main" id="{4DF9E8EE-72F2-4604-9DC4-2381263D99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30ga_7_tuned_ReferenceLigand_1">
            <a:extLst>
              <a:ext uri="{FF2B5EF4-FFF2-40B4-BE49-F238E27FC236}">
                <a16:creationId xmlns:a16="http://schemas.microsoft.com/office/drawing/2014/main" id="{51BCCF7D-C18D-4E7A-B3F6-B94DFF3A6C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30ga_7_tuned_ReferenceLigand_2">
            <a:extLst>
              <a:ext uri="{FF2B5EF4-FFF2-40B4-BE49-F238E27FC236}">
                <a16:creationId xmlns:a16="http://schemas.microsoft.com/office/drawing/2014/main" id="{C0B1787D-2C84-4A2C-8216-91C0903DC75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30ga_7_tuned_ReferenceLigand_3">
            <a:extLst>
              <a:ext uri="{FF2B5EF4-FFF2-40B4-BE49-F238E27FC236}">
                <a16:creationId xmlns:a16="http://schemas.microsoft.com/office/drawing/2014/main" id="{D2B2BA09-E95E-4FA8-96A3-474F034A88B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30ga_7_tuned_ReferenceLigand_4">
            <a:extLst>
              <a:ext uri="{FF2B5EF4-FFF2-40B4-BE49-F238E27FC236}">
                <a16:creationId xmlns:a16="http://schemas.microsoft.com/office/drawing/2014/main" id="{A8D0044D-1B41-46F3-AC0C-F3ACD2F593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30ga_7_tuned_ReferenceLigand_5">
            <a:extLst>
              <a:ext uri="{FF2B5EF4-FFF2-40B4-BE49-F238E27FC236}">
                <a16:creationId xmlns:a16="http://schemas.microsoft.com/office/drawing/2014/main" id="{857316E9-DB98-490B-A600-99FB9632513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30ga_7_tuned_ReferenceLigand_6">
            <a:extLst>
              <a:ext uri="{FF2B5EF4-FFF2-40B4-BE49-F238E27FC236}">
                <a16:creationId xmlns:a16="http://schemas.microsoft.com/office/drawing/2014/main" id="{0F3253A2-051D-4280-A988-E3C11F7F3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30ga_7_tuned_ReferenceLigand_7">
            <a:extLst>
              <a:ext uri="{FF2B5EF4-FFF2-40B4-BE49-F238E27FC236}">
                <a16:creationId xmlns:a16="http://schemas.microsoft.com/office/drawing/2014/main" id="{00E67195-6C6F-4DAC-B600-D10E90B796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30ga_7_tuned_ReferenceLigand_8">
            <a:extLst>
              <a:ext uri="{FF2B5EF4-FFF2-40B4-BE49-F238E27FC236}">
                <a16:creationId xmlns:a16="http://schemas.microsoft.com/office/drawing/2014/main" id="{9555FBC9-4BD0-4DB9-AAE5-B4F12C93B4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30ga_7_tuned_ReferenceLigand_9">
            <a:extLst>
              <a:ext uri="{FF2B5EF4-FFF2-40B4-BE49-F238E27FC236}">
                <a16:creationId xmlns:a16="http://schemas.microsoft.com/office/drawing/2014/main" id="{ABA218BA-0DBB-49E6-A86F-69E6A6B53B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30ga_7_tuned_ReferenceLigand_10">
            <a:extLst>
              <a:ext uri="{FF2B5EF4-FFF2-40B4-BE49-F238E27FC236}">
                <a16:creationId xmlns:a16="http://schemas.microsoft.com/office/drawing/2014/main" id="{076EFD59-916C-4961-ADE9-EEA4479D9A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30ga_7_tuned_ReferenceLigand_11">
            <a:extLst>
              <a:ext uri="{FF2B5EF4-FFF2-40B4-BE49-F238E27FC236}">
                <a16:creationId xmlns:a16="http://schemas.microsoft.com/office/drawing/2014/main" id="{FF357508-28AF-4D8F-A38E-9A5D3FE9044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30ga_7_tuned_ReferenceLigand_12">
            <a:extLst>
              <a:ext uri="{FF2B5EF4-FFF2-40B4-BE49-F238E27FC236}">
                <a16:creationId xmlns:a16="http://schemas.microsoft.com/office/drawing/2014/main" id="{9EC825E7-EC28-4CCE-AC0E-3816DCB343A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30ga_7_tuned_ReferenceLigand_13">
            <a:extLst>
              <a:ext uri="{FF2B5EF4-FFF2-40B4-BE49-F238E27FC236}">
                <a16:creationId xmlns:a16="http://schemas.microsoft.com/office/drawing/2014/main" id="{842A4D35-C5CE-4830-A963-B821D8577A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30ga_7_tuned_ReferenceLigand_14">
            <a:extLst>
              <a:ext uri="{FF2B5EF4-FFF2-40B4-BE49-F238E27FC236}">
                <a16:creationId xmlns:a16="http://schemas.microsoft.com/office/drawing/2014/main" id="{19DDD1C2-99F1-49B3-AE7F-911553C7CA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30ga_7_tuned_ReferenceLigand_15">
            <a:extLst>
              <a:ext uri="{FF2B5EF4-FFF2-40B4-BE49-F238E27FC236}">
                <a16:creationId xmlns:a16="http://schemas.microsoft.com/office/drawing/2014/main" id="{086F6E8B-C77D-4CA5-A7A9-8A0A0619D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30ga_7_tuned_ReferenceLigand_16">
            <a:extLst>
              <a:ext uri="{FF2B5EF4-FFF2-40B4-BE49-F238E27FC236}">
                <a16:creationId xmlns:a16="http://schemas.microsoft.com/office/drawing/2014/main" id="{8DB4625B-2B6C-4221-91A6-5E3186F2F3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30ga_7_tuned_ReferenceLigand_17">
            <a:extLst>
              <a:ext uri="{FF2B5EF4-FFF2-40B4-BE49-F238E27FC236}">
                <a16:creationId xmlns:a16="http://schemas.microsoft.com/office/drawing/2014/main" id="{D6EA1A5F-6728-4FAC-954B-9CF0451E4F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30ga_7_tuned_ReferenceLigand_18">
            <a:extLst>
              <a:ext uri="{FF2B5EF4-FFF2-40B4-BE49-F238E27FC236}">
                <a16:creationId xmlns:a16="http://schemas.microsoft.com/office/drawing/2014/main" id="{E1C89F0F-51C7-4ED7-AAEE-146B4A48B29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30ga_7_tuned_ReferenceLigand_19">
            <a:extLst>
              <a:ext uri="{FF2B5EF4-FFF2-40B4-BE49-F238E27FC236}">
                <a16:creationId xmlns:a16="http://schemas.microsoft.com/office/drawing/2014/main" id="{05EE9C64-0D3B-4B53-B4A1-19075A7AF1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30ga_7_tuned_ReferenceLigand_20">
            <a:extLst>
              <a:ext uri="{FF2B5EF4-FFF2-40B4-BE49-F238E27FC236}">
                <a16:creationId xmlns:a16="http://schemas.microsoft.com/office/drawing/2014/main" id="{0625BE15-D21E-45AD-8D07-C87F5CBFFC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30ga_7_tuned_ReferenceLigand_21">
            <a:extLst>
              <a:ext uri="{FF2B5EF4-FFF2-40B4-BE49-F238E27FC236}">
                <a16:creationId xmlns:a16="http://schemas.microsoft.com/office/drawing/2014/main" id="{2B0E9BEE-3B2E-45A4-8CCE-4E7498F8D2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30ga_7_tuned_ReferenceLigand_22">
            <a:extLst>
              <a:ext uri="{FF2B5EF4-FFF2-40B4-BE49-F238E27FC236}">
                <a16:creationId xmlns:a16="http://schemas.microsoft.com/office/drawing/2014/main" id="{C9103CFC-1E85-4AD4-8822-5C00C91C9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30ga_7_tuned_ReferenceLigand_23">
            <a:extLst>
              <a:ext uri="{FF2B5EF4-FFF2-40B4-BE49-F238E27FC236}">
                <a16:creationId xmlns:a16="http://schemas.microsoft.com/office/drawing/2014/main" id="{4F53C056-32A3-49CD-A360-361F0E136C2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30ga_7_tuned_ReferenceLigand_24">
            <a:extLst>
              <a:ext uri="{FF2B5EF4-FFF2-40B4-BE49-F238E27FC236}">
                <a16:creationId xmlns:a16="http://schemas.microsoft.com/office/drawing/2014/main" id="{3677D229-C3FC-40C6-BC65-2D95D6371E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30ga_7_tuned_ReferenceLigand_25">
            <a:extLst>
              <a:ext uri="{FF2B5EF4-FFF2-40B4-BE49-F238E27FC236}">
                <a16:creationId xmlns:a16="http://schemas.microsoft.com/office/drawing/2014/main" id="{B0059435-09A0-472C-A9F8-0D7B3F85C9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30ga_7_tuned_ReferenceLigand_26">
            <a:extLst>
              <a:ext uri="{FF2B5EF4-FFF2-40B4-BE49-F238E27FC236}">
                <a16:creationId xmlns:a16="http://schemas.microsoft.com/office/drawing/2014/main" id="{C5B2AB9B-09E1-42D6-9196-667A446670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30ga_7_tuned_ReferenceLigand_27">
            <a:extLst>
              <a:ext uri="{FF2B5EF4-FFF2-40B4-BE49-F238E27FC236}">
                <a16:creationId xmlns:a16="http://schemas.microsoft.com/office/drawing/2014/main" id="{0CF15CC4-2C2E-4254-8317-177D6669CD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30ga_7_tuned_ReferenceLigand_28">
            <a:extLst>
              <a:ext uri="{FF2B5EF4-FFF2-40B4-BE49-F238E27FC236}">
                <a16:creationId xmlns:a16="http://schemas.microsoft.com/office/drawing/2014/main" id="{A6FA0B5F-A459-4901-A5B4-D615781B53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30ga_7_tuned_ReferenceLigand_29">
            <a:extLst>
              <a:ext uri="{FF2B5EF4-FFF2-40B4-BE49-F238E27FC236}">
                <a16:creationId xmlns:a16="http://schemas.microsoft.com/office/drawing/2014/main" id="{1174593D-4F76-44FA-8F58-9AF22472F4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30ga_7_tuned_ReferenceLigand_30">
            <a:extLst>
              <a:ext uri="{FF2B5EF4-FFF2-40B4-BE49-F238E27FC236}">
                <a16:creationId xmlns:a16="http://schemas.microsoft.com/office/drawing/2014/main" id="{4983C9B1-A815-423F-885F-FC6C44E54A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30ga_7_tuned_ReferenceLigand_31">
            <a:extLst>
              <a:ext uri="{FF2B5EF4-FFF2-40B4-BE49-F238E27FC236}">
                <a16:creationId xmlns:a16="http://schemas.microsoft.com/office/drawing/2014/main" id="{2037930C-A3D8-4CDA-B639-DF757963B19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30ga_7_tuned_ReferenceLigand_32">
            <a:extLst>
              <a:ext uri="{FF2B5EF4-FFF2-40B4-BE49-F238E27FC236}">
                <a16:creationId xmlns:a16="http://schemas.microsoft.com/office/drawing/2014/main" id="{40382A55-AD84-4D29-9ADE-FA44088A8B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30ga_7_tuned_PredictedLigand_0">
            <a:extLst>
              <a:ext uri="{FF2B5EF4-FFF2-40B4-BE49-F238E27FC236}">
                <a16:creationId xmlns:a16="http://schemas.microsoft.com/office/drawing/2014/main" id="{4AD6F7BF-E73B-41CF-8B62-F2377E166A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1" name="30ga_7_tuned_PredictedLigand_1">
            <a:extLst>
              <a:ext uri="{FF2B5EF4-FFF2-40B4-BE49-F238E27FC236}">
                <a16:creationId xmlns:a16="http://schemas.microsoft.com/office/drawing/2014/main" id="{F9C5BACA-E85B-4747-A059-42DF914A2D8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2" name="30ga_7_tuned_PredictedLigand_2">
            <a:extLst>
              <a:ext uri="{FF2B5EF4-FFF2-40B4-BE49-F238E27FC236}">
                <a16:creationId xmlns:a16="http://schemas.microsoft.com/office/drawing/2014/main" id="{9EF94C1E-C6DE-4845-BB4E-81217807ED4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3" name="30ga_7_tuned_PredictedLigand_3">
            <a:extLst>
              <a:ext uri="{FF2B5EF4-FFF2-40B4-BE49-F238E27FC236}">
                <a16:creationId xmlns:a16="http://schemas.microsoft.com/office/drawing/2014/main" id="{41A79654-3D25-4F3A-9E09-CA2BBCE0ED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4" name="30ga_7_tuned_PredictedLigand_4">
            <a:extLst>
              <a:ext uri="{FF2B5EF4-FFF2-40B4-BE49-F238E27FC236}">
                <a16:creationId xmlns:a16="http://schemas.microsoft.com/office/drawing/2014/main" id="{F2493F02-20F7-4419-9077-F9C2D7670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5" name="30ga_7_tuned_PredictedLigand_5">
            <a:extLst>
              <a:ext uri="{FF2B5EF4-FFF2-40B4-BE49-F238E27FC236}">
                <a16:creationId xmlns:a16="http://schemas.microsoft.com/office/drawing/2014/main" id="{83B14BC5-066A-4D74-A267-52CDD506AB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6" name="30ga_7_tuned_PredictedLigand_6">
            <a:extLst>
              <a:ext uri="{FF2B5EF4-FFF2-40B4-BE49-F238E27FC236}">
                <a16:creationId xmlns:a16="http://schemas.microsoft.com/office/drawing/2014/main" id="{E5993E42-2885-4A08-BD9C-2E5B448415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7" name="30ga_7_tuned_PredictedLigand_7">
            <a:extLst>
              <a:ext uri="{FF2B5EF4-FFF2-40B4-BE49-F238E27FC236}">
                <a16:creationId xmlns:a16="http://schemas.microsoft.com/office/drawing/2014/main" id="{8A8309DE-C460-4DAF-B4BF-9018D00A6C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8" name="30ga_7_tuned_PredictedLigand_8">
            <a:extLst>
              <a:ext uri="{FF2B5EF4-FFF2-40B4-BE49-F238E27FC236}">
                <a16:creationId xmlns:a16="http://schemas.microsoft.com/office/drawing/2014/main" id="{3DBB16DA-9849-4595-BC65-7A02F8CBF0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39" name="30ga_7_tuned_PredictedLigand_9">
            <a:extLst>
              <a:ext uri="{FF2B5EF4-FFF2-40B4-BE49-F238E27FC236}">
                <a16:creationId xmlns:a16="http://schemas.microsoft.com/office/drawing/2014/main" id="{78AF6B3F-CAEC-461F-BE6E-C054B840D3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0" name="30ga_7_tuned_PredictedLigand_10">
            <a:extLst>
              <a:ext uri="{FF2B5EF4-FFF2-40B4-BE49-F238E27FC236}">
                <a16:creationId xmlns:a16="http://schemas.microsoft.com/office/drawing/2014/main" id="{257E65D3-4A99-444B-99C9-159F3C5D546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1" name="30ga_7_tuned_PredictedLigand_11">
            <a:extLst>
              <a:ext uri="{FF2B5EF4-FFF2-40B4-BE49-F238E27FC236}">
                <a16:creationId xmlns:a16="http://schemas.microsoft.com/office/drawing/2014/main" id="{44E16CD3-3B70-4A5E-8717-1849F0CDA03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2" name="30ga_7_tuned_PredictedLigand_12">
            <a:extLst>
              <a:ext uri="{FF2B5EF4-FFF2-40B4-BE49-F238E27FC236}">
                <a16:creationId xmlns:a16="http://schemas.microsoft.com/office/drawing/2014/main" id="{DD90EBF3-7C15-46AD-9F73-330D6B04E7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3" name="30ga_7_tuned_PredictedLigand_13">
            <a:extLst>
              <a:ext uri="{FF2B5EF4-FFF2-40B4-BE49-F238E27FC236}">
                <a16:creationId xmlns:a16="http://schemas.microsoft.com/office/drawing/2014/main" id="{CC2FF1FD-81F2-42A9-BB55-956A71FA2AA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4" name="30ga_7_tuned_PredictedLigand_14">
            <a:extLst>
              <a:ext uri="{FF2B5EF4-FFF2-40B4-BE49-F238E27FC236}">
                <a16:creationId xmlns:a16="http://schemas.microsoft.com/office/drawing/2014/main" id="{4439C708-9036-4A54-8A74-8F4CA78421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5" name="30ga_7_tuned_PredictedLigand_15">
            <a:extLst>
              <a:ext uri="{FF2B5EF4-FFF2-40B4-BE49-F238E27FC236}">
                <a16:creationId xmlns:a16="http://schemas.microsoft.com/office/drawing/2014/main" id="{02CE5CE3-EAE6-44C8-B6BF-B254F82991B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6" name="30ga_7_tuned_PredictedLigand_16">
            <a:extLst>
              <a:ext uri="{FF2B5EF4-FFF2-40B4-BE49-F238E27FC236}">
                <a16:creationId xmlns:a16="http://schemas.microsoft.com/office/drawing/2014/main" id="{DE153B3A-CEE7-440F-8C46-94F41B07B1A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7" name="30ga_7_tuned_PredictedLigand_17">
            <a:extLst>
              <a:ext uri="{FF2B5EF4-FFF2-40B4-BE49-F238E27FC236}">
                <a16:creationId xmlns:a16="http://schemas.microsoft.com/office/drawing/2014/main" id="{8A3CAEB3-FC53-4119-9FFD-99F51AB93C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8" name="30ga_7_tuned_PredictedLigand_18">
            <a:extLst>
              <a:ext uri="{FF2B5EF4-FFF2-40B4-BE49-F238E27FC236}">
                <a16:creationId xmlns:a16="http://schemas.microsoft.com/office/drawing/2014/main" id="{AA501B6C-2F40-4060-9359-4AC3ADA5E7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49" name="30ga_7_tuned_PredictedLigand_19">
            <a:extLst>
              <a:ext uri="{FF2B5EF4-FFF2-40B4-BE49-F238E27FC236}">
                <a16:creationId xmlns:a16="http://schemas.microsoft.com/office/drawing/2014/main" id="{3BF3DFA2-9354-4083-ADE3-0A134EF1E4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0" name="30ga_7_tuned_PredictedLigand_20">
            <a:extLst>
              <a:ext uri="{FF2B5EF4-FFF2-40B4-BE49-F238E27FC236}">
                <a16:creationId xmlns:a16="http://schemas.microsoft.com/office/drawing/2014/main" id="{BD145291-50B8-47F8-BFF3-C2ABAD3321A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1" name="30ga_7_tuned_PredictedLigand_21">
            <a:extLst>
              <a:ext uri="{FF2B5EF4-FFF2-40B4-BE49-F238E27FC236}">
                <a16:creationId xmlns:a16="http://schemas.microsoft.com/office/drawing/2014/main" id="{0338B144-1E61-43CE-B5BB-55B640D0363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2" name="30ga_7_tuned_PredictedLigand_22">
            <a:extLst>
              <a:ext uri="{FF2B5EF4-FFF2-40B4-BE49-F238E27FC236}">
                <a16:creationId xmlns:a16="http://schemas.microsoft.com/office/drawing/2014/main" id="{DE16B462-96D2-402C-B77C-EA6F8660D5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30ga_7_tuned_PredictedLigand_23">
            <a:extLst>
              <a:ext uri="{FF2B5EF4-FFF2-40B4-BE49-F238E27FC236}">
                <a16:creationId xmlns:a16="http://schemas.microsoft.com/office/drawing/2014/main" id="{BFEACD71-F959-4C71-9904-F29291F037B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30ga_7_tuned_PredictedLigand_24">
            <a:extLst>
              <a:ext uri="{FF2B5EF4-FFF2-40B4-BE49-F238E27FC236}">
                <a16:creationId xmlns:a16="http://schemas.microsoft.com/office/drawing/2014/main" id="{D8C32CEC-2746-49FB-9082-2A3A02083C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30ga_7_tuned_PredictedLigand_25">
            <a:extLst>
              <a:ext uri="{FF2B5EF4-FFF2-40B4-BE49-F238E27FC236}">
                <a16:creationId xmlns:a16="http://schemas.microsoft.com/office/drawing/2014/main" id="{FCFEA9F1-AA96-4391-B916-A7CF1D1E04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30ga_7_tuned_PredictedLigand_26">
            <a:extLst>
              <a:ext uri="{FF2B5EF4-FFF2-40B4-BE49-F238E27FC236}">
                <a16:creationId xmlns:a16="http://schemas.microsoft.com/office/drawing/2014/main" id="{E4EF6B85-17B0-4713-A957-6D18B825BC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30ga_7_tuned_PredictedLigand_27">
            <a:extLst>
              <a:ext uri="{FF2B5EF4-FFF2-40B4-BE49-F238E27FC236}">
                <a16:creationId xmlns:a16="http://schemas.microsoft.com/office/drawing/2014/main" id="{D58056AC-8CFC-496A-B9B5-11F3D71275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30ga_7_tuned_PredictedLigand_28">
            <a:extLst>
              <a:ext uri="{FF2B5EF4-FFF2-40B4-BE49-F238E27FC236}">
                <a16:creationId xmlns:a16="http://schemas.microsoft.com/office/drawing/2014/main" id="{26BBC432-8CD1-47CB-841C-DF5CC35C56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30ga_7_tuned_PredictedLigand_29">
            <a:extLst>
              <a:ext uri="{FF2B5EF4-FFF2-40B4-BE49-F238E27FC236}">
                <a16:creationId xmlns:a16="http://schemas.microsoft.com/office/drawing/2014/main" id="{472895E4-1E67-4680-85AD-6DD084D4D95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30ga_7_tuned_PredictedLigand_30">
            <a:extLst>
              <a:ext uri="{FF2B5EF4-FFF2-40B4-BE49-F238E27FC236}">
                <a16:creationId xmlns:a16="http://schemas.microsoft.com/office/drawing/2014/main" id="{9740EC09-A62C-4926-BD9B-3710ABF19C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30ga_7_tuned_PredictedLigand_31">
            <a:extLst>
              <a:ext uri="{FF2B5EF4-FFF2-40B4-BE49-F238E27FC236}">
                <a16:creationId xmlns:a16="http://schemas.microsoft.com/office/drawing/2014/main" id="{D3876840-4100-44ED-A1EA-7B27C2E5190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30ga_7_tuned_PredictedLigand_32">
            <a:extLst>
              <a:ext uri="{FF2B5EF4-FFF2-40B4-BE49-F238E27FC236}">
                <a16:creationId xmlns:a16="http://schemas.microsoft.com/office/drawing/2014/main" id="{7592A1E0-4960-4FF2-87AC-4928C812D0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30ga_7_tuned_PredictedAtoms_0">
            <a:extLst>
              <a:ext uri="{FF2B5EF4-FFF2-40B4-BE49-F238E27FC236}">
                <a16:creationId xmlns:a16="http://schemas.microsoft.com/office/drawing/2014/main" id="{F4C41502-1DFC-4E87-A0AB-9EA88E7AD788}"/>
              </a:ext>
            </a:extLst>
          </p:cNvPr>
          <p:cNvSpPr>
            <a:spLocks noGrp="1"/>
          </p:cNvSpPr>
          <p:nvPr/>
        </p:nvSpPr>
        <p:spPr>
          <a:xfrm>
            <a:off x="5055677" y="27129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64" name="30ga_7_tuned_PredictedAtoms_1">
            <a:extLst>
              <a:ext uri="{FF2B5EF4-FFF2-40B4-BE49-F238E27FC236}">
                <a16:creationId xmlns:a16="http://schemas.microsoft.com/office/drawing/2014/main" id="{643D5D83-5CC9-4136-AAE6-3D94F563AEEA}"/>
              </a:ext>
            </a:extLst>
          </p:cNvPr>
          <p:cNvSpPr>
            <a:spLocks noGrp="1"/>
          </p:cNvSpPr>
          <p:nvPr/>
        </p:nvSpPr>
        <p:spPr>
          <a:xfrm>
            <a:off x="4935077" y="28499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65" name="30ga_7_tuned_PredictedAtoms_2">
            <a:extLst>
              <a:ext uri="{FF2B5EF4-FFF2-40B4-BE49-F238E27FC236}">
                <a16:creationId xmlns:a16="http://schemas.microsoft.com/office/drawing/2014/main" id="{B80D11BD-7A5B-4279-A6A9-16062624D6E3}"/>
              </a:ext>
            </a:extLst>
          </p:cNvPr>
          <p:cNvSpPr>
            <a:spLocks noGrp="1"/>
          </p:cNvSpPr>
          <p:nvPr/>
        </p:nvSpPr>
        <p:spPr>
          <a:xfrm>
            <a:off x="4995444" y="2932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66" name="30ga_7_tuned_PredictedAtoms_3">
            <a:extLst>
              <a:ext uri="{FF2B5EF4-FFF2-40B4-BE49-F238E27FC236}">
                <a16:creationId xmlns:a16="http://schemas.microsoft.com/office/drawing/2014/main" id="{0233CD17-D2B6-442C-A2E1-50DE484269F6}"/>
              </a:ext>
            </a:extLst>
          </p:cNvPr>
          <p:cNvSpPr>
            <a:spLocks noGrp="1"/>
          </p:cNvSpPr>
          <p:nvPr/>
        </p:nvSpPr>
        <p:spPr>
          <a:xfrm>
            <a:off x="5078277" y="312753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67" name="30ga_7_tuned_PredictedAtoms_4">
            <a:extLst>
              <a:ext uri="{FF2B5EF4-FFF2-40B4-BE49-F238E27FC236}">
                <a16:creationId xmlns:a16="http://schemas.microsoft.com/office/drawing/2014/main" id="{888A1A11-3B05-4684-BBB7-003DB89B9CCA}"/>
              </a:ext>
            </a:extLst>
          </p:cNvPr>
          <p:cNvSpPr>
            <a:spLocks noGrp="1"/>
          </p:cNvSpPr>
          <p:nvPr/>
        </p:nvSpPr>
        <p:spPr>
          <a:xfrm>
            <a:off x="4985107" y="3300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68" name="30ga_7_tuned_PredictedAtoms_5">
            <a:extLst>
              <a:ext uri="{FF2B5EF4-FFF2-40B4-BE49-F238E27FC236}">
                <a16:creationId xmlns:a16="http://schemas.microsoft.com/office/drawing/2014/main" id="{00ECA13C-1C43-470C-9265-249A0FC261F2}"/>
              </a:ext>
            </a:extLst>
          </p:cNvPr>
          <p:cNvSpPr>
            <a:spLocks noGrp="1"/>
          </p:cNvSpPr>
          <p:nvPr/>
        </p:nvSpPr>
        <p:spPr>
          <a:xfrm>
            <a:off x="5119337" y="344659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69" name="30ga_7_tuned_PredictedAtoms_6">
            <a:extLst>
              <a:ext uri="{FF2B5EF4-FFF2-40B4-BE49-F238E27FC236}">
                <a16:creationId xmlns:a16="http://schemas.microsoft.com/office/drawing/2014/main" id="{A82CEC6B-8A9E-4465-82FE-E828E16AD9D3}"/>
              </a:ext>
            </a:extLst>
          </p:cNvPr>
          <p:cNvSpPr>
            <a:spLocks noGrp="1"/>
          </p:cNvSpPr>
          <p:nvPr/>
        </p:nvSpPr>
        <p:spPr>
          <a:xfrm>
            <a:off x="5291517" y="3358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0" name="30ga_7_tuned_PredictedAtoms_7">
            <a:extLst>
              <a:ext uri="{FF2B5EF4-FFF2-40B4-BE49-F238E27FC236}">
                <a16:creationId xmlns:a16="http://schemas.microsoft.com/office/drawing/2014/main" id="{3B0DA4EB-8CF9-48A3-AA80-43661C7AC832}"/>
              </a:ext>
            </a:extLst>
          </p:cNvPr>
          <p:cNvSpPr>
            <a:spLocks noGrp="1"/>
          </p:cNvSpPr>
          <p:nvPr/>
        </p:nvSpPr>
        <p:spPr>
          <a:xfrm>
            <a:off x="5471043" y="34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1" name="30ga_7_tuned_PredictedAtoms_8">
            <a:extLst>
              <a:ext uri="{FF2B5EF4-FFF2-40B4-BE49-F238E27FC236}">
                <a16:creationId xmlns:a16="http://schemas.microsoft.com/office/drawing/2014/main" id="{92664F1A-DE23-403B-B07D-CD54C41DA6A5}"/>
              </a:ext>
            </a:extLst>
          </p:cNvPr>
          <p:cNvSpPr>
            <a:spLocks noGrp="1"/>
          </p:cNvSpPr>
          <p:nvPr/>
        </p:nvSpPr>
        <p:spPr>
          <a:xfrm>
            <a:off x="5505462" y="36122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72" name="30ga_7_tuned_PredictedAtoms_9">
            <a:extLst>
              <a:ext uri="{FF2B5EF4-FFF2-40B4-BE49-F238E27FC236}">
                <a16:creationId xmlns:a16="http://schemas.microsoft.com/office/drawing/2014/main" id="{D0B4B14F-F653-4464-BEFC-D3479FF1AE65}"/>
              </a:ext>
            </a:extLst>
          </p:cNvPr>
          <p:cNvSpPr>
            <a:spLocks noGrp="1"/>
          </p:cNvSpPr>
          <p:nvPr/>
        </p:nvSpPr>
        <p:spPr>
          <a:xfrm>
            <a:off x="5605502" y="329146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73" name="30ga_7_tuned_PredictedAtoms_10">
            <a:extLst>
              <a:ext uri="{FF2B5EF4-FFF2-40B4-BE49-F238E27FC236}">
                <a16:creationId xmlns:a16="http://schemas.microsoft.com/office/drawing/2014/main" id="{9199B723-FF5A-4DD3-92E9-6A5E6F1004F7}"/>
              </a:ext>
            </a:extLst>
          </p:cNvPr>
          <p:cNvSpPr>
            <a:spLocks noGrp="1"/>
          </p:cNvSpPr>
          <p:nvPr/>
        </p:nvSpPr>
        <p:spPr>
          <a:xfrm>
            <a:off x="5582161" y="3096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4" name="30ga_7_tuned_PredictedAtoms_11">
            <a:extLst>
              <a:ext uri="{FF2B5EF4-FFF2-40B4-BE49-F238E27FC236}">
                <a16:creationId xmlns:a16="http://schemas.microsoft.com/office/drawing/2014/main" id="{94D9758A-1E1B-4488-90B3-16AF1BA57DD2}"/>
              </a:ext>
            </a:extLst>
          </p:cNvPr>
          <p:cNvSpPr>
            <a:spLocks noGrp="1"/>
          </p:cNvSpPr>
          <p:nvPr/>
        </p:nvSpPr>
        <p:spPr>
          <a:xfrm>
            <a:off x="5404770" y="30342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75" name="30ga_7_tuned_PredictedAtoms_12">
            <a:extLst>
              <a:ext uri="{FF2B5EF4-FFF2-40B4-BE49-F238E27FC236}">
                <a16:creationId xmlns:a16="http://schemas.microsoft.com/office/drawing/2014/main" id="{32C5A6FA-D258-456D-A18B-7211BA37623F}"/>
              </a:ext>
            </a:extLst>
          </p:cNvPr>
          <p:cNvSpPr>
            <a:spLocks noGrp="1"/>
          </p:cNvSpPr>
          <p:nvPr/>
        </p:nvSpPr>
        <p:spPr>
          <a:xfrm>
            <a:off x="5261051" y="31610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6" name="30ga_7_tuned_PredictedAtoms_13">
            <a:extLst>
              <a:ext uri="{FF2B5EF4-FFF2-40B4-BE49-F238E27FC236}">
                <a16:creationId xmlns:a16="http://schemas.microsoft.com/office/drawing/2014/main" id="{ACD5FE97-37F3-4C40-96E8-351F62D6B828}"/>
              </a:ext>
            </a:extLst>
          </p:cNvPr>
          <p:cNvSpPr>
            <a:spLocks noGrp="1"/>
          </p:cNvSpPr>
          <p:nvPr/>
        </p:nvSpPr>
        <p:spPr>
          <a:xfrm>
            <a:off x="4837592" y="29204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77" name="30ga_7_tuned_PredictedAtoms_14">
            <a:extLst>
              <a:ext uri="{FF2B5EF4-FFF2-40B4-BE49-F238E27FC236}">
                <a16:creationId xmlns:a16="http://schemas.microsoft.com/office/drawing/2014/main" id="{3074672B-56C1-4F08-8E9D-01893DA6A670}"/>
              </a:ext>
            </a:extLst>
          </p:cNvPr>
          <p:cNvSpPr>
            <a:spLocks noGrp="1"/>
          </p:cNvSpPr>
          <p:nvPr/>
        </p:nvSpPr>
        <p:spPr>
          <a:xfrm>
            <a:off x="4681660" y="2816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8" name="30ga_7_tuned_PredictedAtoms_15">
            <a:extLst>
              <a:ext uri="{FF2B5EF4-FFF2-40B4-BE49-F238E27FC236}">
                <a16:creationId xmlns:a16="http://schemas.microsoft.com/office/drawing/2014/main" id="{99F27E26-5396-498C-84D7-A025F58935D5}"/>
              </a:ext>
            </a:extLst>
          </p:cNvPr>
          <p:cNvSpPr>
            <a:spLocks noGrp="1"/>
          </p:cNvSpPr>
          <p:nvPr/>
        </p:nvSpPr>
        <p:spPr>
          <a:xfrm>
            <a:off x="4522191" y="29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79" name="30ga_7_tuned_PredictedAtoms_16">
            <a:extLst>
              <a:ext uri="{FF2B5EF4-FFF2-40B4-BE49-F238E27FC236}">
                <a16:creationId xmlns:a16="http://schemas.microsoft.com/office/drawing/2014/main" id="{1DC6839F-B91B-40AD-962F-98CA68D92229}"/>
              </a:ext>
            </a:extLst>
          </p:cNvPr>
          <p:cNvSpPr>
            <a:spLocks noGrp="1"/>
          </p:cNvSpPr>
          <p:nvPr/>
        </p:nvSpPr>
        <p:spPr>
          <a:xfrm>
            <a:off x="4342295" y="28740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0" name="30ga_7_tuned_PredictedAtoms_17">
            <a:extLst>
              <a:ext uri="{FF2B5EF4-FFF2-40B4-BE49-F238E27FC236}">
                <a16:creationId xmlns:a16="http://schemas.microsoft.com/office/drawing/2014/main" id="{7FFD9971-3D6A-49B3-BE6B-E3E74A3B11B0}"/>
              </a:ext>
            </a:extLst>
          </p:cNvPr>
          <p:cNvSpPr>
            <a:spLocks noGrp="1"/>
          </p:cNvSpPr>
          <p:nvPr/>
        </p:nvSpPr>
        <p:spPr>
          <a:xfrm>
            <a:off x="4231797" y="29777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481" name="30ga_7_tuned_PredictedAtoms_18">
            <a:extLst>
              <a:ext uri="{FF2B5EF4-FFF2-40B4-BE49-F238E27FC236}">
                <a16:creationId xmlns:a16="http://schemas.microsoft.com/office/drawing/2014/main" id="{68958819-49DA-459A-81D8-89FA42172F33}"/>
              </a:ext>
            </a:extLst>
          </p:cNvPr>
          <p:cNvSpPr>
            <a:spLocks noGrp="1"/>
          </p:cNvSpPr>
          <p:nvPr/>
        </p:nvSpPr>
        <p:spPr>
          <a:xfrm>
            <a:off x="4349864" y="29948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2" name="30ga_7_tuned_PredictedAtoms_19">
            <a:extLst>
              <a:ext uri="{FF2B5EF4-FFF2-40B4-BE49-F238E27FC236}">
                <a16:creationId xmlns:a16="http://schemas.microsoft.com/office/drawing/2014/main" id="{CEA6F637-6765-40EB-B817-B6CC247814DD}"/>
              </a:ext>
            </a:extLst>
          </p:cNvPr>
          <p:cNvSpPr>
            <a:spLocks noGrp="1"/>
          </p:cNvSpPr>
          <p:nvPr/>
        </p:nvSpPr>
        <p:spPr>
          <a:xfrm>
            <a:off x="4046574" y="28624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3" name="30ga_7_tuned_PredictedAtoms_20">
            <a:extLst>
              <a:ext uri="{FF2B5EF4-FFF2-40B4-BE49-F238E27FC236}">
                <a16:creationId xmlns:a16="http://schemas.microsoft.com/office/drawing/2014/main" id="{C01D76C9-3E50-4588-9896-64FE7A153A59}"/>
              </a:ext>
            </a:extLst>
          </p:cNvPr>
          <p:cNvSpPr>
            <a:spLocks noGrp="1"/>
          </p:cNvSpPr>
          <p:nvPr/>
        </p:nvSpPr>
        <p:spPr>
          <a:xfrm>
            <a:off x="4182597" y="31815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4" name="30ga_7_tuned_PredictedAtoms_21">
            <a:extLst>
              <a:ext uri="{FF2B5EF4-FFF2-40B4-BE49-F238E27FC236}">
                <a16:creationId xmlns:a16="http://schemas.microsoft.com/office/drawing/2014/main" id="{526D5838-3F98-4C43-B3D8-8774F0882DE6}"/>
              </a:ext>
            </a:extLst>
          </p:cNvPr>
          <p:cNvSpPr>
            <a:spLocks noGrp="1"/>
          </p:cNvSpPr>
          <p:nvPr/>
        </p:nvSpPr>
        <p:spPr>
          <a:xfrm>
            <a:off x="3995012" y="330128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485" name="30ga_7_tuned_PredictedAtoms_22">
            <a:extLst>
              <a:ext uri="{FF2B5EF4-FFF2-40B4-BE49-F238E27FC236}">
                <a16:creationId xmlns:a16="http://schemas.microsoft.com/office/drawing/2014/main" id="{F6E0A3A6-804D-415C-91B6-E70A9407A231}"/>
              </a:ext>
            </a:extLst>
          </p:cNvPr>
          <p:cNvSpPr>
            <a:spLocks noGrp="1"/>
          </p:cNvSpPr>
          <p:nvPr/>
        </p:nvSpPr>
        <p:spPr>
          <a:xfrm>
            <a:off x="3945603" y="33270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6" name="30ga_7_tuned_PredictedAtoms_23">
            <a:extLst>
              <a:ext uri="{FF2B5EF4-FFF2-40B4-BE49-F238E27FC236}">
                <a16:creationId xmlns:a16="http://schemas.microsoft.com/office/drawing/2014/main" id="{92951E8D-3F3E-4E69-AEBA-794DE60B6971}"/>
              </a:ext>
            </a:extLst>
          </p:cNvPr>
          <p:cNvSpPr>
            <a:spLocks noGrp="1"/>
          </p:cNvSpPr>
          <p:nvPr/>
        </p:nvSpPr>
        <p:spPr>
          <a:xfrm>
            <a:off x="4022825" y="34993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7" name="30ga_7_tuned_PredictedAtoms_24">
            <a:extLst>
              <a:ext uri="{FF2B5EF4-FFF2-40B4-BE49-F238E27FC236}">
                <a16:creationId xmlns:a16="http://schemas.microsoft.com/office/drawing/2014/main" id="{0E735D66-079B-443B-891B-05FF64CBF207}"/>
              </a:ext>
            </a:extLst>
          </p:cNvPr>
          <p:cNvSpPr>
            <a:spLocks noGrp="1"/>
          </p:cNvSpPr>
          <p:nvPr/>
        </p:nvSpPr>
        <p:spPr>
          <a:xfrm>
            <a:off x="3819769" y="319243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88" name="30ga_7_tuned_PredictedAtoms_25">
            <a:extLst>
              <a:ext uri="{FF2B5EF4-FFF2-40B4-BE49-F238E27FC236}">
                <a16:creationId xmlns:a16="http://schemas.microsoft.com/office/drawing/2014/main" id="{68E0B345-DF95-4815-A65D-BB732381A28F}"/>
              </a:ext>
            </a:extLst>
          </p:cNvPr>
          <p:cNvSpPr>
            <a:spLocks noGrp="1"/>
          </p:cNvSpPr>
          <p:nvPr/>
        </p:nvSpPr>
        <p:spPr>
          <a:xfrm>
            <a:off x="3600532" y="317507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489" name="30ga_7_tuned_PredictedAtoms_26">
            <a:extLst>
              <a:ext uri="{FF2B5EF4-FFF2-40B4-BE49-F238E27FC236}">
                <a16:creationId xmlns:a16="http://schemas.microsoft.com/office/drawing/2014/main" id="{AD39455B-6372-42B7-AC16-C144600E5FD8}"/>
              </a:ext>
            </a:extLst>
          </p:cNvPr>
          <p:cNvSpPr>
            <a:spLocks noGrp="1"/>
          </p:cNvSpPr>
          <p:nvPr/>
        </p:nvSpPr>
        <p:spPr>
          <a:xfrm>
            <a:off x="3590998" y="30234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90" name="30ga_7_tuned_PredictedAtoms_27">
            <a:extLst>
              <a:ext uri="{FF2B5EF4-FFF2-40B4-BE49-F238E27FC236}">
                <a16:creationId xmlns:a16="http://schemas.microsoft.com/office/drawing/2014/main" id="{3E9C352E-E604-4C43-A5DA-B34FC082DFAF}"/>
              </a:ext>
            </a:extLst>
          </p:cNvPr>
          <p:cNvSpPr>
            <a:spLocks noGrp="1"/>
          </p:cNvSpPr>
          <p:nvPr/>
        </p:nvSpPr>
        <p:spPr>
          <a:xfrm>
            <a:off x="3539769" y="33739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91" name="30ga_7_tuned_PredictedAtoms_28">
            <a:extLst>
              <a:ext uri="{FF2B5EF4-FFF2-40B4-BE49-F238E27FC236}">
                <a16:creationId xmlns:a16="http://schemas.microsoft.com/office/drawing/2014/main" id="{5BD25E4B-B5BA-4104-BE58-F52D2CAA7FD1}"/>
              </a:ext>
            </a:extLst>
          </p:cNvPr>
          <p:cNvSpPr>
            <a:spLocks noGrp="1"/>
          </p:cNvSpPr>
          <p:nvPr/>
        </p:nvSpPr>
        <p:spPr>
          <a:xfrm>
            <a:off x="3467701" y="312939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492" name="30ga_7_tuned_PredictedAtoms_29">
            <a:extLst>
              <a:ext uri="{FF2B5EF4-FFF2-40B4-BE49-F238E27FC236}">
                <a16:creationId xmlns:a16="http://schemas.microsoft.com/office/drawing/2014/main" id="{23D0A5C7-CF00-4811-BBC7-F00C0D9523AF}"/>
              </a:ext>
            </a:extLst>
          </p:cNvPr>
          <p:cNvSpPr>
            <a:spLocks noGrp="1"/>
          </p:cNvSpPr>
          <p:nvPr/>
        </p:nvSpPr>
        <p:spPr>
          <a:xfrm>
            <a:off x="4742130" y="2759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3" name="stage3-cases-clash_18">
            <a:extLst>
              <a:ext uri="{FF2B5EF4-FFF2-40B4-BE49-F238E27FC236}">
                <a16:creationId xmlns:a16="http://schemas.microsoft.com/office/drawing/2014/main" id="{4981767C-68AB-4D61-82CB-908E6A844A0A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494" name="30ga_7_build_Receptor">
            <a:extLst>
              <a:ext uri="{FF2B5EF4-FFF2-40B4-BE49-F238E27FC236}">
                <a16:creationId xmlns:a16="http://schemas.microsoft.com/office/drawing/2014/main" id="{D64219A0-E2CB-4158-AAC6-4DDE913425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95" name="30ga_7_build_ExperimentalDensity">
            <a:extLst>
              <a:ext uri="{FF2B5EF4-FFF2-40B4-BE49-F238E27FC236}">
                <a16:creationId xmlns:a16="http://schemas.microsoft.com/office/drawing/2014/main" id="{A5FCC27D-3426-432F-A55E-403876322C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96" name="30ga_7_build_ReferenceLigand_0">
            <a:extLst>
              <a:ext uri="{FF2B5EF4-FFF2-40B4-BE49-F238E27FC236}">
                <a16:creationId xmlns:a16="http://schemas.microsoft.com/office/drawing/2014/main" id="{5D50EE76-CCDA-4D51-BB9B-8BAF19E368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97" name="30ga_7_build_ReferenceLigand_1">
            <a:extLst>
              <a:ext uri="{FF2B5EF4-FFF2-40B4-BE49-F238E27FC236}">
                <a16:creationId xmlns:a16="http://schemas.microsoft.com/office/drawing/2014/main" id="{A952EBAF-4457-4037-B1C0-63CEFFDF46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98" name="30ga_7_build_ReferenceLigand_2">
            <a:extLst>
              <a:ext uri="{FF2B5EF4-FFF2-40B4-BE49-F238E27FC236}">
                <a16:creationId xmlns:a16="http://schemas.microsoft.com/office/drawing/2014/main" id="{163EB611-DC64-4BB0-866E-9949B2EA18D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99" name="30ga_7_build_ReferenceLigand_3">
            <a:extLst>
              <a:ext uri="{FF2B5EF4-FFF2-40B4-BE49-F238E27FC236}">
                <a16:creationId xmlns:a16="http://schemas.microsoft.com/office/drawing/2014/main" id="{9E9E286B-C944-4FDB-836B-C3E965C797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0" name="30ga_7_build_ReferenceLigand_4">
            <a:extLst>
              <a:ext uri="{FF2B5EF4-FFF2-40B4-BE49-F238E27FC236}">
                <a16:creationId xmlns:a16="http://schemas.microsoft.com/office/drawing/2014/main" id="{67390DF3-3D0C-4366-BEA3-5FD33D0FB5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1" name="30ga_7_build_ReferenceLigand_5">
            <a:extLst>
              <a:ext uri="{FF2B5EF4-FFF2-40B4-BE49-F238E27FC236}">
                <a16:creationId xmlns:a16="http://schemas.microsoft.com/office/drawing/2014/main" id="{D051FCE7-099D-4FFC-9436-5801E1592A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2" name="30ga_7_build_ReferenceLigand_6">
            <a:extLst>
              <a:ext uri="{FF2B5EF4-FFF2-40B4-BE49-F238E27FC236}">
                <a16:creationId xmlns:a16="http://schemas.microsoft.com/office/drawing/2014/main" id="{6FCCA5E2-37F8-4DD1-A60D-571065FB05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3" name="30ga_7_build_ReferenceLigand_7">
            <a:extLst>
              <a:ext uri="{FF2B5EF4-FFF2-40B4-BE49-F238E27FC236}">
                <a16:creationId xmlns:a16="http://schemas.microsoft.com/office/drawing/2014/main" id="{074B56F7-D082-4230-AB15-1BC34C8EB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4" name="30ga_7_build_ReferenceLigand_8">
            <a:extLst>
              <a:ext uri="{FF2B5EF4-FFF2-40B4-BE49-F238E27FC236}">
                <a16:creationId xmlns:a16="http://schemas.microsoft.com/office/drawing/2014/main" id="{42385181-3A43-4D4F-BD24-40D493A41E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5" name="30ga_7_build_ReferenceLigand_9">
            <a:extLst>
              <a:ext uri="{FF2B5EF4-FFF2-40B4-BE49-F238E27FC236}">
                <a16:creationId xmlns:a16="http://schemas.microsoft.com/office/drawing/2014/main" id="{CD496CB7-D7D5-43C0-8ABF-51BDD1E644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6" name="30ga_7_build_ReferenceLigand_10">
            <a:extLst>
              <a:ext uri="{FF2B5EF4-FFF2-40B4-BE49-F238E27FC236}">
                <a16:creationId xmlns:a16="http://schemas.microsoft.com/office/drawing/2014/main" id="{081A763B-07CB-4B74-842C-6A4EF5F747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7" name="30ga_7_build_ReferenceLigand_11">
            <a:extLst>
              <a:ext uri="{FF2B5EF4-FFF2-40B4-BE49-F238E27FC236}">
                <a16:creationId xmlns:a16="http://schemas.microsoft.com/office/drawing/2014/main" id="{BA53A729-D1B3-494F-A3FF-83B7507B9A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8" name="30ga_7_build_ReferenceLigand_12">
            <a:extLst>
              <a:ext uri="{FF2B5EF4-FFF2-40B4-BE49-F238E27FC236}">
                <a16:creationId xmlns:a16="http://schemas.microsoft.com/office/drawing/2014/main" id="{0DB1BAD8-2FD1-43CD-91F7-A2A80163CB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09" name="30ga_7_build_ReferenceLigand_13">
            <a:extLst>
              <a:ext uri="{FF2B5EF4-FFF2-40B4-BE49-F238E27FC236}">
                <a16:creationId xmlns:a16="http://schemas.microsoft.com/office/drawing/2014/main" id="{86581F2D-9D3C-46F6-8676-33C019D549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0" name="30ga_7_build_ReferenceLigand_14">
            <a:extLst>
              <a:ext uri="{FF2B5EF4-FFF2-40B4-BE49-F238E27FC236}">
                <a16:creationId xmlns:a16="http://schemas.microsoft.com/office/drawing/2014/main" id="{506FCFE8-80E9-4A6A-BDEF-46DDBD4318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1" name="30ga_7_build_ReferenceLigand_15">
            <a:extLst>
              <a:ext uri="{FF2B5EF4-FFF2-40B4-BE49-F238E27FC236}">
                <a16:creationId xmlns:a16="http://schemas.microsoft.com/office/drawing/2014/main" id="{C755356D-3BAF-48C0-9D8F-E1299053AA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2" name="30ga_7_build_ReferenceLigand_16">
            <a:extLst>
              <a:ext uri="{FF2B5EF4-FFF2-40B4-BE49-F238E27FC236}">
                <a16:creationId xmlns:a16="http://schemas.microsoft.com/office/drawing/2014/main" id="{5786A3A2-A67C-4350-A24B-AF098C64CA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3" name="30ga_7_build_ReferenceLigand_17">
            <a:extLst>
              <a:ext uri="{FF2B5EF4-FFF2-40B4-BE49-F238E27FC236}">
                <a16:creationId xmlns:a16="http://schemas.microsoft.com/office/drawing/2014/main" id="{B70C1696-86C8-44A5-ADB4-7996DB0F22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4" name="30ga_7_build_ReferenceLigand_18">
            <a:extLst>
              <a:ext uri="{FF2B5EF4-FFF2-40B4-BE49-F238E27FC236}">
                <a16:creationId xmlns:a16="http://schemas.microsoft.com/office/drawing/2014/main" id="{5E236422-8353-4F97-B1DB-518F9F2ED5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5" name="30ga_7_build_ReferenceLigand_19">
            <a:extLst>
              <a:ext uri="{FF2B5EF4-FFF2-40B4-BE49-F238E27FC236}">
                <a16:creationId xmlns:a16="http://schemas.microsoft.com/office/drawing/2014/main" id="{19288085-D29D-4FA1-B826-3B62D64F64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6" name="30ga_7_build_ReferenceLigand_20">
            <a:extLst>
              <a:ext uri="{FF2B5EF4-FFF2-40B4-BE49-F238E27FC236}">
                <a16:creationId xmlns:a16="http://schemas.microsoft.com/office/drawing/2014/main" id="{67B62E0E-915F-4AD2-AF63-8D861A2D73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7" name="30ga_7_build_ReferenceLigand_21">
            <a:extLst>
              <a:ext uri="{FF2B5EF4-FFF2-40B4-BE49-F238E27FC236}">
                <a16:creationId xmlns:a16="http://schemas.microsoft.com/office/drawing/2014/main" id="{1EED1B50-A0F2-4936-8DFF-4A008A548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8" name="30ga_7_build_ReferenceLigand_22">
            <a:extLst>
              <a:ext uri="{FF2B5EF4-FFF2-40B4-BE49-F238E27FC236}">
                <a16:creationId xmlns:a16="http://schemas.microsoft.com/office/drawing/2014/main" id="{E70A2A5A-EF8D-4E2D-8430-38EBC4AED9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19" name="30ga_7_build_ReferenceLigand_23">
            <a:extLst>
              <a:ext uri="{FF2B5EF4-FFF2-40B4-BE49-F238E27FC236}">
                <a16:creationId xmlns:a16="http://schemas.microsoft.com/office/drawing/2014/main" id="{77C5BE58-8BE3-4FE4-9255-E36D6B3088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0" name="30ga_7_build_ReferenceLigand_24">
            <a:extLst>
              <a:ext uri="{FF2B5EF4-FFF2-40B4-BE49-F238E27FC236}">
                <a16:creationId xmlns:a16="http://schemas.microsoft.com/office/drawing/2014/main" id="{D4501DE3-BE9D-4A56-9629-BCEDE85A3B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1" name="30ga_7_build_ReferenceLigand_25">
            <a:extLst>
              <a:ext uri="{FF2B5EF4-FFF2-40B4-BE49-F238E27FC236}">
                <a16:creationId xmlns:a16="http://schemas.microsoft.com/office/drawing/2014/main" id="{0DE89D41-C1FC-4736-AE7E-2FAE02AE5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2" name="30ga_7_build_ReferenceLigand_26">
            <a:extLst>
              <a:ext uri="{FF2B5EF4-FFF2-40B4-BE49-F238E27FC236}">
                <a16:creationId xmlns:a16="http://schemas.microsoft.com/office/drawing/2014/main" id="{8329BEF8-D242-47B9-BBE7-076B5F365F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3" name="30ga_7_build_ReferenceLigand_27">
            <a:extLst>
              <a:ext uri="{FF2B5EF4-FFF2-40B4-BE49-F238E27FC236}">
                <a16:creationId xmlns:a16="http://schemas.microsoft.com/office/drawing/2014/main" id="{2AA302E3-DDC9-4DAA-B087-37447BBCB47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4" name="30ga_7_build_ReferenceLigand_28">
            <a:extLst>
              <a:ext uri="{FF2B5EF4-FFF2-40B4-BE49-F238E27FC236}">
                <a16:creationId xmlns:a16="http://schemas.microsoft.com/office/drawing/2014/main" id="{EC734E6E-760F-4144-A24D-7A4B13F4BC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5" name="30ga_7_build_ReferenceLigand_29">
            <a:extLst>
              <a:ext uri="{FF2B5EF4-FFF2-40B4-BE49-F238E27FC236}">
                <a16:creationId xmlns:a16="http://schemas.microsoft.com/office/drawing/2014/main" id="{0248E6ED-E926-45F9-B278-CE6422164D4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6" name="30ga_7_build_ReferenceLigand_30">
            <a:extLst>
              <a:ext uri="{FF2B5EF4-FFF2-40B4-BE49-F238E27FC236}">
                <a16:creationId xmlns:a16="http://schemas.microsoft.com/office/drawing/2014/main" id="{4160928B-CF14-4B38-9D0F-5F62A2848A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7" name="30ga_7_build_ReferenceLigand_31">
            <a:extLst>
              <a:ext uri="{FF2B5EF4-FFF2-40B4-BE49-F238E27FC236}">
                <a16:creationId xmlns:a16="http://schemas.microsoft.com/office/drawing/2014/main" id="{659DF6ED-F972-4866-A829-C1D890284B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8" name="30ga_7_build_ReferenceLigand_32">
            <a:extLst>
              <a:ext uri="{FF2B5EF4-FFF2-40B4-BE49-F238E27FC236}">
                <a16:creationId xmlns:a16="http://schemas.microsoft.com/office/drawing/2014/main" id="{F7200A03-4F58-49C9-8C68-C9EB533A7EF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29" name="30ga_7_build_PredictedLigand_0">
            <a:extLst>
              <a:ext uri="{FF2B5EF4-FFF2-40B4-BE49-F238E27FC236}">
                <a16:creationId xmlns:a16="http://schemas.microsoft.com/office/drawing/2014/main" id="{7CC92278-16FA-4EC5-9901-50C5B6D8FA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0" name="30ga_7_build_PredictedLigand_1">
            <a:extLst>
              <a:ext uri="{FF2B5EF4-FFF2-40B4-BE49-F238E27FC236}">
                <a16:creationId xmlns:a16="http://schemas.microsoft.com/office/drawing/2014/main" id="{5B4EFA8D-E690-4515-9E06-0646716E2B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1" name="30ga_7_build_PredictedLigand_2">
            <a:extLst>
              <a:ext uri="{FF2B5EF4-FFF2-40B4-BE49-F238E27FC236}">
                <a16:creationId xmlns:a16="http://schemas.microsoft.com/office/drawing/2014/main" id="{2BAEDF83-038D-4D7D-BB03-34E9E19E5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2" name="30ga_7_build_PredictedLigand_3">
            <a:extLst>
              <a:ext uri="{FF2B5EF4-FFF2-40B4-BE49-F238E27FC236}">
                <a16:creationId xmlns:a16="http://schemas.microsoft.com/office/drawing/2014/main" id="{104CA82B-F48B-4514-8215-AB25D8D921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3" name="30ga_7_build_PredictedLigand_4">
            <a:extLst>
              <a:ext uri="{FF2B5EF4-FFF2-40B4-BE49-F238E27FC236}">
                <a16:creationId xmlns:a16="http://schemas.microsoft.com/office/drawing/2014/main" id="{CBB72E87-FFD1-4347-915F-E196B323D3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4" name="30ga_7_build_PredictedLigand_5">
            <a:extLst>
              <a:ext uri="{FF2B5EF4-FFF2-40B4-BE49-F238E27FC236}">
                <a16:creationId xmlns:a16="http://schemas.microsoft.com/office/drawing/2014/main" id="{76B9A55C-5024-4585-B3FC-68F7027191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5" name="30ga_7_build_PredictedLigand_6">
            <a:extLst>
              <a:ext uri="{FF2B5EF4-FFF2-40B4-BE49-F238E27FC236}">
                <a16:creationId xmlns:a16="http://schemas.microsoft.com/office/drawing/2014/main" id="{7691E412-B5BE-4B14-A1E2-0B7B9682C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6" name="30ga_7_build_PredictedLigand_7">
            <a:extLst>
              <a:ext uri="{FF2B5EF4-FFF2-40B4-BE49-F238E27FC236}">
                <a16:creationId xmlns:a16="http://schemas.microsoft.com/office/drawing/2014/main" id="{9F5D5E9D-BF32-4322-9932-4CD57DA8BEB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7" name="30ga_7_build_PredictedLigand_8">
            <a:extLst>
              <a:ext uri="{FF2B5EF4-FFF2-40B4-BE49-F238E27FC236}">
                <a16:creationId xmlns:a16="http://schemas.microsoft.com/office/drawing/2014/main" id="{67E4EF71-4C55-4EDE-A9F0-3EDE9EB05B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8" name="30ga_7_build_PredictedLigand_9">
            <a:extLst>
              <a:ext uri="{FF2B5EF4-FFF2-40B4-BE49-F238E27FC236}">
                <a16:creationId xmlns:a16="http://schemas.microsoft.com/office/drawing/2014/main" id="{C054AF15-34BB-4E4F-914D-65574D30381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39" name="30ga_7_build_PredictedLigand_10">
            <a:extLst>
              <a:ext uri="{FF2B5EF4-FFF2-40B4-BE49-F238E27FC236}">
                <a16:creationId xmlns:a16="http://schemas.microsoft.com/office/drawing/2014/main" id="{C217636D-E632-4209-B836-9E35E5DFD5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0" name="30ga_7_build_PredictedLigand_11">
            <a:extLst>
              <a:ext uri="{FF2B5EF4-FFF2-40B4-BE49-F238E27FC236}">
                <a16:creationId xmlns:a16="http://schemas.microsoft.com/office/drawing/2014/main" id="{26E38C70-E8BC-428C-B5A4-9BD31432365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1" name="30ga_7_build_PredictedLigand_12">
            <a:extLst>
              <a:ext uri="{FF2B5EF4-FFF2-40B4-BE49-F238E27FC236}">
                <a16:creationId xmlns:a16="http://schemas.microsoft.com/office/drawing/2014/main" id="{C092285E-1C57-473A-B218-1FC6EA53B1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2" name="30ga_7_build_PredictedLigand_13">
            <a:extLst>
              <a:ext uri="{FF2B5EF4-FFF2-40B4-BE49-F238E27FC236}">
                <a16:creationId xmlns:a16="http://schemas.microsoft.com/office/drawing/2014/main" id="{7DA3727B-F521-4FF5-98FD-AA42F304B5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3" name="30ga_7_build_PredictedLigand_14">
            <a:extLst>
              <a:ext uri="{FF2B5EF4-FFF2-40B4-BE49-F238E27FC236}">
                <a16:creationId xmlns:a16="http://schemas.microsoft.com/office/drawing/2014/main" id="{0F41D8F3-58A1-4A53-9694-41D9ADBDB1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4" name="30ga_7_build_PredictedLigand_15">
            <a:extLst>
              <a:ext uri="{FF2B5EF4-FFF2-40B4-BE49-F238E27FC236}">
                <a16:creationId xmlns:a16="http://schemas.microsoft.com/office/drawing/2014/main" id="{95791FA4-3121-4515-9D7A-8385D546B0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5" name="30ga_7_build_PredictedLigand_16">
            <a:extLst>
              <a:ext uri="{FF2B5EF4-FFF2-40B4-BE49-F238E27FC236}">
                <a16:creationId xmlns:a16="http://schemas.microsoft.com/office/drawing/2014/main" id="{B2A22865-DF12-4EEF-9FC4-9340FF0D8B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6" name="30ga_7_build_PredictedLigand_17">
            <a:extLst>
              <a:ext uri="{FF2B5EF4-FFF2-40B4-BE49-F238E27FC236}">
                <a16:creationId xmlns:a16="http://schemas.microsoft.com/office/drawing/2014/main" id="{626ECEF9-AEB8-4046-AA09-5C007D1E34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7" name="30ga_7_build_PredictedLigand_18">
            <a:extLst>
              <a:ext uri="{FF2B5EF4-FFF2-40B4-BE49-F238E27FC236}">
                <a16:creationId xmlns:a16="http://schemas.microsoft.com/office/drawing/2014/main" id="{F61ADD9A-EAF3-4081-A7DE-06A42B6104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8" name="30ga_7_build_PredictedLigand_19">
            <a:extLst>
              <a:ext uri="{FF2B5EF4-FFF2-40B4-BE49-F238E27FC236}">
                <a16:creationId xmlns:a16="http://schemas.microsoft.com/office/drawing/2014/main" id="{2B9DB291-6842-4525-8BB4-CFAB1234EE8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49" name="30ga_7_build_PredictedLigand_20">
            <a:extLst>
              <a:ext uri="{FF2B5EF4-FFF2-40B4-BE49-F238E27FC236}">
                <a16:creationId xmlns:a16="http://schemas.microsoft.com/office/drawing/2014/main" id="{E035F41A-82B2-48DD-A512-9FC3DF1657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0" name="30ga_7_build_PredictedLigand_21">
            <a:extLst>
              <a:ext uri="{FF2B5EF4-FFF2-40B4-BE49-F238E27FC236}">
                <a16:creationId xmlns:a16="http://schemas.microsoft.com/office/drawing/2014/main" id="{B8614E5F-5D10-4FDF-BF41-E55CF12AAA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1" name="30ga_7_build_PredictedLigand_22">
            <a:extLst>
              <a:ext uri="{FF2B5EF4-FFF2-40B4-BE49-F238E27FC236}">
                <a16:creationId xmlns:a16="http://schemas.microsoft.com/office/drawing/2014/main" id="{CFF4482F-9D5D-4EF1-A5AC-49C24B011F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2" name="30ga_7_build_PredictedLigand_23">
            <a:extLst>
              <a:ext uri="{FF2B5EF4-FFF2-40B4-BE49-F238E27FC236}">
                <a16:creationId xmlns:a16="http://schemas.microsoft.com/office/drawing/2014/main" id="{7AC8B9E1-010D-464A-95D7-25BFF31D624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3" name="30ga_7_build_PredictedLigand_24">
            <a:extLst>
              <a:ext uri="{FF2B5EF4-FFF2-40B4-BE49-F238E27FC236}">
                <a16:creationId xmlns:a16="http://schemas.microsoft.com/office/drawing/2014/main" id="{2DD582D1-E8C3-4FCA-8D91-509DE36AF2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4" name="30ga_7_build_PredictedLigand_25">
            <a:extLst>
              <a:ext uri="{FF2B5EF4-FFF2-40B4-BE49-F238E27FC236}">
                <a16:creationId xmlns:a16="http://schemas.microsoft.com/office/drawing/2014/main" id="{7FF34D80-1341-4648-9981-08AD468D36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5" name="30ga_7_build_PredictedLigand_26">
            <a:extLst>
              <a:ext uri="{FF2B5EF4-FFF2-40B4-BE49-F238E27FC236}">
                <a16:creationId xmlns:a16="http://schemas.microsoft.com/office/drawing/2014/main" id="{B6A9D9EF-0B10-402E-B6DB-D4F631EE2BD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6" name="30ga_7_build_PredictedLigand_27">
            <a:extLst>
              <a:ext uri="{FF2B5EF4-FFF2-40B4-BE49-F238E27FC236}">
                <a16:creationId xmlns:a16="http://schemas.microsoft.com/office/drawing/2014/main" id="{39082D23-F201-4B99-98AF-F0A55E6156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7" name="30ga_7_build_PredictedLigand_28">
            <a:extLst>
              <a:ext uri="{FF2B5EF4-FFF2-40B4-BE49-F238E27FC236}">
                <a16:creationId xmlns:a16="http://schemas.microsoft.com/office/drawing/2014/main" id="{9B5A9786-A7E5-4F08-AFC4-7A9D301F8D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8" name="30ga_7_build_PredictedLigand_29">
            <a:extLst>
              <a:ext uri="{FF2B5EF4-FFF2-40B4-BE49-F238E27FC236}">
                <a16:creationId xmlns:a16="http://schemas.microsoft.com/office/drawing/2014/main" id="{FDD82A45-8CAE-4C62-85B4-2C7AD25D37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59" name="30ga_7_build_PredictedLigand_30">
            <a:extLst>
              <a:ext uri="{FF2B5EF4-FFF2-40B4-BE49-F238E27FC236}">
                <a16:creationId xmlns:a16="http://schemas.microsoft.com/office/drawing/2014/main" id="{5FFAF5DD-99C5-43CD-84D9-CC76D9A2D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60" name="30ga_7_build_PredictedLigand_31">
            <a:extLst>
              <a:ext uri="{FF2B5EF4-FFF2-40B4-BE49-F238E27FC236}">
                <a16:creationId xmlns:a16="http://schemas.microsoft.com/office/drawing/2014/main" id="{06180BC6-39CC-4BE5-8026-AA6E5AB960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61" name="30ga_7_build_PredictedLigand_32">
            <a:extLst>
              <a:ext uri="{FF2B5EF4-FFF2-40B4-BE49-F238E27FC236}">
                <a16:creationId xmlns:a16="http://schemas.microsoft.com/office/drawing/2014/main" id="{35CAAF9C-9987-4A8F-9E64-0D05C3E9F2D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62" name="30ga_7_build_PredictedAtoms_0">
            <a:extLst>
              <a:ext uri="{FF2B5EF4-FFF2-40B4-BE49-F238E27FC236}">
                <a16:creationId xmlns:a16="http://schemas.microsoft.com/office/drawing/2014/main" id="{B2388F40-48DA-4C09-854C-78EED5F9D711}"/>
              </a:ext>
            </a:extLst>
          </p:cNvPr>
          <p:cNvSpPr>
            <a:spLocks noGrp="1"/>
          </p:cNvSpPr>
          <p:nvPr/>
        </p:nvSpPr>
        <p:spPr>
          <a:xfrm>
            <a:off x="7880654" y="333017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63" name="30ga_7_build_PredictedAtoms_1">
            <a:extLst>
              <a:ext uri="{FF2B5EF4-FFF2-40B4-BE49-F238E27FC236}">
                <a16:creationId xmlns:a16="http://schemas.microsoft.com/office/drawing/2014/main" id="{B4807F20-5632-4229-B3F9-1D00EFB2E7E7}"/>
              </a:ext>
            </a:extLst>
          </p:cNvPr>
          <p:cNvSpPr>
            <a:spLocks noGrp="1"/>
          </p:cNvSpPr>
          <p:nvPr/>
        </p:nvSpPr>
        <p:spPr>
          <a:xfrm>
            <a:off x="7873852" y="31361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4" name="30ga_7_build_PredictedAtoms_2">
            <a:extLst>
              <a:ext uri="{FF2B5EF4-FFF2-40B4-BE49-F238E27FC236}">
                <a16:creationId xmlns:a16="http://schemas.microsoft.com/office/drawing/2014/main" id="{D6EF08FA-AB2D-4570-BCAF-FC63F780503D}"/>
              </a:ext>
            </a:extLst>
          </p:cNvPr>
          <p:cNvSpPr>
            <a:spLocks noGrp="1"/>
          </p:cNvSpPr>
          <p:nvPr/>
        </p:nvSpPr>
        <p:spPr>
          <a:xfrm>
            <a:off x="7890401" y="30506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5" name="30ga_7_build_PredictedAtoms_3">
            <a:extLst>
              <a:ext uri="{FF2B5EF4-FFF2-40B4-BE49-F238E27FC236}">
                <a16:creationId xmlns:a16="http://schemas.microsoft.com/office/drawing/2014/main" id="{2E7B8DAA-19A4-42F2-9D19-ACAE0B1509D0}"/>
              </a:ext>
            </a:extLst>
          </p:cNvPr>
          <p:cNvSpPr>
            <a:spLocks noGrp="1"/>
          </p:cNvSpPr>
          <p:nvPr/>
        </p:nvSpPr>
        <p:spPr>
          <a:xfrm>
            <a:off x="8023689" y="29088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66" name="30ga_7_build_PredictedAtoms_4">
            <a:extLst>
              <a:ext uri="{FF2B5EF4-FFF2-40B4-BE49-F238E27FC236}">
                <a16:creationId xmlns:a16="http://schemas.microsoft.com/office/drawing/2014/main" id="{4C8A149B-6C06-4FC0-9FB1-CB77A5C12ED0}"/>
              </a:ext>
            </a:extLst>
          </p:cNvPr>
          <p:cNvSpPr>
            <a:spLocks noGrp="1"/>
          </p:cNvSpPr>
          <p:nvPr/>
        </p:nvSpPr>
        <p:spPr>
          <a:xfrm>
            <a:off x="8150140" y="2869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7" name="30ga_7_build_PredictedAtoms_5">
            <a:extLst>
              <a:ext uri="{FF2B5EF4-FFF2-40B4-BE49-F238E27FC236}">
                <a16:creationId xmlns:a16="http://schemas.microsoft.com/office/drawing/2014/main" id="{9EEE0606-C5B2-473B-B728-AF4BF8BCE39F}"/>
              </a:ext>
            </a:extLst>
          </p:cNvPr>
          <p:cNvSpPr>
            <a:spLocks noGrp="1"/>
          </p:cNvSpPr>
          <p:nvPr/>
        </p:nvSpPr>
        <p:spPr>
          <a:xfrm>
            <a:off x="8261813" y="27370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68" name="30ga_7_build_PredictedAtoms_6">
            <a:extLst>
              <a:ext uri="{FF2B5EF4-FFF2-40B4-BE49-F238E27FC236}">
                <a16:creationId xmlns:a16="http://schemas.microsoft.com/office/drawing/2014/main" id="{B5BE913F-E905-44CC-A961-072856A64B97}"/>
              </a:ext>
            </a:extLst>
          </p:cNvPr>
          <p:cNvSpPr>
            <a:spLocks noGrp="1"/>
          </p:cNvSpPr>
          <p:nvPr/>
        </p:nvSpPr>
        <p:spPr>
          <a:xfrm>
            <a:off x="8405220" y="32476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69" name="30ga_7_build_PredictedAtoms_7">
            <a:extLst>
              <a:ext uri="{FF2B5EF4-FFF2-40B4-BE49-F238E27FC236}">
                <a16:creationId xmlns:a16="http://schemas.microsoft.com/office/drawing/2014/main" id="{1CD93CC0-27F2-4848-9CE5-A41506AE0197}"/>
              </a:ext>
            </a:extLst>
          </p:cNvPr>
          <p:cNvSpPr>
            <a:spLocks noGrp="1"/>
          </p:cNvSpPr>
          <p:nvPr/>
        </p:nvSpPr>
        <p:spPr>
          <a:xfrm>
            <a:off x="8448433" y="31851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0" name="30ga_7_build_PredictedAtoms_8">
            <a:extLst>
              <a:ext uri="{FF2B5EF4-FFF2-40B4-BE49-F238E27FC236}">
                <a16:creationId xmlns:a16="http://schemas.microsoft.com/office/drawing/2014/main" id="{A4444926-9213-4191-9C24-A99FBA45EF50}"/>
              </a:ext>
            </a:extLst>
          </p:cNvPr>
          <p:cNvSpPr>
            <a:spLocks noGrp="1"/>
          </p:cNvSpPr>
          <p:nvPr/>
        </p:nvSpPr>
        <p:spPr>
          <a:xfrm>
            <a:off x="8577372" y="305044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71" name="30ga_7_build_PredictedAtoms_9">
            <a:extLst>
              <a:ext uri="{FF2B5EF4-FFF2-40B4-BE49-F238E27FC236}">
                <a16:creationId xmlns:a16="http://schemas.microsoft.com/office/drawing/2014/main" id="{A5E6C2FD-C8DC-4917-8704-BE496B329565}"/>
              </a:ext>
            </a:extLst>
          </p:cNvPr>
          <p:cNvSpPr>
            <a:spLocks noGrp="1"/>
          </p:cNvSpPr>
          <p:nvPr/>
        </p:nvSpPr>
        <p:spPr>
          <a:xfrm>
            <a:off x="8377633" y="352642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72" name="30ga_7_build_PredictedAtoms_10">
            <a:extLst>
              <a:ext uri="{FF2B5EF4-FFF2-40B4-BE49-F238E27FC236}">
                <a16:creationId xmlns:a16="http://schemas.microsoft.com/office/drawing/2014/main" id="{4A236B77-F22B-4E4C-939B-F4B9355FDE44}"/>
              </a:ext>
            </a:extLst>
          </p:cNvPr>
          <p:cNvSpPr>
            <a:spLocks noGrp="1"/>
          </p:cNvSpPr>
          <p:nvPr/>
        </p:nvSpPr>
        <p:spPr>
          <a:xfrm>
            <a:off x="8240527" y="3510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3" name="30ga_7_build_PredictedAtoms_11">
            <a:extLst>
              <a:ext uri="{FF2B5EF4-FFF2-40B4-BE49-F238E27FC236}">
                <a16:creationId xmlns:a16="http://schemas.microsoft.com/office/drawing/2014/main" id="{C24F1A19-C7A3-44FC-9D46-E019E0FD1B39}"/>
              </a:ext>
            </a:extLst>
          </p:cNvPr>
          <p:cNvSpPr>
            <a:spLocks noGrp="1"/>
          </p:cNvSpPr>
          <p:nvPr/>
        </p:nvSpPr>
        <p:spPr>
          <a:xfrm>
            <a:off x="8102414" y="34727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74" name="30ga_7_build_PredictedAtoms_12">
            <a:extLst>
              <a:ext uri="{FF2B5EF4-FFF2-40B4-BE49-F238E27FC236}">
                <a16:creationId xmlns:a16="http://schemas.microsoft.com/office/drawing/2014/main" id="{1D4BD1A5-4874-45A5-94AD-B5847DD23A55}"/>
              </a:ext>
            </a:extLst>
          </p:cNvPr>
          <p:cNvSpPr>
            <a:spLocks noGrp="1"/>
          </p:cNvSpPr>
          <p:nvPr/>
        </p:nvSpPr>
        <p:spPr>
          <a:xfrm>
            <a:off x="8189322" y="32521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5" name="30ga_7_build_PredictedAtoms_13">
            <a:extLst>
              <a:ext uri="{FF2B5EF4-FFF2-40B4-BE49-F238E27FC236}">
                <a16:creationId xmlns:a16="http://schemas.microsoft.com/office/drawing/2014/main" id="{BACCD065-44B5-4FB9-AABA-8DD39A0DE3CB}"/>
              </a:ext>
            </a:extLst>
          </p:cNvPr>
          <p:cNvSpPr>
            <a:spLocks noGrp="1"/>
          </p:cNvSpPr>
          <p:nvPr/>
        </p:nvSpPr>
        <p:spPr>
          <a:xfrm>
            <a:off x="7688900" y="29856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76" name="30ga_7_build_PredictedAtoms_14">
            <a:extLst>
              <a:ext uri="{FF2B5EF4-FFF2-40B4-BE49-F238E27FC236}">
                <a16:creationId xmlns:a16="http://schemas.microsoft.com/office/drawing/2014/main" id="{31EEAC12-5575-4A45-A2BD-E28BEEFF1B8D}"/>
              </a:ext>
            </a:extLst>
          </p:cNvPr>
          <p:cNvSpPr>
            <a:spLocks noGrp="1"/>
          </p:cNvSpPr>
          <p:nvPr/>
        </p:nvSpPr>
        <p:spPr>
          <a:xfrm>
            <a:off x="7583587" y="2992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7" name="30ga_7_build_PredictedAtoms_15">
            <a:extLst>
              <a:ext uri="{FF2B5EF4-FFF2-40B4-BE49-F238E27FC236}">
                <a16:creationId xmlns:a16="http://schemas.microsoft.com/office/drawing/2014/main" id="{C7D6824C-530C-4414-ACF3-54756D375B1D}"/>
              </a:ext>
            </a:extLst>
          </p:cNvPr>
          <p:cNvSpPr>
            <a:spLocks noGrp="1"/>
          </p:cNvSpPr>
          <p:nvPr/>
        </p:nvSpPr>
        <p:spPr>
          <a:xfrm>
            <a:off x="7413065" y="2924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78" name="30ga_7_build_PredictedAtoms_16">
            <a:extLst>
              <a:ext uri="{FF2B5EF4-FFF2-40B4-BE49-F238E27FC236}">
                <a16:creationId xmlns:a16="http://schemas.microsoft.com/office/drawing/2014/main" id="{C78987A7-89C0-4E47-B466-20F33DCB2824}"/>
              </a:ext>
            </a:extLst>
          </p:cNvPr>
          <p:cNvSpPr>
            <a:spLocks noGrp="1"/>
          </p:cNvSpPr>
          <p:nvPr/>
        </p:nvSpPr>
        <p:spPr>
          <a:xfrm>
            <a:off x="7317624" y="30579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79" name="30ga_7_build_PredictedAtoms_17">
            <a:extLst>
              <a:ext uri="{FF2B5EF4-FFF2-40B4-BE49-F238E27FC236}">
                <a16:creationId xmlns:a16="http://schemas.microsoft.com/office/drawing/2014/main" id="{087FC508-2007-4737-AE51-70A7F59B61BD}"/>
              </a:ext>
            </a:extLst>
          </p:cNvPr>
          <p:cNvSpPr>
            <a:spLocks noGrp="1"/>
          </p:cNvSpPr>
          <p:nvPr/>
        </p:nvSpPr>
        <p:spPr>
          <a:xfrm>
            <a:off x="7101824" y="305176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580" name="30ga_7_build_PredictedAtoms_18">
            <a:extLst>
              <a:ext uri="{FF2B5EF4-FFF2-40B4-BE49-F238E27FC236}">
                <a16:creationId xmlns:a16="http://schemas.microsoft.com/office/drawing/2014/main" id="{A92ED62C-1F81-405F-9115-F29B05850E04}"/>
              </a:ext>
            </a:extLst>
          </p:cNvPr>
          <p:cNvSpPr>
            <a:spLocks noGrp="1"/>
          </p:cNvSpPr>
          <p:nvPr/>
        </p:nvSpPr>
        <p:spPr>
          <a:xfrm>
            <a:off x="7041886" y="30621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1" name="30ga_7_build_PredictedAtoms_19">
            <a:extLst>
              <a:ext uri="{FF2B5EF4-FFF2-40B4-BE49-F238E27FC236}">
                <a16:creationId xmlns:a16="http://schemas.microsoft.com/office/drawing/2014/main" id="{AE7C7A72-6EF5-4E3C-9279-640622647DA0}"/>
              </a:ext>
            </a:extLst>
          </p:cNvPr>
          <p:cNvSpPr>
            <a:spLocks noGrp="1"/>
          </p:cNvSpPr>
          <p:nvPr/>
        </p:nvSpPr>
        <p:spPr>
          <a:xfrm>
            <a:off x="7048651" y="285083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2" name="30ga_7_build_PredictedAtoms_20">
            <a:extLst>
              <a:ext uri="{FF2B5EF4-FFF2-40B4-BE49-F238E27FC236}">
                <a16:creationId xmlns:a16="http://schemas.microsoft.com/office/drawing/2014/main" id="{9E215C2F-550C-4B18-BE58-C8DF339AC061}"/>
              </a:ext>
            </a:extLst>
          </p:cNvPr>
          <p:cNvSpPr>
            <a:spLocks noGrp="1"/>
          </p:cNvSpPr>
          <p:nvPr/>
        </p:nvSpPr>
        <p:spPr>
          <a:xfrm>
            <a:off x="7047875" y="323697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3" name="30ga_7_build_PredictedAtoms_21">
            <a:extLst>
              <a:ext uri="{FF2B5EF4-FFF2-40B4-BE49-F238E27FC236}">
                <a16:creationId xmlns:a16="http://schemas.microsoft.com/office/drawing/2014/main" id="{2E136384-A441-44CF-82EC-F2BB8E9A4189}"/>
              </a:ext>
            </a:extLst>
          </p:cNvPr>
          <p:cNvSpPr>
            <a:spLocks noGrp="1"/>
          </p:cNvSpPr>
          <p:nvPr/>
        </p:nvSpPr>
        <p:spPr>
          <a:xfrm>
            <a:off x="6852208" y="3346957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584" name="30ga_7_build_PredictedAtoms_22">
            <a:extLst>
              <a:ext uri="{FF2B5EF4-FFF2-40B4-BE49-F238E27FC236}">
                <a16:creationId xmlns:a16="http://schemas.microsoft.com/office/drawing/2014/main" id="{B6A8EE0C-9AF9-4EA6-8622-C294B2AC1910}"/>
              </a:ext>
            </a:extLst>
          </p:cNvPr>
          <p:cNvSpPr>
            <a:spLocks noGrp="1"/>
          </p:cNvSpPr>
          <p:nvPr/>
        </p:nvSpPr>
        <p:spPr>
          <a:xfrm>
            <a:off x="6773186" y="33641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5" name="30ga_7_build_PredictedAtoms_23">
            <a:extLst>
              <a:ext uri="{FF2B5EF4-FFF2-40B4-BE49-F238E27FC236}">
                <a16:creationId xmlns:a16="http://schemas.microsoft.com/office/drawing/2014/main" id="{4C4EB04D-A09B-4C44-8D3F-C665129C9167}"/>
              </a:ext>
            </a:extLst>
          </p:cNvPr>
          <p:cNvSpPr>
            <a:spLocks noGrp="1"/>
          </p:cNvSpPr>
          <p:nvPr/>
        </p:nvSpPr>
        <p:spPr>
          <a:xfrm>
            <a:off x="6865682" y="35250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6" name="30ga_7_build_PredictedAtoms_24">
            <a:extLst>
              <a:ext uri="{FF2B5EF4-FFF2-40B4-BE49-F238E27FC236}">
                <a16:creationId xmlns:a16="http://schemas.microsoft.com/office/drawing/2014/main" id="{386AD0A8-0FB2-4921-BD98-E2DC7FEE40CF}"/>
              </a:ext>
            </a:extLst>
          </p:cNvPr>
          <p:cNvSpPr>
            <a:spLocks noGrp="1"/>
          </p:cNvSpPr>
          <p:nvPr/>
        </p:nvSpPr>
        <p:spPr>
          <a:xfrm>
            <a:off x="6689993" y="321607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7" name="30ga_7_build_PredictedAtoms_25">
            <a:extLst>
              <a:ext uri="{FF2B5EF4-FFF2-40B4-BE49-F238E27FC236}">
                <a16:creationId xmlns:a16="http://schemas.microsoft.com/office/drawing/2014/main" id="{8C265F59-9283-4654-B462-0F49EE862CFB}"/>
              </a:ext>
            </a:extLst>
          </p:cNvPr>
          <p:cNvSpPr>
            <a:spLocks noGrp="1"/>
          </p:cNvSpPr>
          <p:nvPr/>
        </p:nvSpPr>
        <p:spPr>
          <a:xfrm>
            <a:off x="6514883" y="3144433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588" name="30ga_7_build_PredictedAtoms_26">
            <a:extLst>
              <a:ext uri="{FF2B5EF4-FFF2-40B4-BE49-F238E27FC236}">
                <a16:creationId xmlns:a16="http://schemas.microsoft.com/office/drawing/2014/main" id="{247986D8-6C08-4905-8A96-9CD32DBF8F22}"/>
              </a:ext>
            </a:extLst>
          </p:cNvPr>
          <p:cNvSpPr>
            <a:spLocks noGrp="1"/>
          </p:cNvSpPr>
          <p:nvPr/>
        </p:nvSpPr>
        <p:spPr>
          <a:xfrm>
            <a:off x="6421709" y="30099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89" name="30ga_7_build_PredictedAtoms_27">
            <a:extLst>
              <a:ext uri="{FF2B5EF4-FFF2-40B4-BE49-F238E27FC236}">
                <a16:creationId xmlns:a16="http://schemas.microsoft.com/office/drawing/2014/main" id="{3766B496-A561-4DB6-892D-AEC2C9E1DEEF}"/>
              </a:ext>
            </a:extLst>
          </p:cNvPr>
          <p:cNvSpPr>
            <a:spLocks noGrp="1"/>
          </p:cNvSpPr>
          <p:nvPr/>
        </p:nvSpPr>
        <p:spPr>
          <a:xfrm>
            <a:off x="6403403" y="33305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90" name="30ga_7_build_PredictedAtoms_28">
            <a:extLst>
              <a:ext uri="{FF2B5EF4-FFF2-40B4-BE49-F238E27FC236}">
                <a16:creationId xmlns:a16="http://schemas.microsoft.com/office/drawing/2014/main" id="{28A2FB7A-6C1B-4D7C-9218-921A022AB97D}"/>
              </a:ext>
            </a:extLst>
          </p:cNvPr>
          <p:cNvSpPr>
            <a:spLocks noGrp="1"/>
          </p:cNvSpPr>
          <p:nvPr/>
        </p:nvSpPr>
        <p:spPr>
          <a:xfrm>
            <a:off x="6548266" y="30630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91" name="30ga_7_build_PredictedAtoms_29">
            <a:extLst>
              <a:ext uri="{FF2B5EF4-FFF2-40B4-BE49-F238E27FC236}">
                <a16:creationId xmlns:a16="http://schemas.microsoft.com/office/drawing/2014/main" id="{1F802311-C98A-48F5-989A-4CDB3B919EFF}"/>
              </a:ext>
            </a:extLst>
          </p:cNvPr>
          <p:cNvSpPr>
            <a:spLocks noGrp="1"/>
          </p:cNvSpPr>
          <p:nvPr/>
        </p:nvSpPr>
        <p:spPr>
          <a:xfrm>
            <a:off x="7667638" y="30963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592" name="30ga_7_build_PredictedAtoms_30">
            <a:extLst>
              <a:ext uri="{FF2B5EF4-FFF2-40B4-BE49-F238E27FC236}">
                <a16:creationId xmlns:a16="http://schemas.microsoft.com/office/drawing/2014/main" id="{E0BAEFBC-973D-4BF1-B90B-7037C29F55AA}"/>
              </a:ext>
            </a:extLst>
          </p:cNvPr>
          <p:cNvSpPr>
            <a:spLocks noGrp="1"/>
          </p:cNvSpPr>
          <p:nvPr/>
        </p:nvSpPr>
        <p:spPr>
          <a:xfrm>
            <a:off x="7582448" y="32659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93" name="30ga_7_build_Clashes_0">
            <a:extLst>
              <a:ext uri="{FF2B5EF4-FFF2-40B4-BE49-F238E27FC236}">
                <a16:creationId xmlns:a16="http://schemas.microsoft.com/office/drawing/2014/main" id="{EEC01F7D-EF72-47A4-A3AC-5CD8649DA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94" name="30ga_7_build_Clashes_1">
            <a:extLst>
              <a:ext uri="{FF2B5EF4-FFF2-40B4-BE49-F238E27FC236}">
                <a16:creationId xmlns:a16="http://schemas.microsoft.com/office/drawing/2014/main" id="{AB780A47-444F-4D1D-BEE2-F8FE59AEC2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95" name="30ga_7_build_Clashes_2">
            <a:extLst>
              <a:ext uri="{FF2B5EF4-FFF2-40B4-BE49-F238E27FC236}">
                <a16:creationId xmlns:a16="http://schemas.microsoft.com/office/drawing/2014/main" id="{3B7D28ED-3513-4947-8917-40D778CBC97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596" name="30ga_7_build_ClashingReceptorAtoms_0">
            <a:extLst>
              <a:ext uri="{FF2B5EF4-FFF2-40B4-BE49-F238E27FC236}">
                <a16:creationId xmlns:a16="http://schemas.microsoft.com/office/drawing/2014/main" id="{4D632EFC-C109-4735-B294-0CE48845DDF9}"/>
              </a:ext>
            </a:extLst>
          </p:cNvPr>
          <p:cNvSpPr>
            <a:spLocks noGrp="1"/>
          </p:cNvSpPr>
          <p:nvPr/>
        </p:nvSpPr>
        <p:spPr>
          <a:xfrm>
            <a:off x="7434447" y="32872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97" name="30ga_7_build_ClashingReceptorAtoms_1">
            <a:extLst>
              <a:ext uri="{FF2B5EF4-FFF2-40B4-BE49-F238E27FC236}">
                <a16:creationId xmlns:a16="http://schemas.microsoft.com/office/drawing/2014/main" id="{0A81C8E7-CB7A-4719-9EE4-03BAA7F82CF8}"/>
              </a:ext>
            </a:extLst>
          </p:cNvPr>
          <p:cNvSpPr>
            <a:spLocks noGrp="1"/>
          </p:cNvSpPr>
          <p:nvPr/>
        </p:nvSpPr>
        <p:spPr>
          <a:xfrm>
            <a:off x="6594648" y="37128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598" name="stage3-cases-clash_20">
            <a:extLst>
              <a:ext uri="{FF2B5EF4-FFF2-40B4-BE49-F238E27FC236}">
                <a16:creationId xmlns:a16="http://schemas.microsoft.com/office/drawing/2014/main" id="{7F89F748-2FC5-4902-8DE2-5FF2FEE0870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599" name="stage3-cases-clash_21">
            <a:extLst>
              <a:ext uri="{FF2B5EF4-FFF2-40B4-BE49-F238E27FC236}">
                <a16:creationId xmlns:a16="http://schemas.microsoft.com/office/drawing/2014/main" id="{D98BE164-3134-4B02-B570-FD77395C218C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600" name="stage3-cases-clash_22">
            <a:extLst>
              <a:ext uri="{FF2B5EF4-FFF2-40B4-BE49-F238E27FC236}">
                <a16:creationId xmlns:a16="http://schemas.microsoft.com/office/drawing/2014/main" id="{BBA37835-5007-4FAC-9A83-EF7402381C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01" name="stage3-cases-clash_23">
            <a:extLst>
              <a:ext uri="{FF2B5EF4-FFF2-40B4-BE49-F238E27FC236}">
                <a16:creationId xmlns:a16="http://schemas.microsoft.com/office/drawing/2014/main" id="{23A377D3-773D-4522-8697-0B2EC98576D0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02" name="9wq3_5_official_Receptor">
            <a:extLst>
              <a:ext uri="{FF2B5EF4-FFF2-40B4-BE49-F238E27FC236}">
                <a16:creationId xmlns:a16="http://schemas.microsoft.com/office/drawing/2014/main" id="{BB1A4EBD-182A-451E-A919-590934B078A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03" name="9wq3_5_official_ExperimentalDensity">
            <a:extLst>
              <a:ext uri="{FF2B5EF4-FFF2-40B4-BE49-F238E27FC236}">
                <a16:creationId xmlns:a16="http://schemas.microsoft.com/office/drawing/2014/main" id="{D0C683D6-7F74-4C02-9108-F395E5725DF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04" name="9wq3_5_official_ReferenceLigand_0">
            <a:extLst>
              <a:ext uri="{FF2B5EF4-FFF2-40B4-BE49-F238E27FC236}">
                <a16:creationId xmlns:a16="http://schemas.microsoft.com/office/drawing/2014/main" id="{FC732DC5-B8A5-447E-964A-F79913BE36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5" name="9wq3_5_official_ReferenceLigand_1">
            <a:extLst>
              <a:ext uri="{FF2B5EF4-FFF2-40B4-BE49-F238E27FC236}">
                <a16:creationId xmlns:a16="http://schemas.microsoft.com/office/drawing/2014/main" id="{06A19E7A-44BF-451D-AD69-91F19A9AC6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6" name="9wq3_5_official_ReferenceLigand_2">
            <a:extLst>
              <a:ext uri="{FF2B5EF4-FFF2-40B4-BE49-F238E27FC236}">
                <a16:creationId xmlns:a16="http://schemas.microsoft.com/office/drawing/2014/main" id="{B835C6C5-15BC-48F8-9E5D-219B78B63C1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7" name="9wq3_5_official_ReferenceLigand_3">
            <a:extLst>
              <a:ext uri="{FF2B5EF4-FFF2-40B4-BE49-F238E27FC236}">
                <a16:creationId xmlns:a16="http://schemas.microsoft.com/office/drawing/2014/main" id="{ED18E1A9-F805-4277-8907-F7548747BD5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8" name="9wq3_5_official_ReferenceLigand_4">
            <a:extLst>
              <a:ext uri="{FF2B5EF4-FFF2-40B4-BE49-F238E27FC236}">
                <a16:creationId xmlns:a16="http://schemas.microsoft.com/office/drawing/2014/main" id="{48DF1E1F-25CB-44B4-A268-C1CC4863D8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9" name="9wq3_5_official_ReferenceLigand_5">
            <a:extLst>
              <a:ext uri="{FF2B5EF4-FFF2-40B4-BE49-F238E27FC236}">
                <a16:creationId xmlns:a16="http://schemas.microsoft.com/office/drawing/2014/main" id="{5688A163-11AB-4498-A292-9AD2509A5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0" name="9wq3_5_official_ReferenceLigand_6">
            <a:extLst>
              <a:ext uri="{FF2B5EF4-FFF2-40B4-BE49-F238E27FC236}">
                <a16:creationId xmlns:a16="http://schemas.microsoft.com/office/drawing/2014/main" id="{5013B990-FEA9-4BBA-8787-69C8225D4C9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1" name="9wq3_5_official_ReferenceLigand_7">
            <a:extLst>
              <a:ext uri="{FF2B5EF4-FFF2-40B4-BE49-F238E27FC236}">
                <a16:creationId xmlns:a16="http://schemas.microsoft.com/office/drawing/2014/main" id="{639B8167-2820-477A-BB7D-868E547E54E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2" name="9wq3_5_official_ReferenceLigand_8">
            <a:extLst>
              <a:ext uri="{FF2B5EF4-FFF2-40B4-BE49-F238E27FC236}">
                <a16:creationId xmlns:a16="http://schemas.microsoft.com/office/drawing/2014/main" id="{99AB06C1-6334-4115-A92C-4315492962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3" name="9wq3_5_official_ReferenceLigand_9">
            <a:extLst>
              <a:ext uri="{FF2B5EF4-FFF2-40B4-BE49-F238E27FC236}">
                <a16:creationId xmlns:a16="http://schemas.microsoft.com/office/drawing/2014/main" id="{506D2A8A-2CF6-4C2B-8059-6A074E3C3C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4" name="9wq3_5_official_ReferenceLigand_10">
            <a:extLst>
              <a:ext uri="{FF2B5EF4-FFF2-40B4-BE49-F238E27FC236}">
                <a16:creationId xmlns:a16="http://schemas.microsoft.com/office/drawing/2014/main" id="{07F1F50E-FDC7-4004-95D6-693CF657F0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5" name="9wq3_5_official_ReferenceLigand_11">
            <a:extLst>
              <a:ext uri="{FF2B5EF4-FFF2-40B4-BE49-F238E27FC236}">
                <a16:creationId xmlns:a16="http://schemas.microsoft.com/office/drawing/2014/main" id="{3B443484-3C0A-4A05-9401-307CEC9ACAA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6" name="9wq3_5_official_ReferenceLigand_12">
            <a:extLst>
              <a:ext uri="{FF2B5EF4-FFF2-40B4-BE49-F238E27FC236}">
                <a16:creationId xmlns:a16="http://schemas.microsoft.com/office/drawing/2014/main" id="{5B782D03-84EF-46F0-8B37-8880A879DD2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7" name="9wq3_5_official_ReferenceLigand_13">
            <a:extLst>
              <a:ext uri="{FF2B5EF4-FFF2-40B4-BE49-F238E27FC236}">
                <a16:creationId xmlns:a16="http://schemas.microsoft.com/office/drawing/2014/main" id="{8F86CD29-93D6-42B1-9CAB-8ECA9034FED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8" name="9wq3_5_official_ReferenceLigand_14">
            <a:extLst>
              <a:ext uri="{FF2B5EF4-FFF2-40B4-BE49-F238E27FC236}">
                <a16:creationId xmlns:a16="http://schemas.microsoft.com/office/drawing/2014/main" id="{14758117-EC90-475A-BA77-46AF978EC53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19" name="9wq3_5_official_ReferenceLigand_15">
            <a:extLst>
              <a:ext uri="{FF2B5EF4-FFF2-40B4-BE49-F238E27FC236}">
                <a16:creationId xmlns:a16="http://schemas.microsoft.com/office/drawing/2014/main" id="{50B9DCBA-BD81-435C-8D17-21828B95CA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0" name="9wq3_5_official_ReferenceLigand_16">
            <a:extLst>
              <a:ext uri="{FF2B5EF4-FFF2-40B4-BE49-F238E27FC236}">
                <a16:creationId xmlns:a16="http://schemas.microsoft.com/office/drawing/2014/main" id="{F4B5AC2E-1B75-42EB-9096-5220E00B89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1" name="9wq3_5_official_ReferenceLigand_17">
            <a:extLst>
              <a:ext uri="{FF2B5EF4-FFF2-40B4-BE49-F238E27FC236}">
                <a16:creationId xmlns:a16="http://schemas.microsoft.com/office/drawing/2014/main" id="{AB36F2C1-A362-4B70-B1A1-15E7E06DD8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2" name="9wq3_5_official_ReferenceLigand_18">
            <a:extLst>
              <a:ext uri="{FF2B5EF4-FFF2-40B4-BE49-F238E27FC236}">
                <a16:creationId xmlns:a16="http://schemas.microsoft.com/office/drawing/2014/main" id="{ED9B1D2D-E89A-466C-AEF7-25EB2ACDB42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3" name="9wq3_5_official_ReferenceLigand_19">
            <a:extLst>
              <a:ext uri="{FF2B5EF4-FFF2-40B4-BE49-F238E27FC236}">
                <a16:creationId xmlns:a16="http://schemas.microsoft.com/office/drawing/2014/main" id="{8D93EE7F-052F-4313-8575-92CF831458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4" name="9wq3_5_official_ReferenceLigand_20">
            <a:extLst>
              <a:ext uri="{FF2B5EF4-FFF2-40B4-BE49-F238E27FC236}">
                <a16:creationId xmlns:a16="http://schemas.microsoft.com/office/drawing/2014/main" id="{B634B887-51DA-44EA-AFA7-BD75D673CA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5" name="9wq3_5_official_ReferenceLigand_21">
            <a:extLst>
              <a:ext uri="{FF2B5EF4-FFF2-40B4-BE49-F238E27FC236}">
                <a16:creationId xmlns:a16="http://schemas.microsoft.com/office/drawing/2014/main" id="{8F575C0C-8EA5-44C4-8214-1E350EB5C9C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6" name="9wq3_5_official_ReferenceLigand_22">
            <a:extLst>
              <a:ext uri="{FF2B5EF4-FFF2-40B4-BE49-F238E27FC236}">
                <a16:creationId xmlns:a16="http://schemas.microsoft.com/office/drawing/2014/main" id="{AC40CAE3-8CF0-4973-9EDC-FCF0F016B3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7" name="9wq3_5_official_ReferenceLigand_23">
            <a:extLst>
              <a:ext uri="{FF2B5EF4-FFF2-40B4-BE49-F238E27FC236}">
                <a16:creationId xmlns:a16="http://schemas.microsoft.com/office/drawing/2014/main" id="{2D1FBBDA-AB1F-4480-ABF1-DAB1B60C23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8" name="9wq3_5_official_ReferenceLigand_24">
            <a:extLst>
              <a:ext uri="{FF2B5EF4-FFF2-40B4-BE49-F238E27FC236}">
                <a16:creationId xmlns:a16="http://schemas.microsoft.com/office/drawing/2014/main" id="{83543071-E250-4998-809F-9639A9B39D2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29" name="9wq3_5_official_ReferenceLigand_25">
            <a:extLst>
              <a:ext uri="{FF2B5EF4-FFF2-40B4-BE49-F238E27FC236}">
                <a16:creationId xmlns:a16="http://schemas.microsoft.com/office/drawing/2014/main" id="{819D3460-1E48-4C61-94AA-09290FD0D2C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0" name="9wq3_5_official_ReferenceLigand_26">
            <a:extLst>
              <a:ext uri="{FF2B5EF4-FFF2-40B4-BE49-F238E27FC236}">
                <a16:creationId xmlns:a16="http://schemas.microsoft.com/office/drawing/2014/main" id="{1E782D81-4028-4EF7-AA3E-044C9CCF815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1" name="9wq3_5_official_ReferenceLigand_27">
            <a:extLst>
              <a:ext uri="{FF2B5EF4-FFF2-40B4-BE49-F238E27FC236}">
                <a16:creationId xmlns:a16="http://schemas.microsoft.com/office/drawing/2014/main" id="{C6F41B45-A8D6-4842-8414-0FB06E981DB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2" name="9wq3_5_official_ReferenceLigand_28">
            <a:extLst>
              <a:ext uri="{FF2B5EF4-FFF2-40B4-BE49-F238E27FC236}">
                <a16:creationId xmlns:a16="http://schemas.microsoft.com/office/drawing/2014/main" id="{FDB92573-5656-4BAD-86D4-A2E688EE25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3" name="9wq3_5_official_ReferenceLigand_29">
            <a:extLst>
              <a:ext uri="{FF2B5EF4-FFF2-40B4-BE49-F238E27FC236}">
                <a16:creationId xmlns:a16="http://schemas.microsoft.com/office/drawing/2014/main" id="{899EC1F9-24A4-4C05-B57C-A99368E744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4" name="9wq3_5_official_ReferenceLigand_30">
            <a:extLst>
              <a:ext uri="{FF2B5EF4-FFF2-40B4-BE49-F238E27FC236}">
                <a16:creationId xmlns:a16="http://schemas.microsoft.com/office/drawing/2014/main" id="{08E3943C-B81B-454A-B4AD-A2D47DEED51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5" name="9wq3_5_official_ReferenceLigand_31">
            <a:extLst>
              <a:ext uri="{FF2B5EF4-FFF2-40B4-BE49-F238E27FC236}">
                <a16:creationId xmlns:a16="http://schemas.microsoft.com/office/drawing/2014/main" id="{4D56C434-D6A5-4EE9-B35F-C471AB0A24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6" name="9wq3_5_official_ReferenceLigand_32">
            <a:extLst>
              <a:ext uri="{FF2B5EF4-FFF2-40B4-BE49-F238E27FC236}">
                <a16:creationId xmlns:a16="http://schemas.microsoft.com/office/drawing/2014/main" id="{575F96FB-D016-4943-907F-87DAD7DC07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7" name="9wq3_5_official_ReferenceLigand_33">
            <a:extLst>
              <a:ext uri="{FF2B5EF4-FFF2-40B4-BE49-F238E27FC236}">
                <a16:creationId xmlns:a16="http://schemas.microsoft.com/office/drawing/2014/main" id="{D4241A19-EBB2-4757-9EDD-82FC7ED9E0B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8" name="9wq3_5_official_ReferenceLigand_34">
            <a:extLst>
              <a:ext uri="{FF2B5EF4-FFF2-40B4-BE49-F238E27FC236}">
                <a16:creationId xmlns:a16="http://schemas.microsoft.com/office/drawing/2014/main" id="{B1920D5B-8D4E-49E3-B503-B168235F4B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39" name="9wq3_5_official_ReferenceLigand_35">
            <a:extLst>
              <a:ext uri="{FF2B5EF4-FFF2-40B4-BE49-F238E27FC236}">
                <a16:creationId xmlns:a16="http://schemas.microsoft.com/office/drawing/2014/main" id="{9B4C67D3-9C22-4CD5-B47B-C756C52BBC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0" name="9wq3_5_official_ReferenceLigand_36">
            <a:extLst>
              <a:ext uri="{FF2B5EF4-FFF2-40B4-BE49-F238E27FC236}">
                <a16:creationId xmlns:a16="http://schemas.microsoft.com/office/drawing/2014/main" id="{78799DD6-E18F-4DC5-81C4-0138D06265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1" name="9wq3_5_official_ReferenceLigand_37">
            <a:extLst>
              <a:ext uri="{FF2B5EF4-FFF2-40B4-BE49-F238E27FC236}">
                <a16:creationId xmlns:a16="http://schemas.microsoft.com/office/drawing/2014/main" id="{22CA0250-8474-4332-9909-16F2F80698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2" name="9wq3_5_official_ReferenceLigand_38">
            <a:extLst>
              <a:ext uri="{FF2B5EF4-FFF2-40B4-BE49-F238E27FC236}">
                <a16:creationId xmlns:a16="http://schemas.microsoft.com/office/drawing/2014/main" id="{993DF8F2-76FE-4B30-8882-56EFB621F3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3" name="9wq3_5_official_ReferenceLigand_39">
            <a:extLst>
              <a:ext uri="{FF2B5EF4-FFF2-40B4-BE49-F238E27FC236}">
                <a16:creationId xmlns:a16="http://schemas.microsoft.com/office/drawing/2014/main" id="{16DA530D-94D7-42E5-82F4-018F592C57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4" name="9wq3_5_official_ReferenceLigand_40">
            <a:extLst>
              <a:ext uri="{FF2B5EF4-FFF2-40B4-BE49-F238E27FC236}">
                <a16:creationId xmlns:a16="http://schemas.microsoft.com/office/drawing/2014/main" id="{C13C55CC-A22F-4F4A-B060-9A9417BC84A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5" name="9wq3_5_official_ReferenceLigand_41">
            <a:extLst>
              <a:ext uri="{FF2B5EF4-FFF2-40B4-BE49-F238E27FC236}">
                <a16:creationId xmlns:a16="http://schemas.microsoft.com/office/drawing/2014/main" id="{65BD4095-537C-4639-A34F-70FF15A464C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6" name="9wq3_5_official_ReferenceLigand_42">
            <a:extLst>
              <a:ext uri="{FF2B5EF4-FFF2-40B4-BE49-F238E27FC236}">
                <a16:creationId xmlns:a16="http://schemas.microsoft.com/office/drawing/2014/main" id="{8A5FEDD0-1E50-46B4-9539-C1A1F6F7FB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7" name="9wq3_5_official_ReferenceLigand_43">
            <a:extLst>
              <a:ext uri="{FF2B5EF4-FFF2-40B4-BE49-F238E27FC236}">
                <a16:creationId xmlns:a16="http://schemas.microsoft.com/office/drawing/2014/main" id="{BBDD1BC2-6D87-4BE0-9051-526F0A4EEA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8" name="9wq3_5_official_ReferenceLigand_44">
            <a:extLst>
              <a:ext uri="{FF2B5EF4-FFF2-40B4-BE49-F238E27FC236}">
                <a16:creationId xmlns:a16="http://schemas.microsoft.com/office/drawing/2014/main" id="{372230DC-87FA-498B-99AC-4295B30AD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49" name="9wq3_5_official_ReferenceLigand_45">
            <a:extLst>
              <a:ext uri="{FF2B5EF4-FFF2-40B4-BE49-F238E27FC236}">
                <a16:creationId xmlns:a16="http://schemas.microsoft.com/office/drawing/2014/main" id="{A836FC3B-3F91-45D4-81D9-2103E9A273D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0" name="9wq3_5_official_ReferenceLigand_46">
            <a:extLst>
              <a:ext uri="{FF2B5EF4-FFF2-40B4-BE49-F238E27FC236}">
                <a16:creationId xmlns:a16="http://schemas.microsoft.com/office/drawing/2014/main" id="{4D7F08E2-3FBD-49BA-991B-FED54A41EE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1" name="9wq3_5_official_ReferenceLigand_47">
            <a:extLst>
              <a:ext uri="{FF2B5EF4-FFF2-40B4-BE49-F238E27FC236}">
                <a16:creationId xmlns:a16="http://schemas.microsoft.com/office/drawing/2014/main" id="{224DD1F8-8C8A-4991-99EA-81EBB244E9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2" name="9wq3_5_official_ReferenceLigand_48">
            <a:extLst>
              <a:ext uri="{FF2B5EF4-FFF2-40B4-BE49-F238E27FC236}">
                <a16:creationId xmlns:a16="http://schemas.microsoft.com/office/drawing/2014/main" id="{C6B394CE-0A00-4E29-A093-D4CD5CD1DD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3" name="9wq3_5_official_ReferenceLigand_49">
            <a:extLst>
              <a:ext uri="{FF2B5EF4-FFF2-40B4-BE49-F238E27FC236}">
                <a16:creationId xmlns:a16="http://schemas.microsoft.com/office/drawing/2014/main" id="{A9654871-AB38-4F58-8425-09A18AE9C2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4" name="9wq3_5_official_ReferenceLigand_50">
            <a:extLst>
              <a:ext uri="{FF2B5EF4-FFF2-40B4-BE49-F238E27FC236}">
                <a16:creationId xmlns:a16="http://schemas.microsoft.com/office/drawing/2014/main" id="{4297B21E-ECAD-4A53-B057-190F0DB63B2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55" name="9wq3_5_official_PredictedLigand_0">
            <a:extLst>
              <a:ext uri="{FF2B5EF4-FFF2-40B4-BE49-F238E27FC236}">
                <a16:creationId xmlns:a16="http://schemas.microsoft.com/office/drawing/2014/main" id="{21347E79-45C2-464D-B446-D22A47C730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6" name="9wq3_5_official_PredictedLigand_1">
            <a:extLst>
              <a:ext uri="{FF2B5EF4-FFF2-40B4-BE49-F238E27FC236}">
                <a16:creationId xmlns:a16="http://schemas.microsoft.com/office/drawing/2014/main" id="{B6A9C0C6-A9EF-4744-87F0-03B25519AB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7" name="9wq3_5_official_PredictedLigand_2">
            <a:extLst>
              <a:ext uri="{FF2B5EF4-FFF2-40B4-BE49-F238E27FC236}">
                <a16:creationId xmlns:a16="http://schemas.microsoft.com/office/drawing/2014/main" id="{A51C5E4B-4CD6-48F7-B836-89EAEEB1C63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8" name="9wq3_5_official_PredictedLigand_3">
            <a:extLst>
              <a:ext uri="{FF2B5EF4-FFF2-40B4-BE49-F238E27FC236}">
                <a16:creationId xmlns:a16="http://schemas.microsoft.com/office/drawing/2014/main" id="{C16ED2A1-5DAB-4AA4-9BA7-21EA4A36506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9" name="9wq3_5_official_PredictedLigand_4">
            <a:extLst>
              <a:ext uri="{FF2B5EF4-FFF2-40B4-BE49-F238E27FC236}">
                <a16:creationId xmlns:a16="http://schemas.microsoft.com/office/drawing/2014/main" id="{7288A769-5D6E-4748-8A24-41FF731202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0" name="9wq3_5_official_PredictedLigand_5">
            <a:extLst>
              <a:ext uri="{FF2B5EF4-FFF2-40B4-BE49-F238E27FC236}">
                <a16:creationId xmlns:a16="http://schemas.microsoft.com/office/drawing/2014/main" id="{CCA53505-105E-4BCB-9EDA-EBD9EFCDF55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1" name="9wq3_5_official_PredictedLigand_6">
            <a:extLst>
              <a:ext uri="{FF2B5EF4-FFF2-40B4-BE49-F238E27FC236}">
                <a16:creationId xmlns:a16="http://schemas.microsoft.com/office/drawing/2014/main" id="{2C25FCFE-FF7E-4D83-BE14-D43E7E8C5E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2" name="9wq3_5_official_PredictedLigand_7">
            <a:extLst>
              <a:ext uri="{FF2B5EF4-FFF2-40B4-BE49-F238E27FC236}">
                <a16:creationId xmlns:a16="http://schemas.microsoft.com/office/drawing/2014/main" id="{AB64896B-77F4-4F32-B99E-B04C7ABD8A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3" name="9wq3_5_official_PredictedLigand_8">
            <a:extLst>
              <a:ext uri="{FF2B5EF4-FFF2-40B4-BE49-F238E27FC236}">
                <a16:creationId xmlns:a16="http://schemas.microsoft.com/office/drawing/2014/main" id="{551348B3-270B-43A9-80E0-46302B4547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4" name="9wq3_5_official_PredictedLigand_9">
            <a:extLst>
              <a:ext uri="{FF2B5EF4-FFF2-40B4-BE49-F238E27FC236}">
                <a16:creationId xmlns:a16="http://schemas.microsoft.com/office/drawing/2014/main" id="{55416AFE-B989-4676-BA8F-C3F724FBF5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5" name="9wq3_5_official_PredictedLigand_10">
            <a:extLst>
              <a:ext uri="{FF2B5EF4-FFF2-40B4-BE49-F238E27FC236}">
                <a16:creationId xmlns:a16="http://schemas.microsoft.com/office/drawing/2014/main" id="{B315447F-7F2C-4ABB-8521-984DD19E0D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6" name="9wq3_5_official_PredictedLigand_11">
            <a:extLst>
              <a:ext uri="{FF2B5EF4-FFF2-40B4-BE49-F238E27FC236}">
                <a16:creationId xmlns:a16="http://schemas.microsoft.com/office/drawing/2014/main" id="{10412A35-26F6-48F4-8D8D-C8369ECF5A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7" name="9wq3_5_official_PredictedLigand_12">
            <a:extLst>
              <a:ext uri="{FF2B5EF4-FFF2-40B4-BE49-F238E27FC236}">
                <a16:creationId xmlns:a16="http://schemas.microsoft.com/office/drawing/2014/main" id="{F098B16D-27B0-4044-AB37-A080FE8FAF4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8" name="9wq3_5_official_PredictedLigand_13">
            <a:extLst>
              <a:ext uri="{FF2B5EF4-FFF2-40B4-BE49-F238E27FC236}">
                <a16:creationId xmlns:a16="http://schemas.microsoft.com/office/drawing/2014/main" id="{8D0B1EE9-CD52-439D-B48D-FE31CA7567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9" name="9wq3_5_official_PredictedLigand_14">
            <a:extLst>
              <a:ext uri="{FF2B5EF4-FFF2-40B4-BE49-F238E27FC236}">
                <a16:creationId xmlns:a16="http://schemas.microsoft.com/office/drawing/2014/main" id="{10C3FE4C-C68A-40D0-BB9A-C9ED439B5B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0" name="9wq3_5_official_PredictedLigand_15">
            <a:extLst>
              <a:ext uri="{FF2B5EF4-FFF2-40B4-BE49-F238E27FC236}">
                <a16:creationId xmlns:a16="http://schemas.microsoft.com/office/drawing/2014/main" id="{CB1BE2D1-BCA2-42AD-92C5-68C3D1F0DB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1" name="9wq3_5_official_PredictedLigand_16">
            <a:extLst>
              <a:ext uri="{FF2B5EF4-FFF2-40B4-BE49-F238E27FC236}">
                <a16:creationId xmlns:a16="http://schemas.microsoft.com/office/drawing/2014/main" id="{D719A0FB-8EC9-427B-92B7-B5F5FFC3EF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2" name="9wq3_5_official_PredictedLigand_17">
            <a:extLst>
              <a:ext uri="{FF2B5EF4-FFF2-40B4-BE49-F238E27FC236}">
                <a16:creationId xmlns:a16="http://schemas.microsoft.com/office/drawing/2014/main" id="{B9588632-6FC3-4BE8-9903-5C9EB970FD9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3" name="9wq3_5_official_PredictedLigand_18">
            <a:extLst>
              <a:ext uri="{FF2B5EF4-FFF2-40B4-BE49-F238E27FC236}">
                <a16:creationId xmlns:a16="http://schemas.microsoft.com/office/drawing/2014/main" id="{2C8E9D0F-C33C-436A-B796-3E625DF6A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4" name="9wq3_5_official_PredictedLigand_19">
            <a:extLst>
              <a:ext uri="{FF2B5EF4-FFF2-40B4-BE49-F238E27FC236}">
                <a16:creationId xmlns:a16="http://schemas.microsoft.com/office/drawing/2014/main" id="{8614CA3F-2A5F-48BB-8131-309BC99934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5" name="9wq3_5_official_PredictedLigand_20">
            <a:extLst>
              <a:ext uri="{FF2B5EF4-FFF2-40B4-BE49-F238E27FC236}">
                <a16:creationId xmlns:a16="http://schemas.microsoft.com/office/drawing/2014/main" id="{854174FC-7CA1-4A35-9BB0-6B139EC607B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6" name="9wq3_5_official_PredictedLigand_21">
            <a:extLst>
              <a:ext uri="{FF2B5EF4-FFF2-40B4-BE49-F238E27FC236}">
                <a16:creationId xmlns:a16="http://schemas.microsoft.com/office/drawing/2014/main" id="{1F3B0AED-90D8-4E0F-89DC-667BB0EEB1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7" name="9wq3_5_official_PredictedLigand_22">
            <a:extLst>
              <a:ext uri="{FF2B5EF4-FFF2-40B4-BE49-F238E27FC236}">
                <a16:creationId xmlns:a16="http://schemas.microsoft.com/office/drawing/2014/main" id="{CEF985F8-310C-49E5-A411-BF8B3DCF7B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8" name="9wq3_5_official_PredictedLigand_23">
            <a:extLst>
              <a:ext uri="{FF2B5EF4-FFF2-40B4-BE49-F238E27FC236}">
                <a16:creationId xmlns:a16="http://schemas.microsoft.com/office/drawing/2014/main" id="{84446DA5-A7F6-4855-BDDD-352D1365F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9" name="9wq3_5_official_PredictedLigand_24">
            <a:extLst>
              <a:ext uri="{FF2B5EF4-FFF2-40B4-BE49-F238E27FC236}">
                <a16:creationId xmlns:a16="http://schemas.microsoft.com/office/drawing/2014/main" id="{9DBC18A4-C4AC-4330-A331-9103468CCAD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0" name="9wq3_5_official_PredictedLigand_25">
            <a:extLst>
              <a:ext uri="{FF2B5EF4-FFF2-40B4-BE49-F238E27FC236}">
                <a16:creationId xmlns:a16="http://schemas.microsoft.com/office/drawing/2014/main" id="{5E52C16B-D339-45D7-958F-A12E1EEC77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1" name="9wq3_5_official_PredictedLigand_26">
            <a:extLst>
              <a:ext uri="{FF2B5EF4-FFF2-40B4-BE49-F238E27FC236}">
                <a16:creationId xmlns:a16="http://schemas.microsoft.com/office/drawing/2014/main" id="{0EA0966E-904C-4A20-B574-4108778D5A6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2" name="9wq3_5_official_PredictedLigand_27">
            <a:extLst>
              <a:ext uri="{FF2B5EF4-FFF2-40B4-BE49-F238E27FC236}">
                <a16:creationId xmlns:a16="http://schemas.microsoft.com/office/drawing/2014/main" id="{7DD0FEC1-4902-40A8-94DF-964559369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3" name="9wq3_5_official_PredictedLigand_28">
            <a:extLst>
              <a:ext uri="{FF2B5EF4-FFF2-40B4-BE49-F238E27FC236}">
                <a16:creationId xmlns:a16="http://schemas.microsoft.com/office/drawing/2014/main" id="{A31C7689-8AB4-4C7B-9252-17DAD1F2B05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4" name="9wq3_5_official_PredictedLigand_29">
            <a:extLst>
              <a:ext uri="{FF2B5EF4-FFF2-40B4-BE49-F238E27FC236}">
                <a16:creationId xmlns:a16="http://schemas.microsoft.com/office/drawing/2014/main" id="{3CD9120A-AF99-4E40-806D-ED6BDBCCA9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5" name="9wq3_5_official_PredictedLigand_30">
            <a:extLst>
              <a:ext uri="{FF2B5EF4-FFF2-40B4-BE49-F238E27FC236}">
                <a16:creationId xmlns:a16="http://schemas.microsoft.com/office/drawing/2014/main" id="{32B4BB88-54ED-4707-9893-4C9263CA73E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6" name="9wq3_5_official_PredictedLigand_31">
            <a:extLst>
              <a:ext uri="{FF2B5EF4-FFF2-40B4-BE49-F238E27FC236}">
                <a16:creationId xmlns:a16="http://schemas.microsoft.com/office/drawing/2014/main" id="{872CF890-B6A6-4973-A6B2-DCA24A5400E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7" name="9wq3_5_official_PredictedLigand_32">
            <a:extLst>
              <a:ext uri="{FF2B5EF4-FFF2-40B4-BE49-F238E27FC236}">
                <a16:creationId xmlns:a16="http://schemas.microsoft.com/office/drawing/2014/main" id="{8C050FA7-01C9-482B-A808-1F8846577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8" name="9wq3_5_official_PredictedLigand_33">
            <a:extLst>
              <a:ext uri="{FF2B5EF4-FFF2-40B4-BE49-F238E27FC236}">
                <a16:creationId xmlns:a16="http://schemas.microsoft.com/office/drawing/2014/main" id="{E02EC3A1-A0F8-4EAA-9172-CF882E314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9" name="9wq3_5_official_PredictedLigand_34">
            <a:extLst>
              <a:ext uri="{FF2B5EF4-FFF2-40B4-BE49-F238E27FC236}">
                <a16:creationId xmlns:a16="http://schemas.microsoft.com/office/drawing/2014/main" id="{2B644916-0313-4D38-98A1-44CFE413D32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0" name="9wq3_5_official_PredictedLigand_35">
            <a:extLst>
              <a:ext uri="{FF2B5EF4-FFF2-40B4-BE49-F238E27FC236}">
                <a16:creationId xmlns:a16="http://schemas.microsoft.com/office/drawing/2014/main" id="{65A9C994-FDAF-4D43-A62B-68167E3DA5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1" name="9wq3_5_official_PredictedLigand_36">
            <a:extLst>
              <a:ext uri="{FF2B5EF4-FFF2-40B4-BE49-F238E27FC236}">
                <a16:creationId xmlns:a16="http://schemas.microsoft.com/office/drawing/2014/main" id="{8021A177-AA36-41FB-B0C4-E9554C0AC8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2" name="9wq3_5_official_PredictedLigand_37">
            <a:extLst>
              <a:ext uri="{FF2B5EF4-FFF2-40B4-BE49-F238E27FC236}">
                <a16:creationId xmlns:a16="http://schemas.microsoft.com/office/drawing/2014/main" id="{D1CB7BE3-D9B7-4174-90A7-43B294E738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wq3_5_official_PredictedLigand_38">
            <a:extLst>
              <a:ext uri="{FF2B5EF4-FFF2-40B4-BE49-F238E27FC236}">
                <a16:creationId xmlns:a16="http://schemas.microsoft.com/office/drawing/2014/main" id="{A81035A6-90AD-4D8B-9100-3E4F9A8FE8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wq3_5_official_PredictedLigand_39">
            <a:extLst>
              <a:ext uri="{FF2B5EF4-FFF2-40B4-BE49-F238E27FC236}">
                <a16:creationId xmlns:a16="http://schemas.microsoft.com/office/drawing/2014/main" id="{BB292711-A95D-48EF-AC77-EDEE138C58E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wq3_5_official_PredictedLigand_40">
            <a:extLst>
              <a:ext uri="{FF2B5EF4-FFF2-40B4-BE49-F238E27FC236}">
                <a16:creationId xmlns:a16="http://schemas.microsoft.com/office/drawing/2014/main" id="{1B373F6E-9F56-42D8-8620-F4D2C15385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wq3_5_official_PredictedLigand_41">
            <a:extLst>
              <a:ext uri="{FF2B5EF4-FFF2-40B4-BE49-F238E27FC236}">
                <a16:creationId xmlns:a16="http://schemas.microsoft.com/office/drawing/2014/main" id="{5AD308B9-F85A-4B96-8778-A6FD7724B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wq3_5_official_PredictedLigand_42">
            <a:extLst>
              <a:ext uri="{FF2B5EF4-FFF2-40B4-BE49-F238E27FC236}">
                <a16:creationId xmlns:a16="http://schemas.microsoft.com/office/drawing/2014/main" id="{BD48F26D-8612-4A82-9DCF-7258B14F9C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wq3_5_official_PredictedLigand_43">
            <a:extLst>
              <a:ext uri="{FF2B5EF4-FFF2-40B4-BE49-F238E27FC236}">
                <a16:creationId xmlns:a16="http://schemas.microsoft.com/office/drawing/2014/main" id="{BAB99542-857B-4644-ACB2-3E7CB5F944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wq3_5_official_PredictedLigand_44">
            <a:extLst>
              <a:ext uri="{FF2B5EF4-FFF2-40B4-BE49-F238E27FC236}">
                <a16:creationId xmlns:a16="http://schemas.microsoft.com/office/drawing/2014/main" id="{DBA064C7-CC6E-4331-8418-A3746FE6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wq3_5_official_PredictedLigand_45">
            <a:extLst>
              <a:ext uri="{FF2B5EF4-FFF2-40B4-BE49-F238E27FC236}">
                <a16:creationId xmlns:a16="http://schemas.microsoft.com/office/drawing/2014/main" id="{97D9DD82-EF32-4385-9922-B2871C27D9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wq3_5_official_PredictedLigand_46">
            <a:extLst>
              <a:ext uri="{FF2B5EF4-FFF2-40B4-BE49-F238E27FC236}">
                <a16:creationId xmlns:a16="http://schemas.microsoft.com/office/drawing/2014/main" id="{28B9B684-056E-4A21-A707-9F03B685D0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wq3_5_official_PredictedLigand_47">
            <a:extLst>
              <a:ext uri="{FF2B5EF4-FFF2-40B4-BE49-F238E27FC236}">
                <a16:creationId xmlns:a16="http://schemas.microsoft.com/office/drawing/2014/main" id="{58EF4F93-5990-4AC7-AC56-8975A2317BA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wq3_5_official_PredictedLigand_48">
            <a:extLst>
              <a:ext uri="{FF2B5EF4-FFF2-40B4-BE49-F238E27FC236}">
                <a16:creationId xmlns:a16="http://schemas.microsoft.com/office/drawing/2014/main" id="{250FFB99-FA73-4178-A77F-0FA362F24A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wq3_5_official_PredictedAtoms_0">
            <a:extLst>
              <a:ext uri="{FF2B5EF4-FFF2-40B4-BE49-F238E27FC236}">
                <a16:creationId xmlns:a16="http://schemas.microsoft.com/office/drawing/2014/main" id="{6A198B89-03B9-450E-A518-73380DB73894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05" name="9wq3_5_official_PredictedAtoms_1">
            <a:extLst>
              <a:ext uri="{FF2B5EF4-FFF2-40B4-BE49-F238E27FC236}">
                <a16:creationId xmlns:a16="http://schemas.microsoft.com/office/drawing/2014/main" id="{DB062EFC-F33A-4FD0-8DAC-4E5B91F65D7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06" name="9wq3_5_official_PredictedAtoms_2">
            <a:extLst>
              <a:ext uri="{FF2B5EF4-FFF2-40B4-BE49-F238E27FC236}">
                <a16:creationId xmlns:a16="http://schemas.microsoft.com/office/drawing/2014/main" id="{87340829-BB9B-4A34-BBC8-6DD4ED590228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07" name="9wq3_5_official_PredictedAtoms_3">
            <a:extLst>
              <a:ext uri="{FF2B5EF4-FFF2-40B4-BE49-F238E27FC236}">
                <a16:creationId xmlns:a16="http://schemas.microsoft.com/office/drawing/2014/main" id="{68EBA6AC-4C78-49EC-92A1-FAC2F2C23C96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08" name="9wq3_5_official_PredictedAtoms_4">
            <a:extLst>
              <a:ext uri="{FF2B5EF4-FFF2-40B4-BE49-F238E27FC236}">
                <a16:creationId xmlns:a16="http://schemas.microsoft.com/office/drawing/2014/main" id="{810D5BDB-8630-4DD4-9E2F-4847938748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09" name="9wq3_5_official_PredictedAtoms_5">
            <a:extLst>
              <a:ext uri="{FF2B5EF4-FFF2-40B4-BE49-F238E27FC236}">
                <a16:creationId xmlns:a16="http://schemas.microsoft.com/office/drawing/2014/main" id="{5B080036-403C-4887-8AB6-096723DC2212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0" name="9wq3_5_official_PredictedAtoms_6">
            <a:extLst>
              <a:ext uri="{FF2B5EF4-FFF2-40B4-BE49-F238E27FC236}">
                <a16:creationId xmlns:a16="http://schemas.microsoft.com/office/drawing/2014/main" id="{5DFC6B12-504A-4AC3-886D-9396AEB8C2F3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1" name="9wq3_5_official_PredictedAtoms_7">
            <a:extLst>
              <a:ext uri="{FF2B5EF4-FFF2-40B4-BE49-F238E27FC236}">
                <a16:creationId xmlns:a16="http://schemas.microsoft.com/office/drawing/2014/main" id="{B1FB5CDB-070A-4C7A-853E-C698B6AB1767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2" name="9wq3_5_official_PredictedAtoms_8">
            <a:extLst>
              <a:ext uri="{FF2B5EF4-FFF2-40B4-BE49-F238E27FC236}">
                <a16:creationId xmlns:a16="http://schemas.microsoft.com/office/drawing/2014/main" id="{D567C8B3-A0DD-486D-ACB6-A11161A4D5B4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3" name="9wq3_5_official_PredictedAtoms_9">
            <a:extLst>
              <a:ext uri="{FF2B5EF4-FFF2-40B4-BE49-F238E27FC236}">
                <a16:creationId xmlns:a16="http://schemas.microsoft.com/office/drawing/2014/main" id="{169AAFC5-9B14-4357-A6A0-6E00F9643DE6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4" name="9wq3_5_official_PredictedAtoms_10">
            <a:extLst>
              <a:ext uri="{FF2B5EF4-FFF2-40B4-BE49-F238E27FC236}">
                <a16:creationId xmlns:a16="http://schemas.microsoft.com/office/drawing/2014/main" id="{D36058DB-504E-4D1D-88F0-D45E38FBE6F2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5" name="9wq3_5_official_PredictedAtoms_11">
            <a:extLst>
              <a:ext uri="{FF2B5EF4-FFF2-40B4-BE49-F238E27FC236}">
                <a16:creationId xmlns:a16="http://schemas.microsoft.com/office/drawing/2014/main" id="{422E0A8C-D6D4-4B00-B03F-8D8C5DC9952C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16" name="9wq3_5_official_PredictedAtoms_12">
            <a:extLst>
              <a:ext uri="{FF2B5EF4-FFF2-40B4-BE49-F238E27FC236}">
                <a16:creationId xmlns:a16="http://schemas.microsoft.com/office/drawing/2014/main" id="{DEA0153A-DDBC-48D7-AE43-C058192DB5FC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7" name="9wq3_5_official_PredictedAtoms_13">
            <a:extLst>
              <a:ext uri="{FF2B5EF4-FFF2-40B4-BE49-F238E27FC236}">
                <a16:creationId xmlns:a16="http://schemas.microsoft.com/office/drawing/2014/main" id="{F4CC74ED-9305-43B9-9DF3-AC6AB236F503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18" name="9wq3_5_official_PredictedAtoms_14">
            <a:extLst>
              <a:ext uri="{FF2B5EF4-FFF2-40B4-BE49-F238E27FC236}">
                <a16:creationId xmlns:a16="http://schemas.microsoft.com/office/drawing/2014/main" id="{1A6090F4-67EC-4E25-AE10-7FC2BB0AE16C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19" name="9wq3_5_official_PredictedAtoms_15">
            <a:extLst>
              <a:ext uri="{FF2B5EF4-FFF2-40B4-BE49-F238E27FC236}">
                <a16:creationId xmlns:a16="http://schemas.microsoft.com/office/drawing/2014/main" id="{7105A268-9CB5-408B-9B15-A0D65B849D4F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0" name="9wq3_5_official_PredictedAtoms_16">
            <a:extLst>
              <a:ext uri="{FF2B5EF4-FFF2-40B4-BE49-F238E27FC236}">
                <a16:creationId xmlns:a16="http://schemas.microsoft.com/office/drawing/2014/main" id="{571F3B43-2B76-47CA-91B5-D0B32DE895DB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1" name="9wq3_5_official_PredictedAtoms_17">
            <a:extLst>
              <a:ext uri="{FF2B5EF4-FFF2-40B4-BE49-F238E27FC236}">
                <a16:creationId xmlns:a16="http://schemas.microsoft.com/office/drawing/2014/main" id="{3CBA3201-FA3D-4412-9922-6664B003AAE1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22" name="9wq3_5_official_PredictedAtoms_18">
            <a:extLst>
              <a:ext uri="{FF2B5EF4-FFF2-40B4-BE49-F238E27FC236}">
                <a16:creationId xmlns:a16="http://schemas.microsoft.com/office/drawing/2014/main" id="{63D32F56-BA91-4070-B46E-585E9F51F371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3" name="9wq3_5_official_PredictedAtoms_19">
            <a:extLst>
              <a:ext uri="{FF2B5EF4-FFF2-40B4-BE49-F238E27FC236}">
                <a16:creationId xmlns:a16="http://schemas.microsoft.com/office/drawing/2014/main" id="{893DFBB5-7117-4B1B-8332-E7E2CE382127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4" name="9wq3_5_official_PredictedAtoms_20">
            <a:extLst>
              <a:ext uri="{FF2B5EF4-FFF2-40B4-BE49-F238E27FC236}">
                <a16:creationId xmlns:a16="http://schemas.microsoft.com/office/drawing/2014/main" id="{45922FF5-EAFC-47EC-A054-BB05FF4A83F5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5" name="9wq3_5_official_PredictedAtoms_21">
            <a:extLst>
              <a:ext uri="{FF2B5EF4-FFF2-40B4-BE49-F238E27FC236}">
                <a16:creationId xmlns:a16="http://schemas.microsoft.com/office/drawing/2014/main" id="{9B2F1A19-E1BB-4DCE-9192-CFE939A6ABA2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wq3_5_official_PredictedAtoms_22">
            <a:extLst>
              <a:ext uri="{FF2B5EF4-FFF2-40B4-BE49-F238E27FC236}">
                <a16:creationId xmlns:a16="http://schemas.microsoft.com/office/drawing/2014/main" id="{F1D368A3-8E9B-4463-BCC7-702C042F6FF7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wq3_5_official_PredictedAtoms_23">
            <a:extLst>
              <a:ext uri="{FF2B5EF4-FFF2-40B4-BE49-F238E27FC236}">
                <a16:creationId xmlns:a16="http://schemas.microsoft.com/office/drawing/2014/main" id="{DDC4A4C4-447E-4708-84F7-072E305EE116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28" name="9wq3_5_official_PredictedAtoms_24">
            <a:extLst>
              <a:ext uri="{FF2B5EF4-FFF2-40B4-BE49-F238E27FC236}">
                <a16:creationId xmlns:a16="http://schemas.microsoft.com/office/drawing/2014/main" id="{19944FCD-3466-4C7B-9EE5-2BE51E859359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wq3_5_official_PredictedAtoms_25">
            <a:extLst>
              <a:ext uri="{FF2B5EF4-FFF2-40B4-BE49-F238E27FC236}">
                <a16:creationId xmlns:a16="http://schemas.microsoft.com/office/drawing/2014/main" id="{E061C536-3866-4A3F-BA44-797504ECEB1C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30" name="9wq3_5_official_PredictedAtoms_26">
            <a:extLst>
              <a:ext uri="{FF2B5EF4-FFF2-40B4-BE49-F238E27FC236}">
                <a16:creationId xmlns:a16="http://schemas.microsoft.com/office/drawing/2014/main" id="{FA2A25E9-0F23-4219-B4B2-D06D8B045257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wq3_5_official_PredictedAtoms_31">
            <a:extLst>
              <a:ext uri="{FF2B5EF4-FFF2-40B4-BE49-F238E27FC236}">
                <a16:creationId xmlns:a16="http://schemas.microsoft.com/office/drawing/2014/main" id="{2D9D1B0A-E764-49AB-95B9-CE441AED138D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32" name="9wq3_5_official_PredictedAtoms_32">
            <a:extLst>
              <a:ext uri="{FF2B5EF4-FFF2-40B4-BE49-F238E27FC236}">
                <a16:creationId xmlns:a16="http://schemas.microsoft.com/office/drawing/2014/main" id="{3321467F-38AC-4D2A-AED1-C371F6F24486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33" name="9wq3_5_official_PredictedAtoms_33">
            <a:extLst>
              <a:ext uri="{FF2B5EF4-FFF2-40B4-BE49-F238E27FC236}">
                <a16:creationId xmlns:a16="http://schemas.microsoft.com/office/drawing/2014/main" id="{A90C1541-3BE1-419E-93EB-133792CDDD40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wq3_5_official_PredictedAtoms_34">
            <a:extLst>
              <a:ext uri="{FF2B5EF4-FFF2-40B4-BE49-F238E27FC236}">
                <a16:creationId xmlns:a16="http://schemas.microsoft.com/office/drawing/2014/main" id="{B08ECDE1-CBB4-4E3F-9ECC-8A94FAD5DD45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5" name="9wq3_5_official_PredictedAtoms_35">
            <a:extLst>
              <a:ext uri="{FF2B5EF4-FFF2-40B4-BE49-F238E27FC236}">
                <a16:creationId xmlns:a16="http://schemas.microsoft.com/office/drawing/2014/main" id="{45F64DC0-9C5B-4342-A044-0F413009AE9E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wq3_5_official_PredictedAtoms_36">
            <a:extLst>
              <a:ext uri="{FF2B5EF4-FFF2-40B4-BE49-F238E27FC236}">
                <a16:creationId xmlns:a16="http://schemas.microsoft.com/office/drawing/2014/main" id="{CFD95FB8-BE26-4427-A8A2-3C9FCE880E01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wq3_5_official_PredictedAtoms_37">
            <a:extLst>
              <a:ext uri="{FF2B5EF4-FFF2-40B4-BE49-F238E27FC236}">
                <a16:creationId xmlns:a16="http://schemas.microsoft.com/office/drawing/2014/main" id="{7166180B-6B57-45AF-88A2-E57721EA940F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8" name="9wq3_5_official_PredictedAtoms_38">
            <a:extLst>
              <a:ext uri="{FF2B5EF4-FFF2-40B4-BE49-F238E27FC236}">
                <a16:creationId xmlns:a16="http://schemas.microsoft.com/office/drawing/2014/main" id="{5B9E2FE9-A282-4D96-AEFC-631C671FB788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39" name="9wq3_5_official_PredictedAtoms_39">
            <a:extLst>
              <a:ext uri="{FF2B5EF4-FFF2-40B4-BE49-F238E27FC236}">
                <a16:creationId xmlns:a16="http://schemas.microsoft.com/office/drawing/2014/main" id="{2025AF37-E034-4367-96D7-A9B5C27CF65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0" name="9wq3_5_official_PredictedAtoms_40">
            <a:extLst>
              <a:ext uri="{FF2B5EF4-FFF2-40B4-BE49-F238E27FC236}">
                <a16:creationId xmlns:a16="http://schemas.microsoft.com/office/drawing/2014/main" id="{DA51B2FC-BCB0-48A6-B464-300DF93070F9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1" name="9wq3_5_official_PredictedAtoms_41">
            <a:extLst>
              <a:ext uri="{FF2B5EF4-FFF2-40B4-BE49-F238E27FC236}">
                <a16:creationId xmlns:a16="http://schemas.microsoft.com/office/drawing/2014/main" id="{829A9FAB-E75C-4911-A089-9BFAAC853B5C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2" name="9wq3_5_official_PredictedAtoms_42">
            <a:extLst>
              <a:ext uri="{FF2B5EF4-FFF2-40B4-BE49-F238E27FC236}">
                <a16:creationId xmlns:a16="http://schemas.microsoft.com/office/drawing/2014/main" id="{CC103937-F1BD-48D9-A34D-8B64F291D0C0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wq3_5_official_PredictedAtoms_43">
            <a:extLst>
              <a:ext uri="{FF2B5EF4-FFF2-40B4-BE49-F238E27FC236}">
                <a16:creationId xmlns:a16="http://schemas.microsoft.com/office/drawing/2014/main" id="{6ACD3B26-6FBB-4C30-BC56-09014BDBEF18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wq3_5_official_PredictedAtoms_44">
            <a:extLst>
              <a:ext uri="{FF2B5EF4-FFF2-40B4-BE49-F238E27FC236}">
                <a16:creationId xmlns:a16="http://schemas.microsoft.com/office/drawing/2014/main" id="{9A0ABACC-7A48-4F62-BBFE-CF9AE3EE6286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5" name="stage3-cases-clash_25">
            <a:extLst>
              <a:ext uri="{FF2B5EF4-FFF2-40B4-BE49-F238E27FC236}">
                <a16:creationId xmlns:a16="http://schemas.microsoft.com/office/drawing/2014/main" id="{53AE4838-76A6-42AC-A478-1878080C2D3C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746" name="9wq3_5_tuned_Receptor">
            <a:extLst>
              <a:ext uri="{FF2B5EF4-FFF2-40B4-BE49-F238E27FC236}">
                <a16:creationId xmlns:a16="http://schemas.microsoft.com/office/drawing/2014/main" id="{22EAAEBC-9A80-4B0B-80B2-CB8522B4DAE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47" name="9wq3_5_tuned_ExperimentalDensity">
            <a:extLst>
              <a:ext uri="{FF2B5EF4-FFF2-40B4-BE49-F238E27FC236}">
                <a16:creationId xmlns:a16="http://schemas.microsoft.com/office/drawing/2014/main" id="{76D61BA5-7AC4-4F01-AED1-F47DA0AADF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48" name="9wq3_5_tuned_ReferenceLigand_0">
            <a:extLst>
              <a:ext uri="{FF2B5EF4-FFF2-40B4-BE49-F238E27FC236}">
                <a16:creationId xmlns:a16="http://schemas.microsoft.com/office/drawing/2014/main" id="{B9198264-5D41-4D4E-A949-4A58DEEE68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q3_5_tuned_ReferenceLigand_1">
            <a:extLst>
              <a:ext uri="{FF2B5EF4-FFF2-40B4-BE49-F238E27FC236}">
                <a16:creationId xmlns:a16="http://schemas.microsoft.com/office/drawing/2014/main" id="{562B7EB3-1928-4DF8-97A3-C2C76D77E8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q3_5_tuned_ReferenceLigand_2">
            <a:extLst>
              <a:ext uri="{FF2B5EF4-FFF2-40B4-BE49-F238E27FC236}">
                <a16:creationId xmlns:a16="http://schemas.microsoft.com/office/drawing/2014/main" id="{32123E5E-02CD-438A-AD3C-105575EA0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q3_5_tuned_ReferenceLigand_3">
            <a:extLst>
              <a:ext uri="{FF2B5EF4-FFF2-40B4-BE49-F238E27FC236}">
                <a16:creationId xmlns:a16="http://schemas.microsoft.com/office/drawing/2014/main" id="{FF8E4584-4336-4286-9392-F0BBB223A0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q3_5_tuned_ReferenceLigand_4">
            <a:extLst>
              <a:ext uri="{FF2B5EF4-FFF2-40B4-BE49-F238E27FC236}">
                <a16:creationId xmlns:a16="http://schemas.microsoft.com/office/drawing/2014/main" id="{58F67E51-D76B-442A-84AC-B5D272D1A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q3_5_tuned_ReferenceLigand_5">
            <a:extLst>
              <a:ext uri="{FF2B5EF4-FFF2-40B4-BE49-F238E27FC236}">
                <a16:creationId xmlns:a16="http://schemas.microsoft.com/office/drawing/2014/main" id="{CE739151-E531-40BC-9B85-AA3AD24242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q3_5_tuned_ReferenceLigand_6">
            <a:extLst>
              <a:ext uri="{FF2B5EF4-FFF2-40B4-BE49-F238E27FC236}">
                <a16:creationId xmlns:a16="http://schemas.microsoft.com/office/drawing/2014/main" id="{1524CE78-4501-4579-A2EE-B06E7A16E2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q3_5_tuned_ReferenceLigand_7">
            <a:extLst>
              <a:ext uri="{FF2B5EF4-FFF2-40B4-BE49-F238E27FC236}">
                <a16:creationId xmlns:a16="http://schemas.microsoft.com/office/drawing/2014/main" id="{845DB316-ED8A-4DFE-8DDB-ADEF1AEB5A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q3_5_tuned_ReferenceLigand_8">
            <a:extLst>
              <a:ext uri="{FF2B5EF4-FFF2-40B4-BE49-F238E27FC236}">
                <a16:creationId xmlns:a16="http://schemas.microsoft.com/office/drawing/2014/main" id="{9D90099F-6A29-4AF0-9589-7F37900D46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q3_5_tuned_ReferenceLigand_9">
            <a:extLst>
              <a:ext uri="{FF2B5EF4-FFF2-40B4-BE49-F238E27FC236}">
                <a16:creationId xmlns:a16="http://schemas.microsoft.com/office/drawing/2014/main" id="{AA1C0735-9CE5-4A43-9D39-E76D042472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q3_5_tuned_ReferenceLigand_10">
            <a:extLst>
              <a:ext uri="{FF2B5EF4-FFF2-40B4-BE49-F238E27FC236}">
                <a16:creationId xmlns:a16="http://schemas.microsoft.com/office/drawing/2014/main" id="{1C199ADC-CEB0-46BA-B047-8EC6D1FED9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q3_5_tuned_ReferenceLigand_11">
            <a:extLst>
              <a:ext uri="{FF2B5EF4-FFF2-40B4-BE49-F238E27FC236}">
                <a16:creationId xmlns:a16="http://schemas.microsoft.com/office/drawing/2014/main" id="{11E65CC6-43C1-42C0-9CF4-C4EE1AC712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q3_5_tuned_ReferenceLigand_12">
            <a:extLst>
              <a:ext uri="{FF2B5EF4-FFF2-40B4-BE49-F238E27FC236}">
                <a16:creationId xmlns:a16="http://schemas.microsoft.com/office/drawing/2014/main" id="{291AF19F-B3ED-4A6B-94B0-E0725BF4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q3_5_tuned_ReferenceLigand_13">
            <a:extLst>
              <a:ext uri="{FF2B5EF4-FFF2-40B4-BE49-F238E27FC236}">
                <a16:creationId xmlns:a16="http://schemas.microsoft.com/office/drawing/2014/main" id="{E5E86250-5A14-490A-9AFC-6BDF6E9950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q3_5_tuned_ReferenceLigand_14">
            <a:extLst>
              <a:ext uri="{FF2B5EF4-FFF2-40B4-BE49-F238E27FC236}">
                <a16:creationId xmlns:a16="http://schemas.microsoft.com/office/drawing/2014/main" id="{E9395AE2-924C-4BE9-B51B-00956DBD16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q3_5_tuned_ReferenceLigand_15">
            <a:extLst>
              <a:ext uri="{FF2B5EF4-FFF2-40B4-BE49-F238E27FC236}">
                <a16:creationId xmlns:a16="http://schemas.microsoft.com/office/drawing/2014/main" id="{5BC8CC9A-1C2D-4263-A74C-506CE1EF1A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q3_5_tuned_ReferenceLigand_16">
            <a:extLst>
              <a:ext uri="{FF2B5EF4-FFF2-40B4-BE49-F238E27FC236}">
                <a16:creationId xmlns:a16="http://schemas.microsoft.com/office/drawing/2014/main" id="{4ABEA3A0-DEC5-4CCF-A153-7EC7EF9E7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q3_5_tuned_ReferenceLigand_17">
            <a:extLst>
              <a:ext uri="{FF2B5EF4-FFF2-40B4-BE49-F238E27FC236}">
                <a16:creationId xmlns:a16="http://schemas.microsoft.com/office/drawing/2014/main" id="{18ED5897-0099-4A44-90E9-A5BA9B5DD9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q3_5_tuned_ReferenceLigand_18">
            <a:extLst>
              <a:ext uri="{FF2B5EF4-FFF2-40B4-BE49-F238E27FC236}">
                <a16:creationId xmlns:a16="http://schemas.microsoft.com/office/drawing/2014/main" id="{AAC8C01D-69F7-4255-8EBA-39CE11976D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q3_5_tuned_ReferenceLigand_19">
            <a:extLst>
              <a:ext uri="{FF2B5EF4-FFF2-40B4-BE49-F238E27FC236}">
                <a16:creationId xmlns:a16="http://schemas.microsoft.com/office/drawing/2014/main" id="{F0AC5E1A-8D68-4240-9F7E-89CEF9406D8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q3_5_tuned_ReferenceLigand_20">
            <a:extLst>
              <a:ext uri="{FF2B5EF4-FFF2-40B4-BE49-F238E27FC236}">
                <a16:creationId xmlns:a16="http://schemas.microsoft.com/office/drawing/2014/main" id="{3EE3D623-800A-41F9-A00E-EC3CADBB3A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q3_5_tuned_ReferenceLigand_21">
            <a:extLst>
              <a:ext uri="{FF2B5EF4-FFF2-40B4-BE49-F238E27FC236}">
                <a16:creationId xmlns:a16="http://schemas.microsoft.com/office/drawing/2014/main" id="{6AF155F1-6BAF-411D-9D3E-0CF9C43E8BC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q3_5_tuned_ReferenceLigand_22">
            <a:extLst>
              <a:ext uri="{FF2B5EF4-FFF2-40B4-BE49-F238E27FC236}">
                <a16:creationId xmlns:a16="http://schemas.microsoft.com/office/drawing/2014/main" id="{A1675119-ED11-4522-9879-F4449F6DF5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q3_5_tuned_ReferenceLigand_23">
            <a:extLst>
              <a:ext uri="{FF2B5EF4-FFF2-40B4-BE49-F238E27FC236}">
                <a16:creationId xmlns:a16="http://schemas.microsoft.com/office/drawing/2014/main" id="{34CC3B88-5687-4F66-A591-012CC94518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q3_5_tuned_ReferenceLigand_24">
            <a:extLst>
              <a:ext uri="{FF2B5EF4-FFF2-40B4-BE49-F238E27FC236}">
                <a16:creationId xmlns:a16="http://schemas.microsoft.com/office/drawing/2014/main" id="{ADAEACDD-F1D9-4CA6-A7D3-87E47B3188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wq3_5_tuned_ReferenceLigand_25">
            <a:extLst>
              <a:ext uri="{FF2B5EF4-FFF2-40B4-BE49-F238E27FC236}">
                <a16:creationId xmlns:a16="http://schemas.microsoft.com/office/drawing/2014/main" id="{2776AD21-3D08-4ABD-B7BD-3C93C1A2A0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wq3_5_tuned_ReferenceLigand_26">
            <a:extLst>
              <a:ext uri="{FF2B5EF4-FFF2-40B4-BE49-F238E27FC236}">
                <a16:creationId xmlns:a16="http://schemas.microsoft.com/office/drawing/2014/main" id="{348AD4FF-BFB3-4244-830C-33391CBD03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wq3_5_tuned_ReferenceLigand_27">
            <a:extLst>
              <a:ext uri="{FF2B5EF4-FFF2-40B4-BE49-F238E27FC236}">
                <a16:creationId xmlns:a16="http://schemas.microsoft.com/office/drawing/2014/main" id="{C4F69633-0FA0-4287-810A-AF88A44C62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wq3_5_tuned_ReferenceLigand_28">
            <a:extLst>
              <a:ext uri="{FF2B5EF4-FFF2-40B4-BE49-F238E27FC236}">
                <a16:creationId xmlns:a16="http://schemas.microsoft.com/office/drawing/2014/main" id="{00ACD1A0-FA6C-4954-9DE1-560A533618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wq3_5_tuned_ReferenceLigand_29">
            <a:extLst>
              <a:ext uri="{FF2B5EF4-FFF2-40B4-BE49-F238E27FC236}">
                <a16:creationId xmlns:a16="http://schemas.microsoft.com/office/drawing/2014/main" id="{2EFCEEDA-92A4-4BCE-9AE0-DE4A9D4D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wq3_5_tuned_ReferenceLigand_30">
            <a:extLst>
              <a:ext uri="{FF2B5EF4-FFF2-40B4-BE49-F238E27FC236}">
                <a16:creationId xmlns:a16="http://schemas.microsoft.com/office/drawing/2014/main" id="{38541293-6A95-4290-BFAB-ED3F3A7EA1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wq3_5_tuned_ReferenceLigand_31">
            <a:extLst>
              <a:ext uri="{FF2B5EF4-FFF2-40B4-BE49-F238E27FC236}">
                <a16:creationId xmlns:a16="http://schemas.microsoft.com/office/drawing/2014/main" id="{8769A015-940C-4B8C-A0A7-4A244B9F2F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wq3_5_tuned_ReferenceLigand_32">
            <a:extLst>
              <a:ext uri="{FF2B5EF4-FFF2-40B4-BE49-F238E27FC236}">
                <a16:creationId xmlns:a16="http://schemas.microsoft.com/office/drawing/2014/main" id="{07D7133F-74DA-4F75-AB5C-159ED9E905B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wq3_5_tuned_ReferenceLigand_33">
            <a:extLst>
              <a:ext uri="{FF2B5EF4-FFF2-40B4-BE49-F238E27FC236}">
                <a16:creationId xmlns:a16="http://schemas.microsoft.com/office/drawing/2014/main" id="{A7A51AF2-2FBF-45DD-9D7A-B91EC2AD14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wq3_5_tuned_ReferenceLigand_34">
            <a:extLst>
              <a:ext uri="{FF2B5EF4-FFF2-40B4-BE49-F238E27FC236}">
                <a16:creationId xmlns:a16="http://schemas.microsoft.com/office/drawing/2014/main" id="{CDAD359C-8E43-4744-80D2-D335A34581B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wq3_5_tuned_ReferenceLigand_35">
            <a:extLst>
              <a:ext uri="{FF2B5EF4-FFF2-40B4-BE49-F238E27FC236}">
                <a16:creationId xmlns:a16="http://schemas.microsoft.com/office/drawing/2014/main" id="{5B460D62-90C1-48F4-97D8-4FB9E75E23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wq3_5_tuned_ReferenceLigand_36">
            <a:extLst>
              <a:ext uri="{FF2B5EF4-FFF2-40B4-BE49-F238E27FC236}">
                <a16:creationId xmlns:a16="http://schemas.microsoft.com/office/drawing/2014/main" id="{E654C99C-87EF-4BF4-BC1D-B308FCBCE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wq3_5_tuned_ReferenceLigand_37">
            <a:extLst>
              <a:ext uri="{FF2B5EF4-FFF2-40B4-BE49-F238E27FC236}">
                <a16:creationId xmlns:a16="http://schemas.microsoft.com/office/drawing/2014/main" id="{BE12CB02-49C3-42D4-8D8B-C67A67B45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wq3_5_tuned_ReferenceLigand_38">
            <a:extLst>
              <a:ext uri="{FF2B5EF4-FFF2-40B4-BE49-F238E27FC236}">
                <a16:creationId xmlns:a16="http://schemas.microsoft.com/office/drawing/2014/main" id="{A2FE9517-9D4C-44CF-B999-F52A73BE77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wq3_5_tuned_ReferenceLigand_39">
            <a:extLst>
              <a:ext uri="{FF2B5EF4-FFF2-40B4-BE49-F238E27FC236}">
                <a16:creationId xmlns:a16="http://schemas.microsoft.com/office/drawing/2014/main" id="{8D85248F-5734-4C2F-B873-3FCB6C0CD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wq3_5_tuned_ReferenceLigand_40">
            <a:extLst>
              <a:ext uri="{FF2B5EF4-FFF2-40B4-BE49-F238E27FC236}">
                <a16:creationId xmlns:a16="http://schemas.microsoft.com/office/drawing/2014/main" id="{6493EF90-589F-4907-A114-705DC80439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wq3_5_tuned_ReferenceLigand_41">
            <a:extLst>
              <a:ext uri="{FF2B5EF4-FFF2-40B4-BE49-F238E27FC236}">
                <a16:creationId xmlns:a16="http://schemas.microsoft.com/office/drawing/2014/main" id="{BC4B9240-6890-4D0F-B035-BDAF661DC1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wq3_5_tuned_ReferenceLigand_42">
            <a:extLst>
              <a:ext uri="{FF2B5EF4-FFF2-40B4-BE49-F238E27FC236}">
                <a16:creationId xmlns:a16="http://schemas.microsoft.com/office/drawing/2014/main" id="{CC9D38EE-34D6-45DD-9208-EADE6D54E7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wq3_5_tuned_ReferenceLigand_43">
            <a:extLst>
              <a:ext uri="{FF2B5EF4-FFF2-40B4-BE49-F238E27FC236}">
                <a16:creationId xmlns:a16="http://schemas.microsoft.com/office/drawing/2014/main" id="{1DBDB7CB-7774-4DCB-BF91-43F9220D74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wq3_5_tuned_ReferenceLigand_44">
            <a:extLst>
              <a:ext uri="{FF2B5EF4-FFF2-40B4-BE49-F238E27FC236}">
                <a16:creationId xmlns:a16="http://schemas.microsoft.com/office/drawing/2014/main" id="{717BE004-8C36-400B-B148-7649429107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wq3_5_tuned_ReferenceLigand_45">
            <a:extLst>
              <a:ext uri="{FF2B5EF4-FFF2-40B4-BE49-F238E27FC236}">
                <a16:creationId xmlns:a16="http://schemas.microsoft.com/office/drawing/2014/main" id="{4C9AA58B-3BAA-49CD-AC8E-D0EA170E87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wq3_5_tuned_ReferenceLigand_46">
            <a:extLst>
              <a:ext uri="{FF2B5EF4-FFF2-40B4-BE49-F238E27FC236}">
                <a16:creationId xmlns:a16="http://schemas.microsoft.com/office/drawing/2014/main" id="{0F8B0A85-4995-4CD4-9C73-B2CBA2C9A6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wq3_5_tuned_ReferenceLigand_47">
            <a:extLst>
              <a:ext uri="{FF2B5EF4-FFF2-40B4-BE49-F238E27FC236}">
                <a16:creationId xmlns:a16="http://schemas.microsoft.com/office/drawing/2014/main" id="{2C158C6C-A758-4297-B1E1-5A741D52FF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wq3_5_tuned_ReferenceLigand_48">
            <a:extLst>
              <a:ext uri="{FF2B5EF4-FFF2-40B4-BE49-F238E27FC236}">
                <a16:creationId xmlns:a16="http://schemas.microsoft.com/office/drawing/2014/main" id="{6C116BD8-FD2D-4099-88C3-2B3402150B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wq3_5_tuned_ReferenceLigand_49">
            <a:extLst>
              <a:ext uri="{FF2B5EF4-FFF2-40B4-BE49-F238E27FC236}">
                <a16:creationId xmlns:a16="http://schemas.microsoft.com/office/drawing/2014/main" id="{764FB053-666E-4889-A579-975A5FE3E4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wq3_5_tuned_ReferenceLigand_50">
            <a:extLst>
              <a:ext uri="{FF2B5EF4-FFF2-40B4-BE49-F238E27FC236}">
                <a16:creationId xmlns:a16="http://schemas.microsoft.com/office/drawing/2014/main" id="{5E200118-5956-457A-99F0-77EFDCCB22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wq3_5_tuned_PredictedLigand_0">
            <a:extLst>
              <a:ext uri="{FF2B5EF4-FFF2-40B4-BE49-F238E27FC236}">
                <a16:creationId xmlns:a16="http://schemas.microsoft.com/office/drawing/2014/main" id="{026ECB00-121E-49F7-80A6-CA6AC5118CF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wq3_5_tuned_PredictedLigand_1">
            <a:extLst>
              <a:ext uri="{FF2B5EF4-FFF2-40B4-BE49-F238E27FC236}">
                <a16:creationId xmlns:a16="http://schemas.microsoft.com/office/drawing/2014/main" id="{DFCCCF29-3F59-4134-BBFE-1F8BB16BF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wq3_5_tuned_PredictedLigand_2">
            <a:extLst>
              <a:ext uri="{FF2B5EF4-FFF2-40B4-BE49-F238E27FC236}">
                <a16:creationId xmlns:a16="http://schemas.microsoft.com/office/drawing/2014/main" id="{32D68D34-00D6-44CD-9526-0563CB65DD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wq3_5_tuned_PredictedLigand_3">
            <a:extLst>
              <a:ext uri="{FF2B5EF4-FFF2-40B4-BE49-F238E27FC236}">
                <a16:creationId xmlns:a16="http://schemas.microsoft.com/office/drawing/2014/main" id="{8A553399-097B-4645-B6CB-A5A5E7634F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wq3_5_tuned_PredictedLigand_4">
            <a:extLst>
              <a:ext uri="{FF2B5EF4-FFF2-40B4-BE49-F238E27FC236}">
                <a16:creationId xmlns:a16="http://schemas.microsoft.com/office/drawing/2014/main" id="{7EFAD80B-A7D5-4187-B529-DAC57AC5EE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wq3_5_tuned_PredictedLigand_5">
            <a:extLst>
              <a:ext uri="{FF2B5EF4-FFF2-40B4-BE49-F238E27FC236}">
                <a16:creationId xmlns:a16="http://schemas.microsoft.com/office/drawing/2014/main" id="{6644C505-ACAF-474D-A188-ECF7FA7844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wq3_5_tuned_PredictedLigand_6">
            <a:extLst>
              <a:ext uri="{FF2B5EF4-FFF2-40B4-BE49-F238E27FC236}">
                <a16:creationId xmlns:a16="http://schemas.microsoft.com/office/drawing/2014/main" id="{01DE2C78-8E56-4868-BCA9-6F9CA75DE2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wq3_5_tuned_PredictedLigand_7">
            <a:extLst>
              <a:ext uri="{FF2B5EF4-FFF2-40B4-BE49-F238E27FC236}">
                <a16:creationId xmlns:a16="http://schemas.microsoft.com/office/drawing/2014/main" id="{41D252AE-42B7-4729-8F2A-D3391DFBB1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wq3_5_tuned_PredictedLigand_8">
            <a:extLst>
              <a:ext uri="{FF2B5EF4-FFF2-40B4-BE49-F238E27FC236}">
                <a16:creationId xmlns:a16="http://schemas.microsoft.com/office/drawing/2014/main" id="{C350D9ED-E125-43B1-9612-57C04E2F5F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wq3_5_tuned_PredictedLigand_9">
            <a:extLst>
              <a:ext uri="{FF2B5EF4-FFF2-40B4-BE49-F238E27FC236}">
                <a16:creationId xmlns:a16="http://schemas.microsoft.com/office/drawing/2014/main" id="{67F30909-22A5-4DB5-8B34-D45E2D287B7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wq3_5_tuned_PredictedLigand_10">
            <a:extLst>
              <a:ext uri="{FF2B5EF4-FFF2-40B4-BE49-F238E27FC236}">
                <a16:creationId xmlns:a16="http://schemas.microsoft.com/office/drawing/2014/main" id="{76188FCE-087E-4D12-9ED8-D9E637AA2D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wq3_5_tuned_PredictedLigand_11">
            <a:extLst>
              <a:ext uri="{FF2B5EF4-FFF2-40B4-BE49-F238E27FC236}">
                <a16:creationId xmlns:a16="http://schemas.microsoft.com/office/drawing/2014/main" id="{F14E98C7-4A2D-4F83-B2B7-C84DA13F56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wq3_5_tuned_PredictedLigand_12">
            <a:extLst>
              <a:ext uri="{FF2B5EF4-FFF2-40B4-BE49-F238E27FC236}">
                <a16:creationId xmlns:a16="http://schemas.microsoft.com/office/drawing/2014/main" id="{541ED5AA-5A8B-456D-ABED-AF75084DCC4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wq3_5_tuned_PredictedLigand_13">
            <a:extLst>
              <a:ext uri="{FF2B5EF4-FFF2-40B4-BE49-F238E27FC236}">
                <a16:creationId xmlns:a16="http://schemas.microsoft.com/office/drawing/2014/main" id="{CE4B7FAE-6460-488E-9110-19486CCD84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wq3_5_tuned_PredictedLigand_14">
            <a:extLst>
              <a:ext uri="{FF2B5EF4-FFF2-40B4-BE49-F238E27FC236}">
                <a16:creationId xmlns:a16="http://schemas.microsoft.com/office/drawing/2014/main" id="{A24FB0EE-1EFD-49AE-BEA0-CEF0C03FE8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wq3_5_tuned_PredictedLigand_15">
            <a:extLst>
              <a:ext uri="{FF2B5EF4-FFF2-40B4-BE49-F238E27FC236}">
                <a16:creationId xmlns:a16="http://schemas.microsoft.com/office/drawing/2014/main" id="{9219D0C1-88B7-43BA-863C-FBC429CE17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wq3_5_tuned_PredictedLigand_16">
            <a:extLst>
              <a:ext uri="{FF2B5EF4-FFF2-40B4-BE49-F238E27FC236}">
                <a16:creationId xmlns:a16="http://schemas.microsoft.com/office/drawing/2014/main" id="{5FE67B70-DF03-44CA-A89B-6A88A872E4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wq3_5_tuned_PredictedLigand_17">
            <a:extLst>
              <a:ext uri="{FF2B5EF4-FFF2-40B4-BE49-F238E27FC236}">
                <a16:creationId xmlns:a16="http://schemas.microsoft.com/office/drawing/2014/main" id="{D2F9ED3F-6D8F-43F9-AF82-7EC08C0196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wq3_5_tuned_PredictedLigand_18">
            <a:extLst>
              <a:ext uri="{FF2B5EF4-FFF2-40B4-BE49-F238E27FC236}">
                <a16:creationId xmlns:a16="http://schemas.microsoft.com/office/drawing/2014/main" id="{0B16588B-2C11-4F0C-ABB3-45F36835A7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wq3_5_tuned_PredictedLigand_19">
            <a:extLst>
              <a:ext uri="{FF2B5EF4-FFF2-40B4-BE49-F238E27FC236}">
                <a16:creationId xmlns:a16="http://schemas.microsoft.com/office/drawing/2014/main" id="{49A73129-EFDF-417A-9170-B952D6CAA2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wq3_5_tuned_PredictedLigand_20">
            <a:extLst>
              <a:ext uri="{FF2B5EF4-FFF2-40B4-BE49-F238E27FC236}">
                <a16:creationId xmlns:a16="http://schemas.microsoft.com/office/drawing/2014/main" id="{C33464F9-D2A9-4FD4-AF57-A4D6CA20D9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wq3_5_tuned_PredictedLigand_21">
            <a:extLst>
              <a:ext uri="{FF2B5EF4-FFF2-40B4-BE49-F238E27FC236}">
                <a16:creationId xmlns:a16="http://schemas.microsoft.com/office/drawing/2014/main" id="{83453B9D-3095-4ACC-B298-960474B204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wq3_5_tuned_PredictedLigand_22">
            <a:extLst>
              <a:ext uri="{FF2B5EF4-FFF2-40B4-BE49-F238E27FC236}">
                <a16:creationId xmlns:a16="http://schemas.microsoft.com/office/drawing/2014/main" id="{CBFD1B03-2A1B-4D1B-82A1-82E1087C23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wq3_5_tuned_PredictedLigand_23">
            <a:extLst>
              <a:ext uri="{FF2B5EF4-FFF2-40B4-BE49-F238E27FC236}">
                <a16:creationId xmlns:a16="http://schemas.microsoft.com/office/drawing/2014/main" id="{8BB7A427-84EC-406D-9FD5-EE042D1BC26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wq3_5_tuned_PredictedLigand_24">
            <a:extLst>
              <a:ext uri="{FF2B5EF4-FFF2-40B4-BE49-F238E27FC236}">
                <a16:creationId xmlns:a16="http://schemas.microsoft.com/office/drawing/2014/main" id="{0B09D4AE-1C58-4CA5-B3DF-1BA48A2672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wq3_5_tuned_PredictedLigand_25">
            <a:extLst>
              <a:ext uri="{FF2B5EF4-FFF2-40B4-BE49-F238E27FC236}">
                <a16:creationId xmlns:a16="http://schemas.microsoft.com/office/drawing/2014/main" id="{9C2DBF53-74AB-4B42-95B3-5D8B5C8FAE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wq3_5_tuned_PredictedLigand_26">
            <a:extLst>
              <a:ext uri="{FF2B5EF4-FFF2-40B4-BE49-F238E27FC236}">
                <a16:creationId xmlns:a16="http://schemas.microsoft.com/office/drawing/2014/main" id="{7933DE3F-A1EE-4599-8425-337A7336F58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wq3_5_tuned_PredictedLigand_27">
            <a:extLst>
              <a:ext uri="{FF2B5EF4-FFF2-40B4-BE49-F238E27FC236}">
                <a16:creationId xmlns:a16="http://schemas.microsoft.com/office/drawing/2014/main" id="{46CC565D-EE4D-4072-ADDA-D2EEF2DD095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wq3_5_tuned_PredictedLigand_28">
            <a:extLst>
              <a:ext uri="{FF2B5EF4-FFF2-40B4-BE49-F238E27FC236}">
                <a16:creationId xmlns:a16="http://schemas.microsoft.com/office/drawing/2014/main" id="{04C145A5-C480-41F3-9624-C25A80F6EA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wq3_5_tuned_PredictedLigand_29">
            <a:extLst>
              <a:ext uri="{FF2B5EF4-FFF2-40B4-BE49-F238E27FC236}">
                <a16:creationId xmlns:a16="http://schemas.microsoft.com/office/drawing/2014/main" id="{F230EC7D-8291-407F-8D69-8DC38DBF13E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wq3_5_tuned_PredictedLigand_30">
            <a:extLst>
              <a:ext uri="{FF2B5EF4-FFF2-40B4-BE49-F238E27FC236}">
                <a16:creationId xmlns:a16="http://schemas.microsoft.com/office/drawing/2014/main" id="{8BE2FB51-F046-4489-9BCC-71F00ED6CAD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wq3_5_tuned_PredictedLigand_31">
            <a:extLst>
              <a:ext uri="{FF2B5EF4-FFF2-40B4-BE49-F238E27FC236}">
                <a16:creationId xmlns:a16="http://schemas.microsoft.com/office/drawing/2014/main" id="{3FFD3596-EED6-49EE-BD54-1A1BA7C994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wq3_5_tuned_PredictedLigand_32">
            <a:extLst>
              <a:ext uri="{FF2B5EF4-FFF2-40B4-BE49-F238E27FC236}">
                <a16:creationId xmlns:a16="http://schemas.microsoft.com/office/drawing/2014/main" id="{ABBD2097-EF68-4290-9487-A1956C1BB5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wq3_5_tuned_PredictedLigand_33">
            <a:extLst>
              <a:ext uri="{FF2B5EF4-FFF2-40B4-BE49-F238E27FC236}">
                <a16:creationId xmlns:a16="http://schemas.microsoft.com/office/drawing/2014/main" id="{F80C9572-15BA-4834-80A3-D542F85794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wq3_5_tuned_PredictedLigand_34">
            <a:extLst>
              <a:ext uri="{FF2B5EF4-FFF2-40B4-BE49-F238E27FC236}">
                <a16:creationId xmlns:a16="http://schemas.microsoft.com/office/drawing/2014/main" id="{BCEBFC3E-E6BB-44C3-9529-B91EF5BC4C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wq3_5_tuned_PredictedLigand_35">
            <a:extLst>
              <a:ext uri="{FF2B5EF4-FFF2-40B4-BE49-F238E27FC236}">
                <a16:creationId xmlns:a16="http://schemas.microsoft.com/office/drawing/2014/main" id="{EA3774BC-31CC-48F0-AA52-332ECBAEC6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wq3_5_tuned_PredictedLigand_36">
            <a:extLst>
              <a:ext uri="{FF2B5EF4-FFF2-40B4-BE49-F238E27FC236}">
                <a16:creationId xmlns:a16="http://schemas.microsoft.com/office/drawing/2014/main" id="{AC0EAC32-7F15-4BCA-8C0B-63DFFC28E5B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wq3_5_tuned_PredictedLigand_37">
            <a:extLst>
              <a:ext uri="{FF2B5EF4-FFF2-40B4-BE49-F238E27FC236}">
                <a16:creationId xmlns:a16="http://schemas.microsoft.com/office/drawing/2014/main" id="{E4DC6C18-5C29-4C36-8119-8E863053BEC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wq3_5_tuned_PredictedLigand_38">
            <a:extLst>
              <a:ext uri="{FF2B5EF4-FFF2-40B4-BE49-F238E27FC236}">
                <a16:creationId xmlns:a16="http://schemas.microsoft.com/office/drawing/2014/main" id="{C25D0048-3EBC-4E97-9946-8E7114AB73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wq3_5_tuned_PredictedLigand_39">
            <a:extLst>
              <a:ext uri="{FF2B5EF4-FFF2-40B4-BE49-F238E27FC236}">
                <a16:creationId xmlns:a16="http://schemas.microsoft.com/office/drawing/2014/main" id="{E7D794B6-002F-4F33-9A4B-CE1DFF6B86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wq3_5_tuned_PredictedLigand_40">
            <a:extLst>
              <a:ext uri="{FF2B5EF4-FFF2-40B4-BE49-F238E27FC236}">
                <a16:creationId xmlns:a16="http://schemas.microsoft.com/office/drawing/2014/main" id="{01C69DF4-C895-4890-8242-D38C38597A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wq3_5_tuned_PredictedLigand_41">
            <a:extLst>
              <a:ext uri="{FF2B5EF4-FFF2-40B4-BE49-F238E27FC236}">
                <a16:creationId xmlns:a16="http://schemas.microsoft.com/office/drawing/2014/main" id="{5343950E-9D4D-4887-904A-9A5F8CA700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wq3_5_tuned_PredictedLigand_42">
            <a:extLst>
              <a:ext uri="{FF2B5EF4-FFF2-40B4-BE49-F238E27FC236}">
                <a16:creationId xmlns:a16="http://schemas.microsoft.com/office/drawing/2014/main" id="{5C9C465F-09D0-4EB5-AEE4-74B786ABD1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wq3_5_tuned_PredictedLigand_43">
            <a:extLst>
              <a:ext uri="{FF2B5EF4-FFF2-40B4-BE49-F238E27FC236}">
                <a16:creationId xmlns:a16="http://schemas.microsoft.com/office/drawing/2014/main" id="{6A81B4CB-BB61-4D69-B9EC-F6E1AA62D7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wq3_5_tuned_PredictedLigand_44">
            <a:extLst>
              <a:ext uri="{FF2B5EF4-FFF2-40B4-BE49-F238E27FC236}">
                <a16:creationId xmlns:a16="http://schemas.microsoft.com/office/drawing/2014/main" id="{99B1EE41-A91B-437C-B788-78914C38627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4" name="9wq3_5_tuned_PredictedLigand_45">
            <a:extLst>
              <a:ext uri="{FF2B5EF4-FFF2-40B4-BE49-F238E27FC236}">
                <a16:creationId xmlns:a16="http://schemas.microsoft.com/office/drawing/2014/main" id="{176C905F-BFFD-4F91-8FC7-70EA3A3FF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5" name="9wq3_5_tuned_PredictedLigand_46">
            <a:extLst>
              <a:ext uri="{FF2B5EF4-FFF2-40B4-BE49-F238E27FC236}">
                <a16:creationId xmlns:a16="http://schemas.microsoft.com/office/drawing/2014/main" id="{99332611-320C-4CE8-BCEF-5FC626279B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6" name="9wq3_5_tuned_PredictedLigand_47">
            <a:extLst>
              <a:ext uri="{FF2B5EF4-FFF2-40B4-BE49-F238E27FC236}">
                <a16:creationId xmlns:a16="http://schemas.microsoft.com/office/drawing/2014/main" id="{A52616E4-9D76-4892-B4F9-C4617F16DD2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7" name="9wq3_5_tuned_PredictedLigand_48">
            <a:extLst>
              <a:ext uri="{FF2B5EF4-FFF2-40B4-BE49-F238E27FC236}">
                <a16:creationId xmlns:a16="http://schemas.microsoft.com/office/drawing/2014/main" id="{3F397B11-C358-4CE5-8D96-3F70DFD3D5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8" name="9wq3_5_tuned_PredictedLigand_49">
            <a:extLst>
              <a:ext uri="{FF2B5EF4-FFF2-40B4-BE49-F238E27FC236}">
                <a16:creationId xmlns:a16="http://schemas.microsoft.com/office/drawing/2014/main" id="{D731BC49-58D0-44DC-8226-FF15793A1FE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9" name="9wq3_5_tuned_PredictedLigand_50">
            <a:extLst>
              <a:ext uri="{FF2B5EF4-FFF2-40B4-BE49-F238E27FC236}">
                <a16:creationId xmlns:a16="http://schemas.microsoft.com/office/drawing/2014/main" id="{D7054A5D-78A9-4B5F-A038-C0808296666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0" name="9wq3_5_tuned_PredictedAtoms_0">
            <a:extLst>
              <a:ext uri="{FF2B5EF4-FFF2-40B4-BE49-F238E27FC236}">
                <a16:creationId xmlns:a16="http://schemas.microsoft.com/office/drawing/2014/main" id="{B9CAA4D4-2957-4660-8A53-50CFD9647BF8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1" name="9wq3_5_tuned_PredictedAtoms_1">
            <a:extLst>
              <a:ext uri="{FF2B5EF4-FFF2-40B4-BE49-F238E27FC236}">
                <a16:creationId xmlns:a16="http://schemas.microsoft.com/office/drawing/2014/main" id="{43E83F1F-AE98-4134-9C3B-32EEB9E21479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wq3_5_tuned_PredictedAtoms_2">
            <a:extLst>
              <a:ext uri="{FF2B5EF4-FFF2-40B4-BE49-F238E27FC236}">
                <a16:creationId xmlns:a16="http://schemas.microsoft.com/office/drawing/2014/main" id="{396CF261-9C28-412B-B094-872315C57951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wq3_5_tuned_PredictedAtoms_3">
            <a:extLst>
              <a:ext uri="{FF2B5EF4-FFF2-40B4-BE49-F238E27FC236}">
                <a16:creationId xmlns:a16="http://schemas.microsoft.com/office/drawing/2014/main" id="{5E26128C-3FE7-4278-9082-1D9F8ED2B336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54" name="9wq3_5_tuned_PredictedAtoms_4">
            <a:extLst>
              <a:ext uri="{FF2B5EF4-FFF2-40B4-BE49-F238E27FC236}">
                <a16:creationId xmlns:a16="http://schemas.microsoft.com/office/drawing/2014/main" id="{197A821A-CBA3-4BE3-A055-CEFD1574D054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wq3_5_tuned_PredictedAtoms_5">
            <a:extLst>
              <a:ext uri="{FF2B5EF4-FFF2-40B4-BE49-F238E27FC236}">
                <a16:creationId xmlns:a16="http://schemas.microsoft.com/office/drawing/2014/main" id="{3A68A59F-5F9D-48C2-842E-CA5DDD4BA665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56" name="9wq3_5_tuned_PredictedAtoms_6">
            <a:extLst>
              <a:ext uri="{FF2B5EF4-FFF2-40B4-BE49-F238E27FC236}">
                <a16:creationId xmlns:a16="http://schemas.microsoft.com/office/drawing/2014/main" id="{505E6BA7-CEC6-4DAF-9B2B-7E29A5AED81D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wq3_5_tuned_PredictedAtoms_7">
            <a:extLst>
              <a:ext uri="{FF2B5EF4-FFF2-40B4-BE49-F238E27FC236}">
                <a16:creationId xmlns:a16="http://schemas.microsoft.com/office/drawing/2014/main" id="{735ABED0-6D42-4FFE-A6FE-8B7D4D89C4B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wq3_5_tuned_PredictedAtoms_8">
            <a:extLst>
              <a:ext uri="{FF2B5EF4-FFF2-40B4-BE49-F238E27FC236}">
                <a16:creationId xmlns:a16="http://schemas.microsoft.com/office/drawing/2014/main" id="{8A1E9881-FDFF-4A0B-9202-4FDA71FE03D8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59" name="9wq3_5_tuned_PredictedAtoms_9">
            <a:extLst>
              <a:ext uri="{FF2B5EF4-FFF2-40B4-BE49-F238E27FC236}">
                <a16:creationId xmlns:a16="http://schemas.microsoft.com/office/drawing/2014/main" id="{5344B84A-940A-474C-8F8B-9D4AFD8BF5D7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0" name="9wq3_5_tuned_PredictedAtoms_10">
            <a:extLst>
              <a:ext uri="{FF2B5EF4-FFF2-40B4-BE49-F238E27FC236}">
                <a16:creationId xmlns:a16="http://schemas.microsoft.com/office/drawing/2014/main" id="{FB485542-FCC0-4739-B7C9-0E5230EE8240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wq3_5_tuned_PredictedAtoms_11">
            <a:extLst>
              <a:ext uri="{FF2B5EF4-FFF2-40B4-BE49-F238E27FC236}">
                <a16:creationId xmlns:a16="http://schemas.microsoft.com/office/drawing/2014/main" id="{68DEE61B-0300-46D6-B42A-D141789628D4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62" name="9wq3_5_tuned_PredictedAtoms_12">
            <a:extLst>
              <a:ext uri="{FF2B5EF4-FFF2-40B4-BE49-F238E27FC236}">
                <a16:creationId xmlns:a16="http://schemas.microsoft.com/office/drawing/2014/main" id="{BEC43E1B-D272-408D-ACAD-6C792365DCBC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wq3_5_tuned_PredictedAtoms_13">
            <a:extLst>
              <a:ext uri="{FF2B5EF4-FFF2-40B4-BE49-F238E27FC236}">
                <a16:creationId xmlns:a16="http://schemas.microsoft.com/office/drawing/2014/main" id="{F2CE08DE-D88D-42FD-9DD9-68E32268E095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4" name="9wq3_5_tuned_PredictedAtoms_14">
            <a:extLst>
              <a:ext uri="{FF2B5EF4-FFF2-40B4-BE49-F238E27FC236}">
                <a16:creationId xmlns:a16="http://schemas.microsoft.com/office/drawing/2014/main" id="{CA377125-4EED-4C8F-98FC-A48F9B54DED6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wq3_5_tuned_PredictedAtoms_15">
            <a:extLst>
              <a:ext uri="{FF2B5EF4-FFF2-40B4-BE49-F238E27FC236}">
                <a16:creationId xmlns:a16="http://schemas.microsoft.com/office/drawing/2014/main" id="{DF9E88EB-06E5-4EEA-9A2D-6CE04827F92F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wq3_5_tuned_PredictedAtoms_16">
            <a:extLst>
              <a:ext uri="{FF2B5EF4-FFF2-40B4-BE49-F238E27FC236}">
                <a16:creationId xmlns:a16="http://schemas.microsoft.com/office/drawing/2014/main" id="{E41FFCF1-EDD1-4DA6-B994-F4EF7E14B85F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7" name="9wq3_5_tuned_PredictedAtoms_17">
            <a:extLst>
              <a:ext uri="{FF2B5EF4-FFF2-40B4-BE49-F238E27FC236}">
                <a16:creationId xmlns:a16="http://schemas.microsoft.com/office/drawing/2014/main" id="{1E4929A2-8723-488E-91D0-01ECD518EA7C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8" name="9wq3_5_tuned_PredictedAtoms_18">
            <a:extLst>
              <a:ext uri="{FF2B5EF4-FFF2-40B4-BE49-F238E27FC236}">
                <a16:creationId xmlns:a16="http://schemas.microsoft.com/office/drawing/2014/main" id="{87527A94-BEC7-4994-925D-FE09A1ECA55C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wq3_5_tuned_PredictedAtoms_19">
            <a:extLst>
              <a:ext uri="{FF2B5EF4-FFF2-40B4-BE49-F238E27FC236}">
                <a16:creationId xmlns:a16="http://schemas.microsoft.com/office/drawing/2014/main" id="{84895FF6-AE58-4B9F-83BF-A15B65C5F074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0" name="9wq3_5_tuned_PredictedAtoms_20">
            <a:extLst>
              <a:ext uri="{FF2B5EF4-FFF2-40B4-BE49-F238E27FC236}">
                <a16:creationId xmlns:a16="http://schemas.microsoft.com/office/drawing/2014/main" id="{86311376-1472-4007-BF4E-F2DB8A0AD5B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1" name="9wq3_5_tuned_PredictedAtoms_21">
            <a:extLst>
              <a:ext uri="{FF2B5EF4-FFF2-40B4-BE49-F238E27FC236}">
                <a16:creationId xmlns:a16="http://schemas.microsoft.com/office/drawing/2014/main" id="{9DB66D31-90D5-49DE-9FC4-294433E0F581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wq3_5_tuned_PredictedAtoms_22">
            <a:extLst>
              <a:ext uri="{FF2B5EF4-FFF2-40B4-BE49-F238E27FC236}">
                <a16:creationId xmlns:a16="http://schemas.microsoft.com/office/drawing/2014/main" id="{3741D172-55A4-49B3-AB22-E40C7E0571FC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wq3_5_tuned_PredictedAtoms_23">
            <a:extLst>
              <a:ext uri="{FF2B5EF4-FFF2-40B4-BE49-F238E27FC236}">
                <a16:creationId xmlns:a16="http://schemas.microsoft.com/office/drawing/2014/main" id="{BBA22AF8-79D6-4325-8FB5-7A913EEFB416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4" name="9wq3_5_tuned_PredictedAtoms_24">
            <a:extLst>
              <a:ext uri="{FF2B5EF4-FFF2-40B4-BE49-F238E27FC236}">
                <a16:creationId xmlns:a16="http://schemas.microsoft.com/office/drawing/2014/main" id="{857C0F2D-6D28-435C-815D-16CA986BDEA3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wq3_5_tuned_PredictedAtoms_25">
            <a:extLst>
              <a:ext uri="{FF2B5EF4-FFF2-40B4-BE49-F238E27FC236}">
                <a16:creationId xmlns:a16="http://schemas.microsoft.com/office/drawing/2014/main" id="{5F244664-601E-47E8-9AB3-789D30D70A36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6" name="9wq3_5_tuned_PredictedAtoms_26">
            <a:extLst>
              <a:ext uri="{FF2B5EF4-FFF2-40B4-BE49-F238E27FC236}">
                <a16:creationId xmlns:a16="http://schemas.microsoft.com/office/drawing/2014/main" id="{F569E12E-292B-425E-84A8-4DC181AD0FC8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wq3_5_tuned_PredictedAtoms_27">
            <a:extLst>
              <a:ext uri="{FF2B5EF4-FFF2-40B4-BE49-F238E27FC236}">
                <a16:creationId xmlns:a16="http://schemas.microsoft.com/office/drawing/2014/main" id="{C2628C51-8305-4078-BDD9-E9C88C1BF2AB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wq3_5_tuned_PredictedAtoms_28">
            <a:extLst>
              <a:ext uri="{FF2B5EF4-FFF2-40B4-BE49-F238E27FC236}">
                <a16:creationId xmlns:a16="http://schemas.microsoft.com/office/drawing/2014/main" id="{8B98ABC7-B5C2-4947-9847-75429255843E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9" name="9wq3_5_tuned_PredictedAtoms_29">
            <a:extLst>
              <a:ext uri="{FF2B5EF4-FFF2-40B4-BE49-F238E27FC236}">
                <a16:creationId xmlns:a16="http://schemas.microsoft.com/office/drawing/2014/main" id="{6043553F-88CA-4EB4-9BD0-85B11063B87F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0" name="9wq3_5_tuned_PredictedAtoms_30">
            <a:extLst>
              <a:ext uri="{FF2B5EF4-FFF2-40B4-BE49-F238E27FC236}">
                <a16:creationId xmlns:a16="http://schemas.microsoft.com/office/drawing/2014/main" id="{39C44062-4C38-42D9-B0FE-EC5DBA572317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1" name="9wq3_5_tuned_PredictedAtoms_31">
            <a:extLst>
              <a:ext uri="{FF2B5EF4-FFF2-40B4-BE49-F238E27FC236}">
                <a16:creationId xmlns:a16="http://schemas.microsoft.com/office/drawing/2014/main" id="{B6965AAB-DFCF-4683-BBBA-704BD742DA07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2" name="9wq3_5_tuned_PredictedAtoms_32">
            <a:extLst>
              <a:ext uri="{FF2B5EF4-FFF2-40B4-BE49-F238E27FC236}">
                <a16:creationId xmlns:a16="http://schemas.microsoft.com/office/drawing/2014/main" id="{92515743-5667-4DDD-BD67-6E1FFF957E69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83" name="9wq3_5_tuned_PredictedAtoms_33">
            <a:extLst>
              <a:ext uri="{FF2B5EF4-FFF2-40B4-BE49-F238E27FC236}">
                <a16:creationId xmlns:a16="http://schemas.microsoft.com/office/drawing/2014/main" id="{834A84D8-ED6A-49DF-B8F7-DA65157EFE2D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4" name="9wq3_5_tuned_PredictedAtoms_34">
            <a:extLst>
              <a:ext uri="{FF2B5EF4-FFF2-40B4-BE49-F238E27FC236}">
                <a16:creationId xmlns:a16="http://schemas.microsoft.com/office/drawing/2014/main" id="{14F5F331-1E27-4D30-A9B0-D1FFCA41D61C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5" name="9wq3_5_tuned_PredictedAtoms_35">
            <a:extLst>
              <a:ext uri="{FF2B5EF4-FFF2-40B4-BE49-F238E27FC236}">
                <a16:creationId xmlns:a16="http://schemas.microsoft.com/office/drawing/2014/main" id="{717720B2-4344-404D-8A31-8885098A3E39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6" name="9wq3_5_tuned_PredictedAtoms_36">
            <a:extLst>
              <a:ext uri="{FF2B5EF4-FFF2-40B4-BE49-F238E27FC236}">
                <a16:creationId xmlns:a16="http://schemas.microsoft.com/office/drawing/2014/main" id="{F8EEF205-8CB0-439B-AABF-016A55503E71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7" name="9wq3_5_tuned_PredictedAtoms_37">
            <a:extLst>
              <a:ext uri="{FF2B5EF4-FFF2-40B4-BE49-F238E27FC236}">
                <a16:creationId xmlns:a16="http://schemas.microsoft.com/office/drawing/2014/main" id="{4A394DAF-9266-4C39-92A5-87905740E522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8" name="9wq3_5_tuned_PredictedAtoms_38">
            <a:extLst>
              <a:ext uri="{FF2B5EF4-FFF2-40B4-BE49-F238E27FC236}">
                <a16:creationId xmlns:a16="http://schemas.microsoft.com/office/drawing/2014/main" id="{8C2D55D2-5248-4DB5-9662-851F180EF48F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89" name="9wq3_5_tuned_PredictedAtoms_39">
            <a:extLst>
              <a:ext uri="{FF2B5EF4-FFF2-40B4-BE49-F238E27FC236}">
                <a16:creationId xmlns:a16="http://schemas.microsoft.com/office/drawing/2014/main" id="{0F4991A6-D27E-4C4F-BF0A-C00A1EB69519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90" name="9wq3_5_tuned_PredictedAtoms_41">
            <a:extLst>
              <a:ext uri="{FF2B5EF4-FFF2-40B4-BE49-F238E27FC236}">
                <a16:creationId xmlns:a16="http://schemas.microsoft.com/office/drawing/2014/main" id="{987B66B1-5809-4FF1-A05F-04328BE40F2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91" name="9wq3_5_tuned_PredictedAtoms_42">
            <a:extLst>
              <a:ext uri="{FF2B5EF4-FFF2-40B4-BE49-F238E27FC236}">
                <a16:creationId xmlns:a16="http://schemas.microsoft.com/office/drawing/2014/main" id="{830E80BA-5F1D-4AFB-813E-3F43BD6A4C47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92" name="9wq3_5_tuned_PredictedAtoms_43">
            <a:extLst>
              <a:ext uri="{FF2B5EF4-FFF2-40B4-BE49-F238E27FC236}">
                <a16:creationId xmlns:a16="http://schemas.microsoft.com/office/drawing/2014/main" id="{164DAE59-8AAC-4434-B2B3-F9721CDB5BC1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93" name="9wq3_5_tuned_PredictedAtoms_44">
            <a:extLst>
              <a:ext uri="{FF2B5EF4-FFF2-40B4-BE49-F238E27FC236}">
                <a16:creationId xmlns:a16="http://schemas.microsoft.com/office/drawing/2014/main" id="{3503704D-D662-4373-A352-529248C8A11A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94" name="stage3-cases-clash_27">
            <a:extLst>
              <a:ext uri="{FF2B5EF4-FFF2-40B4-BE49-F238E27FC236}">
                <a16:creationId xmlns:a16="http://schemas.microsoft.com/office/drawing/2014/main" id="{06BFF67D-9647-4C9A-A14C-8E8861F9A994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895" name="9wq3_5_build_Receptor">
            <a:extLst>
              <a:ext uri="{FF2B5EF4-FFF2-40B4-BE49-F238E27FC236}">
                <a16:creationId xmlns:a16="http://schemas.microsoft.com/office/drawing/2014/main" id="{0592B272-5EE4-4C6C-B4DE-39F978BD61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96" name="9wq3_5_build_ExperimentalDensity">
            <a:extLst>
              <a:ext uri="{FF2B5EF4-FFF2-40B4-BE49-F238E27FC236}">
                <a16:creationId xmlns:a16="http://schemas.microsoft.com/office/drawing/2014/main" id="{FE191C0C-5906-430F-AF46-DD533C4B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97" name="9wq3_5_build_ReferenceLigand_0">
            <a:extLst>
              <a:ext uri="{FF2B5EF4-FFF2-40B4-BE49-F238E27FC236}">
                <a16:creationId xmlns:a16="http://schemas.microsoft.com/office/drawing/2014/main" id="{6DCAC465-0AAE-4486-BAA2-D124F2F593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wq3_5_build_ReferenceLigand_1">
            <a:extLst>
              <a:ext uri="{FF2B5EF4-FFF2-40B4-BE49-F238E27FC236}">
                <a16:creationId xmlns:a16="http://schemas.microsoft.com/office/drawing/2014/main" id="{32CBC68B-91FD-4DD9-B4F0-53DB001078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wq3_5_build_ReferenceLigand_2">
            <a:extLst>
              <a:ext uri="{FF2B5EF4-FFF2-40B4-BE49-F238E27FC236}">
                <a16:creationId xmlns:a16="http://schemas.microsoft.com/office/drawing/2014/main" id="{E5CE6ED8-6001-43AB-B2C0-1B63C54FD5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wq3_5_build_ReferenceLigand_3">
            <a:extLst>
              <a:ext uri="{FF2B5EF4-FFF2-40B4-BE49-F238E27FC236}">
                <a16:creationId xmlns:a16="http://schemas.microsoft.com/office/drawing/2014/main" id="{9C74148E-BBF5-4E1F-9F74-A28246D281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wq3_5_build_ReferenceLigand_4">
            <a:extLst>
              <a:ext uri="{FF2B5EF4-FFF2-40B4-BE49-F238E27FC236}">
                <a16:creationId xmlns:a16="http://schemas.microsoft.com/office/drawing/2014/main" id="{15459FA8-B52D-4088-AF8E-DF15710E60F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wq3_5_build_ReferenceLigand_5">
            <a:extLst>
              <a:ext uri="{FF2B5EF4-FFF2-40B4-BE49-F238E27FC236}">
                <a16:creationId xmlns:a16="http://schemas.microsoft.com/office/drawing/2014/main" id="{7239DC4B-7E00-4A7E-8528-602AC344DF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wq3_5_build_ReferenceLigand_6">
            <a:extLst>
              <a:ext uri="{FF2B5EF4-FFF2-40B4-BE49-F238E27FC236}">
                <a16:creationId xmlns:a16="http://schemas.microsoft.com/office/drawing/2014/main" id="{CF894DD4-4651-43CE-986F-DDAFFE6531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wq3_5_build_ReferenceLigand_7">
            <a:extLst>
              <a:ext uri="{FF2B5EF4-FFF2-40B4-BE49-F238E27FC236}">
                <a16:creationId xmlns:a16="http://schemas.microsoft.com/office/drawing/2014/main" id="{532660B2-200B-43EA-801E-CE41F9765C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wq3_5_build_ReferenceLigand_8">
            <a:extLst>
              <a:ext uri="{FF2B5EF4-FFF2-40B4-BE49-F238E27FC236}">
                <a16:creationId xmlns:a16="http://schemas.microsoft.com/office/drawing/2014/main" id="{4502766B-0875-4DE1-AE62-B49065664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wq3_5_build_ReferenceLigand_9">
            <a:extLst>
              <a:ext uri="{FF2B5EF4-FFF2-40B4-BE49-F238E27FC236}">
                <a16:creationId xmlns:a16="http://schemas.microsoft.com/office/drawing/2014/main" id="{F10A9E63-AA2F-4D68-B7BC-3968FD8CA1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wq3_5_build_ReferenceLigand_10">
            <a:extLst>
              <a:ext uri="{FF2B5EF4-FFF2-40B4-BE49-F238E27FC236}">
                <a16:creationId xmlns:a16="http://schemas.microsoft.com/office/drawing/2014/main" id="{9DD109BA-0BA0-4959-B2EC-E5BCA5C9D4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wq3_5_build_ReferenceLigand_11">
            <a:extLst>
              <a:ext uri="{FF2B5EF4-FFF2-40B4-BE49-F238E27FC236}">
                <a16:creationId xmlns:a16="http://schemas.microsoft.com/office/drawing/2014/main" id="{F1EF5B37-AD87-4779-BB6A-69D03F7C7A0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wq3_5_build_ReferenceLigand_12">
            <a:extLst>
              <a:ext uri="{FF2B5EF4-FFF2-40B4-BE49-F238E27FC236}">
                <a16:creationId xmlns:a16="http://schemas.microsoft.com/office/drawing/2014/main" id="{7DB0295D-121F-4BEE-BE94-FABC5CE50D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wq3_5_build_ReferenceLigand_13">
            <a:extLst>
              <a:ext uri="{FF2B5EF4-FFF2-40B4-BE49-F238E27FC236}">
                <a16:creationId xmlns:a16="http://schemas.microsoft.com/office/drawing/2014/main" id="{7D972C41-E243-48D2-8660-172552E90B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wq3_5_build_ReferenceLigand_14">
            <a:extLst>
              <a:ext uri="{FF2B5EF4-FFF2-40B4-BE49-F238E27FC236}">
                <a16:creationId xmlns:a16="http://schemas.microsoft.com/office/drawing/2014/main" id="{ACFF67C2-575C-4C66-B89F-E057EF5C81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wq3_5_build_ReferenceLigand_15">
            <a:extLst>
              <a:ext uri="{FF2B5EF4-FFF2-40B4-BE49-F238E27FC236}">
                <a16:creationId xmlns:a16="http://schemas.microsoft.com/office/drawing/2014/main" id="{6EEC3EDB-8CDC-46D8-8FAD-DF6639B8F8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wq3_5_build_ReferenceLigand_16">
            <a:extLst>
              <a:ext uri="{FF2B5EF4-FFF2-40B4-BE49-F238E27FC236}">
                <a16:creationId xmlns:a16="http://schemas.microsoft.com/office/drawing/2014/main" id="{04F35C1C-4318-43E2-9812-C49F2692CE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wq3_5_build_ReferenceLigand_17">
            <a:extLst>
              <a:ext uri="{FF2B5EF4-FFF2-40B4-BE49-F238E27FC236}">
                <a16:creationId xmlns:a16="http://schemas.microsoft.com/office/drawing/2014/main" id="{B2DE62D8-4283-447E-9EB2-1E874C4FBD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build_ReferenceLigand_18">
            <a:extLst>
              <a:ext uri="{FF2B5EF4-FFF2-40B4-BE49-F238E27FC236}">
                <a16:creationId xmlns:a16="http://schemas.microsoft.com/office/drawing/2014/main" id="{3464B2E2-03BF-4D12-BF91-F915243027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build_ReferenceLigand_19">
            <a:extLst>
              <a:ext uri="{FF2B5EF4-FFF2-40B4-BE49-F238E27FC236}">
                <a16:creationId xmlns:a16="http://schemas.microsoft.com/office/drawing/2014/main" id="{3060B5A1-B8FE-4F95-A4F6-F5B9E997B6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build_ReferenceLigand_20">
            <a:extLst>
              <a:ext uri="{FF2B5EF4-FFF2-40B4-BE49-F238E27FC236}">
                <a16:creationId xmlns:a16="http://schemas.microsoft.com/office/drawing/2014/main" id="{EB402802-3A06-45C8-9255-B43A746840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build_ReferenceLigand_21">
            <a:extLst>
              <a:ext uri="{FF2B5EF4-FFF2-40B4-BE49-F238E27FC236}">
                <a16:creationId xmlns:a16="http://schemas.microsoft.com/office/drawing/2014/main" id="{E7030831-8661-40AD-B318-E1708EAC550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build_ReferenceLigand_22">
            <a:extLst>
              <a:ext uri="{FF2B5EF4-FFF2-40B4-BE49-F238E27FC236}">
                <a16:creationId xmlns:a16="http://schemas.microsoft.com/office/drawing/2014/main" id="{618890F9-0AD7-40CA-8971-153DFA7ED0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build_ReferenceLigand_23">
            <a:extLst>
              <a:ext uri="{FF2B5EF4-FFF2-40B4-BE49-F238E27FC236}">
                <a16:creationId xmlns:a16="http://schemas.microsoft.com/office/drawing/2014/main" id="{B6F8221D-A587-4F0F-B76D-C610607883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build_ReferenceLigand_24">
            <a:extLst>
              <a:ext uri="{FF2B5EF4-FFF2-40B4-BE49-F238E27FC236}">
                <a16:creationId xmlns:a16="http://schemas.microsoft.com/office/drawing/2014/main" id="{BF877A11-5E94-4EA8-8CE4-B77957971B7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build_ReferenceLigand_25">
            <a:extLst>
              <a:ext uri="{FF2B5EF4-FFF2-40B4-BE49-F238E27FC236}">
                <a16:creationId xmlns:a16="http://schemas.microsoft.com/office/drawing/2014/main" id="{D077057A-70EC-4492-8A1E-295D823B82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build_ReferenceLigand_26">
            <a:extLst>
              <a:ext uri="{FF2B5EF4-FFF2-40B4-BE49-F238E27FC236}">
                <a16:creationId xmlns:a16="http://schemas.microsoft.com/office/drawing/2014/main" id="{F2018C34-E8F6-45C4-95E9-A808599814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build_ReferenceLigand_27">
            <a:extLst>
              <a:ext uri="{FF2B5EF4-FFF2-40B4-BE49-F238E27FC236}">
                <a16:creationId xmlns:a16="http://schemas.microsoft.com/office/drawing/2014/main" id="{B3B1007C-4E65-4177-BC52-8364EFC8D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build_ReferenceLigand_28">
            <a:extLst>
              <a:ext uri="{FF2B5EF4-FFF2-40B4-BE49-F238E27FC236}">
                <a16:creationId xmlns:a16="http://schemas.microsoft.com/office/drawing/2014/main" id="{DC349C8C-7704-4BBB-8A90-04AA1FE36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build_ReferenceLigand_29">
            <a:extLst>
              <a:ext uri="{FF2B5EF4-FFF2-40B4-BE49-F238E27FC236}">
                <a16:creationId xmlns:a16="http://schemas.microsoft.com/office/drawing/2014/main" id="{DF544AE9-9AEE-4E37-AE6D-92F32C011C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build_ReferenceLigand_30">
            <a:extLst>
              <a:ext uri="{FF2B5EF4-FFF2-40B4-BE49-F238E27FC236}">
                <a16:creationId xmlns:a16="http://schemas.microsoft.com/office/drawing/2014/main" id="{B766F420-71E0-425A-AB6F-CFBEE925B3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build_ReferenceLigand_31">
            <a:extLst>
              <a:ext uri="{FF2B5EF4-FFF2-40B4-BE49-F238E27FC236}">
                <a16:creationId xmlns:a16="http://schemas.microsoft.com/office/drawing/2014/main" id="{731F7814-2D55-4AB0-A7B8-46489568FC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build_ReferenceLigand_32">
            <a:extLst>
              <a:ext uri="{FF2B5EF4-FFF2-40B4-BE49-F238E27FC236}">
                <a16:creationId xmlns:a16="http://schemas.microsoft.com/office/drawing/2014/main" id="{FE94ED84-99C4-4DD8-843C-5C7D113FAB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build_ReferenceLigand_33">
            <a:extLst>
              <a:ext uri="{FF2B5EF4-FFF2-40B4-BE49-F238E27FC236}">
                <a16:creationId xmlns:a16="http://schemas.microsoft.com/office/drawing/2014/main" id="{2A58F1F3-AD52-49DB-8580-1398E291B2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build_ReferenceLigand_34">
            <a:extLst>
              <a:ext uri="{FF2B5EF4-FFF2-40B4-BE49-F238E27FC236}">
                <a16:creationId xmlns:a16="http://schemas.microsoft.com/office/drawing/2014/main" id="{4FACB5E1-5BDB-4380-9F90-04720D68C7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build_ReferenceLigand_35">
            <a:extLst>
              <a:ext uri="{FF2B5EF4-FFF2-40B4-BE49-F238E27FC236}">
                <a16:creationId xmlns:a16="http://schemas.microsoft.com/office/drawing/2014/main" id="{8518522E-6115-4FC8-87DA-3B1DFC602E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build_ReferenceLigand_36">
            <a:extLst>
              <a:ext uri="{FF2B5EF4-FFF2-40B4-BE49-F238E27FC236}">
                <a16:creationId xmlns:a16="http://schemas.microsoft.com/office/drawing/2014/main" id="{85D7B13A-6C51-4AC0-A3A7-FD5DEA67C7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build_ReferenceLigand_37">
            <a:extLst>
              <a:ext uri="{FF2B5EF4-FFF2-40B4-BE49-F238E27FC236}">
                <a16:creationId xmlns:a16="http://schemas.microsoft.com/office/drawing/2014/main" id="{F950FE4B-021C-4EB2-9F5E-31829AAF16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build_ReferenceLigand_38">
            <a:extLst>
              <a:ext uri="{FF2B5EF4-FFF2-40B4-BE49-F238E27FC236}">
                <a16:creationId xmlns:a16="http://schemas.microsoft.com/office/drawing/2014/main" id="{F926DE37-D31F-4C78-80C3-1681C958FB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build_ReferenceLigand_39">
            <a:extLst>
              <a:ext uri="{FF2B5EF4-FFF2-40B4-BE49-F238E27FC236}">
                <a16:creationId xmlns:a16="http://schemas.microsoft.com/office/drawing/2014/main" id="{F53D7A85-A56B-4776-8AF3-F8DD496F7B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build_ReferenceLigand_40">
            <a:extLst>
              <a:ext uri="{FF2B5EF4-FFF2-40B4-BE49-F238E27FC236}">
                <a16:creationId xmlns:a16="http://schemas.microsoft.com/office/drawing/2014/main" id="{6D97A0DC-087F-46C0-8377-002E176842F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build_ReferenceLigand_41">
            <a:extLst>
              <a:ext uri="{FF2B5EF4-FFF2-40B4-BE49-F238E27FC236}">
                <a16:creationId xmlns:a16="http://schemas.microsoft.com/office/drawing/2014/main" id="{97782352-6A7D-4C2E-97A2-71D708C296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build_ReferenceLigand_42">
            <a:extLst>
              <a:ext uri="{FF2B5EF4-FFF2-40B4-BE49-F238E27FC236}">
                <a16:creationId xmlns:a16="http://schemas.microsoft.com/office/drawing/2014/main" id="{5D154027-60C9-4571-8164-0A0419E394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build_ReferenceLigand_43">
            <a:extLst>
              <a:ext uri="{FF2B5EF4-FFF2-40B4-BE49-F238E27FC236}">
                <a16:creationId xmlns:a16="http://schemas.microsoft.com/office/drawing/2014/main" id="{417A6DB4-F742-4041-BA29-0FA214FE5C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build_ReferenceLigand_44">
            <a:extLst>
              <a:ext uri="{FF2B5EF4-FFF2-40B4-BE49-F238E27FC236}">
                <a16:creationId xmlns:a16="http://schemas.microsoft.com/office/drawing/2014/main" id="{F0DCE8DB-94B5-4CE4-B222-010A180E27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build_ReferenceLigand_45">
            <a:extLst>
              <a:ext uri="{FF2B5EF4-FFF2-40B4-BE49-F238E27FC236}">
                <a16:creationId xmlns:a16="http://schemas.microsoft.com/office/drawing/2014/main" id="{3F85EFBA-4283-4725-8415-35DCC616F5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build_ReferenceLigand_46">
            <a:extLst>
              <a:ext uri="{FF2B5EF4-FFF2-40B4-BE49-F238E27FC236}">
                <a16:creationId xmlns:a16="http://schemas.microsoft.com/office/drawing/2014/main" id="{E7F0AF68-5FE1-45F1-A1EE-A3747B0D0C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build_ReferenceLigand_47">
            <a:extLst>
              <a:ext uri="{FF2B5EF4-FFF2-40B4-BE49-F238E27FC236}">
                <a16:creationId xmlns:a16="http://schemas.microsoft.com/office/drawing/2014/main" id="{95D50AF8-BC7F-4BDC-8E17-46C9EB2EB9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build_ReferenceLigand_48">
            <a:extLst>
              <a:ext uri="{FF2B5EF4-FFF2-40B4-BE49-F238E27FC236}">
                <a16:creationId xmlns:a16="http://schemas.microsoft.com/office/drawing/2014/main" id="{936B509D-0FDB-4CD7-B91B-11B7D96B6A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build_ReferenceLigand_49">
            <a:extLst>
              <a:ext uri="{FF2B5EF4-FFF2-40B4-BE49-F238E27FC236}">
                <a16:creationId xmlns:a16="http://schemas.microsoft.com/office/drawing/2014/main" id="{80B5392E-0487-4504-B43B-49D012B11C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build_ReferenceLigand_50">
            <a:extLst>
              <a:ext uri="{FF2B5EF4-FFF2-40B4-BE49-F238E27FC236}">
                <a16:creationId xmlns:a16="http://schemas.microsoft.com/office/drawing/2014/main" id="{48458FBC-10A2-441F-B1F4-661193606A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build_PredictedLigand_0">
            <a:extLst>
              <a:ext uri="{FF2B5EF4-FFF2-40B4-BE49-F238E27FC236}">
                <a16:creationId xmlns:a16="http://schemas.microsoft.com/office/drawing/2014/main" id="{13244CC5-207A-4093-908A-8BB7A334A00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wq3_5_build_PredictedLigand_1">
            <a:extLst>
              <a:ext uri="{FF2B5EF4-FFF2-40B4-BE49-F238E27FC236}">
                <a16:creationId xmlns:a16="http://schemas.microsoft.com/office/drawing/2014/main" id="{977EE4BC-879E-41C7-9357-98E4834695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wq3_5_build_PredictedLigand_2">
            <a:extLst>
              <a:ext uri="{FF2B5EF4-FFF2-40B4-BE49-F238E27FC236}">
                <a16:creationId xmlns:a16="http://schemas.microsoft.com/office/drawing/2014/main" id="{6F117FEC-CA18-4B09-BDA3-1C5B50E739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wq3_5_build_PredictedLigand_3">
            <a:extLst>
              <a:ext uri="{FF2B5EF4-FFF2-40B4-BE49-F238E27FC236}">
                <a16:creationId xmlns:a16="http://schemas.microsoft.com/office/drawing/2014/main" id="{59ABDC4E-0605-4D34-AA6C-8E8B3F574EA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wq3_5_build_PredictedLigand_4">
            <a:extLst>
              <a:ext uri="{FF2B5EF4-FFF2-40B4-BE49-F238E27FC236}">
                <a16:creationId xmlns:a16="http://schemas.microsoft.com/office/drawing/2014/main" id="{F423859F-A4E6-49CB-8DF6-C09FBF5828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wq3_5_build_PredictedLigand_5">
            <a:extLst>
              <a:ext uri="{FF2B5EF4-FFF2-40B4-BE49-F238E27FC236}">
                <a16:creationId xmlns:a16="http://schemas.microsoft.com/office/drawing/2014/main" id="{911433C7-6960-4858-B98B-6ACCB8871CF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wq3_5_build_PredictedLigand_6">
            <a:extLst>
              <a:ext uri="{FF2B5EF4-FFF2-40B4-BE49-F238E27FC236}">
                <a16:creationId xmlns:a16="http://schemas.microsoft.com/office/drawing/2014/main" id="{120ACE37-BB9E-4B18-9E32-228879E492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5" name="9wq3_5_build_PredictedLigand_7">
            <a:extLst>
              <a:ext uri="{FF2B5EF4-FFF2-40B4-BE49-F238E27FC236}">
                <a16:creationId xmlns:a16="http://schemas.microsoft.com/office/drawing/2014/main" id="{3EC3E6C3-22BC-4EBB-A637-0652C024024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6" name="9wq3_5_build_PredictedLigand_8">
            <a:extLst>
              <a:ext uri="{FF2B5EF4-FFF2-40B4-BE49-F238E27FC236}">
                <a16:creationId xmlns:a16="http://schemas.microsoft.com/office/drawing/2014/main" id="{08E5C366-582A-4482-9C60-281E6C6F1BA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7" name="9wq3_5_build_PredictedLigand_9">
            <a:extLst>
              <a:ext uri="{FF2B5EF4-FFF2-40B4-BE49-F238E27FC236}">
                <a16:creationId xmlns:a16="http://schemas.microsoft.com/office/drawing/2014/main" id="{0CA8E01D-ABA8-45C2-9725-82ECF3C284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8" name="9wq3_5_build_PredictedLigand_10">
            <a:extLst>
              <a:ext uri="{FF2B5EF4-FFF2-40B4-BE49-F238E27FC236}">
                <a16:creationId xmlns:a16="http://schemas.microsoft.com/office/drawing/2014/main" id="{DEC54DBC-6006-446B-BB4D-4B8AB2D715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9" name="9wq3_5_build_PredictedLigand_11">
            <a:extLst>
              <a:ext uri="{FF2B5EF4-FFF2-40B4-BE49-F238E27FC236}">
                <a16:creationId xmlns:a16="http://schemas.microsoft.com/office/drawing/2014/main" id="{4A5DC831-8E1D-4523-B6E2-7D884D5C3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0" name="9wq3_5_build_PredictedLigand_12">
            <a:extLst>
              <a:ext uri="{FF2B5EF4-FFF2-40B4-BE49-F238E27FC236}">
                <a16:creationId xmlns:a16="http://schemas.microsoft.com/office/drawing/2014/main" id="{F9061564-80FB-4823-A1FA-3566E0D38E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1" name="9wq3_5_build_PredictedLigand_13">
            <a:extLst>
              <a:ext uri="{FF2B5EF4-FFF2-40B4-BE49-F238E27FC236}">
                <a16:creationId xmlns:a16="http://schemas.microsoft.com/office/drawing/2014/main" id="{4856F841-3A0B-46FC-B4AA-028858F22DB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2" name="9wq3_5_build_PredictedLigand_14">
            <a:extLst>
              <a:ext uri="{FF2B5EF4-FFF2-40B4-BE49-F238E27FC236}">
                <a16:creationId xmlns:a16="http://schemas.microsoft.com/office/drawing/2014/main" id="{039AD1E3-CDB5-4205-BB4E-FFED8801C8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3" name="9wq3_5_build_PredictedLigand_15">
            <a:extLst>
              <a:ext uri="{FF2B5EF4-FFF2-40B4-BE49-F238E27FC236}">
                <a16:creationId xmlns:a16="http://schemas.microsoft.com/office/drawing/2014/main" id="{6B01988B-D9FD-4C5A-BFB4-1A5144A920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4" name="9wq3_5_build_PredictedLigand_16">
            <a:extLst>
              <a:ext uri="{FF2B5EF4-FFF2-40B4-BE49-F238E27FC236}">
                <a16:creationId xmlns:a16="http://schemas.microsoft.com/office/drawing/2014/main" id="{7D7DB67D-8A33-490E-989C-F12C542339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5" name="9wq3_5_build_PredictedLigand_17">
            <a:extLst>
              <a:ext uri="{FF2B5EF4-FFF2-40B4-BE49-F238E27FC236}">
                <a16:creationId xmlns:a16="http://schemas.microsoft.com/office/drawing/2014/main" id="{7AEAF666-07FF-470F-89BE-9EF8857A82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6" name="9wq3_5_build_PredictedLigand_18">
            <a:extLst>
              <a:ext uri="{FF2B5EF4-FFF2-40B4-BE49-F238E27FC236}">
                <a16:creationId xmlns:a16="http://schemas.microsoft.com/office/drawing/2014/main" id="{73BCE09E-F3CA-43CD-8FD0-17C7B3E77EE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7" name="9wq3_5_build_PredictedLigand_19">
            <a:extLst>
              <a:ext uri="{FF2B5EF4-FFF2-40B4-BE49-F238E27FC236}">
                <a16:creationId xmlns:a16="http://schemas.microsoft.com/office/drawing/2014/main" id="{D9DBD305-FC7E-4CE5-97F6-6360E287D9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8" name="9wq3_5_build_PredictedLigand_20">
            <a:extLst>
              <a:ext uri="{FF2B5EF4-FFF2-40B4-BE49-F238E27FC236}">
                <a16:creationId xmlns:a16="http://schemas.microsoft.com/office/drawing/2014/main" id="{1C8AEDF7-98FC-4A83-9E02-0E9AB4ABCD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9" name="9wq3_5_build_PredictedLigand_21">
            <a:extLst>
              <a:ext uri="{FF2B5EF4-FFF2-40B4-BE49-F238E27FC236}">
                <a16:creationId xmlns:a16="http://schemas.microsoft.com/office/drawing/2014/main" id="{7022E78A-D1D4-4B47-A6ED-3D4AE778B3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0" name="9wq3_5_build_PredictedLigand_22">
            <a:extLst>
              <a:ext uri="{FF2B5EF4-FFF2-40B4-BE49-F238E27FC236}">
                <a16:creationId xmlns:a16="http://schemas.microsoft.com/office/drawing/2014/main" id="{C27ED94E-DEA0-44D3-B487-D2CBE73E198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1" name="9wq3_5_build_PredictedLigand_23">
            <a:extLst>
              <a:ext uri="{FF2B5EF4-FFF2-40B4-BE49-F238E27FC236}">
                <a16:creationId xmlns:a16="http://schemas.microsoft.com/office/drawing/2014/main" id="{3C1AAF42-3BDF-448A-BCB4-30D6571D41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2" name="9wq3_5_build_PredictedLigand_24">
            <a:extLst>
              <a:ext uri="{FF2B5EF4-FFF2-40B4-BE49-F238E27FC236}">
                <a16:creationId xmlns:a16="http://schemas.microsoft.com/office/drawing/2014/main" id="{FAAD036B-F70D-465D-9B4F-DF5B3B9DF6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3" name="9wq3_5_build_PredictedLigand_25">
            <a:extLst>
              <a:ext uri="{FF2B5EF4-FFF2-40B4-BE49-F238E27FC236}">
                <a16:creationId xmlns:a16="http://schemas.microsoft.com/office/drawing/2014/main" id="{6941A07A-602B-4082-8A51-6306B76F814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4" name="9wq3_5_build_PredictedLigand_26">
            <a:extLst>
              <a:ext uri="{FF2B5EF4-FFF2-40B4-BE49-F238E27FC236}">
                <a16:creationId xmlns:a16="http://schemas.microsoft.com/office/drawing/2014/main" id="{361F395F-4A8C-4E97-8A99-7753A81357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5" name="9wq3_5_build_PredictedLigand_27">
            <a:extLst>
              <a:ext uri="{FF2B5EF4-FFF2-40B4-BE49-F238E27FC236}">
                <a16:creationId xmlns:a16="http://schemas.microsoft.com/office/drawing/2014/main" id="{7EDDAF07-7B84-40C2-B480-A23D8674DC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6" name="9wq3_5_build_PredictedLigand_28">
            <a:extLst>
              <a:ext uri="{FF2B5EF4-FFF2-40B4-BE49-F238E27FC236}">
                <a16:creationId xmlns:a16="http://schemas.microsoft.com/office/drawing/2014/main" id="{207ADF9F-0870-4642-A8F4-D7B7FF0D7F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7" name="9wq3_5_build_PredictedLigand_29">
            <a:extLst>
              <a:ext uri="{FF2B5EF4-FFF2-40B4-BE49-F238E27FC236}">
                <a16:creationId xmlns:a16="http://schemas.microsoft.com/office/drawing/2014/main" id="{1F84D082-DB57-4917-A35C-993703C9D3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8" name="9wq3_5_build_PredictedLigand_30">
            <a:extLst>
              <a:ext uri="{FF2B5EF4-FFF2-40B4-BE49-F238E27FC236}">
                <a16:creationId xmlns:a16="http://schemas.microsoft.com/office/drawing/2014/main" id="{7A6BF228-2AFC-4B9B-B71D-98CCBEDBD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79" name="9wq3_5_build_PredictedLigand_31">
            <a:extLst>
              <a:ext uri="{FF2B5EF4-FFF2-40B4-BE49-F238E27FC236}">
                <a16:creationId xmlns:a16="http://schemas.microsoft.com/office/drawing/2014/main" id="{3135BC43-855D-44DA-BA27-1B8A0E36520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0" name="9wq3_5_build_PredictedLigand_32">
            <a:extLst>
              <a:ext uri="{FF2B5EF4-FFF2-40B4-BE49-F238E27FC236}">
                <a16:creationId xmlns:a16="http://schemas.microsoft.com/office/drawing/2014/main" id="{056CC8FF-CB45-4662-8D4C-C1BAB72ECE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1" name="9wq3_5_build_PredictedLigand_33">
            <a:extLst>
              <a:ext uri="{FF2B5EF4-FFF2-40B4-BE49-F238E27FC236}">
                <a16:creationId xmlns:a16="http://schemas.microsoft.com/office/drawing/2014/main" id="{188BC4BD-6F6F-41BD-9DE6-5BDD39A50AC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2" name="9wq3_5_build_PredictedLigand_34">
            <a:extLst>
              <a:ext uri="{FF2B5EF4-FFF2-40B4-BE49-F238E27FC236}">
                <a16:creationId xmlns:a16="http://schemas.microsoft.com/office/drawing/2014/main" id="{51976A37-4806-4346-9BDE-50F675D52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3" name="9wq3_5_build_PredictedLigand_35">
            <a:extLst>
              <a:ext uri="{FF2B5EF4-FFF2-40B4-BE49-F238E27FC236}">
                <a16:creationId xmlns:a16="http://schemas.microsoft.com/office/drawing/2014/main" id="{7CC4F47B-D41C-43AC-9A04-6DC3DCB7A0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4" name="9wq3_5_build_PredictedLigand_36">
            <a:extLst>
              <a:ext uri="{FF2B5EF4-FFF2-40B4-BE49-F238E27FC236}">
                <a16:creationId xmlns:a16="http://schemas.microsoft.com/office/drawing/2014/main" id="{7C9C8516-B412-408E-86C6-48F0D0624F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5" name="9wq3_5_build_PredictedLigand_37">
            <a:extLst>
              <a:ext uri="{FF2B5EF4-FFF2-40B4-BE49-F238E27FC236}">
                <a16:creationId xmlns:a16="http://schemas.microsoft.com/office/drawing/2014/main" id="{F218C7FC-0266-4E13-95AB-4377CA70672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6" name="9wq3_5_build_PredictedLigand_38">
            <a:extLst>
              <a:ext uri="{FF2B5EF4-FFF2-40B4-BE49-F238E27FC236}">
                <a16:creationId xmlns:a16="http://schemas.microsoft.com/office/drawing/2014/main" id="{25D9C8CA-07EB-48D7-B44F-8FA59E1AC9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7" name="9wq3_5_build_PredictedLigand_39">
            <a:extLst>
              <a:ext uri="{FF2B5EF4-FFF2-40B4-BE49-F238E27FC236}">
                <a16:creationId xmlns:a16="http://schemas.microsoft.com/office/drawing/2014/main" id="{7B3AB3ED-EAA1-44D9-852F-EB361BAAA2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8" name="9wq3_5_build_PredictedLigand_40">
            <a:extLst>
              <a:ext uri="{FF2B5EF4-FFF2-40B4-BE49-F238E27FC236}">
                <a16:creationId xmlns:a16="http://schemas.microsoft.com/office/drawing/2014/main" id="{6A0DA7C1-9FD1-4DA9-B18A-AF1DD5CB32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89" name="9wq3_5_build_PredictedLigand_41">
            <a:extLst>
              <a:ext uri="{FF2B5EF4-FFF2-40B4-BE49-F238E27FC236}">
                <a16:creationId xmlns:a16="http://schemas.microsoft.com/office/drawing/2014/main" id="{77DF8C12-0517-4CCC-A016-C679DBACD6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0" name="9wq3_5_build_PredictedLigand_42">
            <a:extLst>
              <a:ext uri="{FF2B5EF4-FFF2-40B4-BE49-F238E27FC236}">
                <a16:creationId xmlns:a16="http://schemas.microsoft.com/office/drawing/2014/main" id="{43D6A3EF-6230-4D95-B284-783D9D530E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1" name="9wq3_5_build_PredictedLigand_43">
            <a:extLst>
              <a:ext uri="{FF2B5EF4-FFF2-40B4-BE49-F238E27FC236}">
                <a16:creationId xmlns:a16="http://schemas.microsoft.com/office/drawing/2014/main" id="{EF5B9272-20F8-4932-864C-3EF6764742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2" name="9wq3_5_build_PredictedLigand_44">
            <a:extLst>
              <a:ext uri="{FF2B5EF4-FFF2-40B4-BE49-F238E27FC236}">
                <a16:creationId xmlns:a16="http://schemas.microsoft.com/office/drawing/2014/main" id="{E9B65FE1-8665-4F94-80D5-0BBFED0446A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3" name="9wq3_5_build_PredictedLigand_45">
            <a:extLst>
              <a:ext uri="{FF2B5EF4-FFF2-40B4-BE49-F238E27FC236}">
                <a16:creationId xmlns:a16="http://schemas.microsoft.com/office/drawing/2014/main" id="{A39365EF-7315-47DB-B556-9FF2F73548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4" name="9wq3_5_build_PredictedLigand_46">
            <a:extLst>
              <a:ext uri="{FF2B5EF4-FFF2-40B4-BE49-F238E27FC236}">
                <a16:creationId xmlns:a16="http://schemas.microsoft.com/office/drawing/2014/main" id="{3E8B52EF-A76E-4878-BBBC-1D6FD2829B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5" name="9wq3_5_build_PredictedLigand_47">
            <a:extLst>
              <a:ext uri="{FF2B5EF4-FFF2-40B4-BE49-F238E27FC236}">
                <a16:creationId xmlns:a16="http://schemas.microsoft.com/office/drawing/2014/main" id="{3E367F04-9A15-4A1D-91EA-F0646C5899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6" name="9wq3_5_build_PredictedLigand_48">
            <a:extLst>
              <a:ext uri="{FF2B5EF4-FFF2-40B4-BE49-F238E27FC236}">
                <a16:creationId xmlns:a16="http://schemas.microsoft.com/office/drawing/2014/main" id="{DD45226A-6B7B-48FD-82A0-0D9A2B01D9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97" name="9wq3_5_build_PredictedAtoms_0">
            <a:extLst>
              <a:ext uri="{FF2B5EF4-FFF2-40B4-BE49-F238E27FC236}">
                <a16:creationId xmlns:a16="http://schemas.microsoft.com/office/drawing/2014/main" id="{097D2793-E679-42DF-B201-D576E5688017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8" name="9wq3_5_build_PredictedAtoms_1">
            <a:extLst>
              <a:ext uri="{FF2B5EF4-FFF2-40B4-BE49-F238E27FC236}">
                <a16:creationId xmlns:a16="http://schemas.microsoft.com/office/drawing/2014/main" id="{5F20E783-0453-436B-8613-2A8E2BE7F0AD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9" name="9wq3_5_build_PredictedAtoms_2">
            <a:extLst>
              <a:ext uri="{FF2B5EF4-FFF2-40B4-BE49-F238E27FC236}">
                <a16:creationId xmlns:a16="http://schemas.microsoft.com/office/drawing/2014/main" id="{F1C25D8D-8446-4B9A-8D77-6124C45BF915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0" name="9wq3_5_build_PredictedAtoms_3">
            <a:extLst>
              <a:ext uri="{FF2B5EF4-FFF2-40B4-BE49-F238E27FC236}">
                <a16:creationId xmlns:a16="http://schemas.microsoft.com/office/drawing/2014/main" id="{1EF0A370-BAB8-4D44-AE19-77973EF1CD31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1" name="9wq3_5_build_PredictedAtoms_4">
            <a:extLst>
              <a:ext uri="{FF2B5EF4-FFF2-40B4-BE49-F238E27FC236}">
                <a16:creationId xmlns:a16="http://schemas.microsoft.com/office/drawing/2014/main" id="{2B0B7836-122D-42DE-A997-FEABAD4943CD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2" name="9wq3_5_build_PredictedAtoms_5">
            <a:extLst>
              <a:ext uri="{FF2B5EF4-FFF2-40B4-BE49-F238E27FC236}">
                <a16:creationId xmlns:a16="http://schemas.microsoft.com/office/drawing/2014/main" id="{56922506-76AE-4240-92EB-7BAE5EB4D5E1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3" name="9wq3_5_build_PredictedAtoms_6">
            <a:extLst>
              <a:ext uri="{FF2B5EF4-FFF2-40B4-BE49-F238E27FC236}">
                <a16:creationId xmlns:a16="http://schemas.microsoft.com/office/drawing/2014/main" id="{5730B8D1-E7BF-4C05-A426-7EE38831F1EE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4" name="9wq3_5_build_PredictedAtoms_7">
            <a:extLst>
              <a:ext uri="{FF2B5EF4-FFF2-40B4-BE49-F238E27FC236}">
                <a16:creationId xmlns:a16="http://schemas.microsoft.com/office/drawing/2014/main" id="{FA4B793B-5489-46C2-89BC-CE0FB2C6D2EB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5" name="9wq3_5_build_PredictedAtoms_8">
            <a:extLst>
              <a:ext uri="{FF2B5EF4-FFF2-40B4-BE49-F238E27FC236}">
                <a16:creationId xmlns:a16="http://schemas.microsoft.com/office/drawing/2014/main" id="{FEA4BD0E-C978-425A-89EA-08B2DF55948D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6" name="9wq3_5_build_PredictedAtoms_9">
            <a:extLst>
              <a:ext uri="{FF2B5EF4-FFF2-40B4-BE49-F238E27FC236}">
                <a16:creationId xmlns:a16="http://schemas.microsoft.com/office/drawing/2014/main" id="{DD1104A4-8A1D-4D29-BB97-F329362D1681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7" name="9wq3_5_build_PredictedAtoms_10">
            <a:extLst>
              <a:ext uri="{FF2B5EF4-FFF2-40B4-BE49-F238E27FC236}">
                <a16:creationId xmlns:a16="http://schemas.microsoft.com/office/drawing/2014/main" id="{E1332632-6133-4A0C-A6F6-76C13EA78B12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8" name="9wq3_5_build_PredictedAtoms_11">
            <a:extLst>
              <a:ext uri="{FF2B5EF4-FFF2-40B4-BE49-F238E27FC236}">
                <a16:creationId xmlns:a16="http://schemas.microsoft.com/office/drawing/2014/main" id="{EBD9A4A7-BDB2-4D23-9FC3-B727FC9D5045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09" name="9wq3_5_build_PredictedAtoms_12">
            <a:extLst>
              <a:ext uri="{FF2B5EF4-FFF2-40B4-BE49-F238E27FC236}">
                <a16:creationId xmlns:a16="http://schemas.microsoft.com/office/drawing/2014/main" id="{A11D13E2-9EB5-4F4C-B83E-9F01E5726A25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0" name="9wq3_5_build_PredictedAtoms_13">
            <a:extLst>
              <a:ext uri="{FF2B5EF4-FFF2-40B4-BE49-F238E27FC236}">
                <a16:creationId xmlns:a16="http://schemas.microsoft.com/office/drawing/2014/main" id="{91D53DFA-396F-4DA7-B0CE-B449C5B2C942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1" name="9wq3_5_build_PredictedAtoms_14">
            <a:extLst>
              <a:ext uri="{FF2B5EF4-FFF2-40B4-BE49-F238E27FC236}">
                <a16:creationId xmlns:a16="http://schemas.microsoft.com/office/drawing/2014/main" id="{11D46D84-9D5C-45ED-8DD1-494FFE417FA1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2" name="9wq3_5_build_PredictedAtoms_15">
            <a:extLst>
              <a:ext uri="{FF2B5EF4-FFF2-40B4-BE49-F238E27FC236}">
                <a16:creationId xmlns:a16="http://schemas.microsoft.com/office/drawing/2014/main" id="{CC824DBF-42FE-4134-8955-96336A8B951C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3" name="9wq3_5_build_PredictedAtoms_16">
            <a:extLst>
              <a:ext uri="{FF2B5EF4-FFF2-40B4-BE49-F238E27FC236}">
                <a16:creationId xmlns:a16="http://schemas.microsoft.com/office/drawing/2014/main" id="{54B0DA5B-C732-47E3-8EA4-EF4C1F61F208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4" name="9wq3_5_build_PredictedAtoms_17">
            <a:extLst>
              <a:ext uri="{FF2B5EF4-FFF2-40B4-BE49-F238E27FC236}">
                <a16:creationId xmlns:a16="http://schemas.microsoft.com/office/drawing/2014/main" id="{70F9EFA0-B1A4-47C2-9303-3BFA0E12980E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015" name="9wq3_5_build_PredictedAtoms_18">
            <a:extLst>
              <a:ext uri="{FF2B5EF4-FFF2-40B4-BE49-F238E27FC236}">
                <a16:creationId xmlns:a16="http://schemas.microsoft.com/office/drawing/2014/main" id="{79078E90-3D28-4B14-9319-2B3527028FCF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6" name="9wq3_5_build_PredictedAtoms_19">
            <a:extLst>
              <a:ext uri="{FF2B5EF4-FFF2-40B4-BE49-F238E27FC236}">
                <a16:creationId xmlns:a16="http://schemas.microsoft.com/office/drawing/2014/main" id="{D226DB75-9D25-4C9F-8282-E2EB0798DC4A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7" name="9wq3_5_build_PredictedAtoms_20">
            <a:extLst>
              <a:ext uri="{FF2B5EF4-FFF2-40B4-BE49-F238E27FC236}">
                <a16:creationId xmlns:a16="http://schemas.microsoft.com/office/drawing/2014/main" id="{70EC8C0A-0F2F-41C7-8096-E4D8DF930F25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18" name="9wq3_5_build_PredictedAtoms_21">
            <a:extLst>
              <a:ext uri="{FF2B5EF4-FFF2-40B4-BE49-F238E27FC236}">
                <a16:creationId xmlns:a16="http://schemas.microsoft.com/office/drawing/2014/main" id="{B706B497-F1F3-440F-AD3D-EDA8754BFE7F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19" name="9wq3_5_build_PredictedAtoms_22">
            <a:extLst>
              <a:ext uri="{FF2B5EF4-FFF2-40B4-BE49-F238E27FC236}">
                <a16:creationId xmlns:a16="http://schemas.microsoft.com/office/drawing/2014/main" id="{9EC1BC6C-5C2C-4561-97B1-EB2D595FAEEA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0" name="9wq3_5_build_PredictedAtoms_23">
            <a:extLst>
              <a:ext uri="{FF2B5EF4-FFF2-40B4-BE49-F238E27FC236}">
                <a16:creationId xmlns:a16="http://schemas.microsoft.com/office/drawing/2014/main" id="{3BB27C19-87F5-445C-BE94-3BAA223161FF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1" name="9wq3_5_build_PredictedAtoms_24">
            <a:extLst>
              <a:ext uri="{FF2B5EF4-FFF2-40B4-BE49-F238E27FC236}">
                <a16:creationId xmlns:a16="http://schemas.microsoft.com/office/drawing/2014/main" id="{55DB49F3-A1F2-47D2-9AB0-FF93CA6729F5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2" name="9wq3_5_build_PredictedAtoms_25">
            <a:extLst>
              <a:ext uri="{FF2B5EF4-FFF2-40B4-BE49-F238E27FC236}">
                <a16:creationId xmlns:a16="http://schemas.microsoft.com/office/drawing/2014/main" id="{7C8EE192-D8E6-482F-A0A4-05201CFC80E6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3" name="9wq3_5_build_PredictedAtoms_26">
            <a:extLst>
              <a:ext uri="{FF2B5EF4-FFF2-40B4-BE49-F238E27FC236}">
                <a16:creationId xmlns:a16="http://schemas.microsoft.com/office/drawing/2014/main" id="{ECFA5469-3508-4A89-B6FF-5FA783E75981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4" name="9wq3_5_build_PredictedAtoms_27">
            <a:extLst>
              <a:ext uri="{FF2B5EF4-FFF2-40B4-BE49-F238E27FC236}">
                <a16:creationId xmlns:a16="http://schemas.microsoft.com/office/drawing/2014/main" id="{F502D10C-5079-4ACB-8A9D-2EF90FB9373B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5" name="9wq3_5_build_PredictedAtoms_28">
            <a:extLst>
              <a:ext uri="{FF2B5EF4-FFF2-40B4-BE49-F238E27FC236}">
                <a16:creationId xmlns:a16="http://schemas.microsoft.com/office/drawing/2014/main" id="{235B7767-5A3D-417B-A053-27BDCB932B7F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26" name="9wq3_5_build_PredictedAtoms_29">
            <a:extLst>
              <a:ext uri="{FF2B5EF4-FFF2-40B4-BE49-F238E27FC236}">
                <a16:creationId xmlns:a16="http://schemas.microsoft.com/office/drawing/2014/main" id="{112DEC93-7F4B-4A7B-9147-DE84001C1D96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7" name="9wq3_5_build_PredictedAtoms_30">
            <a:extLst>
              <a:ext uri="{FF2B5EF4-FFF2-40B4-BE49-F238E27FC236}">
                <a16:creationId xmlns:a16="http://schemas.microsoft.com/office/drawing/2014/main" id="{A6A8F8BB-F207-4E8B-964C-F6D4F487CDAB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28" name="9wq3_5_build_PredictedAtoms_31">
            <a:extLst>
              <a:ext uri="{FF2B5EF4-FFF2-40B4-BE49-F238E27FC236}">
                <a16:creationId xmlns:a16="http://schemas.microsoft.com/office/drawing/2014/main" id="{DB16EE13-7C99-4940-9F60-FBBA1FBD6ABE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29" name="9wq3_5_build_PredictedAtoms_32">
            <a:extLst>
              <a:ext uri="{FF2B5EF4-FFF2-40B4-BE49-F238E27FC236}">
                <a16:creationId xmlns:a16="http://schemas.microsoft.com/office/drawing/2014/main" id="{BB20CB63-318F-4DFD-AEC1-BF1384B3E0BD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030" name="9wq3_5_build_PredictedAtoms_33">
            <a:extLst>
              <a:ext uri="{FF2B5EF4-FFF2-40B4-BE49-F238E27FC236}">
                <a16:creationId xmlns:a16="http://schemas.microsoft.com/office/drawing/2014/main" id="{88D711E1-DA8B-4F9D-98DA-5EE4407D916D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1" name="9wq3_5_build_PredictedAtoms_34">
            <a:extLst>
              <a:ext uri="{FF2B5EF4-FFF2-40B4-BE49-F238E27FC236}">
                <a16:creationId xmlns:a16="http://schemas.microsoft.com/office/drawing/2014/main" id="{C6E9B965-D0B1-44E2-9B74-7160DE790E37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2" name="9wq3_5_build_PredictedAtoms_35">
            <a:extLst>
              <a:ext uri="{FF2B5EF4-FFF2-40B4-BE49-F238E27FC236}">
                <a16:creationId xmlns:a16="http://schemas.microsoft.com/office/drawing/2014/main" id="{52B2AD70-AE1E-49F0-BBBA-36B58F1B10DC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3" name="9wq3_5_build_PredictedAtoms_36">
            <a:extLst>
              <a:ext uri="{FF2B5EF4-FFF2-40B4-BE49-F238E27FC236}">
                <a16:creationId xmlns:a16="http://schemas.microsoft.com/office/drawing/2014/main" id="{DD186EF1-8AEE-4DC8-8400-B4770383D8C4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4" name="9wq3_5_build_PredictedAtoms_37">
            <a:extLst>
              <a:ext uri="{FF2B5EF4-FFF2-40B4-BE49-F238E27FC236}">
                <a16:creationId xmlns:a16="http://schemas.microsoft.com/office/drawing/2014/main" id="{C5416E6B-D5F6-404A-A89A-0618BB396E43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5" name="9wq3_5_build_PredictedAtoms_41">
            <a:extLst>
              <a:ext uri="{FF2B5EF4-FFF2-40B4-BE49-F238E27FC236}">
                <a16:creationId xmlns:a16="http://schemas.microsoft.com/office/drawing/2014/main" id="{474F62FE-A106-459A-B4D6-79AAEE8D8FCB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6" name="9wq3_5_build_PredictedAtoms_42">
            <a:extLst>
              <a:ext uri="{FF2B5EF4-FFF2-40B4-BE49-F238E27FC236}">
                <a16:creationId xmlns:a16="http://schemas.microsoft.com/office/drawing/2014/main" id="{01C16DE0-CD55-4D4F-AC97-BED445957F7E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7" name="9wq3_5_build_PredictedAtoms_43">
            <a:extLst>
              <a:ext uri="{FF2B5EF4-FFF2-40B4-BE49-F238E27FC236}">
                <a16:creationId xmlns:a16="http://schemas.microsoft.com/office/drawing/2014/main" id="{51856E7D-89D7-453E-8178-63EE6B8BCC2A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38" name="9wq3_5_build_PredictedAtoms_44">
            <a:extLst>
              <a:ext uri="{FF2B5EF4-FFF2-40B4-BE49-F238E27FC236}">
                <a16:creationId xmlns:a16="http://schemas.microsoft.com/office/drawing/2014/main" id="{00149A0D-863F-40B7-9832-28032492DCEE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39" name="9wq3_5_build_Clashes_0">
            <a:extLst>
              <a:ext uri="{FF2B5EF4-FFF2-40B4-BE49-F238E27FC236}">
                <a16:creationId xmlns:a16="http://schemas.microsoft.com/office/drawing/2014/main" id="{71DD4D60-2093-4A90-B963-70F0B28271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0" name="9wq3_5_build_Clashes_1">
            <a:extLst>
              <a:ext uri="{FF2B5EF4-FFF2-40B4-BE49-F238E27FC236}">
                <a16:creationId xmlns:a16="http://schemas.microsoft.com/office/drawing/2014/main" id="{9DD61020-2A58-42EA-8231-12B2DFE49C4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1" name="9wq3_5_build_Clashes_2">
            <a:extLst>
              <a:ext uri="{FF2B5EF4-FFF2-40B4-BE49-F238E27FC236}">
                <a16:creationId xmlns:a16="http://schemas.microsoft.com/office/drawing/2014/main" id="{C4F08D68-DBDC-467E-BFBF-F6D04330E6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2" name="9wq3_5_build_Clashes_3">
            <a:extLst>
              <a:ext uri="{FF2B5EF4-FFF2-40B4-BE49-F238E27FC236}">
                <a16:creationId xmlns:a16="http://schemas.microsoft.com/office/drawing/2014/main" id="{6E51D289-A1E8-40B9-879B-2E2780778D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3" name="9wq3_5_build_Clashes_4">
            <a:extLst>
              <a:ext uri="{FF2B5EF4-FFF2-40B4-BE49-F238E27FC236}">
                <a16:creationId xmlns:a16="http://schemas.microsoft.com/office/drawing/2014/main" id="{01ED6C9B-6DB7-440B-8538-896880EC21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4" name="9wq3_5_build_Clashes_5">
            <a:extLst>
              <a:ext uri="{FF2B5EF4-FFF2-40B4-BE49-F238E27FC236}">
                <a16:creationId xmlns:a16="http://schemas.microsoft.com/office/drawing/2014/main" id="{36211F20-73DE-4668-BF75-9822901D2B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5" name="9wq3_5_build_Clashes_6">
            <a:extLst>
              <a:ext uri="{FF2B5EF4-FFF2-40B4-BE49-F238E27FC236}">
                <a16:creationId xmlns:a16="http://schemas.microsoft.com/office/drawing/2014/main" id="{C87C4D97-25EC-45F8-9F6B-C6B6A4535C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6" name="9wq3_5_build_Clashes_7">
            <a:extLst>
              <a:ext uri="{FF2B5EF4-FFF2-40B4-BE49-F238E27FC236}">
                <a16:creationId xmlns:a16="http://schemas.microsoft.com/office/drawing/2014/main" id="{F691D8E3-28FB-494D-92C3-AF9043F86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7" name="9wq3_5_build_Clashes_8">
            <a:extLst>
              <a:ext uri="{FF2B5EF4-FFF2-40B4-BE49-F238E27FC236}">
                <a16:creationId xmlns:a16="http://schemas.microsoft.com/office/drawing/2014/main" id="{46BBCA7D-9CE2-415C-83FE-B06E258089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8" name="9wq3_5_build_Clashes_9">
            <a:extLst>
              <a:ext uri="{FF2B5EF4-FFF2-40B4-BE49-F238E27FC236}">
                <a16:creationId xmlns:a16="http://schemas.microsoft.com/office/drawing/2014/main" id="{98BC50E4-8C67-46FB-BB0D-ADF81D22BA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49" name="9wq3_5_build_ClashingReceptorAtoms_2">
            <a:extLst>
              <a:ext uri="{FF2B5EF4-FFF2-40B4-BE49-F238E27FC236}">
                <a16:creationId xmlns:a16="http://schemas.microsoft.com/office/drawing/2014/main" id="{C49CB089-6E38-4A5B-A810-590A3DE79BAA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0" name="9wq3_5_build_ClashingReceptorAtoms_3">
            <a:extLst>
              <a:ext uri="{FF2B5EF4-FFF2-40B4-BE49-F238E27FC236}">
                <a16:creationId xmlns:a16="http://schemas.microsoft.com/office/drawing/2014/main" id="{9B8E1C9F-8863-42C6-BF31-3FC304DB4EBA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1" name="9wq3_5_build_ClashingReceptorAtoms_4">
            <a:extLst>
              <a:ext uri="{FF2B5EF4-FFF2-40B4-BE49-F238E27FC236}">
                <a16:creationId xmlns:a16="http://schemas.microsoft.com/office/drawing/2014/main" id="{BE5A595D-8EE0-4333-9B2D-4ED4ED05AA1D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2" name="9wq3_5_build_ClashingReceptorAtoms_5">
            <a:extLst>
              <a:ext uri="{FF2B5EF4-FFF2-40B4-BE49-F238E27FC236}">
                <a16:creationId xmlns:a16="http://schemas.microsoft.com/office/drawing/2014/main" id="{EF7DD111-A06F-47FE-BB34-7DE6644E987A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3" name="9wq3_5_build_ClashingReceptorAtoms_6">
            <a:extLst>
              <a:ext uri="{FF2B5EF4-FFF2-40B4-BE49-F238E27FC236}">
                <a16:creationId xmlns:a16="http://schemas.microsoft.com/office/drawing/2014/main" id="{ECC9E4FA-4C1C-49B0-A5F8-34530BD392A1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4" name="9wq3_5_build_ClashingReceptorAtoms_7">
            <a:extLst>
              <a:ext uri="{FF2B5EF4-FFF2-40B4-BE49-F238E27FC236}">
                <a16:creationId xmlns:a16="http://schemas.microsoft.com/office/drawing/2014/main" id="{E68D9053-BFA0-4FD2-851C-3B6FC1CD08C8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5" name="9wq3_5_build_ClashingReceptorAtoms_8">
            <a:extLst>
              <a:ext uri="{FF2B5EF4-FFF2-40B4-BE49-F238E27FC236}">
                <a16:creationId xmlns:a16="http://schemas.microsoft.com/office/drawing/2014/main" id="{715C8898-D787-46D0-8F34-A63AB0E11F9C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6" name="9wq3_5_build_ClashingReceptorAtoms_9">
            <a:extLst>
              <a:ext uri="{FF2B5EF4-FFF2-40B4-BE49-F238E27FC236}">
                <a16:creationId xmlns:a16="http://schemas.microsoft.com/office/drawing/2014/main" id="{459E020B-794A-42C4-926C-37EFFDDC9F1D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57" name="stage3-cases-clash_29">
            <a:extLst>
              <a:ext uri="{FF2B5EF4-FFF2-40B4-BE49-F238E27FC236}">
                <a16:creationId xmlns:a16="http://schemas.microsoft.com/office/drawing/2014/main" id="{FEB65262-0A48-4BB1-98E7-2C49260F292B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058" name="stage3-cases-clash_30">
            <a:extLst>
              <a:ext uri="{FF2B5EF4-FFF2-40B4-BE49-F238E27FC236}">
                <a16:creationId xmlns:a16="http://schemas.microsoft.com/office/drawing/2014/main" id="{39888656-C050-40A6-A422-460F175DDF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059" name="stage3-cases-clash_31">
            <a:extLst>
              <a:ext uri="{FF2B5EF4-FFF2-40B4-BE49-F238E27FC236}">
                <a16:creationId xmlns:a16="http://schemas.microsoft.com/office/drawing/2014/main" id="{5775B553-3C86-4D8C-B4B1-17767F2E9C61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060" name="stage3-cases-clash_32">
            <a:extLst>
              <a:ext uri="{FF2B5EF4-FFF2-40B4-BE49-F238E27FC236}">
                <a16:creationId xmlns:a16="http://schemas.microsoft.com/office/drawing/2014/main" id="{9C3719EB-73CF-46AF-BDEF-D128130C79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061" name="stage3-cases-clash_33">
            <a:extLst>
              <a:ext uri="{FF2B5EF4-FFF2-40B4-BE49-F238E27FC236}">
                <a16:creationId xmlns:a16="http://schemas.microsoft.com/office/drawing/2014/main" id="{A87E938B-B1D0-4CB2-B6A5-D2EF06C17372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062" name="stage3-cases-clash_34">
            <a:extLst>
              <a:ext uri="{FF2B5EF4-FFF2-40B4-BE49-F238E27FC236}">
                <a16:creationId xmlns:a16="http://schemas.microsoft.com/office/drawing/2014/main" id="{DCE9CB4A-ADCB-41AA-B8AA-C7BBB11F5F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1063" name="stage3-cases-clash_35">
            <a:extLst>
              <a:ext uri="{FF2B5EF4-FFF2-40B4-BE49-F238E27FC236}">
                <a16:creationId xmlns:a16="http://schemas.microsoft.com/office/drawing/2014/main" id="{F0AC1D94-293E-4FBC-8921-4F7C9413F4EE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064" name="stage3-cases-clash_36">
            <a:extLst>
              <a:ext uri="{FF2B5EF4-FFF2-40B4-BE49-F238E27FC236}">
                <a16:creationId xmlns:a16="http://schemas.microsoft.com/office/drawing/2014/main" id="{21AE4BE6-E3F2-435B-8773-74CE7CD60D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65" name="stage3-cases-clash_37">
            <a:extLst>
              <a:ext uri="{FF2B5EF4-FFF2-40B4-BE49-F238E27FC236}">
                <a16:creationId xmlns:a16="http://schemas.microsoft.com/office/drawing/2014/main" id="{788492C1-7D91-47F2-8F39-DCD1F44FEC5F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213435225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stage3-cases-alternatives_0">
            <a:extLst>
              <a:ext uri="{FF2B5EF4-FFF2-40B4-BE49-F238E27FC236}">
                <a16:creationId xmlns:a16="http://schemas.microsoft.com/office/drawing/2014/main" id="{35C661DD-3683-4FBB-8D42-85D943CD9572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079C268A-7F60-4FB6-BD8E-6F011F225F36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DD228F4C-0525-4674-B41A-4FBFFCFC1096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9DEEF902-7163-44F3-AAB5-FA43FAD61819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3B91DF59-AAA6-4880-9F27-B2846D78DF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774C389-C679-407C-A45F-361D723579DE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ADD01619-F6E3-48FB-8A7A-CCF8BC0E52C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143A7E40-5843-48E5-9028-EA4E2592BB2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294B41F4-8B82-4B97-AAE5-5ED5C39D4E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102F7A4-7A64-44AC-A233-B36CB25EE2F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6ECA2AEE-021E-41EF-8AF4-DB655B443A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4D55F9C1-B42A-416E-9B0E-ABEFB2A43F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B2551C70-4E5E-4AC9-9266-AF264E5623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7F7F2FBC-510E-408C-A08E-406117AFC83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CDD6C0D8-8D9E-42D8-A4C5-3010523DD0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F3D8E9F0-40D4-4689-9FB2-2462582F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33D3C589-7D06-44C5-9E6E-6D30E0F12D2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022E2B32-3E17-450D-B9F1-6E4A03A590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264C2216-669D-4DCA-B8DE-DABF1FED08A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FFB2D6BC-602B-45A8-9797-7208DFEE1C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F94D0150-AFC2-421F-A91E-0BAA4014A5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59108B9D-EEA3-48A5-83ED-E06B6FA5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BE148019-2FA9-4A40-A59B-DC386060E9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5AB24A46-74C2-4A7C-82CA-50F07AB118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95093892-57A3-4C96-9F3F-679888C6A7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A3786016-8787-468E-AAF7-634133A9AE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ACAC96DC-F25C-4E06-AF0D-AB592890AB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45E2F83F-415C-4731-81EC-043AF395DA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0814164-EF46-4836-9B79-17E076476F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8DF421D2-0252-48E3-9001-D608131424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00348ABF-038C-407B-84E0-A557A43511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08415B86-5ED2-4A7A-B813-C568166BEA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1C080A66-AD12-4CDB-A54F-EC6E361CF7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5135E06-7DBC-4A36-9316-512C19C482F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690FBCD7-5210-4F95-8C85-4B7DB9EA0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6ECF7398-4D28-4430-9574-84191069777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641B4A6B-F809-4FC7-BD13-C3F0B792CE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181CAE4F-A0D8-429E-A25B-A201B36E18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4BEC9CA5-23C6-4DE0-B44E-3BE3426594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11CB09B2-B777-4A08-BD5F-AFDC39AB999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3E8151CF-380F-4296-B77A-645A7A6D4B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F706BF24-AFA2-4714-9C04-7C7BC395E97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FAD44180-3679-4022-AD39-2AAA2BB1AB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3BCA04C2-1BF1-4984-9A56-8984EBBB9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B1C85257-1D05-4DB2-87C7-20A2EC7DD24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4050352C-E946-411B-8F1A-27CDC0D25EC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6C9D7C31-1703-4AD7-96CE-E9664F76F7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087A5F27-B705-4762-9755-597B85FB33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EB263F4E-A4CC-44F2-8CE5-BDC34645D9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F622BBEF-0C4C-4CDC-9061-6AAAF7E7C68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5E1C92C3-EC5D-4D19-B7AE-276B0858418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B6918199-27E5-42FD-BEB2-C6649C81A6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A996F5A0-8E83-4D33-81F3-6FBAAF21C2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C139E0B5-96FF-4417-B75E-8F7554D1D2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630A8186-DA20-4C95-9A45-7F67B137708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2ACCD178-1B5B-43C1-95C2-BE73EFD852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759C63D6-2F65-4B59-A47F-FBA53D5BF9B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1F26F771-60CE-4D44-B360-520754D2464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1B454C16-B0C6-4433-9054-6AB6D03C44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13271CF1-AB8F-4946-8A38-B849349795F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9DBAA9E-B602-439A-A400-E7F65F4B83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029A50A4-A4D8-4F6F-B584-6EBAE4CB02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CA39A2E8-3A4D-4AB2-A38E-E548212951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B52BF05E-E7C3-45BC-BA50-410345D51B6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DEED9A60-A384-4A5E-B146-46D557CB473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F08CB8AC-9D8D-4ECA-A8A1-F368DB5A9B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7AF97509-9E9F-4598-AADF-91E23D308B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89053170-3E82-41F1-A60C-A9583D33E5D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8D647BE7-C776-43EB-8834-1A449FC1531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65FBCB6B-B3A4-4CF7-B1CE-76294FDB94F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8C603DEC-33B8-4DB3-B4EB-D160B929772F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3B217CC-10FB-486D-87E9-11CE5DD536D8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B06742FB-4DDF-4BBC-841F-F7075251D1C9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4C340758-F221-4E3E-977A-3F6ACF2498BC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C148548D-EC94-4317-8BCA-43A3D031489A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A6740F31-C68F-4694-87DE-7D8F1D30928F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D816A6C6-9A02-4FA2-ACEE-3F15087F864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0F6E094B-C52E-4920-AD73-C3DFE4895A35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9DC7BE7A-AB47-4D66-A386-8725A2D8556E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74663A84-224B-4836-8168-C01B60F8DE31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6D0994EC-2E21-4A80-A7E5-9CE58B65F9B5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BD787260-2930-44E3-B80E-910F67DD5C46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A30E9167-B8CD-4EF3-8E96-3A047E6789CD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DE72C511-9402-4604-B828-5728D5623D97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43DCD8A-5D59-4D10-AC86-541449CDDB90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D7773B66-F58D-4AB7-B875-CFFD9D388C9E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EB49F336-7A6E-42F5-B9F9-5F66701B0B33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6B6CCD6A-7814-4773-A3FD-2E72A2B7DC72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BDD9B841-F8F1-4F60-8BBD-800D635A6FFC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85196785-AB46-4438-B036-9DCC0A6E2224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14B424AD-0785-4289-9489-E91AA39B3335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D547FDE2-33F2-41F9-9F08-220BA7CAA721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604AD3C1-9111-428E-A228-E1EF660DC38B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378B8358-2F42-4AD0-B49C-4F0EA65787FC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3E6825A1-133F-4A34-9DF9-D46E5D143EC2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440C8D5-9F2C-421C-A43D-3DF3CCCB0972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BB3589E9-05F2-41F5-9FB1-51856815704C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73D345C9-4C39-4663-92C1-79D0E7FEA66E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07021B08-370E-45F7-A633-F8EE51EC7E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8AFCE1B6-2C7B-4ED3-8CC0-77BB7B3D160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022C24A9-F9D1-4028-A7D9-F2190EF322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1B8D9ADA-C84E-426B-99A2-8A79BEEB7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CEFDCD2D-ED2F-4687-ABCF-1B38ECF32E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BF9EB112-32CF-4843-B8FA-BCF700297E9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8D9E172E-4113-4416-8211-02FD4780B2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A6E91A78-AC3C-44A7-A280-823D2325F33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9EE458E-68C1-4DCE-B36C-9FFD7EF2B9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D71301E6-33B1-4AFF-970F-8B29112A8E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00D6F9D3-75EB-4126-AFD6-D6F3684857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B41CADB1-8E6F-44E5-8369-F4E92D0BA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B010A3E7-EC51-45D3-992E-0875CEC0ED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0FC094B6-D463-465A-A868-B4A83C7EB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143BCC6F-3772-426B-AAB0-85B7AC17534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1995BBF0-144F-4187-9A13-32097A1535E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BF3A89B7-D49A-4C89-B41F-71A32B6C196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2187DA28-FB48-40EE-B4AE-9CD75BD776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6B8C017E-C31F-4BA1-B30C-B5E1F30E73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41A64254-6513-4D49-AED7-2D64F20AF2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63C6B2D3-B904-4E44-BAD0-865743A3B89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B25A8439-CB8A-4B46-A86F-EEF4C9FFA9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A9F2476B-729B-4E3D-B6CF-7B237345D9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E882684B-AB8E-41E8-81A3-BF4382D8A7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37F85584-2B36-494C-93DD-A27D25254C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CF60F7D1-AB40-49F2-B3A4-C28E9F5106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FC36F11E-510E-420C-A216-A3FEAE6310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141A0763-8F19-4454-84C2-CFAE11CCF0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C65203F-17C4-4949-99FC-3173A45B57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749F13D8-9FB5-45A8-A815-0B550AB8DDB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78C59843-F279-4FAF-B787-A0C3CE0B012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FFB5A207-A33A-40D6-B235-D7D92C4457A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5C3866A4-E7CC-44FE-9307-3C88D4CF886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E56B6FA9-B50F-4B76-8F78-CB269978F6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1A54B745-CAD0-47F3-BE1A-675A8B7CB2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2DC1A289-7D36-4310-94DA-A26E388356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B9628AA8-7DF1-4268-A392-BDA9B06CE1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EFB135A6-8A62-4E61-9C58-82B98CACAF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DF3BBB5D-F4A8-48D9-8A49-E42166296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77F967FE-B433-43E3-98F6-1FEBD6EE905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9E1E776B-2905-4509-B740-6AB052868F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A7605BE-66E6-444B-97FB-DC32E0F37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1D30EEDE-F5A0-4492-8A21-4E58B91040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D5CC1DDA-9A9B-470E-BA24-A5D128607F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363A0018-3162-4CAF-A96D-0B181E3049D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5622D75A-6E63-4C47-8719-9A1B6EA405C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FDDE4DF4-EDF8-435A-B087-1B3EEE5D15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0FB3430C-951F-4AB7-AF2A-D27C2C039D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6CB59CC4-84B4-4D8B-B5A5-8AF20D16DBC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E5DD52F8-D32A-4597-BB7E-6C2A7D08FF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28B95016-A6EA-42EC-AD76-0A50D6766C3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36774B8-AAB0-4B7C-A4BC-152D910F48F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424FD949-5E54-428E-85C6-C350E53BF1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B5D45C1C-9110-446F-B841-F27389A028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C17366E-D1BB-47BD-A76A-9B6D7F6D49B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366B6DA2-1023-4420-9854-9835F55B1D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E732DD67-8A49-4091-8EC8-6E0E77BB6A7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89B92C6A-A4B3-41C8-844D-CE698689F5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3E3BF940-0BE8-4647-9806-E24207C27E2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55D5B45C-B99C-4012-B74D-CB371AA679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B7B64BF9-6E56-4B9B-A56D-440F5ECA8C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580800E6-F687-4406-9A7F-6165DC8278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462E1677-3B2C-4C20-AD75-59F27EE43D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80FF950B-6DB1-4CCD-A15F-FAEF83866E8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F34B4ADD-BDDA-4D70-8B85-BC73BFC1802B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C7CFA7A0-9569-4ABD-9D50-34DCA01D1EA2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C09EEA4F-EF56-4443-8421-E33AE77BEB79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F95E63EC-7F9D-494E-A4EA-F5E5D3BFDC28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4585A462-3AB3-41EF-9A8C-92C68B6F8DBD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B426AF3C-BA17-44AF-89B3-422C52B33C5D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477D72A7-2344-41A2-82B2-7E0705192683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E6ED819D-EB40-4D97-9EA1-663D1B663B17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DBF2312C-FE34-43DF-BDAF-BF0053C7B466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CB77203F-4AA5-44D0-ACCE-4AAA4B3D1787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9F5900D7-FD8B-4875-B2F3-83B77230BA4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09DF1BF7-8964-435F-8031-9A8F980D8A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BDAA22F-BF61-451A-BA5D-93375AFB3869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07F176A1-EA5E-468A-8D47-3EFD3F3EE832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1D04E01F-8017-4FA3-8DA8-1D23F5B29334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40A36138-4D07-4CA0-83DA-34629D41DBA9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D62A8488-64B5-4312-AF3E-D449612EF40D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C47F65B8-5E00-42B6-9C0D-CC91CA801576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489CC89C-F406-4392-8715-F17FD7BBF032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7ED42850-CCBB-4E1E-88E2-65306C7C647F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E6144824-3C3C-4498-ADBC-300DB9A74FC1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34232356-4A9E-4443-B232-0B44D29E9B3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BEA11C70-4C1E-4AE4-A074-04D25E9286E0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EC4D9209-FA8F-4485-BF0A-9D1E58A9C6D6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F29D9FF5-A8E5-407B-99E9-24E559D6313D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2F80A0AE-CB62-462B-84F4-243CD9CEF44B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AD26FDEF-6C1B-4768-8FAC-B9215CC41234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923DC478-D3EE-4AF3-A300-B7CEA426EF40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5721435A-E64F-42F5-9B11-59328529378E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A6A81A2-1FC7-4A4B-98D3-7E58B993B3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129FECBB-00DC-4292-95E9-BF037BE5B3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1AF51F9B-F4FC-4592-A763-D2877CB98AE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FF6EA225-D207-4A94-B497-A83692F6A4F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59B12D2D-E6BD-463B-8A17-3661529EE6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2E709F6C-466C-47A4-934F-069813C8987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6637732C-F15E-45C4-BB8E-EA48EE9671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4C2A9645-BA31-44CC-83B8-2930DE6D74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47AC3356-6CC0-4B86-AA73-0629A9AFED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EA1350E0-AF10-44BE-8CF3-82A9911481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A40B0A6E-2B95-4420-BC25-E0DEE4A5B1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99FD106A-50CF-4A2E-B8E8-66E555160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B685F563-0F9A-4B0B-87AD-DD40836B18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E97D609F-5756-4555-9FF3-7829F66A1CD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7281816B-3114-44B5-9ED5-8AEF6675A3E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DA6D5EC7-16C3-47AE-8A53-9E0BDE876F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1E0A7F48-63EB-4239-A20F-9FE4F8AD66F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5B8A0F71-7378-4462-BA84-D1BB244FA02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92453E5C-99C9-4F52-A94A-69C781D69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B5858195-6AFE-4DBF-8AD1-1B4580527AD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61FC841E-6AA1-47E1-A6BE-6BA9AEECCF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9C185359-0372-4CF5-89DA-E795D31A3B1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68B04D1C-9684-47D7-AB11-6E13FB3CC9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39C457A0-5D8D-40E3-9E8B-4CF64D337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1411D4B1-5A22-4F55-8380-A80C01DC2F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6AE3151F-9B50-4902-910F-E80FA64FB8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570060B4-EDFE-48A7-9F90-C4F4237339F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61A5769-9D44-40D4-A145-1C5210E1CC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9CFBD31B-0201-4A9C-94CD-13B6343822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7F24F9BB-ACFC-4D00-B9DD-2AE8BB8E9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4A41054E-460B-45D1-A3E3-3378B4D64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F1987DF6-EB3F-4E53-96F8-9FEA009C2A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5CF83FC6-30AE-4AA7-83E1-9B3245FC656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3C6C5946-1492-47D0-A7D9-173A343EDA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B77D15F4-BEE3-4077-B8D8-D3C86B9E44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1889515D-0DAC-46D7-B1A2-DCE00E61B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03DA3FA8-4863-494B-B13D-AF5F7ABC90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00AC5AD6-973C-4AED-A90D-13884FEB02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FA9A6D63-1B04-437A-B30E-BC31A4C561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6FBBF4D-D7F7-4187-9BB4-D7C30D566C3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AE8712DD-F92D-4804-9857-C0547A57E74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60D6AC06-1DC4-498E-A79E-D850B30B9E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61E1F3F4-DF49-4F17-BB67-035511999C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29335967-9D11-4562-9B9E-19F35A31A62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7A0D22B9-61E3-4D56-A340-CA600B1801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44F16452-4ADB-4D93-A438-9AAFB07A36D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838C31B3-CA6C-4FEB-8EF3-4339B7CBCFD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F6A9B915-C8A0-4850-9BD4-60D9B33B052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C7E04B77-7802-467D-BAB5-25778CEA6B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9199E72B-4FC7-480E-BD29-E902272F60E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CEB5479-16E6-4755-A331-DBB80C13EE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D701056C-03F1-48FF-B81C-52A4F6E01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69C24180-F79E-4972-8D78-C51C2D1EA0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18F50347-0664-45FE-9A75-7A433B49A8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E8382941-E3D3-483F-A516-B735AC3F70D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E476D352-A680-498E-80CA-22FFE41D57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660F7793-B6D5-43C3-B91C-EEE0DF3008A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265F69CC-5896-4142-A10D-FC801C8FC2F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DFBD6CAE-6F09-42B4-B198-96C5421AD6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E1D79EF4-9B91-40DD-99E6-A8FD94FF48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2836E8D1-1DA9-4FF0-BEED-7FB5E88D096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0E20A8C4-4E02-4B2D-9D7B-0A1F783F7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CDEFF21E-B768-4AFC-B631-F38E0B9A851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79242F80-ECD3-49CA-A84A-345A40E1F65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E557C05C-96D6-4175-9857-F13218CD40CE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AE21C848-8A54-4ACD-96A9-88F4470CA67B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DCD92466-C70F-4468-92DB-2277108676CF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C437EEF7-747A-4F30-BA30-875D181579D8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E73244F8-6C49-4D61-9667-18E6C65CE7AD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F4731AA3-87C5-4014-9595-8D7926AA8823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11E9947C-09B9-40C5-A90A-E569A5453953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141743D8-999C-4D3A-9A6B-018FDFB36C6F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D3B1BCA6-3887-4EC1-9E5E-AC4921E97EF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903AC310-3A4B-4C36-8B55-416494597C64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1B2AED40-1226-47F6-B719-103711FB0E63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D92D4830-C4ED-4145-8365-60E8013B8F86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7A03BF9-BAC5-45CC-8D92-2232F812C1E3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61AF64C9-6A80-4507-92D3-C24C89E13A4E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1B8EE63E-FF31-49EE-803A-8E61571488F4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D2086AD-34AA-432C-82D7-708E36AC4055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7872BCA2-7B5E-4544-B050-F586AC83A5BF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6ABCC343-3000-4A03-B03B-D257E4E91AA3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FA6D633F-C014-409A-9CFD-23D842127C62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269C7333-E573-406F-8794-13F9718B1479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696CE9BE-239F-43B2-8463-184788F037AB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B7AF386F-A684-4C6D-99D4-393B0AA5C2E0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5149D14-BB87-4F3A-92B0-73BD939A7E76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F84FF837-D9EC-4C7E-8852-F579E32D6EB5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E216F492-1924-4073-B760-1355072728A2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9929BE0C-5BC7-4863-87B6-C255ADBE0BA2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613F33BD-EEC6-4672-B2EE-E2FFB695AE33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3BA18147-6D26-4F78-A845-B563B242140B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A60A6F64-B145-4357-9BF0-3AF0F39BFDD8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7B6275B8-5F46-49A8-BEEE-6B1CA85B84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7A20DBBA-72A6-4F71-99C6-7D682F8C8F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EBEC4AE8-A157-4C97-95CE-C5D9BEBB8FCD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746037BF-12FB-4D2E-94A9-022801AC0BC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25AFBE4E-F887-4C0C-A041-280BADBC77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5D5607C6-4B4A-4ED9-B300-B91ED9D90A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7CF41D63-FD8A-48BF-85CE-C58BA7F0F0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58E83F1D-33C5-41BD-8BEB-B5713928B0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E24EF27A-6119-4CD3-8E06-14FD3A3D87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CD6E506-4A25-4E05-94CE-8FE27E354AB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87E6F017-750A-4DCE-90F2-90588780B4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6DF0DF15-5BE1-41C5-9B12-4FCAF11BB6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A99AE126-C945-4FC1-B168-0A9D0E6817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8B6F5499-0E32-42B8-87DC-391B367142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57CA764B-8A94-4106-8325-45F9AA8293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FA46E92-ED01-41B7-9B90-1D01141CA72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FC2A13E7-96A7-4902-92D5-CC815F9644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E46FEDEF-168C-4C22-976E-4A86803F5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630ABC35-73F0-46BA-886F-565BE95AB3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AAE23CEF-5D3F-482D-B5AF-D784EBC5C8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3D4EA7DA-C0CF-4086-A918-199899BCFF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29976E44-5B56-463E-80B3-AE41D7E569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D35FB5B6-208A-4A7B-AF0C-23E2351A700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7FB82CF2-72B0-45D6-B6F4-2478033C03B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60D2B3C9-E642-4C56-A29F-003A339250E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AB097386-3E8A-4D36-8250-7F2ED762B3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52683312-E3C7-4970-8B1C-06A7731EAA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6EDC2F65-CF2A-409A-8DE4-4AF2522EC8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82BA21DC-FC7D-48B3-A160-E75627950B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87CA056-5B24-49BB-B0D9-E160377AF81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D8B4604E-04CD-46A7-92CB-7CD7D4F5C0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A15F5187-3767-4C40-999E-F4D79D72D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0A7C733A-AE87-4776-ABC0-FBA43F3496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D3221FF6-F489-467E-8BAE-E53688222F3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7CDFBD4-7320-4037-866F-756196EED1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823273CB-FA3D-481A-920B-01E51579E0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1E7B6626-268D-438D-AC75-339F3FCFA8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1E9B441-C5CB-4635-BB19-E535ED64BC8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8BE38CC5-46AC-4C79-9584-5CFA777397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92D87EFD-E59B-4370-A53C-430F0C6D7F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4DD04C17-EFB9-48FE-983F-8399DEB50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E1F6B7EB-088D-42C0-9952-D657A0F1AE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499561AB-3A09-46FC-91A8-26458BFCB96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CEF089B5-F299-4283-85D9-FDA66A87BD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11ACD89F-7117-4363-859A-CA52DB11C39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3D9A59BC-2D4A-4D33-BAC3-2C8BCC78A6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059C36D9-7A9D-4DA4-9C02-960DB6F54A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10C842CF-A4A0-4993-B505-3470B6810F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BDA966B1-E1F0-4BED-AE8C-8B9D3614653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1A7D686B-9728-46D5-B912-49FABD3D62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5EA33472-0528-40B7-BF73-2E76A772102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9AD27900-E486-4C23-ABD9-7A458743355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3A28694A-01E4-4844-B6DB-017ABA855A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0EF01CA2-AE1F-4071-8E67-6F7046AE4B6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C03D3937-4D77-4103-9E79-4C0C2E9702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4FB5779B-38A7-47EF-A9F8-0797E0BAD2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85AF2689-558E-40B4-9694-7F514667F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C856BA6D-256D-49F5-8146-6EF35CC28C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93749D2B-F20A-4FC0-9401-138E81DB7D9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E6499D67-4BC5-4C76-9C70-8462B2D71E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0E5960F7-9413-4A8D-91BB-480E9FEB25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89D704D9-5813-469B-A42D-638DECD3E8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E8C6DD64-DBBF-447F-98F0-49F6DE4716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925A05AC-690E-4748-89B0-24D3008FDC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AA95A3DD-87BC-4DF0-99C8-665CA9247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50486BA9-373C-49E9-9CC9-CA3A2C9BDB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CFDA123B-E2C7-4FC7-B25C-A7A6FB9E44C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37EDF86C-46F8-4FB1-9F2E-482F76235F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C30A9108-D8E2-4C9A-B614-3E973AE656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25151563-F809-4851-BC66-F4B74DCC583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79D4138B-EEB6-4F07-BA22-C141E84F94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6815C3CA-4539-42BB-B4F8-6E6C79D56B5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6BD68CF0-6729-4788-8DB9-4362BCA396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B4D9CE8-7C1E-4DDA-9DF4-AD9952A61EC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1C3E5CCB-EF05-4D4A-9B98-DBE52728BC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0AD46EA6-647C-4D7B-B880-D644693099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4A16F0AA-F689-4735-9AC5-4868C04CF4E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560CE452-5229-44AD-94EB-2D85B4792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6F4CE3E9-4BFF-46EF-A4A6-2D1664A161C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12B8746A-8EC1-4383-B46A-95CFF737DA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A55DDB87-841C-4FFA-A052-5E460470B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BFEB4A23-9D40-4ADC-B51C-7AA5586CEFA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9D6267EF-DDE2-4689-8EBB-4F2977280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7E115C03-CBF9-41BE-956A-8F695633C1C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598B40E5-9618-45D5-BD11-983C63429D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E66F3746-D6F3-4283-8ECD-475052054A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7708F27E-80C3-4EA1-86B6-E605EF259E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D461B62E-8D18-49F7-AF8D-4EB0EB271255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1D115672-3FE9-4DAB-B598-E8372B719A2A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0A758399-7E6A-45C0-A406-772C8F05E982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F7F44B8B-0862-431A-B1E2-AE569EA2D144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1B0C9AFB-3DEC-46B4-9995-867820C73E85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7407DED9-E72E-44B6-8D5D-06ED6E8FEECE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99E336DB-BA76-4293-80C6-AC9F21A4296F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B61B5AB0-A714-4DE2-ADD2-26CBF74CAA4A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5E5A39DB-0B4D-46C0-A938-56D5DFB369A5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12438AB5-7267-4837-89B4-80EB8597095F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9F413CF3-02AC-4FEF-AA76-F3F836C68D65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B3398049-1ACE-4A67-9538-39413482CBC8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7B8ECE0-D7B3-4B7F-8168-325A5E8DDCAB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4EB18AC1-BA8C-49C6-A8AE-E68F240A9893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4323BD0B-4E2A-4CD7-AFC9-FB5D299BFEC4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72A6F208-7F0B-41DC-8DE7-FB42B5C4A27A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A909AABC-BCA0-4287-93DA-1BECA9E30AA2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E4DCC4B7-B21F-496B-B7EE-F1FC068F1D7D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31B54F65-FBE3-491F-8F02-AAEC56BA5C21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3003BFF-E40F-405D-A755-AA406DA1DDDE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0662405B-5BDF-46F6-8980-B53AE77FF40B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8937E57E-C431-42F7-BA3D-BF3627705F49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BD744C52-4301-428D-A3B1-1DD457F6774F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0164D0A9-E451-4344-BBE3-F33DF180E79A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7A6A4908-C69F-48E9-B823-693AFD48A0D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72A89A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D61074FE-4024-4A55-B174-AC32F0D8B17E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4982D2E0-2C0C-4444-9211-9762DF07A141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EBC1A4A8-BF47-493D-90F0-DCC725DA8DC8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70605902-E151-4384-872A-52961314E542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CD673D5C-365C-4F55-8713-CAAB4A82F668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87AEF85B-0320-4B6D-913D-31B5561E2017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76AA1BE5-1CDE-4C3D-AAAF-D8BE10B0E610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A0449FA4-2C9A-44F2-86C5-CF478754A80B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9ADE2786-2F66-482B-B610-A310342386CD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D2E4DFD3-E784-4D16-A6C1-8153FD032AC7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48EE1CFA-BA22-4385-A3A7-FB7263F72715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46E512DC-462C-4D8E-B603-0E243D8962DF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C9967CA9-A087-43F4-8D1A-D4CB7F301A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E780197D-7ADC-4FDA-B57D-5E020AD258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A12CA07E-66AB-4443-81C4-A328366FE7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0C21CD0E-1C6A-4408-B5C7-B40194C7B4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7F21E2F2-7224-414D-9C40-664F174623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AD51297C-2F11-41FE-A0C8-95B53051F83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CF5F85C-F271-46B0-9A6D-4B25743007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7F4892BD-63BC-4B56-B27A-0256F31D662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977988CF-8412-4847-8AB6-66A0963809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9B040990-03D6-486D-AC35-BF8D9A21BF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313AE473-4FA0-4A5B-A2C2-D26FE462F4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0A960CD7-2B63-4423-8871-FBD5702805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7012A03C-0B8B-4EDE-ADB4-DCDCDF45AF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3F9A8BBA-5B14-43E1-BBEA-CDF8D9FD84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9DFDA25A-B9AC-4022-A119-A861237B408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676F6F52-6166-4A93-917F-C328165F7D4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A90DC08E-5EFF-4B62-8293-1B372E85AA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DC918BD7-2060-47D5-827E-3CFE8A9672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E3F813DE-1E89-4790-9193-700181AFB1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6F5600FC-3AEA-4FCC-AD3B-EC8ECD34920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B02CA6CA-3671-48E5-955F-3FEAC06A7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7CF207AF-8948-445D-9A1C-0DF0A40501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F93E0336-3F23-411D-89A3-CC64484F35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C234611B-9D7B-4FD1-AC63-8C68B8394E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15BABF2F-50AA-46D0-BE95-D54469A67F0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F4B2275E-26EC-4C6C-8897-11C22441B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E79E5016-E294-4BBF-8BAB-DC8184222E6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AAD6E17F-84A4-4874-8B91-F3260FC81E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F6E8C259-FCD3-4B8D-8CE6-4B2F5D51E76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F3872783-685D-4EBA-BE0A-D1B5D3DDB9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01A6BE1B-D1F6-4A95-81E7-573C9FAFF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3D71A82C-9864-4845-BF95-8F36D35512E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79B076C9-1330-4436-A845-7E50E0E60D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3A21EE3C-73B9-4617-9AB5-0D36E0F752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3F4D7FA-6085-4A25-BB31-D3302736B1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36ED5B12-4273-48F4-B5F3-EBD44EDC26B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1339B06-58F8-47D6-8652-B4E7EF8E98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9DDF21E2-7024-4D6E-8CDE-A8B26849D9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AE623B95-C189-47C2-8217-2389C608D0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36B31E73-097E-453E-8F19-BEBD8C22B8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499011A4-434B-4AFA-A621-DA8C753C3F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8032211F-C370-420B-8668-FA49E2E5235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E51076A5-DBAD-4A39-96EF-864766AA6C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4AA1A09E-5A81-430B-9D6A-111F76FAE7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957B261D-5D4A-41C3-A3D4-0AEF054B3EC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DBF50CF7-1780-4BD1-9A20-999623BD8D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8A852C4A-4A5F-4180-99E3-DBF053B8E8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A109DDD1-89EC-48CC-8272-527E00B1434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C72D2FB2-3B46-4D9A-A69E-601A1C104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E3A69754-0938-4D00-9EDB-986EEF8028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F06322D2-8A0F-48C7-92F4-36134C1450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FB2DAC8D-2F40-4518-B7F8-7E200DCB5A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9687F1F2-850B-4764-9BB0-6EA0A72220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B73C022C-475B-4FD9-8E9A-E433E5C10C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7E183975-3C6B-4871-8385-FA679BC879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723A3978-8CA9-438F-B9CD-9AFFA86F5A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DF22D478-A466-4A8C-A573-3AB19C2D06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685CDB79-98F8-4BCA-BE5F-8965BD683D4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FA6506EA-E1D0-450D-B67D-395A3F5960C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1772C037-7668-45D1-90EA-686071268A8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17AD7EFF-595D-43D9-8C36-481689A366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AB5A717D-8950-4220-B9F6-90074161E6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F6A6174F-C056-4B64-B848-D47251E2D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7E7252F0-87DE-41D2-BA8F-AA2E2D2FC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533F2784-8EFD-4A3A-9961-F948935E82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3D4EE300-327B-4870-A1D7-AE9117A764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8750BCA5-D27C-46A1-B775-6A78B81510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F17F251E-3263-4E37-BEF9-B59476760A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BD8D8A7-6A2F-4B4E-966B-ABC0483DEE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D1FC4CEB-772A-4983-9A89-A30DC3D75B8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DA84F2B1-02F1-4F67-9EC1-FBFE135D1D8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9ADE3774-4628-4F77-AA67-1F066BF43A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74010EEC-68DA-4433-A5C6-39DF0DB7F76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7788CE2C-CD42-481D-94CC-CF6084C47FA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06CAA066-9063-44EF-9045-4D49CA31E8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2685B3EF-2828-4887-AADB-ABD38B7148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C29E112B-B101-4B88-BF5B-105245FCE3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5D4B3592-F4C4-41AD-9560-4F164746F7A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BD5D45E9-8BA1-40BC-8694-4A3ECAEB7F4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CD7178EA-C789-41B4-A61A-A21BDD134F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0EEE0FE5-5EFC-401F-9617-D95A1A48A4E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CF5B9B50-C7EF-41BE-8E07-6DB4CF5E63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A5FAFBD6-F203-43A8-BEAD-D9C3105B95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8E195F11-52AC-4CBF-8587-013DC2F1826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C8B05AEF-348E-48CE-9D8E-3F29C5A90C64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11BE6117-EFFE-47F6-AA74-A6AE85402DF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D77B620C-13E7-4F22-9A71-2E19A435A953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530D0D4F-7032-42F7-B764-DEE518614ABF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9956B715-DDFA-448D-974F-F9A0477F2E5E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EA09704C-92FE-47DD-8B7C-5E970BC60CA6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F31F85B3-AB79-4325-9D52-91D5AEDEA34C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BC00EFDC-1CC9-4265-804F-280F44D38674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4E485B6A-A1F4-414F-BC72-8A179EFA2035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2AC85FC7-DF46-4411-A47D-BBFDF192BDDF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C26DB002-D7E1-487A-B8D1-5F1E91B92F29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799EF37C-275D-4664-9CC0-182A8188ED48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93A274AE-A97B-44F2-9C0E-4BFEC0DF0F48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37D0B08-1FC7-4F55-85F9-C7F0F245B4F6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A776EF2C-B666-4692-833B-1245BD728951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7B3805DD-4CFC-48C5-A079-5EF8DE3DC906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3EAF0E95-C206-4D57-8C0A-2B5EAD6122E1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D956E88F-2A7F-42F1-BC85-0E02745CF94D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559797DB-4528-4B2D-9123-15307DB37523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45597653-0300-4D79-8303-CDFF273F5E15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47F4CD51-A3E5-471B-BD1F-C3B90DB02121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D4E2EFBD-670D-41DF-BF63-293D8342FCA3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5E614159-5CEE-4A93-8B0E-31523DB21FCC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082364C4-FEB1-4E9A-A6D0-A37BB787C5A5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B1673F7E-C807-4AE2-90EC-69E7E4AC4EAF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72A89A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F135E6AA-B5DC-4021-8425-BEA32925B6A2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90D216B0-52B8-4A51-BFD2-892CB654E4EE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22770959-B9E5-43D5-BD34-3B08CBE2781D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CB69C8C-D45A-4D93-AF9F-15081E0289F0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9C219D84-1C2B-4E8C-9CCC-162F3E614EEE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D4919AA9-9F65-486C-9E94-D3459DC78481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2CD7B68C-25AD-463D-B5D3-C4CC19DE5B79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F8E56A3-B6EC-46BA-A992-E7CCFF3534F8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C3B7B390-165B-411E-9D04-EF6F21009612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0F571E75-9E0F-4166-B987-8CBF0D01507C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37938774-9BB9-4E55-8A7D-3187519CAA6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2C2C5D87-1F07-49B5-B72A-637E80C7E83F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6C851603-4A36-4024-85C2-31E74F75524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B97F3F73-FD93-4D54-A350-151B6217C01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481D4AEA-BCD0-4595-A37F-7276D07550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6C006375-76B9-44CE-B7D6-16928B8248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B95097E5-B349-42CA-B95E-00886171DC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45B8CB96-7C6C-4BDC-9104-5089A4DFE36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71069D03-9A6D-4C6F-9537-DC5A14F256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98EEA093-C309-4D64-A44F-96E426BFE6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04E2E73A-8069-4434-8BC4-F1CD53770A1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7E0F7B0D-3EC2-4531-96BC-1AC12175C3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468EE211-CF2A-43CF-A945-5ACCFEC0343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E98F1F0F-B956-422C-969C-CC4500D72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19AC61F8-4D43-48ED-9A82-7D18C0330C4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3363D48D-9C8F-46BC-ADFE-835B6F398F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80E9CB7-4690-4655-993A-A5A0BB95D7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69570520-CE6D-47B5-8072-14E061D664F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F76E800F-B72B-492C-BDDE-839E6AE213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06AF079F-EAF6-48D4-BCD1-1C2F29E46E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C4D16663-D370-4BF1-A6F8-4A3B34B145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734C324-DFAF-4D89-9F30-3EC6501B39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2710446D-CE2A-4382-BB13-2F736CB1F4D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1856A9F7-19C8-4466-AA1F-2D120709249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D75CC30F-BA9E-43C3-A9D4-3AB62EB18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4B26ECC2-4C98-401A-A343-69BF9EC117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F9E5B55E-AC14-4E24-8DC2-B4DF420B02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A5E7E3BA-029A-4339-B053-2F1D285C0E0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DDFABC6B-B109-47BA-A4C7-039961DEA0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6C0F88EC-80C8-4D18-BEC5-1094B00F19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49D40451-4A99-4442-A4B1-ACFCC6842C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601B805-6721-4BEE-B0C8-5765A8F7CE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8AF02784-1CED-442C-8962-626178D466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8F432F4-C631-48A0-8C8F-6F640359800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2098E3EE-9072-474A-91A8-15F73E92DA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F842DB54-7192-43E8-9A5D-3D3D909F951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5D3ABEE5-7DCD-4173-9F2F-56089F0B4F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D3EA48CF-D219-4B3E-A0C8-9BF697C254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576AB5D6-713D-475F-A979-D91AC61A71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099B4D23-F5C9-4F0C-B99F-E0D291AE97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4B366542-7C43-405A-88DD-866A8C78CE0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FFB55433-E865-4786-B943-B54A9F62E7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1A271A3A-0D9F-4B06-A1EF-3D396960A5A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415CF743-0D72-4362-BDC6-DC56B07846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F1076FA5-8E15-4BC5-A136-5CDBF2F4170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5DDE14CE-4E69-4D7A-BA11-B8778873D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B88E8785-9C90-49E8-8F7F-E600009CC8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3B6D7280-CB5E-4013-B0CA-8FE88F397D8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E1B786D0-3E3A-49EE-95C9-1482BA3C4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B788CE40-D435-4A00-B897-9E592E9D4F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365C717F-C467-4596-B8FB-E0CC445615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B8904926-0D13-4FC2-9608-840494ABC3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B45D3EC-3C83-436E-9D7C-B71FDCB912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4FAE8CEF-C830-4781-B7A6-463FEDEE41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9546B623-8C14-4432-BBA9-38AC1D88B3C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E347E608-B6F1-4810-8484-9662939A5E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42A2E810-927B-4635-B5AF-691708094B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F270BE4F-F60A-4FD0-AC59-E3AD68AC144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8F567680-FF05-4B28-9025-41D827626E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65F1CEA6-D15F-47AB-B6FE-4AEB5CB13C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3CAEE2CD-94A6-401D-B912-FE54EDFB5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97593E6-03BD-46F0-9949-7F44259953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2C22BA7E-CB43-42EA-BD99-5A3E72E88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17847F68-E0B2-4C9C-9D6B-8FC90969880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A456D81E-B7DC-422D-A10C-3F173A14FF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2645B3DD-9E8A-43AC-A8C8-E39982C12AD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F9A5658A-D340-4B8F-A802-045F71DAB8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B304901-27D6-4F9A-8005-A79BB149A3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078159E7-9721-4914-B67B-1CE39AE68A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A305B54A-8223-4982-B91D-0C9A8377A7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B081FF9C-8385-4041-829C-D285F62E6F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F5D3FDBF-9FB4-4D75-AD43-0E0CFEF924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32C997A-E372-4026-BA2C-9857B6BA6D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0DCA0781-9817-4A39-9C7F-2B629FC359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7CC93EDF-9F40-41C2-8424-601D6CE0FA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A82D6205-49AD-405F-85C0-B10A5AB28E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D0EB464B-0E08-406A-96FF-23756094B13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708EDBCD-0E15-429B-9B9C-3C984DF2C9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53BBCAA3-733B-4EFF-A80C-567E89A589E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EA9F52B7-71C2-448B-A27E-AFC0234571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0E5236D6-4901-4B97-93A1-D44719DC7DA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52C0DC39-899F-431B-AA4E-C048C57113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014FA7A9-AF0C-4424-8F43-710ADFD404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50A7A059-EFD6-432D-871D-6718A94BE1D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753BC9B-A88A-443C-8DED-913C97DA6C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6D81F89C-1426-4DC6-B180-0AAE33FE98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16438418-CBF1-4110-B2D2-ED6D0844554A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51AD0064-31DF-43E7-97A9-DFFC571732B3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EE1CDA5D-5883-48CD-8616-DB1D27BA30CF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7EEA2867-AC54-4491-8919-3216E0EC2CFE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0231E5F-B6DB-4796-8E15-03AB511F518D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D6052156-255C-4164-963E-DB2347EB0E95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02EFA08D-AD7E-405E-B496-B14CEAC9824D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4CFD416D-200B-4D6A-9551-A62F45BD945D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9857660E-174E-4B82-A5A8-7A009F7E9B6F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C3B16906-0A4B-4611-BB75-42A78124841B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23AA126F-AE50-4235-8113-CEEAC7235AF8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9D8F2E76-1B8F-4E26-A160-C2D11DBD55B8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0596B672-F8A4-407F-8302-987CAD7D2AC5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C536D679-092F-438F-B9A5-F41501D50C1A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611BB24A-DD7B-4B67-B2C6-E6A53B4CB823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40892408-F7A7-49B8-9BB4-54A08D6DE14F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F7D98735-A681-4769-A815-92286F9971C4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02FF9274-D114-45C5-AC43-DD2513E5897F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D3F8C41D-17FA-4EE9-BEF5-F06995241205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34878D7-59D5-4103-AE15-325D4F1C01BB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4311FB06-566E-4AED-920E-EBE9D6115F11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F391973D-1645-4351-B5DA-35BC393A6647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D08BD96D-2DE0-4539-AC3F-29EE9C299221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71E81EAF-35DD-482F-9FF8-E5C177AF23BA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06552292-F38A-4C49-AB3A-988C7333C231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72A89A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706E8167-7B18-4841-A616-07700D374C85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03ACF049-2335-498C-93FF-4C1950F48F08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77091311-AFC5-4741-8CA1-0C295AFB0927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F3FE7718-67FC-4766-BCEF-78B4D5DDB821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990AB98D-BD07-46E4-AD0D-3CE19C2911BD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71807560-76F6-4F40-B922-50A1AEB0F1C8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2982D751-80EA-4BC0-9EA0-3D0800130402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609A82CA-83D2-4381-9A3D-0771CFE8AB67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5802903-F292-463C-8138-81B09B50B843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EF2E4C3C-80ED-42E2-9234-16B506FA1824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F40C3B17-6B6E-4998-B921-872DA47FC4DE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5490A460-A736-4DF1-9094-7D62AD424F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623D0934-29A2-4AE3-ABE2-BEEF21009B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C40643BA-2B0E-4193-B352-B6A265816E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E53C5647-4012-4A6F-898A-0056A07FE5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5D4EC373-C786-4102-B7AF-4373086EA707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AD623306-A130-404D-BC25-D09275444D5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324CE928-B4F9-4B7F-AF70-04AE3B79B409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9U7J · GDU (A:801)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5A5CC94D-E041-4F4B-B482-1591F5E3BA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C6609E2F-538E-4E0D-89A1-3F1574FE880B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u7j_2_official_Receptor">
            <a:extLst>
              <a:ext uri="{FF2B5EF4-FFF2-40B4-BE49-F238E27FC236}">
                <a16:creationId xmlns:a16="http://schemas.microsoft.com/office/drawing/2014/main" id="{014290A6-381B-41FB-A619-4C831046037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660" name="9u7j_2_official_ExperimentalDensity">
            <a:extLst>
              <a:ext uri="{FF2B5EF4-FFF2-40B4-BE49-F238E27FC236}">
                <a16:creationId xmlns:a16="http://schemas.microsoft.com/office/drawing/2014/main" id="{40F57696-1C00-444D-B16F-5E47EAEECE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u7j_2_official_ReferenceLigand_0">
            <a:extLst>
              <a:ext uri="{FF2B5EF4-FFF2-40B4-BE49-F238E27FC236}">
                <a16:creationId xmlns:a16="http://schemas.microsoft.com/office/drawing/2014/main" id="{3ADAE39D-3D52-4D74-B065-2644B2B437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u7j_2_official_ReferenceLigand_1">
            <a:extLst>
              <a:ext uri="{FF2B5EF4-FFF2-40B4-BE49-F238E27FC236}">
                <a16:creationId xmlns:a16="http://schemas.microsoft.com/office/drawing/2014/main" id="{4E663525-7526-4192-A1F9-936290735B7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u7j_2_official_ReferenceLigand_2">
            <a:extLst>
              <a:ext uri="{FF2B5EF4-FFF2-40B4-BE49-F238E27FC236}">
                <a16:creationId xmlns:a16="http://schemas.microsoft.com/office/drawing/2014/main" id="{38CEBCE2-4790-43BE-86AA-CA374D73D2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u7j_2_official_ReferenceLigand_3">
            <a:extLst>
              <a:ext uri="{FF2B5EF4-FFF2-40B4-BE49-F238E27FC236}">
                <a16:creationId xmlns:a16="http://schemas.microsoft.com/office/drawing/2014/main" id="{C097D489-DF30-42F8-89D0-58895E9AE7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u7j_2_official_ReferenceLigand_4">
            <a:extLst>
              <a:ext uri="{FF2B5EF4-FFF2-40B4-BE49-F238E27FC236}">
                <a16:creationId xmlns:a16="http://schemas.microsoft.com/office/drawing/2014/main" id="{8CFADDA7-E7D8-4805-98F1-654D0B4B98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u7j_2_official_ReferenceLigand_5">
            <a:extLst>
              <a:ext uri="{FF2B5EF4-FFF2-40B4-BE49-F238E27FC236}">
                <a16:creationId xmlns:a16="http://schemas.microsoft.com/office/drawing/2014/main" id="{7D4D0378-7F85-4C95-A390-2825C7A0F4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u7j_2_official_ReferenceLigand_6">
            <a:extLst>
              <a:ext uri="{FF2B5EF4-FFF2-40B4-BE49-F238E27FC236}">
                <a16:creationId xmlns:a16="http://schemas.microsoft.com/office/drawing/2014/main" id="{53FCE725-5A10-4674-B209-42745D46545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u7j_2_official_ReferenceLigand_7">
            <a:extLst>
              <a:ext uri="{FF2B5EF4-FFF2-40B4-BE49-F238E27FC236}">
                <a16:creationId xmlns:a16="http://schemas.microsoft.com/office/drawing/2014/main" id="{F686B006-06C4-4542-AF2D-BC23584A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u7j_2_official_ReferenceLigand_8">
            <a:extLst>
              <a:ext uri="{FF2B5EF4-FFF2-40B4-BE49-F238E27FC236}">
                <a16:creationId xmlns:a16="http://schemas.microsoft.com/office/drawing/2014/main" id="{D86220B5-D8CC-493D-A7D7-DA3ECC573D4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u7j_2_official_ReferenceLigand_9">
            <a:extLst>
              <a:ext uri="{FF2B5EF4-FFF2-40B4-BE49-F238E27FC236}">
                <a16:creationId xmlns:a16="http://schemas.microsoft.com/office/drawing/2014/main" id="{C14FE161-59A8-4EBC-90E1-8609B8DFFA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u7j_2_official_ReferenceLigand_10">
            <a:extLst>
              <a:ext uri="{FF2B5EF4-FFF2-40B4-BE49-F238E27FC236}">
                <a16:creationId xmlns:a16="http://schemas.microsoft.com/office/drawing/2014/main" id="{ABD0BC90-3318-4635-9ACD-FB30CE44EDD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u7j_2_official_ReferenceLigand_11">
            <a:extLst>
              <a:ext uri="{FF2B5EF4-FFF2-40B4-BE49-F238E27FC236}">
                <a16:creationId xmlns:a16="http://schemas.microsoft.com/office/drawing/2014/main" id="{47CAEC2D-2410-4903-B0CB-E864C6A2C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u7j_2_official_ReferenceLigand_12">
            <a:extLst>
              <a:ext uri="{FF2B5EF4-FFF2-40B4-BE49-F238E27FC236}">
                <a16:creationId xmlns:a16="http://schemas.microsoft.com/office/drawing/2014/main" id="{D4936824-1B5A-48D6-B6BD-34EC12F75DC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u7j_2_official_ReferenceLigand_13">
            <a:extLst>
              <a:ext uri="{FF2B5EF4-FFF2-40B4-BE49-F238E27FC236}">
                <a16:creationId xmlns:a16="http://schemas.microsoft.com/office/drawing/2014/main" id="{AA8E28B4-C006-4D74-AC6F-1CD9D312F9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u7j_2_official_ReferenceLigand_14">
            <a:extLst>
              <a:ext uri="{FF2B5EF4-FFF2-40B4-BE49-F238E27FC236}">
                <a16:creationId xmlns:a16="http://schemas.microsoft.com/office/drawing/2014/main" id="{C076E4D7-AC5B-4760-804F-9E45C30E4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u7j_2_official_ReferenceLigand_15">
            <a:extLst>
              <a:ext uri="{FF2B5EF4-FFF2-40B4-BE49-F238E27FC236}">
                <a16:creationId xmlns:a16="http://schemas.microsoft.com/office/drawing/2014/main" id="{4C3D4608-0630-477D-828D-209D6A589BB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u7j_2_official_ReferenceLigand_16">
            <a:extLst>
              <a:ext uri="{FF2B5EF4-FFF2-40B4-BE49-F238E27FC236}">
                <a16:creationId xmlns:a16="http://schemas.microsoft.com/office/drawing/2014/main" id="{AE5133AD-DDB4-495C-B90F-A1BF74E86AD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u7j_2_official_ReferenceLigand_17">
            <a:extLst>
              <a:ext uri="{FF2B5EF4-FFF2-40B4-BE49-F238E27FC236}">
                <a16:creationId xmlns:a16="http://schemas.microsoft.com/office/drawing/2014/main" id="{73586B6F-8C4B-4463-A376-3345FBD41D0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u7j_2_official_ReferenceLigand_18">
            <a:extLst>
              <a:ext uri="{FF2B5EF4-FFF2-40B4-BE49-F238E27FC236}">
                <a16:creationId xmlns:a16="http://schemas.microsoft.com/office/drawing/2014/main" id="{617E4FD3-44A6-4E8F-965B-D5D6AF5806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u7j_2_official_ReferenceLigand_19">
            <a:extLst>
              <a:ext uri="{FF2B5EF4-FFF2-40B4-BE49-F238E27FC236}">
                <a16:creationId xmlns:a16="http://schemas.microsoft.com/office/drawing/2014/main" id="{A377E1DB-8360-4F77-A1EF-D3E0052004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u7j_2_official_ReferenceLigand_20">
            <a:extLst>
              <a:ext uri="{FF2B5EF4-FFF2-40B4-BE49-F238E27FC236}">
                <a16:creationId xmlns:a16="http://schemas.microsoft.com/office/drawing/2014/main" id="{FA11A9BB-5C57-4DB1-8497-B3A39C02125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u7j_2_official_ReferenceLigand_21">
            <a:extLst>
              <a:ext uri="{FF2B5EF4-FFF2-40B4-BE49-F238E27FC236}">
                <a16:creationId xmlns:a16="http://schemas.microsoft.com/office/drawing/2014/main" id="{2D0B2B47-EB4F-4000-8376-D0BBBA7E8F8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u7j_2_official_ReferenceLigand_22">
            <a:extLst>
              <a:ext uri="{FF2B5EF4-FFF2-40B4-BE49-F238E27FC236}">
                <a16:creationId xmlns:a16="http://schemas.microsoft.com/office/drawing/2014/main" id="{FE98D5BD-C93E-48DE-A275-4F31CA6178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u7j_2_official_ReferenceLigand_23">
            <a:extLst>
              <a:ext uri="{FF2B5EF4-FFF2-40B4-BE49-F238E27FC236}">
                <a16:creationId xmlns:a16="http://schemas.microsoft.com/office/drawing/2014/main" id="{02AFFBBA-1B60-4B96-98EC-E5F2661427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u7j_2_official_ReferenceLigand_24">
            <a:extLst>
              <a:ext uri="{FF2B5EF4-FFF2-40B4-BE49-F238E27FC236}">
                <a16:creationId xmlns:a16="http://schemas.microsoft.com/office/drawing/2014/main" id="{86190884-E777-44FF-B5F6-7553AE1F87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u7j_2_official_ReferenceLigand_25">
            <a:extLst>
              <a:ext uri="{FF2B5EF4-FFF2-40B4-BE49-F238E27FC236}">
                <a16:creationId xmlns:a16="http://schemas.microsoft.com/office/drawing/2014/main" id="{F5473AC3-F256-4AED-8CB8-954D24B5BC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u7j_2_official_ReferenceLigand_26">
            <a:extLst>
              <a:ext uri="{FF2B5EF4-FFF2-40B4-BE49-F238E27FC236}">
                <a16:creationId xmlns:a16="http://schemas.microsoft.com/office/drawing/2014/main" id="{4D49800B-B9CF-482F-8939-C1524FFBF97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u7j_2_official_ReferenceLigand_27">
            <a:extLst>
              <a:ext uri="{FF2B5EF4-FFF2-40B4-BE49-F238E27FC236}">
                <a16:creationId xmlns:a16="http://schemas.microsoft.com/office/drawing/2014/main" id="{143C18A9-EE4F-424A-8613-75E610289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u7j_2_official_ReferenceLigand_28">
            <a:extLst>
              <a:ext uri="{FF2B5EF4-FFF2-40B4-BE49-F238E27FC236}">
                <a16:creationId xmlns:a16="http://schemas.microsoft.com/office/drawing/2014/main" id="{E7F61D14-4517-4628-AF8F-861E894389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u7j_2_official_ReferenceLigand_29">
            <a:extLst>
              <a:ext uri="{FF2B5EF4-FFF2-40B4-BE49-F238E27FC236}">
                <a16:creationId xmlns:a16="http://schemas.microsoft.com/office/drawing/2014/main" id="{98B21FD7-3FF6-416A-B748-AFBC93A997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u7j_2_official_ReferenceLigand_30">
            <a:extLst>
              <a:ext uri="{FF2B5EF4-FFF2-40B4-BE49-F238E27FC236}">
                <a16:creationId xmlns:a16="http://schemas.microsoft.com/office/drawing/2014/main" id="{F9E224D9-F700-425C-B01D-9EB70B98C0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u7j_2_official_ReferenceLigand_31">
            <a:extLst>
              <a:ext uri="{FF2B5EF4-FFF2-40B4-BE49-F238E27FC236}">
                <a16:creationId xmlns:a16="http://schemas.microsoft.com/office/drawing/2014/main" id="{8694A865-9695-45F4-93CE-36BB3F95711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u7j_2_official_ReferenceLigand_32">
            <a:extLst>
              <a:ext uri="{FF2B5EF4-FFF2-40B4-BE49-F238E27FC236}">
                <a16:creationId xmlns:a16="http://schemas.microsoft.com/office/drawing/2014/main" id="{4E21F50A-5195-4629-81B7-77438F2F79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u7j_2_official_ReferenceLigand_33">
            <a:extLst>
              <a:ext uri="{FF2B5EF4-FFF2-40B4-BE49-F238E27FC236}">
                <a16:creationId xmlns:a16="http://schemas.microsoft.com/office/drawing/2014/main" id="{A86A79C5-EF7C-470E-9972-03756C11BE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u7j_2_official_ReferenceLigand_34">
            <a:extLst>
              <a:ext uri="{FF2B5EF4-FFF2-40B4-BE49-F238E27FC236}">
                <a16:creationId xmlns:a16="http://schemas.microsoft.com/office/drawing/2014/main" id="{33E12176-C593-4619-ACF4-3316215B31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u7j_2_official_ReferenceLigand_35">
            <a:extLst>
              <a:ext uri="{FF2B5EF4-FFF2-40B4-BE49-F238E27FC236}">
                <a16:creationId xmlns:a16="http://schemas.microsoft.com/office/drawing/2014/main" id="{B4621E67-3843-4F4C-84A9-25D8560B0A0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7" name="9u7j_2_official_ReferenceLigand_36">
            <a:extLst>
              <a:ext uri="{FF2B5EF4-FFF2-40B4-BE49-F238E27FC236}">
                <a16:creationId xmlns:a16="http://schemas.microsoft.com/office/drawing/2014/main" id="{74CF924B-0869-4E5C-B744-CE9ABF1A47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8" name="9u7j_2_official_ReferenceLigand_37">
            <a:extLst>
              <a:ext uri="{FF2B5EF4-FFF2-40B4-BE49-F238E27FC236}">
                <a16:creationId xmlns:a16="http://schemas.microsoft.com/office/drawing/2014/main" id="{9824859C-D665-49B3-A1AF-77274A50BE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9" name="9u7j_2_official_PredictedLigand_0">
            <a:extLst>
              <a:ext uri="{FF2B5EF4-FFF2-40B4-BE49-F238E27FC236}">
                <a16:creationId xmlns:a16="http://schemas.microsoft.com/office/drawing/2014/main" id="{228B67F0-AB45-464A-8EE0-2A8CB90585A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u7j_2_official_PredictedLigand_1">
            <a:extLst>
              <a:ext uri="{FF2B5EF4-FFF2-40B4-BE49-F238E27FC236}">
                <a16:creationId xmlns:a16="http://schemas.microsoft.com/office/drawing/2014/main" id="{001BD0A9-27FB-4963-A515-6A018C2574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u7j_2_official_PredictedLigand_2">
            <a:extLst>
              <a:ext uri="{FF2B5EF4-FFF2-40B4-BE49-F238E27FC236}">
                <a16:creationId xmlns:a16="http://schemas.microsoft.com/office/drawing/2014/main" id="{DE22D5B5-0515-47E5-8214-99D04C2087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u7j_2_official_PredictedLigand_3">
            <a:extLst>
              <a:ext uri="{FF2B5EF4-FFF2-40B4-BE49-F238E27FC236}">
                <a16:creationId xmlns:a16="http://schemas.microsoft.com/office/drawing/2014/main" id="{126ED6F9-CBCF-40D8-ADA4-E481E02D41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u7j_2_official_PredictedLigand_4">
            <a:extLst>
              <a:ext uri="{FF2B5EF4-FFF2-40B4-BE49-F238E27FC236}">
                <a16:creationId xmlns:a16="http://schemas.microsoft.com/office/drawing/2014/main" id="{20D76EE7-064A-4000-A4D7-6DF0D41A54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u7j_2_official_PredictedLigand_5">
            <a:extLst>
              <a:ext uri="{FF2B5EF4-FFF2-40B4-BE49-F238E27FC236}">
                <a16:creationId xmlns:a16="http://schemas.microsoft.com/office/drawing/2014/main" id="{116EFD7E-97E3-4FD5-9149-6135D4CCF93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u7j_2_official_PredictedLigand_6">
            <a:extLst>
              <a:ext uri="{FF2B5EF4-FFF2-40B4-BE49-F238E27FC236}">
                <a16:creationId xmlns:a16="http://schemas.microsoft.com/office/drawing/2014/main" id="{C37A13FB-D720-4EE9-9AE5-CDA67F8B6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u7j_2_official_PredictedLigand_7">
            <a:extLst>
              <a:ext uri="{FF2B5EF4-FFF2-40B4-BE49-F238E27FC236}">
                <a16:creationId xmlns:a16="http://schemas.microsoft.com/office/drawing/2014/main" id="{4805B5F4-1F8F-4E9D-BD4C-3A7DF3C3C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u7j_2_official_PredictedLigand_8">
            <a:extLst>
              <a:ext uri="{FF2B5EF4-FFF2-40B4-BE49-F238E27FC236}">
                <a16:creationId xmlns:a16="http://schemas.microsoft.com/office/drawing/2014/main" id="{0574AF0A-E2E5-4D74-AE95-173714D3B8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u7j_2_official_PredictedLigand_9">
            <a:extLst>
              <a:ext uri="{FF2B5EF4-FFF2-40B4-BE49-F238E27FC236}">
                <a16:creationId xmlns:a16="http://schemas.microsoft.com/office/drawing/2014/main" id="{DBEDE8FC-FD51-4F7B-9610-18DDDF0291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u7j_2_official_PredictedLigand_10">
            <a:extLst>
              <a:ext uri="{FF2B5EF4-FFF2-40B4-BE49-F238E27FC236}">
                <a16:creationId xmlns:a16="http://schemas.microsoft.com/office/drawing/2014/main" id="{D592754B-A07A-4E79-A99D-41A440EE817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u7j_2_official_PredictedLigand_11">
            <a:extLst>
              <a:ext uri="{FF2B5EF4-FFF2-40B4-BE49-F238E27FC236}">
                <a16:creationId xmlns:a16="http://schemas.microsoft.com/office/drawing/2014/main" id="{8138384E-8F4B-4843-AC1B-3D84827BE8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u7j_2_official_PredictedLigand_12">
            <a:extLst>
              <a:ext uri="{FF2B5EF4-FFF2-40B4-BE49-F238E27FC236}">
                <a16:creationId xmlns:a16="http://schemas.microsoft.com/office/drawing/2014/main" id="{40C29B36-F383-4729-9A0E-EC85380D96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u7j_2_official_PredictedLigand_13">
            <a:extLst>
              <a:ext uri="{FF2B5EF4-FFF2-40B4-BE49-F238E27FC236}">
                <a16:creationId xmlns:a16="http://schemas.microsoft.com/office/drawing/2014/main" id="{482230A1-42B4-4706-B6C8-1EAF3D46C1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u7j_2_official_PredictedLigand_14">
            <a:extLst>
              <a:ext uri="{FF2B5EF4-FFF2-40B4-BE49-F238E27FC236}">
                <a16:creationId xmlns:a16="http://schemas.microsoft.com/office/drawing/2014/main" id="{726BDEF9-2E36-4F6D-8795-7A5934EED41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u7j_2_official_PredictedLigand_15">
            <a:extLst>
              <a:ext uri="{FF2B5EF4-FFF2-40B4-BE49-F238E27FC236}">
                <a16:creationId xmlns:a16="http://schemas.microsoft.com/office/drawing/2014/main" id="{CDAE2BB6-331C-4B3A-AD53-03B6D74A06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u7j_2_official_PredictedLigand_16">
            <a:extLst>
              <a:ext uri="{FF2B5EF4-FFF2-40B4-BE49-F238E27FC236}">
                <a16:creationId xmlns:a16="http://schemas.microsoft.com/office/drawing/2014/main" id="{0E7FCB94-C91C-44EF-9A4A-816ED776182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u7j_2_official_PredictedLigand_17">
            <a:extLst>
              <a:ext uri="{FF2B5EF4-FFF2-40B4-BE49-F238E27FC236}">
                <a16:creationId xmlns:a16="http://schemas.microsoft.com/office/drawing/2014/main" id="{21425676-908B-4E5F-A88B-3ED64DCE000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u7j_2_official_PredictedLigand_18">
            <a:extLst>
              <a:ext uri="{FF2B5EF4-FFF2-40B4-BE49-F238E27FC236}">
                <a16:creationId xmlns:a16="http://schemas.microsoft.com/office/drawing/2014/main" id="{0210289D-B26E-4770-808C-D2411797FD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u7j_2_official_PredictedLigand_19">
            <a:extLst>
              <a:ext uri="{FF2B5EF4-FFF2-40B4-BE49-F238E27FC236}">
                <a16:creationId xmlns:a16="http://schemas.microsoft.com/office/drawing/2014/main" id="{266D2219-7B3E-46DF-AFCA-E1E6321920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u7j_2_official_PredictedLigand_20">
            <a:extLst>
              <a:ext uri="{FF2B5EF4-FFF2-40B4-BE49-F238E27FC236}">
                <a16:creationId xmlns:a16="http://schemas.microsoft.com/office/drawing/2014/main" id="{A81E8C58-2182-4104-97A7-D8B4A04021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u7j_2_official_PredictedLigand_21">
            <a:extLst>
              <a:ext uri="{FF2B5EF4-FFF2-40B4-BE49-F238E27FC236}">
                <a16:creationId xmlns:a16="http://schemas.microsoft.com/office/drawing/2014/main" id="{68AB4BAB-36F1-43AD-9CD5-AE3FD31BA8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u7j_2_official_PredictedLigand_22">
            <a:extLst>
              <a:ext uri="{FF2B5EF4-FFF2-40B4-BE49-F238E27FC236}">
                <a16:creationId xmlns:a16="http://schemas.microsoft.com/office/drawing/2014/main" id="{56DE1D6B-B7FA-4507-9207-3A046A1304D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u7j_2_official_PredictedLigand_23">
            <a:extLst>
              <a:ext uri="{FF2B5EF4-FFF2-40B4-BE49-F238E27FC236}">
                <a16:creationId xmlns:a16="http://schemas.microsoft.com/office/drawing/2014/main" id="{F3865E43-0D98-4255-A1E8-146A49D53D7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u7j_2_official_PredictedLigand_24">
            <a:extLst>
              <a:ext uri="{FF2B5EF4-FFF2-40B4-BE49-F238E27FC236}">
                <a16:creationId xmlns:a16="http://schemas.microsoft.com/office/drawing/2014/main" id="{391C4823-B904-481D-84F6-4D84647A20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u7j_2_official_PredictedLigand_25">
            <a:extLst>
              <a:ext uri="{FF2B5EF4-FFF2-40B4-BE49-F238E27FC236}">
                <a16:creationId xmlns:a16="http://schemas.microsoft.com/office/drawing/2014/main" id="{89612F8E-124F-4676-AD0B-246C5446B6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u7j_2_official_PredictedLigand_26">
            <a:extLst>
              <a:ext uri="{FF2B5EF4-FFF2-40B4-BE49-F238E27FC236}">
                <a16:creationId xmlns:a16="http://schemas.microsoft.com/office/drawing/2014/main" id="{6DD93104-9172-4B3F-8C12-678672F29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u7j_2_official_PredictedLigand_27">
            <a:extLst>
              <a:ext uri="{FF2B5EF4-FFF2-40B4-BE49-F238E27FC236}">
                <a16:creationId xmlns:a16="http://schemas.microsoft.com/office/drawing/2014/main" id="{6CFE1605-2987-470E-8631-EB4BC8680BA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u7j_2_official_PredictedLigand_28">
            <a:extLst>
              <a:ext uri="{FF2B5EF4-FFF2-40B4-BE49-F238E27FC236}">
                <a16:creationId xmlns:a16="http://schemas.microsoft.com/office/drawing/2014/main" id="{E38B571F-13B9-47DA-8EE0-70411B228C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u7j_2_official_PredictedLigand_29">
            <a:extLst>
              <a:ext uri="{FF2B5EF4-FFF2-40B4-BE49-F238E27FC236}">
                <a16:creationId xmlns:a16="http://schemas.microsoft.com/office/drawing/2014/main" id="{9CFDAB05-1435-4E0E-B75B-06F3D0E09E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u7j_2_official_PredictedLigand_30">
            <a:extLst>
              <a:ext uri="{FF2B5EF4-FFF2-40B4-BE49-F238E27FC236}">
                <a16:creationId xmlns:a16="http://schemas.microsoft.com/office/drawing/2014/main" id="{002659DD-7E94-46F5-AE2B-453CD038E7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u7j_2_official_PredictedLigand_31">
            <a:extLst>
              <a:ext uri="{FF2B5EF4-FFF2-40B4-BE49-F238E27FC236}">
                <a16:creationId xmlns:a16="http://schemas.microsoft.com/office/drawing/2014/main" id="{5FC1438C-F4F8-4E6D-A15B-2D5F90F15C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u7j_2_official_PredictedLigand_32">
            <a:extLst>
              <a:ext uri="{FF2B5EF4-FFF2-40B4-BE49-F238E27FC236}">
                <a16:creationId xmlns:a16="http://schemas.microsoft.com/office/drawing/2014/main" id="{0A7D9401-C771-4845-8D1D-56417E5B60C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u7j_2_official_PredictedLigand_33">
            <a:extLst>
              <a:ext uri="{FF2B5EF4-FFF2-40B4-BE49-F238E27FC236}">
                <a16:creationId xmlns:a16="http://schemas.microsoft.com/office/drawing/2014/main" id="{F6080A4F-CB3C-490B-8315-99607A49F6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3" name="9u7j_2_official_PredictedLigand_34">
            <a:extLst>
              <a:ext uri="{FF2B5EF4-FFF2-40B4-BE49-F238E27FC236}">
                <a16:creationId xmlns:a16="http://schemas.microsoft.com/office/drawing/2014/main" id="{901BE07B-4B4E-41F8-A577-C60BF0312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4" name="9u7j_2_official_PredictedLigand_35">
            <a:extLst>
              <a:ext uri="{FF2B5EF4-FFF2-40B4-BE49-F238E27FC236}">
                <a16:creationId xmlns:a16="http://schemas.microsoft.com/office/drawing/2014/main" id="{0339EBA9-AA86-4EC4-B84C-036A7926908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5" name="9u7j_2_official_PredictedLigand_36">
            <a:extLst>
              <a:ext uri="{FF2B5EF4-FFF2-40B4-BE49-F238E27FC236}">
                <a16:creationId xmlns:a16="http://schemas.microsoft.com/office/drawing/2014/main" id="{8F9AD865-A79A-4820-A587-AB31392CF3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6" name="9u7j_2_official_PredictedLigand_37">
            <a:extLst>
              <a:ext uri="{FF2B5EF4-FFF2-40B4-BE49-F238E27FC236}">
                <a16:creationId xmlns:a16="http://schemas.microsoft.com/office/drawing/2014/main" id="{9E128261-41FA-47CC-AF15-7A6A232C51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7" name="9u7j_2_official_PredictedAtoms_0">
            <a:extLst>
              <a:ext uri="{FF2B5EF4-FFF2-40B4-BE49-F238E27FC236}">
                <a16:creationId xmlns:a16="http://schemas.microsoft.com/office/drawing/2014/main" id="{E182D039-B7A6-4718-960E-68D325744301}"/>
              </a:ext>
            </a:extLst>
          </p:cNvPr>
          <p:cNvSpPr>
            <a:spLocks noGrp="1"/>
          </p:cNvSpPr>
          <p:nvPr/>
        </p:nvSpPr>
        <p:spPr>
          <a:xfrm>
            <a:off x="972011" y="528189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38" name="9u7j_2_official_PredictedAtoms_1">
            <a:extLst>
              <a:ext uri="{FF2B5EF4-FFF2-40B4-BE49-F238E27FC236}">
                <a16:creationId xmlns:a16="http://schemas.microsoft.com/office/drawing/2014/main" id="{F5A152DE-AB25-46B3-B4B7-8C07A7CF0055}"/>
              </a:ext>
            </a:extLst>
          </p:cNvPr>
          <p:cNvSpPr>
            <a:spLocks noGrp="1"/>
          </p:cNvSpPr>
          <p:nvPr/>
        </p:nvSpPr>
        <p:spPr>
          <a:xfrm>
            <a:off x="943835" y="5167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u7j_2_official_PredictedAtoms_2">
            <a:extLst>
              <a:ext uri="{FF2B5EF4-FFF2-40B4-BE49-F238E27FC236}">
                <a16:creationId xmlns:a16="http://schemas.microsoft.com/office/drawing/2014/main" id="{5F81BA52-397A-4B20-B2DF-17BCB85CD5DC}"/>
              </a:ext>
            </a:extLst>
          </p:cNvPr>
          <p:cNvSpPr>
            <a:spLocks noGrp="1"/>
          </p:cNvSpPr>
          <p:nvPr/>
        </p:nvSpPr>
        <p:spPr>
          <a:xfrm>
            <a:off x="1071223" y="51306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u7j_2_official_PredictedAtoms_3">
            <a:extLst>
              <a:ext uri="{FF2B5EF4-FFF2-40B4-BE49-F238E27FC236}">
                <a16:creationId xmlns:a16="http://schemas.microsoft.com/office/drawing/2014/main" id="{EFA5E4A3-F218-4B71-8A9A-CDECF04D0ACE}"/>
              </a:ext>
            </a:extLst>
          </p:cNvPr>
          <p:cNvSpPr>
            <a:spLocks noGrp="1"/>
          </p:cNvSpPr>
          <p:nvPr/>
        </p:nvSpPr>
        <p:spPr>
          <a:xfrm>
            <a:off x="1089230" y="498385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1" name="9u7j_2_official_PredictedAtoms_4">
            <a:extLst>
              <a:ext uri="{FF2B5EF4-FFF2-40B4-BE49-F238E27FC236}">
                <a16:creationId xmlns:a16="http://schemas.microsoft.com/office/drawing/2014/main" id="{9CBE2DC5-8960-43E0-B4FB-0D682D481995}"/>
              </a:ext>
            </a:extLst>
          </p:cNvPr>
          <p:cNvSpPr>
            <a:spLocks noGrp="1"/>
          </p:cNvSpPr>
          <p:nvPr/>
        </p:nvSpPr>
        <p:spPr>
          <a:xfrm>
            <a:off x="1214394" y="4941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u7j_2_official_PredictedAtoms_5">
            <a:extLst>
              <a:ext uri="{FF2B5EF4-FFF2-40B4-BE49-F238E27FC236}">
                <a16:creationId xmlns:a16="http://schemas.microsoft.com/office/drawing/2014/main" id="{C8D276FA-85A7-4AB5-B31A-1AE89DB826EC}"/>
              </a:ext>
            </a:extLst>
          </p:cNvPr>
          <p:cNvSpPr>
            <a:spLocks noGrp="1"/>
          </p:cNvSpPr>
          <p:nvPr/>
        </p:nvSpPr>
        <p:spPr>
          <a:xfrm>
            <a:off x="1226160" y="47866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3" name="9u7j_2_official_PredictedAtoms_6">
            <a:extLst>
              <a:ext uri="{FF2B5EF4-FFF2-40B4-BE49-F238E27FC236}">
                <a16:creationId xmlns:a16="http://schemas.microsoft.com/office/drawing/2014/main" id="{011CFEC3-0AA8-4C90-8202-6820D186E74E}"/>
              </a:ext>
            </a:extLst>
          </p:cNvPr>
          <p:cNvSpPr>
            <a:spLocks noGrp="1"/>
          </p:cNvSpPr>
          <p:nvPr/>
        </p:nvSpPr>
        <p:spPr>
          <a:xfrm>
            <a:off x="1266698" y="4692064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4" name="9u7j_2_official_PredictedAtoms_7">
            <a:extLst>
              <a:ext uri="{FF2B5EF4-FFF2-40B4-BE49-F238E27FC236}">
                <a16:creationId xmlns:a16="http://schemas.microsoft.com/office/drawing/2014/main" id="{B377D2AC-B010-4ABC-A927-582B063A3523}"/>
              </a:ext>
            </a:extLst>
          </p:cNvPr>
          <p:cNvSpPr>
            <a:spLocks noGrp="1"/>
          </p:cNvSpPr>
          <p:nvPr/>
        </p:nvSpPr>
        <p:spPr>
          <a:xfrm>
            <a:off x="1180412" y="47353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5" name="9u7j_2_official_PredictedAtoms_8">
            <a:extLst>
              <a:ext uri="{FF2B5EF4-FFF2-40B4-BE49-F238E27FC236}">
                <a16:creationId xmlns:a16="http://schemas.microsoft.com/office/drawing/2014/main" id="{DAE73F05-C753-41E3-BCD2-9F280F6076B2}"/>
              </a:ext>
            </a:extLst>
          </p:cNvPr>
          <p:cNvSpPr>
            <a:spLocks noGrp="1"/>
          </p:cNvSpPr>
          <p:nvPr/>
        </p:nvSpPr>
        <p:spPr>
          <a:xfrm>
            <a:off x="1239643" y="45325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6" name="9u7j_2_official_PredictedAtoms_9">
            <a:extLst>
              <a:ext uri="{FF2B5EF4-FFF2-40B4-BE49-F238E27FC236}">
                <a16:creationId xmlns:a16="http://schemas.microsoft.com/office/drawing/2014/main" id="{F86F93E9-C3BB-4719-95FE-81788FB597E4}"/>
              </a:ext>
            </a:extLst>
          </p:cNvPr>
          <p:cNvSpPr>
            <a:spLocks noGrp="1"/>
          </p:cNvSpPr>
          <p:nvPr/>
        </p:nvSpPr>
        <p:spPr>
          <a:xfrm>
            <a:off x="1430610" y="47158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7" name="9u7j_2_official_PredictedAtoms_10">
            <a:extLst>
              <a:ext uri="{FF2B5EF4-FFF2-40B4-BE49-F238E27FC236}">
                <a16:creationId xmlns:a16="http://schemas.microsoft.com/office/drawing/2014/main" id="{33A48FAF-7E61-4FA9-A65F-BA772A10AE23}"/>
              </a:ext>
            </a:extLst>
          </p:cNvPr>
          <p:cNvSpPr>
            <a:spLocks noGrp="1"/>
          </p:cNvSpPr>
          <p:nvPr/>
        </p:nvSpPr>
        <p:spPr>
          <a:xfrm>
            <a:off x="1545904" y="4627872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748" name="9u7j_2_official_PredictedAtoms_11">
            <a:extLst>
              <a:ext uri="{FF2B5EF4-FFF2-40B4-BE49-F238E27FC236}">
                <a16:creationId xmlns:a16="http://schemas.microsoft.com/office/drawing/2014/main" id="{8DCE9D28-8274-409A-9A0B-B3E780242B10}"/>
              </a:ext>
            </a:extLst>
          </p:cNvPr>
          <p:cNvSpPr>
            <a:spLocks noGrp="1"/>
          </p:cNvSpPr>
          <p:nvPr/>
        </p:nvSpPr>
        <p:spPr>
          <a:xfrm>
            <a:off x="1488225" y="448961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49" name="9u7j_2_official_PredictedAtoms_12">
            <a:extLst>
              <a:ext uri="{FF2B5EF4-FFF2-40B4-BE49-F238E27FC236}">
                <a16:creationId xmlns:a16="http://schemas.microsoft.com/office/drawing/2014/main" id="{1A8908C9-B141-423B-B1F3-5440114EA9E5}"/>
              </a:ext>
            </a:extLst>
          </p:cNvPr>
          <p:cNvSpPr>
            <a:spLocks noGrp="1"/>
          </p:cNvSpPr>
          <p:nvPr/>
        </p:nvSpPr>
        <p:spPr>
          <a:xfrm>
            <a:off x="1593479" y="471533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0" name="9u7j_2_official_PredictedAtoms_13">
            <a:extLst>
              <a:ext uri="{FF2B5EF4-FFF2-40B4-BE49-F238E27FC236}">
                <a16:creationId xmlns:a16="http://schemas.microsoft.com/office/drawing/2014/main" id="{8F1565A5-DCDA-4139-ADF0-48D1D3AABE71}"/>
              </a:ext>
            </a:extLst>
          </p:cNvPr>
          <p:cNvSpPr>
            <a:spLocks noGrp="1"/>
          </p:cNvSpPr>
          <p:nvPr/>
        </p:nvSpPr>
        <p:spPr>
          <a:xfrm>
            <a:off x="1679309" y="45939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1" name="9u7j_2_official_PredictedAtoms_14">
            <a:extLst>
              <a:ext uri="{FF2B5EF4-FFF2-40B4-BE49-F238E27FC236}">
                <a16:creationId xmlns:a16="http://schemas.microsoft.com/office/drawing/2014/main" id="{8CEB61DF-20DA-453F-8CF0-DDB6B9F3F55D}"/>
              </a:ext>
            </a:extLst>
          </p:cNvPr>
          <p:cNvSpPr>
            <a:spLocks noGrp="1"/>
          </p:cNvSpPr>
          <p:nvPr/>
        </p:nvSpPr>
        <p:spPr>
          <a:xfrm>
            <a:off x="1673926" y="45404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u7j_2_official_PredictedAtoms_15">
            <a:extLst>
              <a:ext uri="{FF2B5EF4-FFF2-40B4-BE49-F238E27FC236}">
                <a16:creationId xmlns:a16="http://schemas.microsoft.com/office/drawing/2014/main" id="{F197F1F6-46C8-4B34-B3A4-2AF0A56A915E}"/>
              </a:ext>
            </a:extLst>
          </p:cNvPr>
          <p:cNvSpPr>
            <a:spLocks noGrp="1"/>
          </p:cNvSpPr>
          <p:nvPr/>
        </p:nvSpPr>
        <p:spPr>
          <a:xfrm>
            <a:off x="1804084" y="4556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u7j_2_official_PredictedAtoms_16">
            <a:extLst>
              <a:ext uri="{FF2B5EF4-FFF2-40B4-BE49-F238E27FC236}">
                <a16:creationId xmlns:a16="http://schemas.microsoft.com/office/drawing/2014/main" id="{C77117D1-0559-4C33-9CB8-7A2CF2FF3F73}"/>
              </a:ext>
            </a:extLst>
          </p:cNvPr>
          <p:cNvSpPr>
            <a:spLocks noGrp="1"/>
          </p:cNvSpPr>
          <p:nvPr/>
        </p:nvSpPr>
        <p:spPr>
          <a:xfrm>
            <a:off x="1909306" y="464552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54" name="9u7j_2_official_PredictedAtoms_17">
            <a:extLst>
              <a:ext uri="{FF2B5EF4-FFF2-40B4-BE49-F238E27FC236}">
                <a16:creationId xmlns:a16="http://schemas.microsoft.com/office/drawing/2014/main" id="{0EEE7F0F-6F9F-489C-B0F3-7C5213F2AE91}"/>
              </a:ext>
            </a:extLst>
          </p:cNvPr>
          <p:cNvSpPr>
            <a:spLocks noGrp="1"/>
          </p:cNvSpPr>
          <p:nvPr/>
        </p:nvSpPr>
        <p:spPr>
          <a:xfrm>
            <a:off x="1946971" y="47600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u7j_2_official_PredictedAtoms_18">
            <a:extLst>
              <a:ext uri="{FF2B5EF4-FFF2-40B4-BE49-F238E27FC236}">
                <a16:creationId xmlns:a16="http://schemas.microsoft.com/office/drawing/2014/main" id="{D6E743A1-31B7-4D12-AE47-BCE54AFC43E2}"/>
              </a:ext>
            </a:extLst>
          </p:cNvPr>
          <p:cNvSpPr>
            <a:spLocks noGrp="1"/>
          </p:cNvSpPr>
          <p:nvPr/>
        </p:nvSpPr>
        <p:spPr>
          <a:xfrm>
            <a:off x="1977055" y="489169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56" name="9u7j_2_official_PredictedAtoms_19">
            <a:extLst>
              <a:ext uri="{FF2B5EF4-FFF2-40B4-BE49-F238E27FC236}">
                <a16:creationId xmlns:a16="http://schemas.microsoft.com/office/drawing/2014/main" id="{44E5CAFA-4103-42C2-91EA-BFE7012FF4F2}"/>
              </a:ext>
            </a:extLst>
          </p:cNvPr>
          <p:cNvSpPr>
            <a:spLocks noGrp="1"/>
          </p:cNvSpPr>
          <p:nvPr/>
        </p:nvSpPr>
        <p:spPr>
          <a:xfrm>
            <a:off x="1906013" y="49076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u7j_2_official_PredictedAtoms_20">
            <a:extLst>
              <a:ext uri="{FF2B5EF4-FFF2-40B4-BE49-F238E27FC236}">
                <a16:creationId xmlns:a16="http://schemas.microsoft.com/office/drawing/2014/main" id="{AA722EE4-212B-4EEC-A0E1-07E6AD5912A8}"/>
              </a:ext>
            </a:extLst>
          </p:cNvPr>
          <p:cNvSpPr>
            <a:spLocks noGrp="1"/>
          </p:cNvSpPr>
          <p:nvPr/>
        </p:nvSpPr>
        <p:spPr>
          <a:xfrm>
            <a:off x="1921145" y="5036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u7j_2_official_PredictedAtoms_21">
            <a:extLst>
              <a:ext uri="{FF2B5EF4-FFF2-40B4-BE49-F238E27FC236}">
                <a16:creationId xmlns:a16="http://schemas.microsoft.com/office/drawing/2014/main" id="{0DC7B7BC-236A-490B-A5CF-3146D13E7F6B}"/>
              </a:ext>
            </a:extLst>
          </p:cNvPr>
          <p:cNvSpPr>
            <a:spLocks noGrp="1"/>
          </p:cNvSpPr>
          <p:nvPr/>
        </p:nvSpPr>
        <p:spPr>
          <a:xfrm>
            <a:off x="2009229" y="51427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u7j_2_official_PredictedAtoms_22">
            <a:extLst>
              <a:ext uri="{FF2B5EF4-FFF2-40B4-BE49-F238E27FC236}">
                <a16:creationId xmlns:a16="http://schemas.microsoft.com/office/drawing/2014/main" id="{5C8D70AB-3C28-402C-B182-1717607F3FE5}"/>
              </a:ext>
            </a:extLst>
          </p:cNvPr>
          <p:cNvSpPr>
            <a:spLocks noGrp="1"/>
          </p:cNvSpPr>
          <p:nvPr/>
        </p:nvSpPr>
        <p:spPr>
          <a:xfrm>
            <a:off x="2026720" y="525701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0" name="9u7j_2_official_PredictedAtoms_23">
            <a:extLst>
              <a:ext uri="{FF2B5EF4-FFF2-40B4-BE49-F238E27FC236}">
                <a16:creationId xmlns:a16="http://schemas.microsoft.com/office/drawing/2014/main" id="{38B488C9-BD2B-49DC-B58B-4B4927700A11}"/>
              </a:ext>
            </a:extLst>
          </p:cNvPr>
          <p:cNvSpPr>
            <a:spLocks noGrp="1"/>
          </p:cNvSpPr>
          <p:nvPr/>
        </p:nvSpPr>
        <p:spPr>
          <a:xfrm>
            <a:off x="2081893" y="511673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761" name="9u7j_2_official_PredictedAtoms_24">
            <a:extLst>
              <a:ext uri="{FF2B5EF4-FFF2-40B4-BE49-F238E27FC236}">
                <a16:creationId xmlns:a16="http://schemas.microsoft.com/office/drawing/2014/main" id="{A6B322AF-6655-4280-A8CA-221BEAC66178}"/>
              </a:ext>
            </a:extLst>
          </p:cNvPr>
          <p:cNvSpPr>
            <a:spLocks noGrp="1"/>
          </p:cNvSpPr>
          <p:nvPr/>
        </p:nvSpPr>
        <p:spPr>
          <a:xfrm>
            <a:off x="2065985" y="49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u7j_2_official_PredictedAtoms_25">
            <a:extLst>
              <a:ext uri="{FF2B5EF4-FFF2-40B4-BE49-F238E27FC236}">
                <a16:creationId xmlns:a16="http://schemas.microsoft.com/office/drawing/2014/main" id="{76E3B299-4303-494E-B572-CF32E2163157}"/>
              </a:ext>
            </a:extLst>
          </p:cNvPr>
          <p:cNvSpPr>
            <a:spLocks noGrp="1"/>
          </p:cNvSpPr>
          <p:nvPr/>
        </p:nvSpPr>
        <p:spPr>
          <a:xfrm>
            <a:off x="2139295" y="498024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3" name="9u7j_2_official_PredictedAtoms_26">
            <a:extLst>
              <a:ext uri="{FF2B5EF4-FFF2-40B4-BE49-F238E27FC236}">
                <a16:creationId xmlns:a16="http://schemas.microsoft.com/office/drawing/2014/main" id="{1074A39E-CFA0-4C14-8772-026D29C75621}"/>
              </a:ext>
            </a:extLst>
          </p:cNvPr>
          <p:cNvSpPr>
            <a:spLocks noGrp="1"/>
          </p:cNvSpPr>
          <p:nvPr/>
        </p:nvSpPr>
        <p:spPr>
          <a:xfrm>
            <a:off x="1831125" y="4764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u7j_2_official_PredictedAtoms_27">
            <a:extLst>
              <a:ext uri="{FF2B5EF4-FFF2-40B4-BE49-F238E27FC236}">
                <a16:creationId xmlns:a16="http://schemas.microsoft.com/office/drawing/2014/main" id="{92B44FA0-4628-4F60-B07B-1C5E51E32E9F}"/>
              </a:ext>
            </a:extLst>
          </p:cNvPr>
          <p:cNvSpPr>
            <a:spLocks noGrp="1"/>
          </p:cNvSpPr>
          <p:nvPr/>
        </p:nvSpPr>
        <p:spPr>
          <a:xfrm>
            <a:off x="1856478" y="481912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5" name="9u7j_2_official_PredictedAtoms_28">
            <a:extLst>
              <a:ext uri="{FF2B5EF4-FFF2-40B4-BE49-F238E27FC236}">
                <a16:creationId xmlns:a16="http://schemas.microsoft.com/office/drawing/2014/main" id="{6607E80A-270A-4F5D-859C-18096F824604}"/>
              </a:ext>
            </a:extLst>
          </p:cNvPr>
          <p:cNvSpPr>
            <a:spLocks noGrp="1"/>
          </p:cNvSpPr>
          <p:nvPr/>
        </p:nvSpPr>
        <p:spPr>
          <a:xfrm>
            <a:off x="1774637" y="46139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u7j_2_official_PredictedAtoms_29">
            <a:extLst>
              <a:ext uri="{FF2B5EF4-FFF2-40B4-BE49-F238E27FC236}">
                <a16:creationId xmlns:a16="http://schemas.microsoft.com/office/drawing/2014/main" id="{3CEFEBF0-45CD-43A1-B4C8-EF1B12ED711C}"/>
              </a:ext>
            </a:extLst>
          </p:cNvPr>
          <p:cNvSpPr>
            <a:spLocks noGrp="1"/>
          </p:cNvSpPr>
          <p:nvPr/>
        </p:nvSpPr>
        <p:spPr>
          <a:xfrm>
            <a:off x="1838315" y="454758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7" name="9u7j_2_official_PredictedAtoms_30">
            <a:extLst>
              <a:ext uri="{FF2B5EF4-FFF2-40B4-BE49-F238E27FC236}">
                <a16:creationId xmlns:a16="http://schemas.microsoft.com/office/drawing/2014/main" id="{95E050EA-F16B-4978-BD94-F6E9869C95E3}"/>
              </a:ext>
            </a:extLst>
          </p:cNvPr>
          <p:cNvSpPr>
            <a:spLocks noGrp="1"/>
          </p:cNvSpPr>
          <p:nvPr/>
        </p:nvSpPr>
        <p:spPr>
          <a:xfrm>
            <a:off x="1226909" y="50192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9u7j_2_official_PredictedAtoms_31">
            <a:extLst>
              <a:ext uri="{FF2B5EF4-FFF2-40B4-BE49-F238E27FC236}">
                <a16:creationId xmlns:a16="http://schemas.microsoft.com/office/drawing/2014/main" id="{4EFB83FB-67E5-4FEC-B73E-FF2722EA953F}"/>
              </a:ext>
            </a:extLst>
          </p:cNvPr>
          <p:cNvSpPr>
            <a:spLocks noGrp="1"/>
          </p:cNvSpPr>
          <p:nvPr/>
        </p:nvSpPr>
        <p:spPr>
          <a:xfrm>
            <a:off x="1144252" y="49711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69" name="9u7j_2_official_PredictedAtoms_32">
            <a:extLst>
              <a:ext uri="{FF2B5EF4-FFF2-40B4-BE49-F238E27FC236}">
                <a16:creationId xmlns:a16="http://schemas.microsoft.com/office/drawing/2014/main" id="{C962E34F-FFB6-476F-BD38-7868D6B7512A}"/>
              </a:ext>
            </a:extLst>
          </p:cNvPr>
          <p:cNvSpPr>
            <a:spLocks noGrp="1"/>
          </p:cNvSpPr>
          <p:nvPr/>
        </p:nvSpPr>
        <p:spPr>
          <a:xfrm>
            <a:off x="1207310" y="51770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0" name="9u7j_2_official_PredictedAtoms_33">
            <a:extLst>
              <a:ext uri="{FF2B5EF4-FFF2-40B4-BE49-F238E27FC236}">
                <a16:creationId xmlns:a16="http://schemas.microsoft.com/office/drawing/2014/main" id="{882C5F3C-60AF-4909-A2F2-779C77AF3FAF}"/>
              </a:ext>
            </a:extLst>
          </p:cNvPr>
          <p:cNvSpPr>
            <a:spLocks noGrp="1"/>
          </p:cNvSpPr>
          <p:nvPr/>
        </p:nvSpPr>
        <p:spPr>
          <a:xfrm>
            <a:off x="1209893" y="524805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71" name="9u7j_2_official_PredictedAtoms_34">
            <a:extLst>
              <a:ext uri="{FF2B5EF4-FFF2-40B4-BE49-F238E27FC236}">
                <a16:creationId xmlns:a16="http://schemas.microsoft.com/office/drawing/2014/main" id="{7BBBF3B5-D287-48CB-B94A-B68910F8BC24}"/>
              </a:ext>
            </a:extLst>
          </p:cNvPr>
          <p:cNvSpPr>
            <a:spLocks noGrp="1"/>
          </p:cNvSpPr>
          <p:nvPr/>
        </p:nvSpPr>
        <p:spPr>
          <a:xfrm>
            <a:off x="1066329" y="5205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2" name="9u7j_2_official_PredictedAtoms_35">
            <a:extLst>
              <a:ext uri="{FF2B5EF4-FFF2-40B4-BE49-F238E27FC236}">
                <a16:creationId xmlns:a16="http://schemas.microsoft.com/office/drawing/2014/main" id="{7CD340BD-58C7-411F-B1A0-F8ECBE86C0EB}"/>
              </a:ext>
            </a:extLst>
          </p:cNvPr>
          <p:cNvSpPr>
            <a:spLocks noGrp="1"/>
          </p:cNvSpPr>
          <p:nvPr/>
        </p:nvSpPr>
        <p:spPr>
          <a:xfrm>
            <a:off x="1002687" y="534282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773" name="stage3-cases-alternatives_25">
            <a:extLst>
              <a:ext uri="{FF2B5EF4-FFF2-40B4-BE49-F238E27FC236}">
                <a16:creationId xmlns:a16="http://schemas.microsoft.com/office/drawing/2014/main" id="{8FFEA0CF-707E-4F9E-AA40-3D19CBB5EF3F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774" name="9u7j_2_tuned_Receptor">
            <a:extLst>
              <a:ext uri="{FF2B5EF4-FFF2-40B4-BE49-F238E27FC236}">
                <a16:creationId xmlns:a16="http://schemas.microsoft.com/office/drawing/2014/main" id="{B885705B-69FE-496A-9E6B-17D44487A70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775" name="9u7j_2_tuned_ExperimentalDensity">
            <a:extLst>
              <a:ext uri="{FF2B5EF4-FFF2-40B4-BE49-F238E27FC236}">
                <a16:creationId xmlns:a16="http://schemas.microsoft.com/office/drawing/2014/main" id="{E8D52F15-FA2F-4351-AA48-CDD6EBA2B0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6" name="9u7j_2_tuned_ReferenceLigand_0">
            <a:extLst>
              <a:ext uri="{FF2B5EF4-FFF2-40B4-BE49-F238E27FC236}">
                <a16:creationId xmlns:a16="http://schemas.microsoft.com/office/drawing/2014/main" id="{BAD15DEB-393A-4AB4-82AB-BFD78E2EA7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u7j_2_tuned_ReferenceLigand_1">
            <a:extLst>
              <a:ext uri="{FF2B5EF4-FFF2-40B4-BE49-F238E27FC236}">
                <a16:creationId xmlns:a16="http://schemas.microsoft.com/office/drawing/2014/main" id="{76B47E9B-BA08-4935-B086-288553D32B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u7j_2_tuned_ReferenceLigand_2">
            <a:extLst>
              <a:ext uri="{FF2B5EF4-FFF2-40B4-BE49-F238E27FC236}">
                <a16:creationId xmlns:a16="http://schemas.microsoft.com/office/drawing/2014/main" id="{D41179CC-0722-48FE-B6E4-E12CE1453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u7j_2_tuned_ReferenceLigand_3">
            <a:extLst>
              <a:ext uri="{FF2B5EF4-FFF2-40B4-BE49-F238E27FC236}">
                <a16:creationId xmlns:a16="http://schemas.microsoft.com/office/drawing/2014/main" id="{2D124080-076D-4200-AA08-C8EC8B2DA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u7j_2_tuned_ReferenceLigand_4">
            <a:extLst>
              <a:ext uri="{FF2B5EF4-FFF2-40B4-BE49-F238E27FC236}">
                <a16:creationId xmlns:a16="http://schemas.microsoft.com/office/drawing/2014/main" id="{512ABDFD-9D01-4AE7-9E89-2717BA6DD6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u7j_2_tuned_ReferenceLigand_5">
            <a:extLst>
              <a:ext uri="{FF2B5EF4-FFF2-40B4-BE49-F238E27FC236}">
                <a16:creationId xmlns:a16="http://schemas.microsoft.com/office/drawing/2014/main" id="{F9128AEA-2869-4ECB-A73F-65F5229685A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u7j_2_tuned_ReferenceLigand_6">
            <a:extLst>
              <a:ext uri="{FF2B5EF4-FFF2-40B4-BE49-F238E27FC236}">
                <a16:creationId xmlns:a16="http://schemas.microsoft.com/office/drawing/2014/main" id="{91CBB7BA-5B83-46D9-AB3E-A5E91C2AE8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u7j_2_tuned_ReferenceLigand_7">
            <a:extLst>
              <a:ext uri="{FF2B5EF4-FFF2-40B4-BE49-F238E27FC236}">
                <a16:creationId xmlns:a16="http://schemas.microsoft.com/office/drawing/2014/main" id="{F6961168-C391-4ACF-96BC-89DDE78C42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u7j_2_tuned_ReferenceLigand_8">
            <a:extLst>
              <a:ext uri="{FF2B5EF4-FFF2-40B4-BE49-F238E27FC236}">
                <a16:creationId xmlns:a16="http://schemas.microsoft.com/office/drawing/2014/main" id="{17F891DC-9A8F-499B-8F7A-4E6CBC1473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u7j_2_tuned_ReferenceLigand_9">
            <a:extLst>
              <a:ext uri="{FF2B5EF4-FFF2-40B4-BE49-F238E27FC236}">
                <a16:creationId xmlns:a16="http://schemas.microsoft.com/office/drawing/2014/main" id="{5EAC65EC-D85F-4539-9AC7-D40AF305F7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u7j_2_tuned_ReferenceLigand_10">
            <a:extLst>
              <a:ext uri="{FF2B5EF4-FFF2-40B4-BE49-F238E27FC236}">
                <a16:creationId xmlns:a16="http://schemas.microsoft.com/office/drawing/2014/main" id="{96ABE146-7422-4EEA-BB4C-2811F03A8A6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u7j_2_tuned_ReferenceLigand_11">
            <a:extLst>
              <a:ext uri="{FF2B5EF4-FFF2-40B4-BE49-F238E27FC236}">
                <a16:creationId xmlns:a16="http://schemas.microsoft.com/office/drawing/2014/main" id="{D0067EBF-E0C7-4CFE-82BF-4B0A535D91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u7j_2_tuned_ReferenceLigand_12">
            <a:extLst>
              <a:ext uri="{FF2B5EF4-FFF2-40B4-BE49-F238E27FC236}">
                <a16:creationId xmlns:a16="http://schemas.microsoft.com/office/drawing/2014/main" id="{ACE653B6-F0D5-42D2-B75A-E7CE74F858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u7j_2_tuned_ReferenceLigand_13">
            <a:extLst>
              <a:ext uri="{FF2B5EF4-FFF2-40B4-BE49-F238E27FC236}">
                <a16:creationId xmlns:a16="http://schemas.microsoft.com/office/drawing/2014/main" id="{DB23E6AB-789D-45EE-8C5F-A0154481F6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u7j_2_tuned_ReferenceLigand_14">
            <a:extLst>
              <a:ext uri="{FF2B5EF4-FFF2-40B4-BE49-F238E27FC236}">
                <a16:creationId xmlns:a16="http://schemas.microsoft.com/office/drawing/2014/main" id="{8BC77B38-3EBC-478B-A442-AEC5403C010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u7j_2_tuned_ReferenceLigand_15">
            <a:extLst>
              <a:ext uri="{FF2B5EF4-FFF2-40B4-BE49-F238E27FC236}">
                <a16:creationId xmlns:a16="http://schemas.microsoft.com/office/drawing/2014/main" id="{0F5202DF-07C3-43AB-9C87-EEFD4470AB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u7j_2_tuned_ReferenceLigand_16">
            <a:extLst>
              <a:ext uri="{FF2B5EF4-FFF2-40B4-BE49-F238E27FC236}">
                <a16:creationId xmlns:a16="http://schemas.microsoft.com/office/drawing/2014/main" id="{5025258A-531D-4C2C-9FB1-56EC9AEA5A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u7j_2_tuned_ReferenceLigand_17">
            <a:extLst>
              <a:ext uri="{FF2B5EF4-FFF2-40B4-BE49-F238E27FC236}">
                <a16:creationId xmlns:a16="http://schemas.microsoft.com/office/drawing/2014/main" id="{016B2E86-B7EB-4635-BA09-089978E3875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u7j_2_tuned_ReferenceLigand_18">
            <a:extLst>
              <a:ext uri="{FF2B5EF4-FFF2-40B4-BE49-F238E27FC236}">
                <a16:creationId xmlns:a16="http://schemas.microsoft.com/office/drawing/2014/main" id="{C9901291-82AF-4BF1-88E5-ABDA3BB67D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u7j_2_tuned_ReferenceLigand_19">
            <a:extLst>
              <a:ext uri="{FF2B5EF4-FFF2-40B4-BE49-F238E27FC236}">
                <a16:creationId xmlns:a16="http://schemas.microsoft.com/office/drawing/2014/main" id="{888397DA-C076-472F-B56E-4243FA437D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u7j_2_tuned_ReferenceLigand_20">
            <a:extLst>
              <a:ext uri="{FF2B5EF4-FFF2-40B4-BE49-F238E27FC236}">
                <a16:creationId xmlns:a16="http://schemas.microsoft.com/office/drawing/2014/main" id="{33B41574-1E4B-4AE0-A534-1AA58A54DA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u7j_2_tuned_ReferenceLigand_21">
            <a:extLst>
              <a:ext uri="{FF2B5EF4-FFF2-40B4-BE49-F238E27FC236}">
                <a16:creationId xmlns:a16="http://schemas.microsoft.com/office/drawing/2014/main" id="{FA9A54F7-8D53-41EE-801A-AE1E82B5AD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u7j_2_tuned_ReferenceLigand_22">
            <a:extLst>
              <a:ext uri="{FF2B5EF4-FFF2-40B4-BE49-F238E27FC236}">
                <a16:creationId xmlns:a16="http://schemas.microsoft.com/office/drawing/2014/main" id="{1EEAA520-E8A6-4933-958B-87C5DFF470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u7j_2_tuned_ReferenceLigand_23">
            <a:extLst>
              <a:ext uri="{FF2B5EF4-FFF2-40B4-BE49-F238E27FC236}">
                <a16:creationId xmlns:a16="http://schemas.microsoft.com/office/drawing/2014/main" id="{1F084438-50E6-48BE-857C-94E76D8DBD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u7j_2_tuned_ReferenceLigand_24">
            <a:extLst>
              <a:ext uri="{FF2B5EF4-FFF2-40B4-BE49-F238E27FC236}">
                <a16:creationId xmlns:a16="http://schemas.microsoft.com/office/drawing/2014/main" id="{528A4277-B398-4EB0-85E4-89B902A404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u7j_2_tuned_ReferenceLigand_25">
            <a:extLst>
              <a:ext uri="{FF2B5EF4-FFF2-40B4-BE49-F238E27FC236}">
                <a16:creationId xmlns:a16="http://schemas.microsoft.com/office/drawing/2014/main" id="{980B340A-0AFD-4100-B89A-4E09910B62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u7j_2_tuned_ReferenceLigand_26">
            <a:extLst>
              <a:ext uri="{FF2B5EF4-FFF2-40B4-BE49-F238E27FC236}">
                <a16:creationId xmlns:a16="http://schemas.microsoft.com/office/drawing/2014/main" id="{DFE7AF7D-BC83-4E77-B631-F395A4345F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u7j_2_tuned_ReferenceLigand_27">
            <a:extLst>
              <a:ext uri="{FF2B5EF4-FFF2-40B4-BE49-F238E27FC236}">
                <a16:creationId xmlns:a16="http://schemas.microsoft.com/office/drawing/2014/main" id="{3B84DEA7-52D0-410D-8B5E-5BCB566A70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u7j_2_tuned_ReferenceLigand_28">
            <a:extLst>
              <a:ext uri="{FF2B5EF4-FFF2-40B4-BE49-F238E27FC236}">
                <a16:creationId xmlns:a16="http://schemas.microsoft.com/office/drawing/2014/main" id="{ECDA8DB0-4BA0-4545-B428-2AFEB63262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u7j_2_tuned_ReferenceLigand_29">
            <a:extLst>
              <a:ext uri="{FF2B5EF4-FFF2-40B4-BE49-F238E27FC236}">
                <a16:creationId xmlns:a16="http://schemas.microsoft.com/office/drawing/2014/main" id="{CECC67C2-E92B-44E0-ADD2-A3403F795A5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u7j_2_tuned_ReferenceLigand_30">
            <a:extLst>
              <a:ext uri="{FF2B5EF4-FFF2-40B4-BE49-F238E27FC236}">
                <a16:creationId xmlns:a16="http://schemas.microsoft.com/office/drawing/2014/main" id="{5359347D-28CE-4801-B913-A217578202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u7j_2_tuned_ReferenceLigand_31">
            <a:extLst>
              <a:ext uri="{FF2B5EF4-FFF2-40B4-BE49-F238E27FC236}">
                <a16:creationId xmlns:a16="http://schemas.microsoft.com/office/drawing/2014/main" id="{17F938B6-461C-44FC-A780-E3D7E5F515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8" name="9u7j_2_tuned_ReferenceLigand_32">
            <a:extLst>
              <a:ext uri="{FF2B5EF4-FFF2-40B4-BE49-F238E27FC236}">
                <a16:creationId xmlns:a16="http://schemas.microsoft.com/office/drawing/2014/main" id="{E6EE6BF9-9201-48C0-8E76-A692429289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9" name="9u7j_2_tuned_ReferenceLigand_33">
            <a:extLst>
              <a:ext uri="{FF2B5EF4-FFF2-40B4-BE49-F238E27FC236}">
                <a16:creationId xmlns:a16="http://schemas.microsoft.com/office/drawing/2014/main" id="{C68A07DB-452C-4069-8F56-AF622CFCDC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0" name="9u7j_2_tuned_ReferenceLigand_34">
            <a:extLst>
              <a:ext uri="{FF2B5EF4-FFF2-40B4-BE49-F238E27FC236}">
                <a16:creationId xmlns:a16="http://schemas.microsoft.com/office/drawing/2014/main" id="{5A934967-DFA4-4B30-A3A6-934F7DA3DA9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1" name="9u7j_2_tuned_ReferenceLigand_35">
            <a:extLst>
              <a:ext uri="{FF2B5EF4-FFF2-40B4-BE49-F238E27FC236}">
                <a16:creationId xmlns:a16="http://schemas.microsoft.com/office/drawing/2014/main" id="{75E319FE-4165-40F0-98E2-1887AC03F9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2" name="9u7j_2_tuned_ReferenceLigand_36">
            <a:extLst>
              <a:ext uri="{FF2B5EF4-FFF2-40B4-BE49-F238E27FC236}">
                <a16:creationId xmlns:a16="http://schemas.microsoft.com/office/drawing/2014/main" id="{4592AEBC-D132-405E-8C7F-2F05F02AF9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3" name="9u7j_2_tuned_ReferenceLigand_37">
            <a:extLst>
              <a:ext uri="{FF2B5EF4-FFF2-40B4-BE49-F238E27FC236}">
                <a16:creationId xmlns:a16="http://schemas.microsoft.com/office/drawing/2014/main" id="{184BF469-22A6-4BEB-A7C6-6650221861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14" name="9u7j_2_tuned_PredictedLigand_0">
            <a:extLst>
              <a:ext uri="{FF2B5EF4-FFF2-40B4-BE49-F238E27FC236}">
                <a16:creationId xmlns:a16="http://schemas.microsoft.com/office/drawing/2014/main" id="{0BA912F0-5A44-4372-9364-4DAB113817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u7j_2_tuned_PredictedLigand_1">
            <a:extLst>
              <a:ext uri="{FF2B5EF4-FFF2-40B4-BE49-F238E27FC236}">
                <a16:creationId xmlns:a16="http://schemas.microsoft.com/office/drawing/2014/main" id="{EA0A0213-66AC-41FF-977D-C32F6B3518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u7j_2_tuned_PredictedLigand_2">
            <a:extLst>
              <a:ext uri="{FF2B5EF4-FFF2-40B4-BE49-F238E27FC236}">
                <a16:creationId xmlns:a16="http://schemas.microsoft.com/office/drawing/2014/main" id="{8E6F113A-DC57-48F9-8ACD-751DA09FB0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u7j_2_tuned_PredictedLigand_3">
            <a:extLst>
              <a:ext uri="{FF2B5EF4-FFF2-40B4-BE49-F238E27FC236}">
                <a16:creationId xmlns:a16="http://schemas.microsoft.com/office/drawing/2014/main" id="{01B40D8A-B16B-47C3-B324-5D9C17BFA9E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u7j_2_tuned_PredictedLigand_4">
            <a:extLst>
              <a:ext uri="{FF2B5EF4-FFF2-40B4-BE49-F238E27FC236}">
                <a16:creationId xmlns:a16="http://schemas.microsoft.com/office/drawing/2014/main" id="{6C397ADE-266A-43E2-A5AA-2E05AF63F3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u7j_2_tuned_PredictedLigand_5">
            <a:extLst>
              <a:ext uri="{FF2B5EF4-FFF2-40B4-BE49-F238E27FC236}">
                <a16:creationId xmlns:a16="http://schemas.microsoft.com/office/drawing/2014/main" id="{AB94227C-15ED-40F8-A360-887D4A61CC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u7j_2_tuned_PredictedLigand_6">
            <a:extLst>
              <a:ext uri="{FF2B5EF4-FFF2-40B4-BE49-F238E27FC236}">
                <a16:creationId xmlns:a16="http://schemas.microsoft.com/office/drawing/2014/main" id="{30642C46-61FF-4D97-8486-3DF1E66072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u7j_2_tuned_PredictedLigand_7">
            <a:extLst>
              <a:ext uri="{FF2B5EF4-FFF2-40B4-BE49-F238E27FC236}">
                <a16:creationId xmlns:a16="http://schemas.microsoft.com/office/drawing/2014/main" id="{3E3275D1-04AB-4FB4-8997-3815943DBC5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u7j_2_tuned_PredictedLigand_8">
            <a:extLst>
              <a:ext uri="{FF2B5EF4-FFF2-40B4-BE49-F238E27FC236}">
                <a16:creationId xmlns:a16="http://schemas.microsoft.com/office/drawing/2014/main" id="{FB83E935-F628-48BB-85FD-39B1F6CB3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u7j_2_tuned_PredictedLigand_9">
            <a:extLst>
              <a:ext uri="{FF2B5EF4-FFF2-40B4-BE49-F238E27FC236}">
                <a16:creationId xmlns:a16="http://schemas.microsoft.com/office/drawing/2014/main" id="{4DACB66F-E1A0-4DCA-A4DD-7705554246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u7j_2_tuned_PredictedLigand_10">
            <a:extLst>
              <a:ext uri="{FF2B5EF4-FFF2-40B4-BE49-F238E27FC236}">
                <a16:creationId xmlns:a16="http://schemas.microsoft.com/office/drawing/2014/main" id="{92B58214-5DF9-4C7B-BC16-08C2215769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u7j_2_tuned_PredictedLigand_11">
            <a:extLst>
              <a:ext uri="{FF2B5EF4-FFF2-40B4-BE49-F238E27FC236}">
                <a16:creationId xmlns:a16="http://schemas.microsoft.com/office/drawing/2014/main" id="{D046DFE9-FFD4-468E-AA9C-AE41D559F73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u7j_2_tuned_PredictedLigand_12">
            <a:extLst>
              <a:ext uri="{FF2B5EF4-FFF2-40B4-BE49-F238E27FC236}">
                <a16:creationId xmlns:a16="http://schemas.microsoft.com/office/drawing/2014/main" id="{2C3DB541-F8C0-413C-BF21-42644A98C0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u7j_2_tuned_PredictedLigand_13">
            <a:extLst>
              <a:ext uri="{FF2B5EF4-FFF2-40B4-BE49-F238E27FC236}">
                <a16:creationId xmlns:a16="http://schemas.microsoft.com/office/drawing/2014/main" id="{7FFBC98D-F7E4-4559-BB96-804BE2A52E7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u7j_2_tuned_PredictedLigand_14">
            <a:extLst>
              <a:ext uri="{FF2B5EF4-FFF2-40B4-BE49-F238E27FC236}">
                <a16:creationId xmlns:a16="http://schemas.microsoft.com/office/drawing/2014/main" id="{9DF486D5-98B4-4850-A771-06597EDACD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u7j_2_tuned_PredictedLigand_15">
            <a:extLst>
              <a:ext uri="{FF2B5EF4-FFF2-40B4-BE49-F238E27FC236}">
                <a16:creationId xmlns:a16="http://schemas.microsoft.com/office/drawing/2014/main" id="{8AE1D09F-069C-4762-89E4-68A14413AD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u7j_2_tuned_PredictedLigand_16">
            <a:extLst>
              <a:ext uri="{FF2B5EF4-FFF2-40B4-BE49-F238E27FC236}">
                <a16:creationId xmlns:a16="http://schemas.microsoft.com/office/drawing/2014/main" id="{A2A98939-1B49-4B94-8750-A3B9B4285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u7j_2_tuned_PredictedLigand_17">
            <a:extLst>
              <a:ext uri="{FF2B5EF4-FFF2-40B4-BE49-F238E27FC236}">
                <a16:creationId xmlns:a16="http://schemas.microsoft.com/office/drawing/2014/main" id="{38B7EEEA-A847-40AB-9C1E-018683CBF0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u7j_2_tuned_PredictedLigand_18">
            <a:extLst>
              <a:ext uri="{FF2B5EF4-FFF2-40B4-BE49-F238E27FC236}">
                <a16:creationId xmlns:a16="http://schemas.microsoft.com/office/drawing/2014/main" id="{8D06DA96-6DCD-4C44-A628-1DDFB0B9661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u7j_2_tuned_PredictedLigand_19">
            <a:extLst>
              <a:ext uri="{FF2B5EF4-FFF2-40B4-BE49-F238E27FC236}">
                <a16:creationId xmlns:a16="http://schemas.microsoft.com/office/drawing/2014/main" id="{1D2604D3-4F5A-4AB6-ABA0-DCD7408F4CC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u7j_2_tuned_PredictedLigand_20">
            <a:extLst>
              <a:ext uri="{FF2B5EF4-FFF2-40B4-BE49-F238E27FC236}">
                <a16:creationId xmlns:a16="http://schemas.microsoft.com/office/drawing/2014/main" id="{CC6C0507-8225-44E6-ABB0-26DE39057A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u7j_2_tuned_PredictedLigand_21">
            <a:extLst>
              <a:ext uri="{FF2B5EF4-FFF2-40B4-BE49-F238E27FC236}">
                <a16:creationId xmlns:a16="http://schemas.microsoft.com/office/drawing/2014/main" id="{2D8C7169-11DA-40EA-9FF3-6691AEB9AF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u7j_2_tuned_PredictedLigand_22">
            <a:extLst>
              <a:ext uri="{FF2B5EF4-FFF2-40B4-BE49-F238E27FC236}">
                <a16:creationId xmlns:a16="http://schemas.microsoft.com/office/drawing/2014/main" id="{9A166A96-3469-45B9-B3B7-203B704E45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u7j_2_tuned_PredictedLigand_23">
            <a:extLst>
              <a:ext uri="{FF2B5EF4-FFF2-40B4-BE49-F238E27FC236}">
                <a16:creationId xmlns:a16="http://schemas.microsoft.com/office/drawing/2014/main" id="{25DC6826-73CD-40D0-9CB1-CA58A3F929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u7j_2_tuned_PredictedLigand_24">
            <a:extLst>
              <a:ext uri="{FF2B5EF4-FFF2-40B4-BE49-F238E27FC236}">
                <a16:creationId xmlns:a16="http://schemas.microsoft.com/office/drawing/2014/main" id="{8BC43A95-9CAC-4DF4-8B28-FFCA1E472D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u7j_2_tuned_PredictedLigand_25">
            <a:extLst>
              <a:ext uri="{FF2B5EF4-FFF2-40B4-BE49-F238E27FC236}">
                <a16:creationId xmlns:a16="http://schemas.microsoft.com/office/drawing/2014/main" id="{188D8A31-790D-4C71-9085-09C3D07C20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u7j_2_tuned_PredictedLigand_26">
            <a:extLst>
              <a:ext uri="{FF2B5EF4-FFF2-40B4-BE49-F238E27FC236}">
                <a16:creationId xmlns:a16="http://schemas.microsoft.com/office/drawing/2014/main" id="{4B878EEA-C463-48E7-8F88-7FE8514112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u7j_2_tuned_PredictedLigand_27">
            <a:extLst>
              <a:ext uri="{FF2B5EF4-FFF2-40B4-BE49-F238E27FC236}">
                <a16:creationId xmlns:a16="http://schemas.microsoft.com/office/drawing/2014/main" id="{85FD6A9E-E4F5-4CA2-9768-FC4C952603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u7j_2_tuned_PredictedLigand_28">
            <a:extLst>
              <a:ext uri="{FF2B5EF4-FFF2-40B4-BE49-F238E27FC236}">
                <a16:creationId xmlns:a16="http://schemas.microsoft.com/office/drawing/2014/main" id="{2C2EF2C7-64F5-4314-A9B9-92042A9F1EE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u7j_2_tuned_PredictedLigand_29">
            <a:extLst>
              <a:ext uri="{FF2B5EF4-FFF2-40B4-BE49-F238E27FC236}">
                <a16:creationId xmlns:a16="http://schemas.microsoft.com/office/drawing/2014/main" id="{BA3540AE-9143-4083-BFCD-ED060308CB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4" name="9u7j_2_tuned_PredictedLigand_30">
            <a:extLst>
              <a:ext uri="{FF2B5EF4-FFF2-40B4-BE49-F238E27FC236}">
                <a16:creationId xmlns:a16="http://schemas.microsoft.com/office/drawing/2014/main" id="{B9BA779E-A239-4D04-AEE4-C78CC775F5F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5" name="9u7j_2_tuned_PredictedLigand_31">
            <a:extLst>
              <a:ext uri="{FF2B5EF4-FFF2-40B4-BE49-F238E27FC236}">
                <a16:creationId xmlns:a16="http://schemas.microsoft.com/office/drawing/2014/main" id="{91F8AB6D-A202-446E-B6B5-53C363B94C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6" name="9u7j_2_tuned_PredictedLigand_32">
            <a:extLst>
              <a:ext uri="{FF2B5EF4-FFF2-40B4-BE49-F238E27FC236}">
                <a16:creationId xmlns:a16="http://schemas.microsoft.com/office/drawing/2014/main" id="{C74B4E0D-267B-4591-8963-38558C7C45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7" name="9u7j_2_tuned_PredictedLigand_33">
            <a:extLst>
              <a:ext uri="{FF2B5EF4-FFF2-40B4-BE49-F238E27FC236}">
                <a16:creationId xmlns:a16="http://schemas.microsoft.com/office/drawing/2014/main" id="{99202BEE-2F78-4A79-AA95-C4CBC259B7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8" name="9u7j_2_tuned_PredictedLigand_34">
            <a:extLst>
              <a:ext uri="{FF2B5EF4-FFF2-40B4-BE49-F238E27FC236}">
                <a16:creationId xmlns:a16="http://schemas.microsoft.com/office/drawing/2014/main" id="{238CF1C5-E0FC-4305-B43A-5DAE97D1AB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9" name="9u7j_2_tuned_PredictedLigand_35">
            <a:extLst>
              <a:ext uri="{FF2B5EF4-FFF2-40B4-BE49-F238E27FC236}">
                <a16:creationId xmlns:a16="http://schemas.microsoft.com/office/drawing/2014/main" id="{2806F839-2CA3-4A0C-BA1E-315AA762FC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0" name="9u7j_2_tuned_PredictedLigand_36">
            <a:extLst>
              <a:ext uri="{FF2B5EF4-FFF2-40B4-BE49-F238E27FC236}">
                <a16:creationId xmlns:a16="http://schemas.microsoft.com/office/drawing/2014/main" id="{9AC57AC8-9B29-4F72-8866-C630B1F0FF5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1" name="9u7j_2_tuned_PredictedLigand_37">
            <a:extLst>
              <a:ext uri="{FF2B5EF4-FFF2-40B4-BE49-F238E27FC236}">
                <a16:creationId xmlns:a16="http://schemas.microsoft.com/office/drawing/2014/main" id="{36E3AA63-76FE-4D95-85C4-9F0BF0DF65D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52" name="9u7j_2_tuned_PredictedAtoms_0">
            <a:extLst>
              <a:ext uri="{FF2B5EF4-FFF2-40B4-BE49-F238E27FC236}">
                <a16:creationId xmlns:a16="http://schemas.microsoft.com/office/drawing/2014/main" id="{D6821112-F703-4A6B-B960-736DFC028802}"/>
              </a:ext>
            </a:extLst>
          </p:cNvPr>
          <p:cNvSpPr>
            <a:spLocks noGrp="1"/>
          </p:cNvSpPr>
          <p:nvPr/>
        </p:nvSpPr>
        <p:spPr>
          <a:xfrm>
            <a:off x="3995888" y="525344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3" name="9u7j_2_tuned_PredictedAtoms_1">
            <a:extLst>
              <a:ext uri="{FF2B5EF4-FFF2-40B4-BE49-F238E27FC236}">
                <a16:creationId xmlns:a16="http://schemas.microsoft.com/office/drawing/2014/main" id="{DDB4AC78-53B2-474C-BCF8-5667F3B9E2B5}"/>
              </a:ext>
            </a:extLst>
          </p:cNvPr>
          <p:cNvSpPr>
            <a:spLocks noGrp="1"/>
          </p:cNvSpPr>
          <p:nvPr/>
        </p:nvSpPr>
        <p:spPr>
          <a:xfrm>
            <a:off x="4111315" y="52594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u7j_2_tuned_PredictedAtoms_2">
            <a:extLst>
              <a:ext uri="{FF2B5EF4-FFF2-40B4-BE49-F238E27FC236}">
                <a16:creationId xmlns:a16="http://schemas.microsoft.com/office/drawing/2014/main" id="{9DA39144-B1CB-49FB-8D3E-45BACF29B3EF}"/>
              </a:ext>
            </a:extLst>
          </p:cNvPr>
          <p:cNvSpPr>
            <a:spLocks noGrp="1"/>
          </p:cNvSpPr>
          <p:nvPr/>
        </p:nvSpPr>
        <p:spPr>
          <a:xfrm>
            <a:off x="4100418" y="51349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u7j_2_tuned_PredictedAtoms_3">
            <a:extLst>
              <a:ext uri="{FF2B5EF4-FFF2-40B4-BE49-F238E27FC236}">
                <a16:creationId xmlns:a16="http://schemas.microsoft.com/office/drawing/2014/main" id="{9D3C3459-7FF6-4396-8308-7FA49CBF1B98}"/>
              </a:ext>
            </a:extLst>
          </p:cNvPr>
          <p:cNvSpPr>
            <a:spLocks noGrp="1"/>
          </p:cNvSpPr>
          <p:nvPr/>
        </p:nvSpPr>
        <p:spPr>
          <a:xfrm>
            <a:off x="4067722" y="50175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6" name="9u7j_2_tuned_PredictedAtoms_4">
            <a:extLst>
              <a:ext uri="{FF2B5EF4-FFF2-40B4-BE49-F238E27FC236}">
                <a16:creationId xmlns:a16="http://schemas.microsoft.com/office/drawing/2014/main" id="{47522557-A1EE-4069-A858-A0996A44B65A}"/>
              </a:ext>
            </a:extLst>
          </p:cNvPr>
          <p:cNvSpPr>
            <a:spLocks noGrp="1"/>
          </p:cNvSpPr>
          <p:nvPr/>
        </p:nvSpPr>
        <p:spPr>
          <a:xfrm>
            <a:off x="4117350" y="48832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u7j_2_tuned_PredictedAtoms_5">
            <a:extLst>
              <a:ext uri="{FF2B5EF4-FFF2-40B4-BE49-F238E27FC236}">
                <a16:creationId xmlns:a16="http://schemas.microsoft.com/office/drawing/2014/main" id="{1E6A07AB-DA37-40EC-858D-CAD30AB9940C}"/>
              </a:ext>
            </a:extLst>
          </p:cNvPr>
          <p:cNvSpPr>
            <a:spLocks noGrp="1"/>
          </p:cNvSpPr>
          <p:nvPr/>
        </p:nvSpPr>
        <p:spPr>
          <a:xfrm>
            <a:off x="4098336" y="47352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58" name="9u7j_2_tuned_PredictedAtoms_6">
            <a:extLst>
              <a:ext uri="{FF2B5EF4-FFF2-40B4-BE49-F238E27FC236}">
                <a16:creationId xmlns:a16="http://schemas.microsoft.com/office/drawing/2014/main" id="{A264E088-3CCA-44F7-B742-A7D5185D0666}"/>
              </a:ext>
            </a:extLst>
          </p:cNvPr>
          <p:cNvSpPr>
            <a:spLocks noGrp="1"/>
          </p:cNvSpPr>
          <p:nvPr/>
        </p:nvSpPr>
        <p:spPr>
          <a:xfrm>
            <a:off x="4226892" y="4665320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59" name="9u7j_2_tuned_PredictedAtoms_7">
            <a:extLst>
              <a:ext uri="{FF2B5EF4-FFF2-40B4-BE49-F238E27FC236}">
                <a16:creationId xmlns:a16="http://schemas.microsoft.com/office/drawing/2014/main" id="{502C2568-2965-4F60-A63E-8818F5346E88}"/>
              </a:ext>
            </a:extLst>
          </p:cNvPr>
          <p:cNvSpPr>
            <a:spLocks noGrp="1"/>
          </p:cNvSpPr>
          <p:nvPr/>
        </p:nvSpPr>
        <p:spPr>
          <a:xfrm>
            <a:off x="4258124" y="452229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0" name="9u7j_2_tuned_PredictedAtoms_8">
            <a:extLst>
              <a:ext uri="{FF2B5EF4-FFF2-40B4-BE49-F238E27FC236}">
                <a16:creationId xmlns:a16="http://schemas.microsoft.com/office/drawing/2014/main" id="{13B1E429-5134-4EC4-A2A3-84019AAFF3D2}"/>
              </a:ext>
            </a:extLst>
          </p:cNvPr>
          <p:cNvSpPr>
            <a:spLocks noGrp="1"/>
          </p:cNvSpPr>
          <p:nvPr/>
        </p:nvSpPr>
        <p:spPr>
          <a:xfrm>
            <a:off x="4178579" y="46616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1" name="9u7j_2_tuned_PredictedAtoms_9">
            <a:extLst>
              <a:ext uri="{FF2B5EF4-FFF2-40B4-BE49-F238E27FC236}">
                <a16:creationId xmlns:a16="http://schemas.microsoft.com/office/drawing/2014/main" id="{A24B9D34-B21D-41B0-8CDC-85FF3BA33F0C}"/>
              </a:ext>
            </a:extLst>
          </p:cNvPr>
          <p:cNvSpPr>
            <a:spLocks noGrp="1"/>
          </p:cNvSpPr>
          <p:nvPr/>
        </p:nvSpPr>
        <p:spPr>
          <a:xfrm>
            <a:off x="4361650" y="477623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2" name="9u7j_2_tuned_PredictedAtoms_10">
            <a:extLst>
              <a:ext uri="{FF2B5EF4-FFF2-40B4-BE49-F238E27FC236}">
                <a16:creationId xmlns:a16="http://schemas.microsoft.com/office/drawing/2014/main" id="{D8253405-B119-4834-99AD-69DA2A16EF4B}"/>
              </a:ext>
            </a:extLst>
          </p:cNvPr>
          <p:cNvSpPr>
            <a:spLocks noGrp="1"/>
          </p:cNvSpPr>
          <p:nvPr/>
        </p:nvSpPr>
        <p:spPr>
          <a:xfrm>
            <a:off x="4521063" y="4751391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863" name="9u7j_2_tuned_PredictedAtoms_11">
            <a:extLst>
              <a:ext uri="{FF2B5EF4-FFF2-40B4-BE49-F238E27FC236}">
                <a16:creationId xmlns:a16="http://schemas.microsoft.com/office/drawing/2014/main" id="{55A8C5CA-90D9-40FA-BA9A-525C15F4C681}"/>
              </a:ext>
            </a:extLst>
          </p:cNvPr>
          <p:cNvSpPr>
            <a:spLocks noGrp="1"/>
          </p:cNvSpPr>
          <p:nvPr/>
        </p:nvSpPr>
        <p:spPr>
          <a:xfrm>
            <a:off x="4632971" y="47841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4" name="9u7j_2_tuned_PredictedAtoms_12">
            <a:extLst>
              <a:ext uri="{FF2B5EF4-FFF2-40B4-BE49-F238E27FC236}">
                <a16:creationId xmlns:a16="http://schemas.microsoft.com/office/drawing/2014/main" id="{5EEE01A7-85A6-4F92-BE3C-5064B0087BB1}"/>
              </a:ext>
            </a:extLst>
          </p:cNvPr>
          <p:cNvSpPr>
            <a:spLocks noGrp="1"/>
          </p:cNvSpPr>
          <p:nvPr/>
        </p:nvSpPr>
        <p:spPr>
          <a:xfrm>
            <a:off x="4536458" y="459372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5" name="9u7j_2_tuned_PredictedAtoms_13">
            <a:extLst>
              <a:ext uri="{FF2B5EF4-FFF2-40B4-BE49-F238E27FC236}">
                <a16:creationId xmlns:a16="http://schemas.microsoft.com/office/drawing/2014/main" id="{DB0E22EC-C102-43C6-930A-0D296682F5DE}"/>
              </a:ext>
            </a:extLst>
          </p:cNvPr>
          <p:cNvSpPr>
            <a:spLocks noGrp="1"/>
          </p:cNvSpPr>
          <p:nvPr/>
        </p:nvSpPr>
        <p:spPr>
          <a:xfrm>
            <a:off x="4540751" y="48529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6" name="9u7j_2_tuned_PredictedAtoms_14">
            <a:extLst>
              <a:ext uri="{FF2B5EF4-FFF2-40B4-BE49-F238E27FC236}">
                <a16:creationId xmlns:a16="http://schemas.microsoft.com/office/drawing/2014/main" id="{67F5EA85-7462-494C-AA0F-22D626824046}"/>
              </a:ext>
            </a:extLst>
          </p:cNvPr>
          <p:cNvSpPr>
            <a:spLocks noGrp="1"/>
          </p:cNvSpPr>
          <p:nvPr/>
        </p:nvSpPr>
        <p:spPr>
          <a:xfrm>
            <a:off x="4562216" y="48780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u7j_2_tuned_PredictedAtoms_15">
            <a:extLst>
              <a:ext uri="{FF2B5EF4-FFF2-40B4-BE49-F238E27FC236}">
                <a16:creationId xmlns:a16="http://schemas.microsoft.com/office/drawing/2014/main" id="{1602F24E-2DF4-4A0D-8F4C-1D1127625D52}"/>
              </a:ext>
            </a:extLst>
          </p:cNvPr>
          <p:cNvSpPr>
            <a:spLocks noGrp="1"/>
          </p:cNvSpPr>
          <p:nvPr/>
        </p:nvSpPr>
        <p:spPr>
          <a:xfrm>
            <a:off x="4712405" y="48548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u7j_2_tuned_PredictedAtoms_16">
            <a:extLst>
              <a:ext uri="{FF2B5EF4-FFF2-40B4-BE49-F238E27FC236}">
                <a16:creationId xmlns:a16="http://schemas.microsoft.com/office/drawing/2014/main" id="{B3B47704-70CB-4672-9D93-066436AA9864}"/>
              </a:ext>
            </a:extLst>
          </p:cNvPr>
          <p:cNvSpPr>
            <a:spLocks noGrp="1"/>
          </p:cNvSpPr>
          <p:nvPr/>
        </p:nvSpPr>
        <p:spPr>
          <a:xfrm>
            <a:off x="4786166" y="49761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69" name="9u7j_2_tuned_PredictedAtoms_17">
            <a:extLst>
              <a:ext uri="{FF2B5EF4-FFF2-40B4-BE49-F238E27FC236}">
                <a16:creationId xmlns:a16="http://schemas.microsoft.com/office/drawing/2014/main" id="{8E626C84-CE9E-414F-845A-C4A2B2F59F1B}"/>
              </a:ext>
            </a:extLst>
          </p:cNvPr>
          <p:cNvSpPr>
            <a:spLocks noGrp="1"/>
          </p:cNvSpPr>
          <p:nvPr/>
        </p:nvSpPr>
        <p:spPr>
          <a:xfrm>
            <a:off x="4911358" y="49350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u7j_2_tuned_PredictedAtoms_18">
            <a:extLst>
              <a:ext uri="{FF2B5EF4-FFF2-40B4-BE49-F238E27FC236}">
                <a16:creationId xmlns:a16="http://schemas.microsoft.com/office/drawing/2014/main" id="{37277478-E946-4206-80B3-656C0C682CAB}"/>
              </a:ext>
            </a:extLst>
          </p:cNvPr>
          <p:cNvSpPr>
            <a:spLocks noGrp="1"/>
          </p:cNvSpPr>
          <p:nvPr/>
        </p:nvSpPr>
        <p:spPr>
          <a:xfrm>
            <a:off x="4970781" y="504817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1" name="9u7j_2_tuned_PredictedAtoms_19">
            <a:extLst>
              <a:ext uri="{FF2B5EF4-FFF2-40B4-BE49-F238E27FC236}">
                <a16:creationId xmlns:a16="http://schemas.microsoft.com/office/drawing/2014/main" id="{01D09C4A-8119-491B-9953-FE525A900FCC}"/>
              </a:ext>
            </a:extLst>
          </p:cNvPr>
          <p:cNvSpPr>
            <a:spLocks noGrp="1"/>
          </p:cNvSpPr>
          <p:nvPr/>
        </p:nvSpPr>
        <p:spPr>
          <a:xfrm>
            <a:off x="4892075" y="51080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u7j_2_tuned_PredictedAtoms_20">
            <a:extLst>
              <a:ext uri="{FF2B5EF4-FFF2-40B4-BE49-F238E27FC236}">
                <a16:creationId xmlns:a16="http://schemas.microsoft.com/office/drawing/2014/main" id="{47879107-9DF0-4333-A712-30FB6CB75A33}"/>
              </a:ext>
            </a:extLst>
          </p:cNvPr>
          <p:cNvSpPr>
            <a:spLocks noGrp="1"/>
          </p:cNvSpPr>
          <p:nvPr/>
        </p:nvSpPr>
        <p:spPr>
          <a:xfrm>
            <a:off x="4953122" y="52017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u7j_2_tuned_PredictedAtoms_21">
            <a:extLst>
              <a:ext uri="{FF2B5EF4-FFF2-40B4-BE49-F238E27FC236}">
                <a16:creationId xmlns:a16="http://schemas.microsoft.com/office/drawing/2014/main" id="{053C764B-28C6-4DB8-AEF0-80ADA4C5019B}"/>
              </a:ext>
            </a:extLst>
          </p:cNvPr>
          <p:cNvSpPr>
            <a:spLocks noGrp="1"/>
          </p:cNvSpPr>
          <p:nvPr/>
        </p:nvSpPr>
        <p:spPr>
          <a:xfrm>
            <a:off x="5097282" y="52477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u7j_2_tuned_PredictedAtoms_22">
            <a:extLst>
              <a:ext uri="{FF2B5EF4-FFF2-40B4-BE49-F238E27FC236}">
                <a16:creationId xmlns:a16="http://schemas.microsoft.com/office/drawing/2014/main" id="{BEF13B46-CCE5-47D6-B084-AB8089B47D41}"/>
              </a:ext>
            </a:extLst>
          </p:cNvPr>
          <p:cNvSpPr>
            <a:spLocks noGrp="1"/>
          </p:cNvSpPr>
          <p:nvPr/>
        </p:nvSpPr>
        <p:spPr>
          <a:xfrm>
            <a:off x="5161677" y="533251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5" name="9u7j_2_tuned_PredictedAtoms_23">
            <a:extLst>
              <a:ext uri="{FF2B5EF4-FFF2-40B4-BE49-F238E27FC236}">
                <a16:creationId xmlns:a16="http://schemas.microsoft.com/office/drawing/2014/main" id="{63A25819-B5B2-455B-A4BF-01FD538FDEDC}"/>
              </a:ext>
            </a:extLst>
          </p:cNvPr>
          <p:cNvSpPr>
            <a:spLocks noGrp="1"/>
          </p:cNvSpPr>
          <p:nvPr/>
        </p:nvSpPr>
        <p:spPr>
          <a:xfrm>
            <a:off x="5165298" y="518938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876" name="9u7j_2_tuned_PredictedAtoms_24">
            <a:extLst>
              <a:ext uri="{FF2B5EF4-FFF2-40B4-BE49-F238E27FC236}">
                <a16:creationId xmlns:a16="http://schemas.microsoft.com/office/drawing/2014/main" id="{32C16E61-6BB3-48F9-BB39-989299F6C946}"/>
              </a:ext>
            </a:extLst>
          </p:cNvPr>
          <p:cNvSpPr>
            <a:spLocks noGrp="1"/>
          </p:cNvSpPr>
          <p:nvPr/>
        </p:nvSpPr>
        <p:spPr>
          <a:xfrm>
            <a:off x="5111112" y="50967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u7j_2_tuned_PredictedAtoms_25">
            <a:extLst>
              <a:ext uri="{FF2B5EF4-FFF2-40B4-BE49-F238E27FC236}">
                <a16:creationId xmlns:a16="http://schemas.microsoft.com/office/drawing/2014/main" id="{CCC039F6-0563-485B-B773-4CAFED67025F}"/>
              </a:ext>
            </a:extLst>
          </p:cNvPr>
          <p:cNvSpPr>
            <a:spLocks noGrp="1"/>
          </p:cNvSpPr>
          <p:nvPr/>
        </p:nvSpPr>
        <p:spPr>
          <a:xfrm>
            <a:off x="5194340" y="505926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78" name="9u7j_2_tuned_PredictedAtoms_26">
            <a:extLst>
              <a:ext uri="{FF2B5EF4-FFF2-40B4-BE49-F238E27FC236}">
                <a16:creationId xmlns:a16="http://schemas.microsoft.com/office/drawing/2014/main" id="{C4633FBB-D2EF-4E55-86CF-7037AC16FDAA}"/>
              </a:ext>
            </a:extLst>
          </p:cNvPr>
          <p:cNvSpPr>
            <a:spLocks noGrp="1"/>
          </p:cNvSpPr>
          <p:nvPr/>
        </p:nvSpPr>
        <p:spPr>
          <a:xfrm>
            <a:off x="4875376" y="47836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9u7j_2_tuned_PredictedAtoms_27">
            <a:extLst>
              <a:ext uri="{FF2B5EF4-FFF2-40B4-BE49-F238E27FC236}">
                <a16:creationId xmlns:a16="http://schemas.microsoft.com/office/drawing/2014/main" id="{25388020-6F35-423C-987F-A9666B427A40}"/>
              </a:ext>
            </a:extLst>
          </p:cNvPr>
          <p:cNvSpPr>
            <a:spLocks noGrp="1"/>
          </p:cNvSpPr>
          <p:nvPr/>
        </p:nvSpPr>
        <p:spPr>
          <a:xfrm>
            <a:off x="4984653" y="468247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0" name="9u7j_2_tuned_PredictedAtoms_28">
            <a:extLst>
              <a:ext uri="{FF2B5EF4-FFF2-40B4-BE49-F238E27FC236}">
                <a16:creationId xmlns:a16="http://schemas.microsoft.com/office/drawing/2014/main" id="{77147C57-043B-46A7-A60B-C05E947F05E8}"/>
              </a:ext>
            </a:extLst>
          </p:cNvPr>
          <p:cNvSpPr>
            <a:spLocks noGrp="1"/>
          </p:cNvSpPr>
          <p:nvPr/>
        </p:nvSpPr>
        <p:spPr>
          <a:xfrm>
            <a:off x="4765481" y="47250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1" name="9u7j_2_tuned_PredictedAtoms_29">
            <a:extLst>
              <a:ext uri="{FF2B5EF4-FFF2-40B4-BE49-F238E27FC236}">
                <a16:creationId xmlns:a16="http://schemas.microsoft.com/office/drawing/2014/main" id="{6CBBAC90-0B0E-4567-A9B3-D4555C269D8C}"/>
              </a:ext>
            </a:extLst>
          </p:cNvPr>
          <p:cNvSpPr>
            <a:spLocks noGrp="1"/>
          </p:cNvSpPr>
          <p:nvPr/>
        </p:nvSpPr>
        <p:spPr>
          <a:xfrm>
            <a:off x="4837497" y="4616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2" name="9u7j_2_tuned_PredictedAtoms_30">
            <a:extLst>
              <a:ext uri="{FF2B5EF4-FFF2-40B4-BE49-F238E27FC236}">
                <a16:creationId xmlns:a16="http://schemas.microsoft.com/office/drawing/2014/main" id="{96B554EB-152D-4F39-8A67-91CDE77AF5C8}"/>
              </a:ext>
            </a:extLst>
          </p:cNvPr>
          <p:cNvSpPr>
            <a:spLocks noGrp="1"/>
          </p:cNvSpPr>
          <p:nvPr/>
        </p:nvSpPr>
        <p:spPr>
          <a:xfrm>
            <a:off x="4081718" y="48918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3" name="9u7j_2_tuned_PredictedAtoms_31">
            <a:extLst>
              <a:ext uri="{FF2B5EF4-FFF2-40B4-BE49-F238E27FC236}">
                <a16:creationId xmlns:a16="http://schemas.microsoft.com/office/drawing/2014/main" id="{F9A3B7E1-F165-4278-8B5F-F3624880895C}"/>
              </a:ext>
            </a:extLst>
          </p:cNvPr>
          <p:cNvSpPr>
            <a:spLocks noGrp="1"/>
          </p:cNvSpPr>
          <p:nvPr/>
        </p:nvSpPr>
        <p:spPr>
          <a:xfrm>
            <a:off x="4046264" y="47542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4" name="9u7j_2_tuned_PredictedAtoms_32">
            <a:extLst>
              <a:ext uri="{FF2B5EF4-FFF2-40B4-BE49-F238E27FC236}">
                <a16:creationId xmlns:a16="http://schemas.microsoft.com/office/drawing/2014/main" id="{1F773CF8-DD88-4495-AF31-900289BBD342}"/>
              </a:ext>
            </a:extLst>
          </p:cNvPr>
          <p:cNvSpPr>
            <a:spLocks noGrp="1"/>
          </p:cNvSpPr>
          <p:nvPr/>
        </p:nvSpPr>
        <p:spPr>
          <a:xfrm>
            <a:off x="4196310" y="49835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5" name="9u7j_2_tuned_PredictedAtoms_33">
            <a:extLst>
              <a:ext uri="{FF2B5EF4-FFF2-40B4-BE49-F238E27FC236}">
                <a16:creationId xmlns:a16="http://schemas.microsoft.com/office/drawing/2014/main" id="{EEF0C934-496B-4A7C-8063-05E386352E98}"/>
              </a:ext>
            </a:extLst>
          </p:cNvPr>
          <p:cNvSpPr>
            <a:spLocks noGrp="1"/>
          </p:cNvSpPr>
          <p:nvPr/>
        </p:nvSpPr>
        <p:spPr>
          <a:xfrm>
            <a:off x="4179599" y="50393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6" name="9u7j_2_tuned_PredictedAtoms_34">
            <a:extLst>
              <a:ext uri="{FF2B5EF4-FFF2-40B4-BE49-F238E27FC236}">
                <a16:creationId xmlns:a16="http://schemas.microsoft.com/office/drawing/2014/main" id="{6BBE4E13-2B69-440A-B488-749DE1150D0A}"/>
              </a:ext>
            </a:extLst>
          </p:cNvPr>
          <p:cNvSpPr>
            <a:spLocks noGrp="1"/>
          </p:cNvSpPr>
          <p:nvPr/>
        </p:nvSpPr>
        <p:spPr>
          <a:xfrm>
            <a:off x="4238939" y="5101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87" name="9u7j_2_tuned_PredictedAtoms_35">
            <a:extLst>
              <a:ext uri="{FF2B5EF4-FFF2-40B4-BE49-F238E27FC236}">
                <a16:creationId xmlns:a16="http://schemas.microsoft.com/office/drawing/2014/main" id="{9E6872D5-4ACF-4BE2-BD51-2226EA5F0AAC}"/>
              </a:ext>
            </a:extLst>
          </p:cNvPr>
          <p:cNvSpPr>
            <a:spLocks noGrp="1"/>
          </p:cNvSpPr>
          <p:nvPr/>
        </p:nvSpPr>
        <p:spPr>
          <a:xfrm>
            <a:off x="4301453" y="521720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888" name="stage3-cases-alternatives_27">
            <a:extLst>
              <a:ext uri="{FF2B5EF4-FFF2-40B4-BE49-F238E27FC236}">
                <a16:creationId xmlns:a16="http://schemas.microsoft.com/office/drawing/2014/main" id="{E6E71B87-3ABD-4C2F-BBBF-7350E0BE0E3E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889" name="9u7j_2_build_Receptor">
            <a:extLst>
              <a:ext uri="{FF2B5EF4-FFF2-40B4-BE49-F238E27FC236}">
                <a16:creationId xmlns:a16="http://schemas.microsoft.com/office/drawing/2014/main" id="{167CDE5C-8E12-4BDA-B8F6-C1854A4E127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890" name="9u7j_2_build_ExperimentalDensity">
            <a:extLst>
              <a:ext uri="{FF2B5EF4-FFF2-40B4-BE49-F238E27FC236}">
                <a16:creationId xmlns:a16="http://schemas.microsoft.com/office/drawing/2014/main" id="{EC05305A-67FC-4BFB-80AA-B2146ED02FF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91" name="9u7j_2_build_ReferenceLigand_0">
            <a:extLst>
              <a:ext uri="{FF2B5EF4-FFF2-40B4-BE49-F238E27FC236}">
                <a16:creationId xmlns:a16="http://schemas.microsoft.com/office/drawing/2014/main" id="{EB9B8B4A-8E4F-4124-95B9-3F8D3AA505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u7j_2_build_ReferenceLigand_1">
            <a:extLst>
              <a:ext uri="{FF2B5EF4-FFF2-40B4-BE49-F238E27FC236}">
                <a16:creationId xmlns:a16="http://schemas.microsoft.com/office/drawing/2014/main" id="{46804514-2EC6-483F-9D05-D4830B3AC4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u7j_2_build_ReferenceLigand_2">
            <a:extLst>
              <a:ext uri="{FF2B5EF4-FFF2-40B4-BE49-F238E27FC236}">
                <a16:creationId xmlns:a16="http://schemas.microsoft.com/office/drawing/2014/main" id="{0C1F199F-A426-4603-A9FF-4FD6E5945D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u7j_2_build_ReferenceLigand_3">
            <a:extLst>
              <a:ext uri="{FF2B5EF4-FFF2-40B4-BE49-F238E27FC236}">
                <a16:creationId xmlns:a16="http://schemas.microsoft.com/office/drawing/2014/main" id="{9ADA726F-B188-4E71-8B00-89F7780CEB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u7j_2_build_ReferenceLigand_4">
            <a:extLst>
              <a:ext uri="{FF2B5EF4-FFF2-40B4-BE49-F238E27FC236}">
                <a16:creationId xmlns:a16="http://schemas.microsoft.com/office/drawing/2014/main" id="{F9CCA73F-8D54-47EF-9257-8D09E37077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u7j_2_build_ReferenceLigand_5">
            <a:extLst>
              <a:ext uri="{FF2B5EF4-FFF2-40B4-BE49-F238E27FC236}">
                <a16:creationId xmlns:a16="http://schemas.microsoft.com/office/drawing/2014/main" id="{619AFCA9-1174-4DFF-B198-85FB6762EA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u7j_2_build_ReferenceLigand_6">
            <a:extLst>
              <a:ext uri="{FF2B5EF4-FFF2-40B4-BE49-F238E27FC236}">
                <a16:creationId xmlns:a16="http://schemas.microsoft.com/office/drawing/2014/main" id="{FD8F4143-3875-4782-A542-9D37575F7F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u7j_2_build_ReferenceLigand_7">
            <a:extLst>
              <a:ext uri="{FF2B5EF4-FFF2-40B4-BE49-F238E27FC236}">
                <a16:creationId xmlns:a16="http://schemas.microsoft.com/office/drawing/2014/main" id="{5AEC4316-A11B-48CB-AC82-2E97782FA3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u7j_2_build_ReferenceLigand_8">
            <a:extLst>
              <a:ext uri="{FF2B5EF4-FFF2-40B4-BE49-F238E27FC236}">
                <a16:creationId xmlns:a16="http://schemas.microsoft.com/office/drawing/2014/main" id="{2740DC4C-DC32-4866-ABCF-5DB89CBB1B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u7j_2_build_ReferenceLigand_9">
            <a:extLst>
              <a:ext uri="{FF2B5EF4-FFF2-40B4-BE49-F238E27FC236}">
                <a16:creationId xmlns:a16="http://schemas.microsoft.com/office/drawing/2014/main" id="{C1C1F96C-CD4F-45F9-99D4-E2BFD47816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u7j_2_build_ReferenceLigand_10">
            <a:extLst>
              <a:ext uri="{FF2B5EF4-FFF2-40B4-BE49-F238E27FC236}">
                <a16:creationId xmlns:a16="http://schemas.microsoft.com/office/drawing/2014/main" id="{749D0430-EA0C-47B9-A554-40F0214E26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u7j_2_build_ReferenceLigand_11">
            <a:extLst>
              <a:ext uri="{FF2B5EF4-FFF2-40B4-BE49-F238E27FC236}">
                <a16:creationId xmlns:a16="http://schemas.microsoft.com/office/drawing/2014/main" id="{F6EF01FC-B9FD-49EE-9994-641A502A5A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u7j_2_build_ReferenceLigand_12">
            <a:extLst>
              <a:ext uri="{FF2B5EF4-FFF2-40B4-BE49-F238E27FC236}">
                <a16:creationId xmlns:a16="http://schemas.microsoft.com/office/drawing/2014/main" id="{47551FAD-F60C-4872-A5B4-3F0E3B1D0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u7j_2_build_ReferenceLigand_13">
            <a:extLst>
              <a:ext uri="{FF2B5EF4-FFF2-40B4-BE49-F238E27FC236}">
                <a16:creationId xmlns:a16="http://schemas.microsoft.com/office/drawing/2014/main" id="{86824894-3020-4296-8911-609AEB7416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u7j_2_build_ReferenceLigand_14">
            <a:extLst>
              <a:ext uri="{FF2B5EF4-FFF2-40B4-BE49-F238E27FC236}">
                <a16:creationId xmlns:a16="http://schemas.microsoft.com/office/drawing/2014/main" id="{0F3D5F6B-C4A3-459C-A37D-BF65F2CF01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u7j_2_build_ReferenceLigand_15">
            <a:extLst>
              <a:ext uri="{FF2B5EF4-FFF2-40B4-BE49-F238E27FC236}">
                <a16:creationId xmlns:a16="http://schemas.microsoft.com/office/drawing/2014/main" id="{14AF864B-3AE3-4DE7-9DA8-51CA9F109D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u7j_2_build_ReferenceLigand_16">
            <a:extLst>
              <a:ext uri="{FF2B5EF4-FFF2-40B4-BE49-F238E27FC236}">
                <a16:creationId xmlns:a16="http://schemas.microsoft.com/office/drawing/2014/main" id="{744E41E2-F6A1-4192-B82E-4978E684F7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u7j_2_build_ReferenceLigand_17">
            <a:extLst>
              <a:ext uri="{FF2B5EF4-FFF2-40B4-BE49-F238E27FC236}">
                <a16:creationId xmlns:a16="http://schemas.microsoft.com/office/drawing/2014/main" id="{D0AB42A5-FF8C-4190-8CCD-4FC412CD3E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u7j_2_build_ReferenceLigand_18">
            <a:extLst>
              <a:ext uri="{FF2B5EF4-FFF2-40B4-BE49-F238E27FC236}">
                <a16:creationId xmlns:a16="http://schemas.microsoft.com/office/drawing/2014/main" id="{A63B6D7A-4CB5-404D-84DC-E89B1BF0C0B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u7j_2_build_ReferenceLigand_19">
            <a:extLst>
              <a:ext uri="{FF2B5EF4-FFF2-40B4-BE49-F238E27FC236}">
                <a16:creationId xmlns:a16="http://schemas.microsoft.com/office/drawing/2014/main" id="{AE42406B-7D04-4A10-94E5-FC1D12DD3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u7j_2_build_ReferenceLigand_20">
            <a:extLst>
              <a:ext uri="{FF2B5EF4-FFF2-40B4-BE49-F238E27FC236}">
                <a16:creationId xmlns:a16="http://schemas.microsoft.com/office/drawing/2014/main" id="{4A7F1BAF-FD2E-47C0-B051-B41788922D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u7j_2_build_ReferenceLigand_21">
            <a:extLst>
              <a:ext uri="{FF2B5EF4-FFF2-40B4-BE49-F238E27FC236}">
                <a16:creationId xmlns:a16="http://schemas.microsoft.com/office/drawing/2014/main" id="{8B706CFB-AB84-4AD6-967C-808AC767D9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u7j_2_build_ReferenceLigand_22">
            <a:extLst>
              <a:ext uri="{FF2B5EF4-FFF2-40B4-BE49-F238E27FC236}">
                <a16:creationId xmlns:a16="http://schemas.microsoft.com/office/drawing/2014/main" id="{50660F1B-2471-45BC-9CA2-F38F25AFBE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u7j_2_build_ReferenceLigand_23">
            <a:extLst>
              <a:ext uri="{FF2B5EF4-FFF2-40B4-BE49-F238E27FC236}">
                <a16:creationId xmlns:a16="http://schemas.microsoft.com/office/drawing/2014/main" id="{DE15C3C9-ACDD-472C-A918-A39E531873A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u7j_2_build_ReferenceLigand_24">
            <a:extLst>
              <a:ext uri="{FF2B5EF4-FFF2-40B4-BE49-F238E27FC236}">
                <a16:creationId xmlns:a16="http://schemas.microsoft.com/office/drawing/2014/main" id="{9BAFF9AF-99B8-4E54-9A9F-6AF7335E3C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u7j_2_build_ReferenceLigand_25">
            <a:extLst>
              <a:ext uri="{FF2B5EF4-FFF2-40B4-BE49-F238E27FC236}">
                <a16:creationId xmlns:a16="http://schemas.microsoft.com/office/drawing/2014/main" id="{A66110B5-55D4-4F99-81AA-6E424DD1EBC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u7j_2_build_ReferenceLigand_26">
            <a:extLst>
              <a:ext uri="{FF2B5EF4-FFF2-40B4-BE49-F238E27FC236}">
                <a16:creationId xmlns:a16="http://schemas.microsoft.com/office/drawing/2014/main" id="{B993BAF5-6E5B-4A8A-A6C6-081289890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u7j_2_build_ReferenceLigand_27">
            <a:extLst>
              <a:ext uri="{FF2B5EF4-FFF2-40B4-BE49-F238E27FC236}">
                <a16:creationId xmlns:a16="http://schemas.microsoft.com/office/drawing/2014/main" id="{AEABDE8D-6865-48E1-AE5A-B8A37890AF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u7j_2_build_ReferenceLigand_28">
            <a:extLst>
              <a:ext uri="{FF2B5EF4-FFF2-40B4-BE49-F238E27FC236}">
                <a16:creationId xmlns:a16="http://schemas.microsoft.com/office/drawing/2014/main" id="{E9B32317-03DA-4601-9B9A-BE881C1931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u7j_2_build_ReferenceLigand_29">
            <a:extLst>
              <a:ext uri="{FF2B5EF4-FFF2-40B4-BE49-F238E27FC236}">
                <a16:creationId xmlns:a16="http://schemas.microsoft.com/office/drawing/2014/main" id="{D4303E7C-DE0B-4850-A320-CC68DED244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u7j_2_build_ReferenceLigand_30">
            <a:extLst>
              <a:ext uri="{FF2B5EF4-FFF2-40B4-BE49-F238E27FC236}">
                <a16:creationId xmlns:a16="http://schemas.microsoft.com/office/drawing/2014/main" id="{092DF38C-CEFF-4792-83C6-5163545850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u7j_2_build_ReferenceLigand_31">
            <a:extLst>
              <a:ext uri="{FF2B5EF4-FFF2-40B4-BE49-F238E27FC236}">
                <a16:creationId xmlns:a16="http://schemas.microsoft.com/office/drawing/2014/main" id="{3C8454DC-D295-41CE-9B3D-A0417DE4A8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u7j_2_build_ReferenceLigand_32">
            <a:extLst>
              <a:ext uri="{FF2B5EF4-FFF2-40B4-BE49-F238E27FC236}">
                <a16:creationId xmlns:a16="http://schemas.microsoft.com/office/drawing/2014/main" id="{E77AC370-5A8B-448A-905B-A5F7F91A88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u7j_2_build_ReferenceLigand_33">
            <a:extLst>
              <a:ext uri="{FF2B5EF4-FFF2-40B4-BE49-F238E27FC236}">
                <a16:creationId xmlns:a16="http://schemas.microsoft.com/office/drawing/2014/main" id="{47610981-E6B5-4491-871F-1CE34557D94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u7j_2_build_ReferenceLigand_34">
            <a:extLst>
              <a:ext uri="{FF2B5EF4-FFF2-40B4-BE49-F238E27FC236}">
                <a16:creationId xmlns:a16="http://schemas.microsoft.com/office/drawing/2014/main" id="{AF67AF09-7FC2-41D4-9095-F2156A122A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u7j_2_build_ReferenceLigand_35">
            <a:extLst>
              <a:ext uri="{FF2B5EF4-FFF2-40B4-BE49-F238E27FC236}">
                <a16:creationId xmlns:a16="http://schemas.microsoft.com/office/drawing/2014/main" id="{CEEBB496-B130-4F4B-92CF-7C30B45CF0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u7j_2_build_ReferenceLigand_36">
            <a:extLst>
              <a:ext uri="{FF2B5EF4-FFF2-40B4-BE49-F238E27FC236}">
                <a16:creationId xmlns:a16="http://schemas.microsoft.com/office/drawing/2014/main" id="{2EE17DF5-560A-4B84-8EDC-2348C0083DC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u7j_2_build_ReferenceLigand_37">
            <a:extLst>
              <a:ext uri="{FF2B5EF4-FFF2-40B4-BE49-F238E27FC236}">
                <a16:creationId xmlns:a16="http://schemas.microsoft.com/office/drawing/2014/main" id="{ED53B380-2B76-47DE-BEBE-09CD493A84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u7j_2_build_PredictedLigand_0">
            <a:extLst>
              <a:ext uri="{FF2B5EF4-FFF2-40B4-BE49-F238E27FC236}">
                <a16:creationId xmlns:a16="http://schemas.microsoft.com/office/drawing/2014/main" id="{ABBC1DC7-1E17-458B-9A25-D6160F9BDC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u7j_2_build_PredictedLigand_1">
            <a:extLst>
              <a:ext uri="{FF2B5EF4-FFF2-40B4-BE49-F238E27FC236}">
                <a16:creationId xmlns:a16="http://schemas.microsoft.com/office/drawing/2014/main" id="{675A77E5-DB66-41C9-9316-4B040D00C8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u7j_2_build_PredictedLigand_2">
            <a:extLst>
              <a:ext uri="{FF2B5EF4-FFF2-40B4-BE49-F238E27FC236}">
                <a16:creationId xmlns:a16="http://schemas.microsoft.com/office/drawing/2014/main" id="{8C43A6BC-A47B-4A3B-870E-7664C1975B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u7j_2_build_PredictedLigand_3">
            <a:extLst>
              <a:ext uri="{FF2B5EF4-FFF2-40B4-BE49-F238E27FC236}">
                <a16:creationId xmlns:a16="http://schemas.microsoft.com/office/drawing/2014/main" id="{EEEC1573-1967-4116-8C3F-845F3125A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u7j_2_build_PredictedLigand_4">
            <a:extLst>
              <a:ext uri="{FF2B5EF4-FFF2-40B4-BE49-F238E27FC236}">
                <a16:creationId xmlns:a16="http://schemas.microsoft.com/office/drawing/2014/main" id="{2C270AC5-FB60-4D69-95D8-7186D80EB39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u7j_2_build_PredictedLigand_5">
            <a:extLst>
              <a:ext uri="{FF2B5EF4-FFF2-40B4-BE49-F238E27FC236}">
                <a16:creationId xmlns:a16="http://schemas.microsoft.com/office/drawing/2014/main" id="{7FD91690-A490-4E19-AFD2-B2E0B859AB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u7j_2_build_PredictedLigand_6">
            <a:extLst>
              <a:ext uri="{FF2B5EF4-FFF2-40B4-BE49-F238E27FC236}">
                <a16:creationId xmlns:a16="http://schemas.microsoft.com/office/drawing/2014/main" id="{A837512E-D610-4A68-8A9C-33455884AEF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u7j_2_build_PredictedLigand_7">
            <a:extLst>
              <a:ext uri="{FF2B5EF4-FFF2-40B4-BE49-F238E27FC236}">
                <a16:creationId xmlns:a16="http://schemas.microsoft.com/office/drawing/2014/main" id="{4DE6A32F-582A-48BE-B9BF-85334B8A40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u7j_2_build_PredictedLigand_8">
            <a:extLst>
              <a:ext uri="{FF2B5EF4-FFF2-40B4-BE49-F238E27FC236}">
                <a16:creationId xmlns:a16="http://schemas.microsoft.com/office/drawing/2014/main" id="{A5513B76-D52F-4496-B1DC-53B308F9D0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u7j_2_build_PredictedLigand_9">
            <a:extLst>
              <a:ext uri="{FF2B5EF4-FFF2-40B4-BE49-F238E27FC236}">
                <a16:creationId xmlns:a16="http://schemas.microsoft.com/office/drawing/2014/main" id="{1A307F38-6F0F-46EE-9EB1-F7FB12ABC9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u7j_2_build_PredictedLigand_10">
            <a:extLst>
              <a:ext uri="{FF2B5EF4-FFF2-40B4-BE49-F238E27FC236}">
                <a16:creationId xmlns:a16="http://schemas.microsoft.com/office/drawing/2014/main" id="{AC39AB08-7E40-4F0A-BBA3-88C6F4B157E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u7j_2_build_PredictedLigand_11">
            <a:extLst>
              <a:ext uri="{FF2B5EF4-FFF2-40B4-BE49-F238E27FC236}">
                <a16:creationId xmlns:a16="http://schemas.microsoft.com/office/drawing/2014/main" id="{326C34DB-B3B5-49B6-8AE8-4794BE9027A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u7j_2_build_PredictedLigand_12">
            <a:extLst>
              <a:ext uri="{FF2B5EF4-FFF2-40B4-BE49-F238E27FC236}">
                <a16:creationId xmlns:a16="http://schemas.microsoft.com/office/drawing/2014/main" id="{0B28E31C-7E4C-4233-9D40-9B14239D39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u7j_2_build_PredictedLigand_13">
            <a:extLst>
              <a:ext uri="{FF2B5EF4-FFF2-40B4-BE49-F238E27FC236}">
                <a16:creationId xmlns:a16="http://schemas.microsoft.com/office/drawing/2014/main" id="{075B6675-578D-4EC7-8AD0-CAB7C88756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u7j_2_build_PredictedLigand_14">
            <a:extLst>
              <a:ext uri="{FF2B5EF4-FFF2-40B4-BE49-F238E27FC236}">
                <a16:creationId xmlns:a16="http://schemas.microsoft.com/office/drawing/2014/main" id="{8236094A-7750-48B1-9326-44EB2C3144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u7j_2_build_PredictedLigand_15">
            <a:extLst>
              <a:ext uri="{FF2B5EF4-FFF2-40B4-BE49-F238E27FC236}">
                <a16:creationId xmlns:a16="http://schemas.microsoft.com/office/drawing/2014/main" id="{006F2428-08C6-453A-8CC7-F01B9F52DE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u7j_2_build_PredictedLigand_16">
            <a:extLst>
              <a:ext uri="{FF2B5EF4-FFF2-40B4-BE49-F238E27FC236}">
                <a16:creationId xmlns:a16="http://schemas.microsoft.com/office/drawing/2014/main" id="{DC6260D5-AD9E-4154-B291-FEC9F2B9058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u7j_2_build_PredictedLigand_17">
            <a:extLst>
              <a:ext uri="{FF2B5EF4-FFF2-40B4-BE49-F238E27FC236}">
                <a16:creationId xmlns:a16="http://schemas.microsoft.com/office/drawing/2014/main" id="{9C5F2BC3-121E-4F75-971D-DFD0532341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u7j_2_build_PredictedLigand_18">
            <a:extLst>
              <a:ext uri="{FF2B5EF4-FFF2-40B4-BE49-F238E27FC236}">
                <a16:creationId xmlns:a16="http://schemas.microsoft.com/office/drawing/2014/main" id="{35DAFF86-4ECA-47A5-A02B-F9FD57E13F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u7j_2_build_PredictedLigand_19">
            <a:extLst>
              <a:ext uri="{FF2B5EF4-FFF2-40B4-BE49-F238E27FC236}">
                <a16:creationId xmlns:a16="http://schemas.microsoft.com/office/drawing/2014/main" id="{D123C60F-AAD8-4ADC-8D22-40DFC24940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u7j_2_build_PredictedLigand_20">
            <a:extLst>
              <a:ext uri="{FF2B5EF4-FFF2-40B4-BE49-F238E27FC236}">
                <a16:creationId xmlns:a16="http://schemas.microsoft.com/office/drawing/2014/main" id="{BB6CAF96-82DF-4427-95F2-3A595EED6E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u7j_2_build_PredictedLigand_21">
            <a:extLst>
              <a:ext uri="{FF2B5EF4-FFF2-40B4-BE49-F238E27FC236}">
                <a16:creationId xmlns:a16="http://schemas.microsoft.com/office/drawing/2014/main" id="{10582AC6-30B2-42B4-8E47-FA2AB1BC93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u7j_2_build_PredictedLigand_22">
            <a:extLst>
              <a:ext uri="{FF2B5EF4-FFF2-40B4-BE49-F238E27FC236}">
                <a16:creationId xmlns:a16="http://schemas.microsoft.com/office/drawing/2014/main" id="{96DE77D0-DD08-49FA-80D4-5F3775E09F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u7j_2_build_PredictedLigand_23">
            <a:extLst>
              <a:ext uri="{FF2B5EF4-FFF2-40B4-BE49-F238E27FC236}">
                <a16:creationId xmlns:a16="http://schemas.microsoft.com/office/drawing/2014/main" id="{7702325B-F506-465D-98A9-7F02D976C3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u7j_2_build_PredictedLigand_24">
            <a:extLst>
              <a:ext uri="{FF2B5EF4-FFF2-40B4-BE49-F238E27FC236}">
                <a16:creationId xmlns:a16="http://schemas.microsoft.com/office/drawing/2014/main" id="{BC102F7D-4AD3-454E-8EC4-A99FDC6998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u7j_2_build_PredictedLigand_25">
            <a:extLst>
              <a:ext uri="{FF2B5EF4-FFF2-40B4-BE49-F238E27FC236}">
                <a16:creationId xmlns:a16="http://schemas.microsoft.com/office/drawing/2014/main" id="{1C36ADAD-386A-4AE5-B929-6D0B41316F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5" name="9u7j_2_build_PredictedLigand_26">
            <a:extLst>
              <a:ext uri="{FF2B5EF4-FFF2-40B4-BE49-F238E27FC236}">
                <a16:creationId xmlns:a16="http://schemas.microsoft.com/office/drawing/2014/main" id="{61797AB8-193B-4DD4-BDA4-58E324116C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6" name="9u7j_2_build_PredictedLigand_27">
            <a:extLst>
              <a:ext uri="{FF2B5EF4-FFF2-40B4-BE49-F238E27FC236}">
                <a16:creationId xmlns:a16="http://schemas.microsoft.com/office/drawing/2014/main" id="{56FF87E3-7544-4153-BB89-A6B0226AA3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7" name="9u7j_2_build_PredictedLigand_28">
            <a:extLst>
              <a:ext uri="{FF2B5EF4-FFF2-40B4-BE49-F238E27FC236}">
                <a16:creationId xmlns:a16="http://schemas.microsoft.com/office/drawing/2014/main" id="{ADFF9C9E-C8A3-48DC-930B-B312620AD1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8" name="9u7j_2_build_PredictedLigand_29">
            <a:extLst>
              <a:ext uri="{FF2B5EF4-FFF2-40B4-BE49-F238E27FC236}">
                <a16:creationId xmlns:a16="http://schemas.microsoft.com/office/drawing/2014/main" id="{3887FA84-6B5A-4BE3-9FDE-9906EC57CF7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9" name="9u7j_2_build_PredictedLigand_30">
            <a:extLst>
              <a:ext uri="{FF2B5EF4-FFF2-40B4-BE49-F238E27FC236}">
                <a16:creationId xmlns:a16="http://schemas.microsoft.com/office/drawing/2014/main" id="{82F5D0A9-3424-49D0-A953-3C222779C1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0" name="9u7j_2_build_PredictedLigand_31">
            <a:extLst>
              <a:ext uri="{FF2B5EF4-FFF2-40B4-BE49-F238E27FC236}">
                <a16:creationId xmlns:a16="http://schemas.microsoft.com/office/drawing/2014/main" id="{8748658D-4EBE-4BC5-B35C-6759E2A0AAA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1" name="9u7j_2_build_PredictedLigand_32">
            <a:extLst>
              <a:ext uri="{FF2B5EF4-FFF2-40B4-BE49-F238E27FC236}">
                <a16:creationId xmlns:a16="http://schemas.microsoft.com/office/drawing/2014/main" id="{06041A64-13E7-4542-94B3-0FFF8301B50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2" name="9u7j_2_build_PredictedLigand_33">
            <a:extLst>
              <a:ext uri="{FF2B5EF4-FFF2-40B4-BE49-F238E27FC236}">
                <a16:creationId xmlns:a16="http://schemas.microsoft.com/office/drawing/2014/main" id="{8FA48F89-57CF-46F2-B144-9B7362CF54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3" name="9u7j_2_build_PredictedLigand_34">
            <a:extLst>
              <a:ext uri="{FF2B5EF4-FFF2-40B4-BE49-F238E27FC236}">
                <a16:creationId xmlns:a16="http://schemas.microsoft.com/office/drawing/2014/main" id="{3DDE31BC-4AC1-4597-B5D3-8E47DBB3AA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4" name="9u7j_2_build_PredictedLigand_35">
            <a:extLst>
              <a:ext uri="{FF2B5EF4-FFF2-40B4-BE49-F238E27FC236}">
                <a16:creationId xmlns:a16="http://schemas.microsoft.com/office/drawing/2014/main" id="{E47A8A27-AB5C-40A6-9818-A0B84A0739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5" name="9u7j_2_build_PredictedLigand_36">
            <a:extLst>
              <a:ext uri="{FF2B5EF4-FFF2-40B4-BE49-F238E27FC236}">
                <a16:creationId xmlns:a16="http://schemas.microsoft.com/office/drawing/2014/main" id="{8ED398C5-24BD-49E3-B91A-183FD06C9A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6" name="9u7j_2_build_PredictedLigand_37">
            <a:extLst>
              <a:ext uri="{FF2B5EF4-FFF2-40B4-BE49-F238E27FC236}">
                <a16:creationId xmlns:a16="http://schemas.microsoft.com/office/drawing/2014/main" id="{DE71E9A4-512A-4BE1-A982-449692C4F4E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67" name="9u7j_2_build_PredictedAtoms_0">
            <a:extLst>
              <a:ext uri="{FF2B5EF4-FFF2-40B4-BE49-F238E27FC236}">
                <a16:creationId xmlns:a16="http://schemas.microsoft.com/office/drawing/2014/main" id="{62E1A40D-1A75-48B6-B500-7A382E16DFE7}"/>
              </a:ext>
            </a:extLst>
          </p:cNvPr>
          <p:cNvSpPr>
            <a:spLocks noGrp="1"/>
          </p:cNvSpPr>
          <p:nvPr/>
        </p:nvSpPr>
        <p:spPr>
          <a:xfrm>
            <a:off x="8243815" y="505527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68" name="9u7j_2_build_PredictedAtoms_1">
            <a:extLst>
              <a:ext uri="{FF2B5EF4-FFF2-40B4-BE49-F238E27FC236}">
                <a16:creationId xmlns:a16="http://schemas.microsoft.com/office/drawing/2014/main" id="{883055A7-8A09-4B57-8C27-037FE9ECC030}"/>
              </a:ext>
            </a:extLst>
          </p:cNvPr>
          <p:cNvSpPr>
            <a:spLocks noGrp="1"/>
          </p:cNvSpPr>
          <p:nvPr/>
        </p:nvSpPr>
        <p:spPr>
          <a:xfrm>
            <a:off x="8154331" y="51616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u7j_2_build_PredictedAtoms_2">
            <a:extLst>
              <a:ext uri="{FF2B5EF4-FFF2-40B4-BE49-F238E27FC236}">
                <a16:creationId xmlns:a16="http://schemas.microsoft.com/office/drawing/2014/main" id="{2E7ED7A5-7388-4873-8410-F1B734A54EA4}"/>
              </a:ext>
            </a:extLst>
          </p:cNvPr>
          <p:cNvSpPr>
            <a:spLocks noGrp="1"/>
          </p:cNvSpPr>
          <p:nvPr/>
        </p:nvSpPr>
        <p:spPr>
          <a:xfrm>
            <a:off x="8076422" y="50974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u7j_2_build_PredictedAtoms_3">
            <a:extLst>
              <a:ext uri="{FF2B5EF4-FFF2-40B4-BE49-F238E27FC236}">
                <a16:creationId xmlns:a16="http://schemas.microsoft.com/office/drawing/2014/main" id="{72A2B4A1-ED5F-48D6-ADF4-FDC0554199CF}"/>
              </a:ext>
            </a:extLst>
          </p:cNvPr>
          <p:cNvSpPr>
            <a:spLocks noGrp="1"/>
          </p:cNvSpPr>
          <p:nvPr/>
        </p:nvSpPr>
        <p:spPr>
          <a:xfrm>
            <a:off x="7921847" y="512145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1" name="9u7j_2_build_PredictedAtoms_4">
            <a:extLst>
              <a:ext uri="{FF2B5EF4-FFF2-40B4-BE49-F238E27FC236}">
                <a16:creationId xmlns:a16="http://schemas.microsoft.com/office/drawing/2014/main" id="{A3CB5659-5CB1-44DE-B828-4257BAB1082C}"/>
              </a:ext>
            </a:extLst>
          </p:cNvPr>
          <p:cNvSpPr>
            <a:spLocks noGrp="1"/>
          </p:cNvSpPr>
          <p:nvPr/>
        </p:nvSpPr>
        <p:spPr>
          <a:xfrm>
            <a:off x="7827640" y="5066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u7j_2_build_PredictedAtoms_5">
            <a:extLst>
              <a:ext uri="{FF2B5EF4-FFF2-40B4-BE49-F238E27FC236}">
                <a16:creationId xmlns:a16="http://schemas.microsoft.com/office/drawing/2014/main" id="{5F208013-2731-47DA-A6EA-F86C1C95BADC}"/>
              </a:ext>
            </a:extLst>
          </p:cNvPr>
          <p:cNvSpPr>
            <a:spLocks noGrp="1"/>
          </p:cNvSpPr>
          <p:nvPr/>
        </p:nvSpPr>
        <p:spPr>
          <a:xfrm>
            <a:off x="7840341" y="49043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3" name="9u7j_2_build_PredictedAtoms_6">
            <a:extLst>
              <a:ext uri="{FF2B5EF4-FFF2-40B4-BE49-F238E27FC236}">
                <a16:creationId xmlns:a16="http://schemas.microsoft.com/office/drawing/2014/main" id="{592A7C6A-D88A-4EC3-A5A2-124423E10F3A}"/>
              </a:ext>
            </a:extLst>
          </p:cNvPr>
          <p:cNvSpPr>
            <a:spLocks noGrp="1"/>
          </p:cNvSpPr>
          <p:nvPr/>
        </p:nvSpPr>
        <p:spPr>
          <a:xfrm>
            <a:off x="7696431" y="480169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4" name="9u7j_2_build_PredictedAtoms_7">
            <a:extLst>
              <a:ext uri="{FF2B5EF4-FFF2-40B4-BE49-F238E27FC236}">
                <a16:creationId xmlns:a16="http://schemas.microsoft.com/office/drawing/2014/main" id="{978A4133-AF62-43FE-9596-4AD8057E9B3C}"/>
              </a:ext>
            </a:extLst>
          </p:cNvPr>
          <p:cNvSpPr>
            <a:spLocks noGrp="1"/>
          </p:cNvSpPr>
          <p:nvPr/>
        </p:nvSpPr>
        <p:spPr>
          <a:xfrm>
            <a:off x="7772548" y="467438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5" name="9u7j_2_build_PredictedAtoms_8">
            <a:extLst>
              <a:ext uri="{FF2B5EF4-FFF2-40B4-BE49-F238E27FC236}">
                <a16:creationId xmlns:a16="http://schemas.microsoft.com/office/drawing/2014/main" id="{F8B476AB-FF6F-4D31-963D-0D7BBE87F3DC}"/>
              </a:ext>
            </a:extLst>
          </p:cNvPr>
          <p:cNvSpPr>
            <a:spLocks noGrp="1"/>
          </p:cNvSpPr>
          <p:nvPr/>
        </p:nvSpPr>
        <p:spPr>
          <a:xfrm>
            <a:off x="7642303" y="48767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6" name="9u7j_2_build_PredictedAtoms_9">
            <a:extLst>
              <a:ext uri="{FF2B5EF4-FFF2-40B4-BE49-F238E27FC236}">
                <a16:creationId xmlns:a16="http://schemas.microsoft.com/office/drawing/2014/main" id="{419E320D-4544-4C60-B006-E1798E6AF52C}"/>
              </a:ext>
            </a:extLst>
          </p:cNvPr>
          <p:cNvSpPr>
            <a:spLocks noGrp="1"/>
          </p:cNvSpPr>
          <p:nvPr/>
        </p:nvSpPr>
        <p:spPr>
          <a:xfrm>
            <a:off x="7582961" y="47709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7" name="9u7j_2_build_PredictedAtoms_10">
            <a:extLst>
              <a:ext uri="{FF2B5EF4-FFF2-40B4-BE49-F238E27FC236}">
                <a16:creationId xmlns:a16="http://schemas.microsoft.com/office/drawing/2014/main" id="{D54EB2EF-631D-410E-9D00-DA4C43905DF9}"/>
              </a:ext>
            </a:extLst>
          </p:cNvPr>
          <p:cNvSpPr>
            <a:spLocks noGrp="1"/>
          </p:cNvSpPr>
          <p:nvPr/>
        </p:nvSpPr>
        <p:spPr>
          <a:xfrm>
            <a:off x="7460520" y="473374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978" name="9u7j_2_build_PredictedAtoms_11">
            <a:extLst>
              <a:ext uri="{FF2B5EF4-FFF2-40B4-BE49-F238E27FC236}">
                <a16:creationId xmlns:a16="http://schemas.microsoft.com/office/drawing/2014/main" id="{CF7832F4-40B6-4673-A97C-8BCA2B9CCFA4}"/>
              </a:ext>
            </a:extLst>
          </p:cNvPr>
          <p:cNvSpPr>
            <a:spLocks noGrp="1"/>
          </p:cNvSpPr>
          <p:nvPr/>
        </p:nvSpPr>
        <p:spPr>
          <a:xfrm>
            <a:off x="7463916" y="484380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79" name="9u7j_2_build_PredictedAtoms_12">
            <a:extLst>
              <a:ext uri="{FF2B5EF4-FFF2-40B4-BE49-F238E27FC236}">
                <a16:creationId xmlns:a16="http://schemas.microsoft.com/office/drawing/2014/main" id="{DFE8620A-7029-489F-A13B-9EBABA8C9FE6}"/>
              </a:ext>
            </a:extLst>
          </p:cNvPr>
          <p:cNvSpPr>
            <a:spLocks noGrp="1"/>
          </p:cNvSpPr>
          <p:nvPr/>
        </p:nvSpPr>
        <p:spPr>
          <a:xfrm>
            <a:off x="7471378" y="458791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0" name="9u7j_2_build_PredictedAtoms_13">
            <a:extLst>
              <a:ext uri="{FF2B5EF4-FFF2-40B4-BE49-F238E27FC236}">
                <a16:creationId xmlns:a16="http://schemas.microsoft.com/office/drawing/2014/main" id="{86FB9D8E-88A6-40C0-92F9-704353B605DC}"/>
              </a:ext>
            </a:extLst>
          </p:cNvPr>
          <p:cNvSpPr>
            <a:spLocks noGrp="1"/>
          </p:cNvSpPr>
          <p:nvPr/>
        </p:nvSpPr>
        <p:spPr>
          <a:xfrm>
            <a:off x="7319023" y="47375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1" name="9u7j_2_build_PredictedAtoms_14">
            <a:extLst>
              <a:ext uri="{FF2B5EF4-FFF2-40B4-BE49-F238E27FC236}">
                <a16:creationId xmlns:a16="http://schemas.microsoft.com/office/drawing/2014/main" id="{9D1FDDDC-667B-4F8D-AFAF-E40C6C78DC0B}"/>
              </a:ext>
            </a:extLst>
          </p:cNvPr>
          <p:cNvSpPr>
            <a:spLocks noGrp="1"/>
          </p:cNvSpPr>
          <p:nvPr/>
        </p:nvSpPr>
        <p:spPr>
          <a:xfrm>
            <a:off x="7211049" y="483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u7j_2_build_PredictedAtoms_15">
            <a:extLst>
              <a:ext uri="{FF2B5EF4-FFF2-40B4-BE49-F238E27FC236}">
                <a16:creationId xmlns:a16="http://schemas.microsoft.com/office/drawing/2014/main" id="{9CA668F8-B938-4595-B315-3E42706BFB60}"/>
              </a:ext>
            </a:extLst>
          </p:cNvPr>
          <p:cNvSpPr>
            <a:spLocks noGrp="1"/>
          </p:cNvSpPr>
          <p:nvPr/>
        </p:nvSpPr>
        <p:spPr>
          <a:xfrm>
            <a:off x="7102014" y="48557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u7j_2_build_PredictedAtoms_16">
            <a:extLst>
              <a:ext uri="{FF2B5EF4-FFF2-40B4-BE49-F238E27FC236}">
                <a16:creationId xmlns:a16="http://schemas.microsoft.com/office/drawing/2014/main" id="{FDAE6FA7-FD49-4882-9491-D3086CCF43C2}"/>
              </a:ext>
            </a:extLst>
          </p:cNvPr>
          <p:cNvSpPr>
            <a:spLocks noGrp="1"/>
          </p:cNvSpPr>
          <p:nvPr/>
        </p:nvSpPr>
        <p:spPr>
          <a:xfrm>
            <a:off x="7040677" y="497723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84" name="9u7j_2_build_PredictedAtoms_17">
            <a:extLst>
              <a:ext uri="{FF2B5EF4-FFF2-40B4-BE49-F238E27FC236}">
                <a16:creationId xmlns:a16="http://schemas.microsoft.com/office/drawing/2014/main" id="{407B7EEA-8A1D-4AA6-96A3-26C8F9C801BB}"/>
              </a:ext>
            </a:extLst>
          </p:cNvPr>
          <p:cNvSpPr>
            <a:spLocks noGrp="1"/>
          </p:cNvSpPr>
          <p:nvPr/>
        </p:nvSpPr>
        <p:spPr>
          <a:xfrm>
            <a:off x="6997077" y="50358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u7j_2_build_PredictedAtoms_18">
            <a:extLst>
              <a:ext uri="{FF2B5EF4-FFF2-40B4-BE49-F238E27FC236}">
                <a16:creationId xmlns:a16="http://schemas.microsoft.com/office/drawing/2014/main" id="{8936AE66-A33C-45A2-ABA8-D272C1E4493A}"/>
              </a:ext>
            </a:extLst>
          </p:cNvPr>
          <p:cNvSpPr>
            <a:spLocks noGrp="1"/>
          </p:cNvSpPr>
          <p:nvPr/>
        </p:nvSpPr>
        <p:spPr>
          <a:xfrm>
            <a:off x="7002034" y="518040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86" name="9u7j_2_build_PredictedAtoms_19">
            <a:extLst>
              <a:ext uri="{FF2B5EF4-FFF2-40B4-BE49-F238E27FC236}">
                <a16:creationId xmlns:a16="http://schemas.microsoft.com/office/drawing/2014/main" id="{31E6C841-C52E-4605-BA1D-5B6EB6181AD7}"/>
              </a:ext>
            </a:extLst>
          </p:cNvPr>
          <p:cNvSpPr>
            <a:spLocks noGrp="1"/>
          </p:cNvSpPr>
          <p:nvPr/>
        </p:nvSpPr>
        <p:spPr>
          <a:xfrm>
            <a:off x="7145993" y="5214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u7j_2_build_PredictedAtoms_20">
            <a:extLst>
              <a:ext uri="{FF2B5EF4-FFF2-40B4-BE49-F238E27FC236}">
                <a16:creationId xmlns:a16="http://schemas.microsoft.com/office/drawing/2014/main" id="{E4884666-1FD7-409A-959D-B6FC980564CA}"/>
              </a:ext>
            </a:extLst>
          </p:cNvPr>
          <p:cNvSpPr>
            <a:spLocks noGrp="1"/>
          </p:cNvSpPr>
          <p:nvPr/>
        </p:nvSpPr>
        <p:spPr>
          <a:xfrm>
            <a:off x="7163434" y="53535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u7j_2_build_PredictedAtoms_21">
            <a:extLst>
              <a:ext uri="{FF2B5EF4-FFF2-40B4-BE49-F238E27FC236}">
                <a16:creationId xmlns:a16="http://schemas.microsoft.com/office/drawing/2014/main" id="{AA3D92FA-08AE-4EAC-9DD1-1E4A7F172C92}"/>
              </a:ext>
            </a:extLst>
          </p:cNvPr>
          <p:cNvSpPr>
            <a:spLocks noGrp="1"/>
          </p:cNvSpPr>
          <p:nvPr/>
        </p:nvSpPr>
        <p:spPr>
          <a:xfrm>
            <a:off x="7173993" y="5600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u7j_2_build_PredictedAtoms_22">
            <a:extLst>
              <a:ext uri="{FF2B5EF4-FFF2-40B4-BE49-F238E27FC236}">
                <a16:creationId xmlns:a16="http://schemas.microsoft.com/office/drawing/2014/main" id="{B960CC35-569E-410E-A4D1-02078C53CB8C}"/>
              </a:ext>
            </a:extLst>
          </p:cNvPr>
          <p:cNvSpPr>
            <a:spLocks noGrp="1"/>
          </p:cNvSpPr>
          <p:nvPr/>
        </p:nvSpPr>
        <p:spPr>
          <a:xfrm>
            <a:off x="7211722" y="561356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0" name="9u7j_2_build_PredictedAtoms_23">
            <a:extLst>
              <a:ext uri="{FF2B5EF4-FFF2-40B4-BE49-F238E27FC236}">
                <a16:creationId xmlns:a16="http://schemas.microsoft.com/office/drawing/2014/main" id="{3A93219B-8FD0-487F-B00E-C1F09DF37F66}"/>
              </a:ext>
            </a:extLst>
          </p:cNvPr>
          <p:cNvSpPr>
            <a:spLocks noGrp="1"/>
          </p:cNvSpPr>
          <p:nvPr/>
        </p:nvSpPr>
        <p:spPr>
          <a:xfrm>
            <a:off x="6906625" y="5357492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991" name="9u7j_2_build_PredictedAtoms_24">
            <a:extLst>
              <a:ext uri="{FF2B5EF4-FFF2-40B4-BE49-F238E27FC236}">
                <a16:creationId xmlns:a16="http://schemas.microsoft.com/office/drawing/2014/main" id="{B4D01D2C-195D-4EE8-AFEC-052EDCD12D24}"/>
              </a:ext>
            </a:extLst>
          </p:cNvPr>
          <p:cNvSpPr>
            <a:spLocks noGrp="1"/>
          </p:cNvSpPr>
          <p:nvPr/>
        </p:nvSpPr>
        <p:spPr>
          <a:xfrm>
            <a:off x="6717666" y="5093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2" name="9u7j_2_build_PredictedAtoms_25">
            <a:extLst>
              <a:ext uri="{FF2B5EF4-FFF2-40B4-BE49-F238E27FC236}">
                <a16:creationId xmlns:a16="http://schemas.microsoft.com/office/drawing/2014/main" id="{20F82A8F-85B3-4522-B9F3-A5BC751053D3}"/>
              </a:ext>
            </a:extLst>
          </p:cNvPr>
          <p:cNvSpPr>
            <a:spLocks noGrp="1"/>
          </p:cNvSpPr>
          <p:nvPr/>
        </p:nvSpPr>
        <p:spPr>
          <a:xfrm>
            <a:off x="6732482" y="50558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3" name="9u7j_2_build_PredictedAtoms_26">
            <a:extLst>
              <a:ext uri="{FF2B5EF4-FFF2-40B4-BE49-F238E27FC236}">
                <a16:creationId xmlns:a16="http://schemas.microsoft.com/office/drawing/2014/main" id="{99700D49-7D51-432D-9F06-0CE0FA635AF0}"/>
              </a:ext>
            </a:extLst>
          </p:cNvPr>
          <p:cNvSpPr>
            <a:spLocks noGrp="1"/>
          </p:cNvSpPr>
          <p:nvPr/>
        </p:nvSpPr>
        <p:spPr>
          <a:xfrm>
            <a:off x="7081999" y="4999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4" name="9u7j_2_build_PredictedAtoms_27">
            <a:extLst>
              <a:ext uri="{FF2B5EF4-FFF2-40B4-BE49-F238E27FC236}">
                <a16:creationId xmlns:a16="http://schemas.microsoft.com/office/drawing/2014/main" id="{29765572-ADC2-45F5-8A12-6F624C0D8B62}"/>
              </a:ext>
            </a:extLst>
          </p:cNvPr>
          <p:cNvSpPr>
            <a:spLocks noGrp="1"/>
          </p:cNvSpPr>
          <p:nvPr/>
        </p:nvSpPr>
        <p:spPr>
          <a:xfrm>
            <a:off x="6999676" y="496690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5" name="9u7j_2_build_PredictedAtoms_28">
            <a:extLst>
              <a:ext uri="{FF2B5EF4-FFF2-40B4-BE49-F238E27FC236}">
                <a16:creationId xmlns:a16="http://schemas.microsoft.com/office/drawing/2014/main" id="{53E1856F-A2DD-4127-B650-93CB61B38D7D}"/>
              </a:ext>
            </a:extLst>
          </p:cNvPr>
          <p:cNvSpPr>
            <a:spLocks noGrp="1"/>
          </p:cNvSpPr>
          <p:nvPr/>
        </p:nvSpPr>
        <p:spPr>
          <a:xfrm>
            <a:off x="7163887" y="48894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6" name="9u7j_2_build_PredictedAtoms_29">
            <a:extLst>
              <a:ext uri="{FF2B5EF4-FFF2-40B4-BE49-F238E27FC236}">
                <a16:creationId xmlns:a16="http://schemas.microsoft.com/office/drawing/2014/main" id="{6B06AE13-202A-4665-8F28-6D8C701DE44F}"/>
              </a:ext>
            </a:extLst>
          </p:cNvPr>
          <p:cNvSpPr>
            <a:spLocks noGrp="1"/>
          </p:cNvSpPr>
          <p:nvPr/>
        </p:nvSpPr>
        <p:spPr>
          <a:xfrm>
            <a:off x="7164968" y="47693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7" name="9u7j_2_build_PredictedAtoms_30">
            <a:extLst>
              <a:ext uri="{FF2B5EF4-FFF2-40B4-BE49-F238E27FC236}">
                <a16:creationId xmlns:a16="http://schemas.microsoft.com/office/drawing/2014/main" id="{3B6AFAAC-F0B6-46B6-A53A-149189291A26}"/>
              </a:ext>
            </a:extLst>
          </p:cNvPr>
          <p:cNvSpPr>
            <a:spLocks noGrp="1"/>
          </p:cNvSpPr>
          <p:nvPr/>
        </p:nvSpPr>
        <p:spPr>
          <a:xfrm>
            <a:off x="7866010" y="5152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8" name="9u7j_2_build_PredictedAtoms_31">
            <a:extLst>
              <a:ext uri="{FF2B5EF4-FFF2-40B4-BE49-F238E27FC236}">
                <a16:creationId xmlns:a16="http://schemas.microsoft.com/office/drawing/2014/main" id="{D91ADE4F-4397-4FB2-94C4-B6D7B6E453AF}"/>
              </a:ext>
            </a:extLst>
          </p:cNvPr>
          <p:cNvSpPr>
            <a:spLocks noGrp="1"/>
          </p:cNvSpPr>
          <p:nvPr/>
        </p:nvSpPr>
        <p:spPr>
          <a:xfrm>
            <a:off x="7875685" y="5058957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999" name="9u7j_2_build_PredictedAtoms_32">
            <a:extLst>
              <a:ext uri="{FF2B5EF4-FFF2-40B4-BE49-F238E27FC236}">
                <a16:creationId xmlns:a16="http://schemas.microsoft.com/office/drawing/2014/main" id="{616C8D89-4ACD-43C1-92F2-8F518AA850BA}"/>
              </a:ext>
            </a:extLst>
          </p:cNvPr>
          <p:cNvSpPr>
            <a:spLocks noGrp="1"/>
          </p:cNvSpPr>
          <p:nvPr/>
        </p:nvSpPr>
        <p:spPr>
          <a:xfrm>
            <a:off x="8023711" y="5195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0" name="9u7j_2_build_PredictedAtoms_33">
            <a:extLst>
              <a:ext uri="{FF2B5EF4-FFF2-40B4-BE49-F238E27FC236}">
                <a16:creationId xmlns:a16="http://schemas.microsoft.com/office/drawing/2014/main" id="{28F6B312-835B-43EF-A18B-B53086FE6CA3}"/>
              </a:ext>
            </a:extLst>
          </p:cNvPr>
          <p:cNvSpPr>
            <a:spLocks noGrp="1"/>
          </p:cNvSpPr>
          <p:nvPr/>
        </p:nvSpPr>
        <p:spPr>
          <a:xfrm>
            <a:off x="8049016" y="529947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1" name="9u7j_2_build_PredictedAtoms_34">
            <a:extLst>
              <a:ext uri="{FF2B5EF4-FFF2-40B4-BE49-F238E27FC236}">
                <a16:creationId xmlns:a16="http://schemas.microsoft.com/office/drawing/2014/main" id="{39A2C1DE-1D96-4AE5-8F50-10C9AC757954}"/>
              </a:ext>
            </a:extLst>
          </p:cNvPr>
          <p:cNvSpPr>
            <a:spLocks noGrp="1"/>
          </p:cNvSpPr>
          <p:nvPr/>
        </p:nvSpPr>
        <p:spPr>
          <a:xfrm>
            <a:off x="8111344" y="51934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002" name="9u7j_2_build_PredictedAtoms_35">
            <a:extLst>
              <a:ext uri="{FF2B5EF4-FFF2-40B4-BE49-F238E27FC236}">
                <a16:creationId xmlns:a16="http://schemas.microsoft.com/office/drawing/2014/main" id="{2EA4CD83-1963-4397-9FBA-8A285F169F08}"/>
              </a:ext>
            </a:extLst>
          </p:cNvPr>
          <p:cNvSpPr>
            <a:spLocks noGrp="1"/>
          </p:cNvSpPr>
          <p:nvPr/>
        </p:nvSpPr>
        <p:spPr>
          <a:xfrm>
            <a:off x="8226933" y="52461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003" name="9u7j_2_build_Clashes_0">
            <a:extLst>
              <a:ext uri="{FF2B5EF4-FFF2-40B4-BE49-F238E27FC236}">
                <a16:creationId xmlns:a16="http://schemas.microsoft.com/office/drawing/2014/main" id="{1548B912-EA48-4C98-BB7C-0ADB531689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4" name="9u7j_2_build_Clashes_1">
            <a:extLst>
              <a:ext uri="{FF2B5EF4-FFF2-40B4-BE49-F238E27FC236}">
                <a16:creationId xmlns:a16="http://schemas.microsoft.com/office/drawing/2014/main" id="{3B7638FA-1E3F-40DF-971B-ACFD3E74FD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5" name="9u7j_2_build_Clashes_2">
            <a:extLst>
              <a:ext uri="{FF2B5EF4-FFF2-40B4-BE49-F238E27FC236}">
                <a16:creationId xmlns:a16="http://schemas.microsoft.com/office/drawing/2014/main" id="{CD272837-5CEC-4D3E-B7CE-6B24D6DF28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6" name="9u7j_2_build_Clashes_3">
            <a:extLst>
              <a:ext uri="{FF2B5EF4-FFF2-40B4-BE49-F238E27FC236}">
                <a16:creationId xmlns:a16="http://schemas.microsoft.com/office/drawing/2014/main" id="{28995AAE-6E3B-46AA-AD3E-13B1F17DAB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7" name="9u7j_2_build_Clashes_4">
            <a:extLst>
              <a:ext uri="{FF2B5EF4-FFF2-40B4-BE49-F238E27FC236}">
                <a16:creationId xmlns:a16="http://schemas.microsoft.com/office/drawing/2014/main" id="{2FFB1803-C2DB-4C0D-ACD7-5036CB63BF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8" name="9u7j_2_build_Clashes_5">
            <a:extLst>
              <a:ext uri="{FF2B5EF4-FFF2-40B4-BE49-F238E27FC236}">
                <a16:creationId xmlns:a16="http://schemas.microsoft.com/office/drawing/2014/main" id="{A467BA57-94B6-48FC-A736-4824FA475A7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09" name="9u7j_2_build_Clashes_6">
            <a:extLst>
              <a:ext uri="{FF2B5EF4-FFF2-40B4-BE49-F238E27FC236}">
                <a16:creationId xmlns:a16="http://schemas.microsoft.com/office/drawing/2014/main" id="{C7092963-7259-4AC6-A630-C65D34CF32E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0" name="9u7j_2_build_Clashes_7">
            <a:extLst>
              <a:ext uri="{FF2B5EF4-FFF2-40B4-BE49-F238E27FC236}">
                <a16:creationId xmlns:a16="http://schemas.microsoft.com/office/drawing/2014/main" id="{E4BE3272-B39C-42B4-9047-66AC671A7B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1" name="9u7j_2_build_Clashes_8">
            <a:extLst>
              <a:ext uri="{FF2B5EF4-FFF2-40B4-BE49-F238E27FC236}">
                <a16:creationId xmlns:a16="http://schemas.microsoft.com/office/drawing/2014/main" id="{D9A4E333-8D07-4A6C-A319-4BF10C6000B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2" name="9u7j_2_build_Clashes_9">
            <a:extLst>
              <a:ext uri="{FF2B5EF4-FFF2-40B4-BE49-F238E27FC236}">
                <a16:creationId xmlns:a16="http://schemas.microsoft.com/office/drawing/2014/main" id="{0AB0FE93-FF88-4300-9CC4-61C6FF7A04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013" name="9u7j_2_build_ClashingReceptorAtoms_1">
            <a:extLst>
              <a:ext uri="{FF2B5EF4-FFF2-40B4-BE49-F238E27FC236}">
                <a16:creationId xmlns:a16="http://schemas.microsoft.com/office/drawing/2014/main" id="{8EA750D4-B288-4474-A594-5649235A1B77}"/>
              </a:ext>
            </a:extLst>
          </p:cNvPr>
          <p:cNvSpPr>
            <a:spLocks noGrp="1"/>
          </p:cNvSpPr>
          <p:nvPr/>
        </p:nvSpPr>
        <p:spPr>
          <a:xfrm>
            <a:off x="7146116" y="55943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4" name="9u7j_2_build_ClashingReceptorAtoms_2">
            <a:extLst>
              <a:ext uri="{FF2B5EF4-FFF2-40B4-BE49-F238E27FC236}">
                <a16:creationId xmlns:a16="http://schemas.microsoft.com/office/drawing/2014/main" id="{441D13F7-0F25-4945-8243-824F182E91C1}"/>
              </a:ext>
            </a:extLst>
          </p:cNvPr>
          <p:cNvSpPr>
            <a:spLocks noGrp="1"/>
          </p:cNvSpPr>
          <p:nvPr/>
        </p:nvSpPr>
        <p:spPr>
          <a:xfrm>
            <a:off x="7015013" y="55694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5" name="9u7j_2_build_ClashingReceptorAtoms_3">
            <a:extLst>
              <a:ext uri="{FF2B5EF4-FFF2-40B4-BE49-F238E27FC236}">
                <a16:creationId xmlns:a16="http://schemas.microsoft.com/office/drawing/2014/main" id="{E36FBC29-6B84-4233-A75B-5EF8054EBA1C}"/>
              </a:ext>
            </a:extLst>
          </p:cNvPr>
          <p:cNvSpPr>
            <a:spLocks noGrp="1"/>
          </p:cNvSpPr>
          <p:nvPr/>
        </p:nvSpPr>
        <p:spPr>
          <a:xfrm>
            <a:off x="7237509" y="54994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016" name="stage3-cases-alternatives_29">
            <a:extLst>
              <a:ext uri="{FF2B5EF4-FFF2-40B4-BE49-F238E27FC236}">
                <a16:creationId xmlns:a16="http://schemas.microsoft.com/office/drawing/2014/main" id="{7AA5E416-FE1F-4D1C-AB2F-AB0472793BB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017" name="stage3-cases-alternatives_30">
            <a:extLst>
              <a:ext uri="{FF2B5EF4-FFF2-40B4-BE49-F238E27FC236}">
                <a16:creationId xmlns:a16="http://schemas.microsoft.com/office/drawing/2014/main" id="{97B87E88-769F-431C-9A7C-09B444A7524E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9WUP · FAD (A:1103)</a:t>
            </a:r>
          </a:p>
        </p:txBody>
      </p:sp>
      <p:sp>
        <p:nvSpPr>
          <p:cNvPr id="1018" name="stage3-cases-alternatives_31">
            <a:extLst>
              <a:ext uri="{FF2B5EF4-FFF2-40B4-BE49-F238E27FC236}">
                <a16:creationId xmlns:a16="http://schemas.microsoft.com/office/drawing/2014/main" id="{E5D0C524-F16A-4A44-95FE-720DDB31A5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019" name="stage3-cases-alternatives_32">
            <a:extLst>
              <a:ext uri="{FF2B5EF4-FFF2-40B4-BE49-F238E27FC236}">
                <a16:creationId xmlns:a16="http://schemas.microsoft.com/office/drawing/2014/main" id="{14E1D1ED-C2A8-4A98-8695-A9D70F8C2037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020" name="9wup_2_official_Receptor">
            <a:extLst>
              <a:ext uri="{FF2B5EF4-FFF2-40B4-BE49-F238E27FC236}">
                <a16:creationId xmlns:a16="http://schemas.microsoft.com/office/drawing/2014/main" id="{9ED6E94A-0E67-42EA-B843-D70D7E57C2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021" name="9wup_2_official_ExperimentalDensity">
            <a:extLst>
              <a:ext uri="{FF2B5EF4-FFF2-40B4-BE49-F238E27FC236}">
                <a16:creationId xmlns:a16="http://schemas.microsoft.com/office/drawing/2014/main" id="{5E1D5DF1-FF62-4CBC-A4D9-2BAEBBEA8F9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22" name="9wup_2_official_ReferenceLigand_0">
            <a:extLst>
              <a:ext uri="{FF2B5EF4-FFF2-40B4-BE49-F238E27FC236}">
                <a16:creationId xmlns:a16="http://schemas.microsoft.com/office/drawing/2014/main" id="{68EA737A-2E98-4877-8CC6-B8CF008B353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wup_2_official_ReferenceLigand_1">
            <a:extLst>
              <a:ext uri="{FF2B5EF4-FFF2-40B4-BE49-F238E27FC236}">
                <a16:creationId xmlns:a16="http://schemas.microsoft.com/office/drawing/2014/main" id="{AACD4CAF-EC87-4040-A16A-E844A8AD4C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wup_2_official_ReferenceLigand_2">
            <a:extLst>
              <a:ext uri="{FF2B5EF4-FFF2-40B4-BE49-F238E27FC236}">
                <a16:creationId xmlns:a16="http://schemas.microsoft.com/office/drawing/2014/main" id="{514C4974-1D97-43D3-AD73-0DDCA26E69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wup_2_official_ReferenceLigand_3">
            <a:extLst>
              <a:ext uri="{FF2B5EF4-FFF2-40B4-BE49-F238E27FC236}">
                <a16:creationId xmlns:a16="http://schemas.microsoft.com/office/drawing/2014/main" id="{5ABED4BD-082A-4429-B644-1C34A95314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wup_2_official_ReferenceLigand_4">
            <a:extLst>
              <a:ext uri="{FF2B5EF4-FFF2-40B4-BE49-F238E27FC236}">
                <a16:creationId xmlns:a16="http://schemas.microsoft.com/office/drawing/2014/main" id="{24AB86CC-CAE3-48FE-BBF8-E3F54DF479B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wup_2_official_ReferenceLigand_5">
            <a:extLst>
              <a:ext uri="{FF2B5EF4-FFF2-40B4-BE49-F238E27FC236}">
                <a16:creationId xmlns:a16="http://schemas.microsoft.com/office/drawing/2014/main" id="{CCFC3B71-B3BA-4A0E-B65E-7722BF6FC3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wup_2_official_ReferenceLigand_6">
            <a:extLst>
              <a:ext uri="{FF2B5EF4-FFF2-40B4-BE49-F238E27FC236}">
                <a16:creationId xmlns:a16="http://schemas.microsoft.com/office/drawing/2014/main" id="{C66E8AA3-4838-4AB8-A897-0EE4011521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wup_2_official_ReferenceLigand_7">
            <a:extLst>
              <a:ext uri="{FF2B5EF4-FFF2-40B4-BE49-F238E27FC236}">
                <a16:creationId xmlns:a16="http://schemas.microsoft.com/office/drawing/2014/main" id="{BFA49836-8CC5-4886-B27A-0D43187DF50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wup_2_official_ReferenceLigand_8">
            <a:extLst>
              <a:ext uri="{FF2B5EF4-FFF2-40B4-BE49-F238E27FC236}">
                <a16:creationId xmlns:a16="http://schemas.microsoft.com/office/drawing/2014/main" id="{F10C2D3A-CC52-43C1-8B85-25B40B4D674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wup_2_official_ReferenceLigand_9">
            <a:extLst>
              <a:ext uri="{FF2B5EF4-FFF2-40B4-BE49-F238E27FC236}">
                <a16:creationId xmlns:a16="http://schemas.microsoft.com/office/drawing/2014/main" id="{8AB5386F-725F-4912-86A6-90C09F510F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wup_2_official_ReferenceLigand_10">
            <a:extLst>
              <a:ext uri="{FF2B5EF4-FFF2-40B4-BE49-F238E27FC236}">
                <a16:creationId xmlns:a16="http://schemas.microsoft.com/office/drawing/2014/main" id="{3BC72525-A294-4F00-9284-1905C3803A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wup_2_official_ReferenceLigand_11">
            <a:extLst>
              <a:ext uri="{FF2B5EF4-FFF2-40B4-BE49-F238E27FC236}">
                <a16:creationId xmlns:a16="http://schemas.microsoft.com/office/drawing/2014/main" id="{279C7E4C-36E8-4E26-A597-BEDF9D29C6A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wup_2_official_ReferenceLigand_12">
            <a:extLst>
              <a:ext uri="{FF2B5EF4-FFF2-40B4-BE49-F238E27FC236}">
                <a16:creationId xmlns:a16="http://schemas.microsoft.com/office/drawing/2014/main" id="{51340E0B-07FC-4493-A5F6-6D221E6C046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wup_2_official_ReferenceLigand_13">
            <a:extLst>
              <a:ext uri="{FF2B5EF4-FFF2-40B4-BE49-F238E27FC236}">
                <a16:creationId xmlns:a16="http://schemas.microsoft.com/office/drawing/2014/main" id="{88C2B3EA-0246-4DAE-93BC-ECB54936CCE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wup_2_official_ReferenceLigand_14">
            <a:extLst>
              <a:ext uri="{FF2B5EF4-FFF2-40B4-BE49-F238E27FC236}">
                <a16:creationId xmlns:a16="http://schemas.microsoft.com/office/drawing/2014/main" id="{1077B4A2-9CF0-4C21-97E5-9EEC3BAB592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7" name="9wup_2_official_ReferenceLigand_15">
            <a:extLst>
              <a:ext uri="{FF2B5EF4-FFF2-40B4-BE49-F238E27FC236}">
                <a16:creationId xmlns:a16="http://schemas.microsoft.com/office/drawing/2014/main" id="{32FF59AC-5B94-401D-875D-5D28932C8F0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8" name="9wup_2_official_ReferenceLigand_16">
            <a:extLst>
              <a:ext uri="{FF2B5EF4-FFF2-40B4-BE49-F238E27FC236}">
                <a16:creationId xmlns:a16="http://schemas.microsoft.com/office/drawing/2014/main" id="{757171D2-E7F5-43C2-8776-76B8A971645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9" name="9wup_2_official_ReferenceLigand_17">
            <a:extLst>
              <a:ext uri="{FF2B5EF4-FFF2-40B4-BE49-F238E27FC236}">
                <a16:creationId xmlns:a16="http://schemas.microsoft.com/office/drawing/2014/main" id="{89EADE29-C9FD-4D3F-82B6-F8D499AB69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0" name="9wup_2_official_ReferenceLigand_18">
            <a:extLst>
              <a:ext uri="{FF2B5EF4-FFF2-40B4-BE49-F238E27FC236}">
                <a16:creationId xmlns:a16="http://schemas.microsoft.com/office/drawing/2014/main" id="{7FC899F0-191E-4EAD-9D12-9BB228F52AA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1" name="9wup_2_official_ReferenceLigand_19">
            <a:extLst>
              <a:ext uri="{FF2B5EF4-FFF2-40B4-BE49-F238E27FC236}">
                <a16:creationId xmlns:a16="http://schemas.microsoft.com/office/drawing/2014/main" id="{DFF8861A-120E-4A96-AF1E-5ADA93C37EC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2" name="9wup_2_official_ReferenceLigand_20">
            <a:extLst>
              <a:ext uri="{FF2B5EF4-FFF2-40B4-BE49-F238E27FC236}">
                <a16:creationId xmlns:a16="http://schemas.microsoft.com/office/drawing/2014/main" id="{581FC818-5AEF-4002-B504-92347CA495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3" name="9wup_2_official_ReferenceLigand_21">
            <a:extLst>
              <a:ext uri="{FF2B5EF4-FFF2-40B4-BE49-F238E27FC236}">
                <a16:creationId xmlns:a16="http://schemas.microsoft.com/office/drawing/2014/main" id="{C18DBCDB-24E0-434B-9538-7D6625AA32A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4" name="9wup_2_official_ReferenceLigand_22">
            <a:extLst>
              <a:ext uri="{FF2B5EF4-FFF2-40B4-BE49-F238E27FC236}">
                <a16:creationId xmlns:a16="http://schemas.microsoft.com/office/drawing/2014/main" id="{F0625D2D-5D38-4ECF-87B3-EF8EAA4B41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5" name="9wup_2_official_ReferenceLigand_23">
            <a:extLst>
              <a:ext uri="{FF2B5EF4-FFF2-40B4-BE49-F238E27FC236}">
                <a16:creationId xmlns:a16="http://schemas.microsoft.com/office/drawing/2014/main" id="{F090371B-19B0-4B78-B9BD-B9F85FAE6F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6" name="9wup_2_official_ReferenceLigand_24">
            <a:extLst>
              <a:ext uri="{FF2B5EF4-FFF2-40B4-BE49-F238E27FC236}">
                <a16:creationId xmlns:a16="http://schemas.microsoft.com/office/drawing/2014/main" id="{4D93B7FB-8F5F-48F2-9B6E-776A061EA61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7" name="9wup_2_official_ReferenceLigand_25">
            <a:extLst>
              <a:ext uri="{FF2B5EF4-FFF2-40B4-BE49-F238E27FC236}">
                <a16:creationId xmlns:a16="http://schemas.microsoft.com/office/drawing/2014/main" id="{BDA890B2-9568-4CA3-A2A4-D67DDD0D5E3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8" name="9wup_2_official_ReferenceLigand_26">
            <a:extLst>
              <a:ext uri="{FF2B5EF4-FFF2-40B4-BE49-F238E27FC236}">
                <a16:creationId xmlns:a16="http://schemas.microsoft.com/office/drawing/2014/main" id="{9E086D55-9FEA-4017-BD5D-D317DE1AF06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9" name="9wup_2_official_ReferenceLigand_27">
            <a:extLst>
              <a:ext uri="{FF2B5EF4-FFF2-40B4-BE49-F238E27FC236}">
                <a16:creationId xmlns:a16="http://schemas.microsoft.com/office/drawing/2014/main" id="{55B1C627-A89D-454A-A504-1DE9FA534D3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9wup_2_official_ReferenceLigand_28">
            <a:extLst>
              <a:ext uri="{FF2B5EF4-FFF2-40B4-BE49-F238E27FC236}">
                <a16:creationId xmlns:a16="http://schemas.microsoft.com/office/drawing/2014/main" id="{4D74CBD0-D1CD-4678-8E95-EEB855D1E70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9wup_2_official_ReferenceLigand_29">
            <a:extLst>
              <a:ext uri="{FF2B5EF4-FFF2-40B4-BE49-F238E27FC236}">
                <a16:creationId xmlns:a16="http://schemas.microsoft.com/office/drawing/2014/main" id="{0D914F46-2B1D-4956-9869-E77F3A7528B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9wup_2_official_ReferenceLigand_30">
            <a:extLst>
              <a:ext uri="{FF2B5EF4-FFF2-40B4-BE49-F238E27FC236}">
                <a16:creationId xmlns:a16="http://schemas.microsoft.com/office/drawing/2014/main" id="{955B69A5-C9CF-4119-9FFA-89BE91452A8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9wup_2_official_ReferenceLigand_31">
            <a:extLst>
              <a:ext uri="{FF2B5EF4-FFF2-40B4-BE49-F238E27FC236}">
                <a16:creationId xmlns:a16="http://schemas.microsoft.com/office/drawing/2014/main" id="{D838CB56-689A-47F3-879B-1EF9509C5B2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9wup_2_official_ReferenceLigand_32">
            <a:extLst>
              <a:ext uri="{FF2B5EF4-FFF2-40B4-BE49-F238E27FC236}">
                <a16:creationId xmlns:a16="http://schemas.microsoft.com/office/drawing/2014/main" id="{FB73E7FA-D3ED-46CF-A295-F0CCDA37B0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9wup_2_official_ReferenceLigand_33">
            <a:extLst>
              <a:ext uri="{FF2B5EF4-FFF2-40B4-BE49-F238E27FC236}">
                <a16:creationId xmlns:a16="http://schemas.microsoft.com/office/drawing/2014/main" id="{86A42DFA-458E-40D9-B331-7ED91C98B8B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9wup_2_official_ReferenceLigand_34">
            <a:extLst>
              <a:ext uri="{FF2B5EF4-FFF2-40B4-BE49-F238E27FC236}">
                <a16:creationId xmlns:a16="http://schemas.microsoft.com/office/drawing/2014/main" id="{911481A6-4DFE-41A6-8700-4AF61DF4036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9wup_2_official_ReferenceLigand_35">
            <a:extLst>
              <a:ext uri="{FF2B5EF4-FFF2-40B4-BE49-F238E27FC236}">
                <a16:creationId xmlns:a16="http://schemas.microsoft.com/office/drawing/2014/main" id="{B71E559D-BCD9-45A8-BD49-7FAF73E12D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9wup_2_official_ReferenceLigand_36">
            <a:extLst>
              <a:ext uri="{FF2B5EF4-FFF2-40B4-BE49-F238E27FC236}">
                <a16:creationId xmlns:a16="http://schemas.microsoft.com/office/drawing/2014/main" id="{7AC30ABD-F466-4A6C-AD14-3119E13DDC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up_2_official_ReferenceLigand_37">
            <a:extLst>
              <a:ext uri="{FF2B5EF4-FFF2-40B4-BE49-F238E27FC236}">
                <a16:creationId xmlns:a16="http://schemas.microsoft.com/office/drawing/2014/main" id="{2AE9F7E6-0E5F-4F30-9415-7E535CF9E4E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up_2_official_ReferenceLigand_38">
            <a:extLst>
              <a:ext uri="{FF2B5EF4-FFF2-40B4-BE49-F238E27FC236}">
                <a16:creationId xmlns:a16="http://schemas.microsoft.com/office/drawing/2014/main" id="{9FECEA54-8A2E-4ED5-9B37-B4C072D7BC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up_2_official_ReferenceLigand_39">
            <a:extLst>
              <a:ext uri="{FF2B5EF4-FFF2-40B4-BE49-F238E27FC236}">
                <a16:creationId xmlns:a16="http://schemas.microsoft.com/office/drawing/2014/main" id="{17AF7D7F-A7C0-4265-9619-A6FBC64D3DC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up_2_official_ReferenceLigand_40">
            <a:extLst>
              <a:ext uri="{FF2B5EF4-FFF2-40B4-BE49-F238E27FC236}">
                <a16:creationId xmlns:a16="http://schemas.microsoft.com/office/drawing/2014/main" id="{2F77A1A5-0FF3-47E9-8951-842543B1AAE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up_2_official_ReferenceLigand_41">
            <a:extLst>
              <a:ext uri="{FF2B5EF4-FFF2-40B4-BE49-F238E27FC236}">
                <a16:creationId xmlns:a16="http://schemas.microsoft.com/office/drawing/2014/main" id="{7638E603-A6A9-4575-9669-B639D4D030B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up_2_official_ReferenceLigand_42">
            <a:extLst>
              <a:ext uri="{FF2B5EF4-FFF2-40B4-BE49-F238E27FC236}">
                <a16:creationId xmlns:a16="http://schemas.microsoft.com/office/drawing/2014/main" id="{664C9AC4-30EE-45CE-AEA0-B84BACB2FB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up_2_official_ReferenceLigand_43">
            <a:extLst>
              <a:ext uri="{FF2B5EF4-FFF2-40B4-BE49-F238E27FC236}">
                <a16:creationId xmlns:a16="http://schemas.microsoft.com/office/drawing/2014/main" id="{F50B3EE2-1616-47E2-A96A-52753079892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up_2_official_ReferenceLigand_44">
            <a:extLst>
              <a:ext uri="{FF2B5EF4-FFF2-40B4-BE49-F238E27FC236}">
                <a16:creationId xmlns:a16="http://schemas.microsoft.com/office/drawing/2014/main" id="{2E6D2B5D-2804-4759-B896-31E1B1D2CC2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up_2_official_ReferenceLigand_45">
            <a:extLst>
              <a:ext uri="{FF2B5EF4-FFF2-40B4-BE49-F238E27FC236}">
                <a16:creationId xmlns:a16="http://schemas.microsoft.com/office/drawing/2014/main" id="{38122164-3986-46FA-9E4C-9834220F25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up_2_official_ReferenceLigand_46">
            <a:extLst>
              <a:ext uri="{FF2B5EF4-FFF2-40B4-BE49-F238E27FC236}">
                <a16:creationId xmlns:a16="http://schemas.microsoft.com/office/drawing/2014/main" id="{A67A89E1-054F-44A5-A406-9310B389EFE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up_2_official_ReferenceLigand_47">
            <a:extLst>
              <a:ext uri="{FF2B5EF4-FFF2-40B4-BE49-F238E27FC236}">
                <a16:creationId xmlns:a16="http://schemas.microsoft.com/office/drawing/2014/main" id="{B7C0ACE1-6625-41CE-8BB3-C54C30B942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up_2_official_ReferenceLigand_48">
            <a:extLst>
              <a:ext uri="{FF2B5EF4-FFF2-40B4-BE49-F238E27FC236}">
                <a16:creationId xmlns:a16="http://schemas.microsoft.com/office/drawing/2014/main" id="{B10380D4-09F8-46C6-AA10-0301C89073E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up_2_official_ReferenceLigand_49">
            <a:extLst>
              <a:ext uri="{FF2B5EF4-FFF2-40B4-BE49-F238E27FC236}">
                <a16:creationId xmlns:a16="http://schemas.microsoft.com/office/drawing/2014/main" id="{451CF564-1D53-4E6D-9C3A-6C9A9DC568D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up_2_official_ReferenceLigand_50">
            <a:extLst>
              <a:ext uri="{FF2B5EF4-FFF2-40B4-BE49-F238E27FC236}">
                <a16:creationId xmlns:a16="http://schemas.microsoft.com/office/drawing/2014/main" id="{769200EE-A518-4760-83B4-59D3538FDF3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up_2_official_ReferenceLigand_51">
            <a:extLst>
              <a:ext uri="{FF2B5EF4-FFF2-40B4-BE49-F238E27FC236}">
                <a16:creationId xmlns:a16="http://schemas.microsoft.com/office/drawing/2014/main" id="{9A11378C-B6C6-48A9-9A7E-3B3AE439C9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up_2_official_ReferenceLigand_52">
            <a:extLst>
              <a:ext uri="{FF2B5EF4-FFF2-40B4-BE49-F238E27FC236}">
                <a16:creationId xmlns:a16="http://schemas.microsoft.com/office/drawing/2014/main" id="{FB56946E-18EC-4354-8DED-6457C84E54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up_2_official_ReferenceLigand_53">
            <a:extLst>
              <a:ext uri="{FF2B5EF4-FFF2-40B4-BE49-F238E27FC236}">
                <a16:creationId xmlns:a16="http://schemas.microsoft.com/office/drawing/2014/main" id="{8B6CFB43-B746-4379-ABA5-4BF2AECC767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up_2_official_ReferenceLigand_54">
            <a:extLst>
              <a:ext uri="{FF2B5EF4-FFF2-40B4-BE49-F238E27FC236}">
                <a16:creationId xmlns:a16="http://schemas.microsoft.com/office/drawing/2014/main" id="{35C7311B-3127-4135-A582-C04BD9B3EC4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up_2_official_ReferenceLigand_55">
            <a:extLst>
              <a:ext uri="{FF2B5EF4-FFF2-40B4-BE49-F238E27FC236}">
                <a16:creationId xmlns:a16="http://schemas.microsoft.com/office/drawing/2014/main" id="{11E06C83-CDBE-4FE4-A655-AB08C57F27B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up_2_official_ReferenceLigand_56">
            <a:extLst>
              <a:ext uri="{FF2B5EF4-FFF2-40B4-BE49-F238E27FC236}">
                <a16:creationId xmlns:a16="http://schemas.microsoft.com/office/drawing/2014/main" id="{EA4B5392-E2D8-45FF-A797-EEC265A0C10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up_2_official_ReferenceLigand_57">
            <a:extLst>
              <a:ext uri="{FF2B5EF4-FFF2-40B4-BE49-F238E27FC236}">
                <a16:creationId xmlns:a16="http://schemas.microsoft.com/office/drawing/2014/main" id="{5DD36502-1850-4CE0-B258-FF2C00036B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up_2_official_PredictedLigand_0">
            <a:extLst>
              <a:ext uri="{FF2B5EF4-FFF2-40B4-BE49-F238E27FC236}">
                <a16:creationId xmlns:a16="http://schemas.microsoft.com/office/drawing/2014/main" id="{B78E944A-9F8F-46AA-BF89-6CA29436A1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1" name="9wup_2_official_PredictedLigand_1">
            <a:extLst>
              <a:ext uri="{FF2B5EF4-FFF2-40B4-BE49-F238E27FC236}">
                <a16:creationId xmlns:a16="http://schemas.microsoft.com/office/drawing/2014/main" id="{97A027A3-9778-48FF-97E9-273035CB4BF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2" name="9wup_2_official_PredictedLigand_2">
            <a:extLst>
              <a:ext uri="{FF2B5EF4-FFF2-40B4-BE49-F238E27FC236}">
                <a16:creationId xmlns:a16="http://schemas.microsoft.com/office/drawing/2014/main" id="{249C2431-6A62-49BD-A19F-1DB69905CF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3" name="9wup_2_official_PredictedLigand_3">
            <a:extLst>
              <a:ext uri="{FF2B5EF4-FFF2-40B4-BE49-F238E27FC236}">
                <a16:creationId xmlns:a16="http://schemas.microsoft.com/office/drawing/2014/main" id="{2E44D83B-0335-4F6D-9ED3-D9DEA3BDE7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4" name="9wup_2_official_PredictedLigand_4">
            <a:extLst>
              <a:ext uri="{FF2B5EF4-FFF2-40B4-BE49-F238E27FC236}">
                <a16:creationId xmlns:a16="http://schemas.microsoft.com/office/drawing/2014/main" id="{5E22A92E-4102-4BE6-97AB-EAE219120F9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5" name="9wup_2_official_PredictedLigand_5">
            <a:extLst>
              <a:ext uri="{FF2B5EF4-FFF2-40B4-BE49-F238E27FC236}">
                <a16:creationId xmlns:a16="http://schemas.microsoft.com/office/drawing/2014/main" id="{7D660EEF-44BC-49D3-850F-BC757B779C6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6" name="9wup_2_official_PredictedLigand_6">
            <a:extLst>
              <a:ext uri="{FF2B5EF4-FFF2-40B4-BE49-F238E27FC236}">
                <a16:creationId xmlns:a16="http://schemas.microsoft.com/office/drawing/2014/main" id="{52E32B8B-9101-4FD7-AC9D-FBC1F84B96B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7" name="9wup_2_official_PredictedLigand_7">
            <a:extLst>
              <a:ext uri="{FF2B5EF4-FFF2-40B4-BE49-F238E27FC236}">
                <a16:creationId xmlns:a16="http://schemas.microsoft.com/office/drawing/2014/main" id="{1927B87B-A237-4E3F-942F-0868A5F3353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8" name="9wup_2_official_PredictedLigand_8">
            <a:extLst>
              <a:ext uri="{FF2B5EF4-FFF2-40B4-BE49-F238E27FC236}">
                <a16:creationId xmlns:a16="http://schemas.microsoft.com/office/drawing/2014/main" id="{CB2E38F0-2DA5-486D-89F6-642F43244CB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89" name="9wup_2_official_PredictedLigand_9">
            <a:extLst>
              <a:ext uri="{FF2B5EF4-FFF2-40B4-BE49-F238E27FC236}">
                <a16:creationId xmlns:a16="http://schemas.microsoft.com/office/drawing/2014/main" id="{32A60FA5-20DA-4A3C-8CD3-B23E062B00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0" name="9wup_2_official_PredictedLigand_10">
            <a:extLst>
              <a:ext uri="{FF2B5EF4-FFF2-40B4-BE49-F238E27FC236}">
                <a16:creationId xmlns:a16="http://schemas.microsoft.com/office/drawing/2014/main" id="{7E96C33E-B959-4FEF-9C90-8E89C706227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1" name="9wup_2_official_PredictedLigand_11">
            <a:extLst>
              <a:ext uri="{FF2B5EF4-FFF2-40B4-BE49-F238E27FC236}">
                <a16:creationId xmlns:a16="http://schemas.microsoft.com/office/drawing/2014/main" id="{71B4FFDF-E059-4E3E-B238-0F7268AF591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2" name="9wup_2_official_PredictedLigand_12">
            <a:extLst>
              <a:ext uri="{FF2B5EF4-FFF2-40B4-BE49-F238E27FC236}">
                <a16:creationId xmlns:a16="http://schemas.microsoft.com/office/drawing/2014/main" id="{FEF4C7AE-991E-4691-ACA8-D43D468BAA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3" name="9wup_2_official_PredictedLigand_13">
            <a:extLst>
              <a:ext uri="{FF2B5EF4-FFF2-40B4-BE49-F238E27FC236}">
                <a16:creationId xmlns:a16="http://schemas.microsoft.com/office/drawing/2014/main" id="{30F2305C-3D39-40D9-A497-22DF929EFD6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4" name="9wup_2_official_PredictedLigand_14">
            <a:extLst>
              <a:ext uri="{FF2B5EF4-FFF2-40B4-BE49-F238E27FC236}">
                <a16:creationId xmlns:a16="http://schemas.microsoft.com/office/drawing/2014/main" id="{36EA51F0-7630-4E48-8895-2C5F7EEA520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5" name="9wup_2_official_PredictedLigand_15">
            <a:extLst>
              <a:ext uri="{FF2B5EF4-FFF2-40B4-BE49-F238E27FC236}">
                <a16:creationId xmlns:a16="http://schemas.microsoft.com/office/drawing/2014/main" id="{02FF4593-15DC-4431-B5F7-B85647C6D77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6" name="9wup_2_official_PredictedLigand_16">
            <a:extLst>
              <a:ext uri="{FF2B5EF4-FFF2-40B4-BE49-F238E27FC236}">
                <a16:creationId xmlns:a16="http://schemas.microsoft.com/office/drawing/2014/main" id="{BA9729F5-7386-4411-B64A-79E1D7AE01C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7" name="9wup_2_official_PredictedLigand_17">
            <a:extLst>
              <a:ext uri="{FF2B5EF4-FFF2-40B4-BE49-F238E27FC236}">
                <a16:creationId xmlns:a16="http://schemas.microsoft.com/office/drawing/2014/main" id="{BDB0D8BC-A8CA-4773-8CC9-75244C94134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8" name="9wup_2_official_PredictedLigand_18">
            <a:extLst>
              <a:ext uri="{FF2B5EF4-FFF2-40B4-BE49-F238E27FC236}">
                <a16:creationId xmlns:a16="http://schemas.microsoft.com/office/drawing/2014/main" id="{3479543E-4CBB-4D1C-881C-5AE61D088F2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99" name="9wup_2_official_PredictedLigand_19">
            <a:extLst>
              <a:ext uri="{FF2B5EF4-FFF2-40B4-BE49-F238E27FC236}">
                <a16:creationId xmlns:a16="http://schemas.microsoft.com/office/drawing/2014/main" id="{948AC3F7-CF04-4D95-8E46-C77D9BDB51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0" name="9wup_2_official_PredictedLigand_20">
            <a:extLst>
              <a:ext uri="{FF2B5EF4-FFF2-40B4-BE49-F238E27FC236}">
                <a16:creationId xmlns:a16="http://schemas.microsoft.com/office/drawing/2014/main" id="{A3AA4F26-EA71-493C-BEB5-B20170C094D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1" name="9wup_2_official_PredictedLigand_21">
            <a:extLst>
              <a:ext uri="{FF2B5EF4-FFF2-40B4-BE49-F238E27FC236}">
                <a16:creationId xmlns:a16="http://schemas.microsoft.com/office/drawing/2014/main" id="{5DC52262-E66E-495C-9FFF-1C5990E205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2" name="9wup_2_official_PredictedLigand_22">
            <a:extLst>
              <a:ext uri="{FF2B5EF4-FFF2-40B4-BE49-F238E27FC236}">
                <a16:creationId xmlns:a16="http://schemas.microsoft.com/office/drawing/2014/main" id="{D04B8E58-CCEC-487A-99B3-60F64D57E8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3" name="9wup_2_official_PredictedLigand_23">
            <a:extLst>
              <a:ext uri="{FF2B5EF4-FFF2-40B4-BE49-F238E27FC236}">
                <a16:creationId xmlns:a16="http://schemas.microsoft.com/office/drawing/2014/main" id="{FB2CC91F-D228-4F3A-B3B4-87115E5285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4" name="9wup_2_official_PredictedLigand_24">
            <a:extLst>
              <a:ext uri="{FF2B5EF4-FFF2-40B4-BE49-F238E27FC236}">
                <a16:creationId xmlns:a16="http://schemas.microsoft.com/office/drawing/2014/main" id="{7664C5C3-D32B-43E9-93C2-0E12CC24C84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5" name="9wup_2_official_PredictedLigand_25">
            <a:extLst>
              <a:ext uri="{FF2B5EF4-FFF2-40B4-BE49-F238E27FC236}">
                <a16:creationId xmlns:a16="http://schemas.microsoft.com/office/drawing/2014/main" id="{32C2FCF0-106F-498F-AB11-F93C6477363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6" name="9wup_2_official_PredictedLigand_26">
            <a:extLst>
              <a:ext uri="{FF2B5EF4-FFF2-40B4-BE49-F238E27FC236}">
                <a16:creationId xmlns:a16="http://schemas.microsoft.com/office/drawing/2014/main" id="{00074184-9979-41AE-A4CC-41D7569DB2E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7" name="9wup_2_official_PredictedLigand_27">
            <a:extLst>
              <a:ext uri="{FF2B5EF4-FFF2-40B4-BE49-F238E27FC236}">
                <a16:creationId xmlns:a16="http://schemas.microsoft.com/office/drawing/2014/main" id="{C14C0A04-4460-437D-8B12-A1D8785F32E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8" name="9wup_2_official_PredictedLigand_28">
            <a:extLst>
              <a:ext uri="{FF2B5EF4-FFF2-40B4-BE49-F238E27FC236}">
                <a16:creationId xmlns:a16="http://schemas.microsoft.com/office/drawing/2014/main" id="{6E4BCCFC-E195-4319-B995-5B06EDE7AB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09" name="9wup_2_official_PredictedLigand_29">
            <a:extLst>
              <a:ext uri="{FF2B5EF4-FFF2-40B4-BE49-F238E27FC236}">
                <a16:creationId xmlns:a16="http://schemas.microsoft.com/office/drawing/2014/main" id="{CCFC39F5-3E38-4479-9DF1-4C6E7D232FE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0" name="9wup_2_official_PredictedLigand_30">
            <a:extLst>
              <a:ext uri="{FF2B5EF4-FFF2-40B4-BE49-F238E27FC236}">
                <a16:creationId xmlns:a16="http://schemas.microsoft.com/office/drawing/2014/main" id="{458382C6-C0DB-4055-9511-8AD31A496C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1" name="9wup_2_official_PredictedLigand_31">
            <a:extLst>
              <a:ext uri="{FF2B5EF4-FFF2-40B4-BE49-F238E27FC236}">
                <a16:creationId xmlns:a16="http://schemas.microsoft.com/office/drawing/2014/main" id="{7786FFCD-55DE-4575-BDB4-FE55E563F68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2" name="9wup_2_official_PredictedLigand_32">
            <a:extLst>
              <a:ext uri="{FF2B5EF4-FFF2-40B4-BE49-F238E27FC236}">
                <a16:creationId xmlns:a16="http://schemas.microsoft.com/office/drawing/2014/main" id="{CE75D109-DBBA-4DB8-8F07-D4E2D7A875F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3" name="9wup_2_official_PredictedLigand_33">
            <a:extLst>
              <a:ext uri="{FF2B5EF4-FFF2-40B4-BE49-F238E27FC236}">
                <a16:creationId xmlns:a16="http://schemas.microsoft.com/office/drawing/2014/main" id="{35380F7A-D5AB-446D-BDED-242F8D3331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4" name="9wup_2_official_PredictedLigand_34">
            <a:extLst>
              <a:ext uri="{FF2B5EF4-FFF2-40B4-BE49-F238E27FC236}">
                <a16:creationId xmlns:a16="http://schemas.microsoft.com/office/drawing/2014/main" id="{EACBF30F-F44C-4AFF-8F4F-7C7B773363C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5" name="9wup_2_official_PredictedLigand_35">
            <a:extLst>
              <a:ext uri="{FF2B5EF4-FFF2-40B4-BE49-F238E27FC236}">
                <a16:creationId xmlns:a16="http://schemas.microsoft.com/office/drawing/2014/main" id="{6EC607E2-B3C5-4ED3-AAB6-57D38A063C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6" name="9wup_2_official_PredictedLigand_36">
            <a:extLst>
              <a:ext uri="{FF2B5EF4-FFF2-40B4-BE49-F238E27FC236}">
                <a16:creationId xmlns:a16="http://schemas.microsoft.com/office/drawing/2014/main" id="{A313117C-E96E-47E7-A578-DED21EA9A22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7" name="9wup_2_official_PredictedLigand_37">
            <a:extLst>
              <a:ext uri="{FF2B5EF4-FFF2-40B4-BE49-F238E27FC236}">
                <a16:creationId xmlns:a16="http://schemas.microsoft.com/office/drawing/2014/main" id="{4E0E2744-986C-4AE2-B3EF-5B8582DCB1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8" name="9wup_2_official_PredictedLigand_38">
            <a:extLst>
              <a:ext uri="{FF2B5EF4-FFF2-40B4-BE49-F238E27FC236}">
                <a16:creationId xmlns:a16="http://schemas.microsoft.com/office/drawing/2014/main" id="{6A822852-5483-4199-AA75-6231A323711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19" name="9wup_2_official_PredictedLigand_39">
            <a:extLst>
              <a:ext uri="{FF2B5EF4-FFF2-40B4-BE49-F238E27FC236}">
                <a16:creationId xmlns:a16="http://schemas.microsoft.com/office/drawing/2014/main" id="{0077C3AA-22A0-4079-9FDF-6F89B3E17AC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0" name="9wup_2_official_PredictedLigand_40">
            <a:extLst>
              <a:ext uri="{FF2B5EF4-FFF2-40B4-BE49-F238E27FC236}">
                <a16:creationId xmlns:a16="http://schemas.microsoft.com/office/drawing/2014/main" id="{2A42DC18-693D-4EF9-84A3-EFD23FFA73B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1" name="9wup_2_official_PredictedLigand_41">
            <a:extLst>
              <a:ext uri="{FF2B5EF4-FFF2-40B4-BE49-F238E27FC236}">
                <a16:creationId xmlns:a16="http://schemas.microsoft.com/office/drawing/2014/main" id="{7D477E6C-9DD5-4B15-A775-C4B3E51278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2" name="9wup_2_official_PredictedLigand_42">
            <a:extLst>
              <a:ext uri="{FF2B5EF4-FFF2-40B4-BE49-F238E27FC236}">
                <a16:creationId xmlns:a16="http://schemas.microsoft.com/office/drawing/2014/main" id="{2F6F902D-BDFA-4CD6-B0FE-3944ACDA88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3" name="9wup_2_official_PredictedLigand_43">
            <a:extLst>
              <a:ext uri="{FF2B5EF4-FFF2-40B4-BE49-F238E27FC236}">
                <a16:creationId xmlns:a16="http://schemas.microsoft.com/office/drawing/2014/main" id="{865FCC17-856F-4922-A413-F2ADA58BA1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4" name="9wup_2_official_PredictedLigand_44">
            <a:extLst>
              <a:ext uri="{FF2B5EF4-FFF2-40B4-BE49-F238E27FC236}">
                <a16:creationId xmlns:a16="http://schemas.microsoft.com/office/drawing/2014/main" id="{0B5BD07D-633F-408E-A778-460835C2BD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5" name="9wup_2_official_PredictedLigand_45">
            <a:extLst>
              <a:ext uri="{FF2B5EF4-FFF2-40B4-BE49-F238E27FC236}">
                <a16:creationId xmlns:a16="http://schemas.microsoft.com/office/drawing/2014/main" id="{BF5E6D0F-B63A-4D8B-A1E0-C5277F2BF6F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6" name="9wup_2_official_PredictedLigand_46">
            <a:extLst>
              <a:ext uri="{FF2B5EF4-FFF2-40B4-BE49-F238E27FC236}">
                <a16:creationId xmlns:a16="http://schemas.microsoft.com/office/drawing/2014/main" id="{D6056ED0-905F-4A62-8692-27E09E3D65D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7" name="9wup_2_official_PredictedLigand_47">
            <a:extLst>
              <a:ext uri="{FF2B5EF4-FFF2-40B4-BE49-F238E27FC236}">
                <a16:creationId xmlns:a16="http://schemas.microsoft.com/office/drawing/2014/main" id="{099E9482-3D0C-481E-975A-CC0A9F72C8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8" name="9wup_2_official_PredictedLigand_48">
            <a:extLst>
              <a:ext uri="{FF2B5EF4-FFF2-40B4-BE49-F238E27FC236}">
                <a16:creationId xmlns:a16="http://schemas.microsoft.com/office/drawing/2014/main" id="{FD0EB222-8430-42F1-8BE2-C433A9A8CE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29" name="9wup_2_official_PredictedLigand_49">
            <a:extLst>
              <a:ext uri="{FF2B5EF4-FFF2-40B4-BE49-F238E27FC236}">
                <a16:creationId xmlns:a16="http://schemas.microsoft.com/office/drawing/2014/main" id="{FC8F6A75-32BF-4778-B099-DD9C6E208B1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0" name="9wup_2_official_PredictedLigand_50">
            <a:extLst>
              <a:ext uri="{FF2B5EF4-FFF2-40B4-BE49-F238E27FC236}">
                <a16:creationId xmlns:a16="http://schemas.microsoft.com/office/drawing/2014/main" id="{9E237292-EB7A-4F84-A63E-8BFBA22343C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1" name="9wup_2_official_PredictedLigand_51">
            <a:extLst>
              <a:ext uri="{FF2B5EF4-FFF2-40B4-BE49-F238E27FC236}">
                <a16:creationId xmlns:a16="http://schemas.microsoft.com/office/drawing/2014/main" id="{46A5EA16-E69C-4C8E-B3D9-F672786BF9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2" name="9wup_2_official_PredictedLigand_52">
            <a:extLst>
              <a:ext uri="{FF2B5EF4-FFF2-40B4-BE49-F238E27FC236}">
                <a16:creationId xmlns:a16="http://schemas.microsoft.com/office/drawing/2014/main" id="{99032E30-D596-4775-A444-98CABEE0AE9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3" name="9wup_2_official_PredictedLigand_53">
            <a:extLst>
              <a:ext uri="{FF2B5EF4-FFF2-40B4-BE49-F238E27FC236}">
                <a16:creationId xmlns:a16="http://schemas.microsoft.com/office/drawing/2014/main" id="{25C5B019-B9E3-4A67-8689-7C91C0BF341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4" name="9wup_2_official_PredictedLigand_54">
            <a:extLst>
              <a:ext uri="{FF2B5EF4-FFF2-40B4-BE49-F238E27FC236}">
                <a16:creationId xmlns:a16="http://schemas.microsoft.com/office/drawing/2014/main" id="{40E722B4-1C11-4CEC-8FD3-F5DCA859A4A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5" name="9wup_2_official_PredictedLigand_55">
            <a:extLst>
              <a:ext uri="{FF2B5EF4-FFF2-40B4-BE49-F238E27FC236}">
                <a16:creationId xmlns:a16="http://schemas.microsoft.com/office/drawing/2014/main" id="{A9E4A6CE-022C-4E52-8151-1C83C309ACE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6" name="9wup_2_official_PredictedLigand_56">
            <a:extLst>
              <a:ext uri="{FF2B5EF4-FFF2-40B4-BE49-F238E27FC236}">
                <a16:creationId xmlns:a16="http://schemas.microsoft.com/office/drawing/2014/main" id="{52D7FABF-482D-4712-A4B0-431E4A55348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7" name="9wup_2_official_PredictedLigand_57">
            <a:extLst>
              <a:ext uri="{FF2B5EF4-FFF2-40B4-BE49-F238E27FC236}">
                <a16:creationId xmlns:a16="http://schemas.microsoft.com/office/drawing/2014/main" id="{4B0D0FB6-DF87-4883-911B-67F9BB7EDB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138" name="9wup_2_official_PredictedAtoms_0">
            <a:extLst>
              <a:ext uri="{FF2B5EF4-FFF2-40B4-BE49-F238E27FC236}">
                <a16:creationId xmlns:a16="http://schemas.microsoft.com/office/drawing/2014/main" id="{3EC7D8A3-3C8F-4D5A-B03D-994676C2D85A}"/>
              </a:ext>
            </a:extLst>
          </p:cNvPr>
          <p:cNvSpPr>
            <a:spLocks noGrp="1"/>
          </p:cNvSpPr>
          <p:nvPr/>
        </p:nvSpPr>
        <p:spPr>
          <a:xfrm>
            <a:off x="1267328" y="67426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39" name="9wup_2_official_PredictedAtoms_1">
            <a:extLst>
              <a:ext uri="{FF2B5EF4-FFF2-40B4-BE49-F238E27FC236}">
                <a16:creationId xmlns:a16="http://schemas.microsoft.com/office/drawing/2014/main" id="{8787DF19-0848-40D4-8348-7D34271B7731}"/>
              </a:ext>
            </a:extLst>
          </p:cNvPr>
          <p:cNvSpPr>
            <a:spLocks noGrp="1"/>
          </p:cNvSpPr>
          <p:nvPr/>
        </p:nvSpPr>
        <p:spPr>
          <a:xfrm>
            <a:off x="1369074" y="67839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0" name="9wup_2_official_PredictedAtoms_2">
            <a:extLst>
              <a:ext uri="{FF2B5EF4-FFF2-40B4-BE49-F238E27FC236}">
                <a16:creationId xmlns:a16="http://schemas.microsoft.com/office/drawing/2014/main" id="{8397E674-14AF-4660-B555-E6601F36ACAD}"/>
              </a:ext>
            </a:extLst>
          </p:cNvPr>
          <p:cNvSpPr>
            <a:spLocks noGrp="1"/>
          </p:cNvSpPr>
          <p:nvPr/>
        </p:nvSpPr>
        <p:spPr>
          <a:xfrm>
            <a:off x="1477402" y="67349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1" name="9wup_2_official_PredictedAtoms_3">
            <a:extLst>
              <a:ext uri="{FF2B5EF4-FFF2-40B4-BE49-F238E27FC236}">
                <a16:creationId xmlns:a16="http://schemas.microsoft.com/office/drawing/2014/main" id="{A533FE12-A984-4165-97DA-98194B7C4AF8}"/>
              </a:ext>
            </a:extLst>
          </p:cNvPr>
          <p:cNvSpPr>
            <a:spLocks noGrp="1"/>
          </p:cNvSpPr>
          <p:nvPr/>
        </p:nvSpPr>
        <p:spPr>
          <a:xfrm>
            <a:off x="1504555" y="68110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2" name="9wup_2_official_PredictedAtoms_4">
            <a:extLst>
              <a:ext uri="{FF2B5EF4-FFF2-40B4-BE49-F238E27FC236}">
                <a16:creationId xmlns:a16="http://schemas.microsoft.com/office/drawing/2014/main" id="{C5C84391-532A-4E26-BE9D-75FD7A8C0D12}"/>
              </a:ext>
            </a:extLst>
          </p:cNvPr>
          <p:cNvSpPr>
            <a:spLocks noGrp="1"/>
          </p:cNvSpPr>
          <p:nvPr/>
        </p:nvSpPr>
        <p:spPr>
          <a:xfrm>
            <a:off x="1600372" y="6779851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143" name="9wup_2_official_PredictedAtoms_5">
            <a:extLst>
              <a:ext uri="{FF2B5EF4-FFF2-40B4-BE49-F238E27FC236}">
                <a16:creationId xmlns:a16="http://schemas.microsoft.com/office/drawing/2014/main" id="{0E28437A-1815-43A9-91AE-A10F811FED83}"/>
              </a:ext>
            </a:extLst>
          </p:cNvPr>
          <p:cNvSpPr>
            <a:spLocks noGrp="1"/>
          </p:cNvSpPr>
          <p:nvPr/>
        </p:nvSpPr>
        <p:spPr>
          <a:xfrm>
            <a:off x="1586329" y="684266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4" name="9wup_2_official_PredictedAtoms_6">
            <a:extLst>
              <a:ext uri="{FF2B5EF4-FFF2-40B4-BE49-F238E27FC236}">
                <a16:creationId xmlns:a16="http://schemas.microsoft.com/office/drawing/2014/main" id="{3B73BA03-71F9-44FF-8AA5-B589080DECD9}"/>
              </a:ext>
            </a:extLst>
          </p:cNvPr>
          <p:cNvSpPr>
            <a:spLocks noGrp="1"/>
          </p:cNvSpPr>
          <p:nvPr/>
        </p:nvSpPr>
        <p:spPr>
          <a:xfrm>
            <a:off x="1592672" y="66490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5" name="9wup_2_official_PredictedAtoms_7">
            <a:extLst>
              <a:ext uri="{FF2B5EF4-FFF2-40B4-BE49-F238E27FC236}">
                <a16:creationId xmlns:a16="http://schemas.microsoft.com/office/drawing/2014/main" id="{E2A1949A-1E41-4508-97D7-CA592CC0A657}"/>
              </a:ext>
            </a:extLst>
          </p:cNvPr>
          <p:cNvSpPr>
            <a:spLocks noGrp="1"/>
          </p:cNvSpPr>
          <p:nvPr/>
        </p:nvSpPr>
        <p:spPr>
          <a:xfrm>
            <a:off x="1721796" y="682528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6" name="9wup_2_official_PredictedAtoms_8">
            <a:extLst>
              <a:ext uri="{FF2B5EF4-FFF2-40B4-BE49-F238E27FC236}">
                <a16:creationId xmlns:a16="http://schemas.microsoft.com/office/drawing/2014/main" id="{1CADA4AA-ABCE-4187-B0D6-1CFCA7EA5A62}"/>
              </a:ext>
            </a:extLst>
          </p:cNvPr>
          <p:cNvSpPr>
            <a:spLocks noGrp="1"/>
          </p:cNvSpPr>
          <p:nvPr/>
        </p:nvSpPr>
        <p:spPr>
          <a:xfrm>
            <a:off x="1793988" y="694825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147" name="9wup_2_official_PredictedAtoms_9">
            <a:extLst>
              <a:ext uri="{FF2B5EF4-FFF2-40B4-BE49-F238E27FC236}">
                <a16:creationId xmlns:a16="http://schemas.microsoft.com/office/drawing/2014/main" id="{B9C97F3C-F88F-4753-9B5C-B0C9AAD02023}"/>
              </a:ext>
            </a:extLst>
          </p:cNvPr>
          <p:cNvSpPr>
            <a:spLocks noGrp="1"/>
          </p:cNvSpPr>
          <p:nvPr/>
        </p:nvSpPr>
        <p:spPr>
          <a:xfrm>
            <a:off x="1713315" y="70464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8" name="9wup_2_official_PredictedAtoms_10">
            <a:extLst>
              <a:ext uri="{FF2B5EF4-FFF2-40B4-BE49-F238E27FC236}">
                <a16:creationId xmlns:a16="http://schemas.microsoft.com/office/drawing/2014/main" id="{6B1EC8FA-0FD8-46C0-8172-054E3EA7A93C}"/>
              </a:ext>
            </a:extLst>
          </p:cNvPr>
          <p:cNvSpPr>
            <a:spLocks noGrp="1"/>
          </p:cNvSpPr>
          <p:nvPr/>
        </p:nvSpPr>
        <p:spPr>
          <a:xfrm>
            <a:off x="1888884" y="693623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49" name="9wup_2_official_PredictedAtoms_11">
            <a:extLst>
              <a:ext uri="{FF2B5EF4-FFF2-40B4-BE49-F238E27FC236}">
                <a16:creationId xmlns:a16="http://schemas.microsoft.com/office/drawing/2014/main" id="{3DD8AC56-4546-47E0-9208-201D062196E8}"/>
              </a:ext>
            </a:extLst>
          </p:cNvPr>
          <p:cNvSpPr>
            <a:spLocks noGrp="1"/>
          </p:cNvSpPr>
          <p:nvPr/>
        </p:nvSpPr>
        <p:spPr>
          <a:xfrm>
            <a:off x="1851532" y="69757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0" name="9wup_2_official_PredictedAtoms_12">
            <a:extLst>
              <a:ext uri="{FF2B5EF4-FFF2-40B4-BE49-F238E27FC236}">
                <a16:creationId xmlns:a16="http://schemas.microsoft.com/office/drawing/2014/main" id="{98BFF352-BBF4-4DF9-8F51-568C5B8E140E}"/>
              </a:ext>
            </a:extLst>
          </p:cNvPr>
          <p:cNvSpPr>
            <a:spLocks noGrp="1"/>
          </p:cNvSpPr>
          <p:nvPr/>
        </p:nvSpPr>
        <p:spPr>
          <a:xfrm>
            <a:off x="1828786" y="7076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1" name="9wup_2_official_PredictedAtoms_13">
            <a:extLst>
              <a:ext uri="{FF2B5EF4-FFF2-40B4-BE49-F238E27FC236}">
                <a16:creationId xmlns:a16="http://schemas.microsoft.com/office/drawing/2014/main" id="{23E93CC2-3679-4EFA-B732-06F4589E726C}"/>
              </a:ext>
            </a:extLst>
          </p:cNvPr>
          <p:cNvSpPr>
            <a:spLocks noGrp="1"/>
          </p:cNvSpPr>
          <p:nvPr/>
        </p:nvSpPr>
        <p:spPr>
          <a:xfrm>
            <a:off x="1883385" y="70719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2" name="9wup_2_official_PredictedAtoms_14">
            <a:extLst>
              <a:ext uri="{FF2B5EF4-FFF2-40B4-BE49-F238E27FC236}">
                <a16:creationId xmlns:a16="http://schemas.microsoft.com/office/drawing/2014/main" id="{6F05948F-F584-456B-8C24-0C5E3F9A59A4}"/>
              </a:ext>
            </a:extLst>
          </p:cNvPr>
          <p:cNvSpPr>
            <a:spLocks noGrp="1"/>
          </p:cNvSpPr>
          <p:nvPr/>
        </p:nvSpPr>
        <p:spPr>
          <a:xfrm>
            <a:off x="1989957" y="70138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53" name="9wup_2_official_PredictedAtoms_15">
            <a:extLst>
              <a:ext uri="{FF2B5EF4-FFF2-40B4-BE49-F238E27FC236}">
                <a16:creationId xmlns:a16="http://schemas.microsoft.com/office/drawing/2014/main" id="{C0B574A9-048E-4858-A63E-029F87FA97A7}"/>
              </a:ext>
            </a:extLst>
          </p:cNvPr>
          <p:cNvSpPr>
            <a:spLocks noGrp="1"/>
          </p:cNvSpPr>
          <p:nvPr/>
        </p:nvSpPr>
        <p:spPr>
          <a:xfrm>
            <a:off x="2006242" y="69671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4" name="9wup_2_official_PredictedAtoms_16">
            <a:extLst>
              <a:ext uri="{FF2B5EF4-FFF2-40B4-BE49-F238E27FC236}">
                <a16:creationId xmlns:a16="http://schemas.microsoft.com/office/drawing/2014/main" id="{EDC81BF0-DF52-42BB-BA97-4A0D0EEFE672}"/>
              </a:ext>
            </a:extLst>
          </p:cNvPr>
          <p:cNvSpPr>
            <a:spLocks noGrp="1"/>
          </p:cNvSpPr>
          <p:nvPr/>
        </p:nvSpPr>
        <p:spPr>
          <a:xfrm>
            <a:off x="2073282" y="685738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55" name="9wup_2_official_PredictedAtoms_17">
            <a:extLst>
              <a:ext uri="{FF2B5EF4-FFF2-40B4-BE49-F238E27FC236}">
                <a16:creationId xmlns:a16="http://schemas.microsoft.com/office/drawing/2014/main" id="{3ACA84B9-7821-48D8-B3DE-1958C49C7438}"/>
              </a:ext>
            </a:extLst>
          </p:cNvPr>
          <p:cNvSpPr>
            <a:spLocks noGrp="1"/>
          </p:cNvSpPr>
          <p:nvPr/>
        </p:nvSpPr>
        <p:spPr>
          <a:xfrm>
            <a:off x="2032238" y="6764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6" name="9wup_2_official_PredictedAtoms_18">
            <a:extLst>
              <a:ext uri="{FF2B5EF4-FFF2-40B4-BE49-F238E27FC236}">
                <a16:creationId xmlns:a16="http://schemas.microsoft.com/office/drawing/2014/main" id="{89C3959D-FBCC-4989-BB68-89FABF4008F7}"/>
              </a:ext>
            </a:extLst>
          </p:cNvPr>
          <p:cNvSpPr>
            <a:spLocks noGrp="1"/>
          </p:cNvSpPr>
          <p:nvPr/>
        </p:nvSpPr>
        <p:spPr>
          <a:xfrm>
            <a:off x="2113265" y="667955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57" name="9wup_2_official_PredictedAtoms_19">
            <a:extLst>
              <a:ext uri="{FF2B5EF4-FFF2-40B4-BE49-F238E27FC236}">
                <a16:creationId xmlns:a16="http://schemas.microsoft.com/office/drawing/2014/main" id="{6094E85C-DA9E-480D-BEDA-314E315E4958}"/>
              </a:ext>
            </a:extLst>
          </p:cNvPr>
          <p:cNvSpPr>
            <a:spLocks noGrp="1"/>
          </p:cNvSpPr>
          <p:nvPr/>
        </p:nvSpPr>
        <p:spPr>
          <a:xfrm>
            <a:off x="2213232" y="67198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8" name="9wup_2_official_PredictedAtoms_20">
            <a:extLst>
              <a:ext uri="{FF2B5EF4-FFF2-40B4-BE49-F238E27FC236}">
                <a16:creationId xmlns:a16="http://schemas.microsoft.com/office/drawing/2014/main" id="{011FBB90-C31B-444C-A6CE-C30D894EC0B9}"/>
              </a:ext>
            </a:extLst>
          </p:cNvPr>
          <p:cNvSpPr>
            <a:spLocks noGrp="1"/>
          </p:cNvSpPr>
          <p:nvPr/>
        </p:nvSpPr>
        <p:spPr>
          <a:xfrm>
            <a:off x="2324726" y="6668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9" name="9wup_2_official_PredictedAtoms_21">
            <a:extLst>
              <a:ext uri="{FF2B5EF4-FFF2-40B4-BE49-F238E27FC236}">
                <a16:creationId xmlns:a16="http://schemas.microsoft.com/office/drawing/2014/main" id="{4CEACE2E-0238-4974-B1B8-576C7A0FD7AE}"/>
              </a:ext>
            </a:extLst>
          </p:cNvPr>
          <p:cNvSpPr>
            <a:spLocks noGrp="1"/>
          </p:cNvSpPr>
          <p:nvPr/>
        </p:nvSpPr>
        <p:spPr>
          <a:xfrm>
            <a:off x="2357678" y="655491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0" name="9wup_2_official_PredictedAtoms_22">
            <a:extLst>
              <a:ext uri="{FF2B5EF4-FFF2-40B4-BE49-F238E27FC236}">
                <a16:creationId xmlns:a16="http://schemas.microsoft.com/office/drawing/2014/main" id="{FF7A8437-F579-4727-9321-4373B34552D6}"/>
              </a:ext>
            </a:extLst>
          </p:cNvPr>
          <p:cNvSpPr>
            <a:spLocks noGrp="1"/>
          </p:cNvSpPr>
          <p:nvPr/>
        </p:nvSpPr>
        <p:spPr>
          <a:xfrm>
            <a:off x="2406987" y="673946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1" name="9wup_2_official_PredictedAtoms_23">
            <a:extLst>
              <a:ext uri="{FF2B5EF4-FFF2-40B4-BE49-F238E27FC236}">
                <a16:creationId xmlns:a16="http://schemas.microsoft.com/office/drawing/2014/main" id="{6E563BAC-4918-4986-B1BA-74E11CD39C3E}"/>
              </a:ext>
            </a:extLst>
          </p:cNvPr>
          <p:cNvSpPr>
            <a:spLocks noGrp="1"/>
          </p:cNvSpPr>
          <p:nvPr/>
        </p:nvSpPr>
        <p:spPr>
          <a:xfrm>
            <a:off x="2372389" y="6847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2" name="9wup_2_official_PredictedAtoms_24">
            <a:extLst>
              <a:ext uri="{FF2B5EF4-FFF2-40B4-BE49-F238E27FC236}">
                <a16:creationId xmlns:a16="http://schemas.microsoft.com/office/drawing/2014/main" id="{C5DF4B99-E8A5-4794-9405-21B6B2EF97DA}"/>
              </a:ext>
            </a:extLst>
          </p:cNvPr>
          <p:cNvSpPr>
            <a:spLocks noGrp="1"/>
          </p:cNvSpPr>
          <p:nvPr/>
        </p:nvSpPr>
        <p:spPr>
          <a:xfrm>
            <a:off x="2268713" y="689598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63" name="9wup_2_official_PredictedAtoms_25">
            <a:extLst>
              <a:ext uri="{FF2B5EF4-FFF2-40B4-BE49-F238E27FC236}">
                <a16:creationId xmlns:a16="http://schemas.microsoft.com/office/drawing/2014/main" id="{C519004B-AAF3-4C16-BE47-A8CA726667E7}"/>
              </a:ext>
            </a:extLst>
          </p:cNvPr>
          <p:cNvSpPr>
            <a:spLocks noGrp="1"/>
          </p:cNvSpPr>
          <p:nvPr/>
        </p:nvSpPr>
        <p:spPr>
          <a:xfrm>
            <a:off x="2187417" y="6832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4" name="9wup_2_official_PredictedAtoms_26">
            <a:extLst>
              <a:ext uri="{FF2B5EF4-FFF2-40B4-BE49-F238E27FC236}">
                <a16:creationId xmlns:a16="http://schemas.microsoft.com/office/drawing/2014/main" id="{12B87385-9D92-446C-94F8-8FE35F7B6DF5}"/>
              </a:ext>
            </a:extLst>
          </p:cNvPr>
          <p:cNvSpPr>
            <a:spLocks noGrp="1"/>
          </p:cNvSpPr>
          <p:nvPr/>
        </p:nvSpPr>
        <p:spPr>
          <a:xfrm>
            <a:off x="1888505" y="6981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5" name="9wup_2_official_PredictedAtoms_27">
            <a:extLst>
              <a:ext uri="{FF2B5EF4-FFF2-40B4-BE49-F238E27FC236}">
                <a16:creationId xmlns:a16="http://schemas.microsoft.com/office/drawing/2014/main" id="{82AD4821-E341-4A37-8124-2A02D7FE16E2}"/>
              </a:ext>
            </a:extLst>
          </p:cNvPr>
          <p:cNvSpPr>
            <a:spLocks noGrp="1"/>
          </p:cNvSpPr>
          <p:nvPr/>
        </p:nvSpPr>
        <p:spPr>
          <a:xfrm>
            <a:off x="1892573" y="706364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66" name="9wup_2_official_PredictedAtoms_28">
            <a:extLst>
              <a:ext uri="{FF2B5EF4-FFF2-40B4-BE49-F238E27FC236}">
                <a16:creationId xmlns:a16="http://schemas.microsoft.com/office/drawing/2014/main" id="{3F1E6CDB-730F-46EB-A10D-1B10272600B1}"/>
              </a:ext>
            </a:extLst>
          </p:cNvPr>
          <p:cNvSpPr>
            <a:spLocks noGrp="1"/>
          </p:cNvSpPr>
          <p:nvPr/>
        </p:nvSpPr>
        <p:spPr>
          <a:xfrm>
            <a:off x="1804896" y="70254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7" name="9wup_2_official_PredictedAtoms_29">
            <a:extLst>
              <a:ext uri="{FF2B5EF4-FFF2-40B4-BE49-F238E27FC236}">
                <a16:creationId xmlns:a16="http://schemas.microsoft.com/office/drawing/2014/main" id="{1EC4A750-BC2C-426C-8111-1AABB743F51E}"/>
              </a:ext>
            </a:extLst>
          </p:cNvPr>
          <p:cNvSpPr>
            <a:spLocks noGrp="1"/>
          </p:cNvSpPr>
          <p:nvPr/>
        </p:nvSpPr>
        <p:spPr>
          <a:xfrm>
            <a:off x="1722088" y="71151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68" name="9wup_2_official_PredictedAtoms_30">
            <a:extLst>
              <a:ext uri="{FF2B5EF4-FFF2-40B4-BE49-F238E27FC236}">
                <a16:creationId xmlns:a16="http://schemas.microsoft.com/office/drawing/2014/main" id="{572685C0-A861-4F67-8CE3-85EBBBB2ED7E}"/>
              </a:ext>
            </a:extLst>
          </p:cNvPr>
          <p:cNvSpPr>
            <a:spLocks noGrp="1"/>
          </p:cNvSpPr>
          <p:nvPr/>
        </p:nvSpPr>
        <p:spPr>
          <a:xfrm>
            <a:off x="1389196" y="6913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9" name="9wup_2_official_PredictedAtoms_31">
            <a:extLst>
              <a:ext uri="{FF2B5EF4-FFF2-40B4-BE49-F238E27FC236}">
                <a16:creationId xmlns:a16="http://schemas.microsoft.com/office/drawing/2014/main" id="{8CBE5585-7C6F-4A2A-B307-2CFADFEE7066}"/>
              </a:ext>
            </a:extLst>
          </p:cNvPr>
          <p:cNvSpPr>
            <a:spLocks noGrp="1"/>
          </p:cNvSpPr>
          <p:nvPr/>
        </p:nvSpPr>
        <p:spPr>
          <a:xfrm>
            <a:off x="1471237" y="69409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0" name="9wup_2_official_PredictedAtoms_32">
            <a:extLst>
              <a:ext uri="{FF2B5EF4-FFF2-40B4-BE49-F238E27FC236}">
                <a16:creationId xmlns:a16="http://schemas.microsoft.com/office/drawing/2014/main" id="{29FDF6F2-A7D7-41B4-8746-1E59A7D36BF2}"/>
              </a:ext>
            </a:extLst>
          </p:cNvPr>
          <p:cNvSpPr>
            <a:spLocks noGrp="1"/>
          </p:cNvSpPr>
          <p:nvPr/>
        </p:nvSpPr>
        <p:spPr>
          <a:xfrm>
            <a:off x="1276705" y="69832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1" name="9wup_2_official_PredictedAtoms_33">
            <a:extLst>
              <a:ext uri="{FF2B5EF4-FFF2-40B4-BE49-F238E27FC236}">
                <a16:creationId xmlns:a16="http://schemas.microsoft.com/office/drawing/2014/main" id="{6DEAF65A-3D75-42E1-9D27-4FC9716FDBA5}"/>
              </a:ext>
            </a:extLst>
          </p:cNvPr>
          <p:cNvSpPr>
            <a:spLocks noGrp="1"/>
          </p:cNvSpPr>
          <p:nvPr/>
        </p:nvSpPr>
        <p:spPr>
          <a:xfrm>
            <a:off x="1296568" y="709381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2" name="9wup_2_official_PredictedAtoms_34">
            <a:extLst>
              <a:ext uri="{FF2B5EF4-FFF2-40B4-BE49-F238E27FC236}">
                <a16:creationId xmlns:a16="http://schemas.microsoft.com/office/drawing/2014/main" id="{251FB9BD-CEFC-43E1-B462-48210BA67270}"/>
              </a:ext>
            </a:extLst>
          </p:cNvPr>
          <p:cNvSpPr>
            <a:spLocks noGrp="1"/>
          </p:cNvSpPr>
          <p:nvPr/>
        </p:nvSpPr>
        <p:spPr>
          <a:xfrm>
            <a:off x="1230398" y="70152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3" name="9wup_2_official_PredictedAtoms_35">
            <a:extLst>
              <a:ext uri="{FF2B5EF4-FFF2-40B4-BE49-F238E27FC236}">
                <a16:creationId xmlns:a16="http://schemas.microsoft.com/office/drawing/2014/main" id="{CBD3E1D0-4C2E-463C-8F03-4441A8B1F48A}"/>
              </a:ext>
            </a:extLst>
          </p:cNvPr>
          <p:cNvSpPr>
            <a:spLocks noGrp="1"/>
          </p:cNvSpPr>
          <p:nvPr/>
        </p:nvSpPr>
        <p:spPr>
          <a:xfrm>
            <a:off x="1104902" y="701020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4" name="9wup_2_official_PredictedAtoms_36">
            <a:extLst>
              <a:ext uri="{FF2B5EF4-FFF2-40B4-BE49-F238E27FC236}">
                <a16:creationId xmlns:a16="http://schemas.microsoft.com/office/drawing/2014/main" id="{B4277E19-A99F-433C-92B0-D656E7EC2C6D}"/>
              </a:ext>
            </a:extLst>
          </p:cNvPr>
          <p:cNvSpPr>
            <a:spLocks noGrp="1"/>
          </p:cNvSpPr>
          <p:nvPr/>
        </p:nvSpPr>
        <p:spPr>
          <a:xfrm>
            <a:off x="1038692" y="7108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5" name="9wup_2_official_PredictedAtoms_37">
            <a:extLst>
              <a:ext uri="{FF2B5EF4-FFF2-40B4-BE49-F238E27FC236}">
                <a16:creationId xmlns:a16="http://schemas.microsoft.com/office/drawing/2014/main" id="{BCFBCCCB-B6B3-47FA-9EA4-E7E5FE0CA280}"/>
              </a:ext>
            </a:extLst>
          </p:cNvPr>
          <p:cNvSpPr>
            <a:spLocks noGrp="1"/>
          </p:cNvSpPr>
          <p:nvPr/>
        </p:nvSpPr>
        <p:spPr>
          <a:xfrm>
            <a:off x="1081015" y="721491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6" name="9wup_2_official_PredictedAtoms_38">
            <a:extLst>
              <a:ext uri="{FF2B5EF4-FFF2-40B4-BE49-F238E27FC236}">
                <a16:creationId xmlns:a16="http://schemas.microsoft.com/office/drawing/2014/main" id="{C2E9D44E-18EE-4C61-B700-36F2073C12CB}"/>
              </a:ext>
            </a:extLst>
          </p:cNvPr>
          <p:cNvSpPr>
            <a:spLocks noGrp="1"/>
          </p:cNvSpPr>
          <p:nvPr/>
        </p:nvSpPr>
        <p:spPr>
          <a:xfrm>
            <a:off x="1015275" y="7314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7" name="9wup_2_official_PredictedAtoms_39">
            <a:extLst>
              <a:ext uri="{FF2B5EF4-FFF2-40B4-BE49-F238E27FC236}">
                <a16:creationId xmlns:a16="http://schemas.microsoft.com/office/drawing/2014/main" id="{0B4F4FF8-6CA1-48C2-AF1F-3080000D739F}"/>
              </a:ext>
            </a:extLst>
          </p:cNvPr>
          <p:cNvSpPr>
            <a:spLocks noGrp="1"/>
          </p:cNvSpPr>
          <p:nvPr/>
        </p:nvSpPr>
        <p:spPr>
          <a:xfrm>
            <a:off x="1053113" y="74112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78" name="9wup_2_official_PredictedAtoms_40">
            <a:extLst>
              <a:ext uri="{FF2B5EF4-FFF2-40B4-BE49-F238E27FC236}">
                <a16:creationId xmlns:a16="http://schemas.microsoft.com/office/drawing/2014/main" id="{D43D8311-2364-4648-9073-DE68A927B143}"/>
              </a:ext>
            </a:extLst>
          </p:cNvPr>
          <p:cNvSpPr>
            <a:spLocks noGrp="1"/>
          </p:cNvSpPr>
          <p:nvPr/>
        </p:nvSpPr>
        <p:spPr>
          <a:xfrm>
            <a:off x="902127" y="731052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79" name="9wup_2_official_PredictedAtoms_41">
            <a:extLst>
              <a:ext uri="{FF2B5EF4-FFF2-40B4-BE49-F238E27FC236}">
                <a16:creationId xmlns:a16="http://schemas.microsoft.com/office/drawing/2014/main" id="{DF729258-C5C4-4CC3-A703-97F855FE2BEC}"/>
              </a:ext>
            </a:extLst>
          </p:cNvPr>
          <p:cNvSpPr>
            <a:spLocks noGrp="1"/>
          </p:cNvSpPr>
          <p:nvPr/>
        </p:nvSpPr>
        <p:spPr>
          <a:xfrm>
            <a:off x="850605" y="720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0" name="9wup_2_official_PredictedAtoms_42">
            <a:extLst>
              <a:ext uri="{FF2B5EF4-FFF2-40B4-BE49-F238E27FC236}">
                <a16:creationId xmlns:a16="http://schemas.microsoft.com/office/drawing/2014/main" id="{DD8B197A-AC11-44F9-882D-4443202DB1A0}"/>
              </a:ext>
            </a:extLst>
          </p:cNvPr>
          <p:cNvSpPr>
            <a:spLocks noGrp="1"/>
          </p:cNvSpPr>
          <p:nvPr/>
        </p:nvSpPr>
        <p:spPr>
          <a:xfrm>
            <a:off x="746572" y="720401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181" name="9wup_2_official_PredictedAtoms_43">
            <a:extLst>
              <a:ext uri="{FF2B5EF4-FFF2-40B4-BE49-F238E27FC236}">
                <a16:creationId xmlns:a16="http://schemas.microsoft.com/office/drawing/2014/main" id="{B594B514-0064-4564-B9AE-4065E929DB26}"/>
              </a:ext>
            </a:extLst>
          </p:cNvPr>
          <p:cNvSpPr>
            <a:spLocks noGrp="1"/>
          </p:cNvSpPr>
          <p:nvPr/>
        </p:nvSpPr>
        <p:spPr>
          <a:xfrm>
            <a:off x="920947" y="71011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2" name="9wup_2_official_PredictedAtoms_44">
            <a:extLst>
              <a:ext uri="{FF2B5EF4-FFF2-40B4-BE49-F238E27FC236}">
                <a16:creationId xmlns:a16="http://schemas.microsoft.com/office/drawing/2014/main" id="{1C84E21E-6A1A-409D-9045-262AD47F23F7}"/>
              </a:ext>
            </a:extLst>
          </p:cNvPr>
          <p:cNvSpPr>
            <a:spLocks noGrp="1"/>
          </p:cNvSpPr>
          <p:nvPr/>
        </p:nvSpPr>
        <p:spPr>
          <a:xfrm>
            <a:off x="870586" y="699406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183" name="9wup_2_official_PredictedAtoms_45">
            <a:extLst>
              <a:ext uri="{FF2B5EF4-FFF2-40B4-BE49-F238E27FC236}">
                <a16:creationId xmlns:a16="http://schemas.microsoft.com/office/drawing/2014/main" id="{766E6458-7912-4BD6-BBF5-030993C40CA3}"/>
              </a:ext>
            </a:extLst>
          </p:cNvPr>
          <p:cNvSpPr>
            <a:spLocks noGrp="1"/>
          </p:cNvSpPr>
          <p:nvPr/>
        </p:nvSpPr>
        <p:spPr>
          <a:xfrm>
            <a:off x="932904" y="68962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4" name="9wup_2_official_PredictedAtoms_46">
            <a:extLst>
              <a:ext uri="{FF2B5EF4-FFF2-40B4-BE49-F238E27FC236}">
                <a16:creationId xmlns:a16="http://schemas.microsoft.com/office/drawing/2014/main" id="{92183C24-E95D-4DC3-AED7-E32ACF67455B}"/>
              </a:ext>
            </a:extLst>
          </p:cNvPr>
          <p:cNvSpPr>
            <a:spLocks noGrp="1"/>
          </p:cNvSpPr>
          <p:nvPr/>
        </p:nvSpPr>
        <p:spPr>
          <a:xfrm>
            <a:off x="879725" y="6787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5" name="9wup_2_official_PredictedAtoms_47">
            <a:extLst>
              <a:ext uri="{FF2B5EF4-FFF2-40B4-BE49-F238E27FC236}">
                <a16:creationId xmlns:a16="http://schemas.microsoft.com/office/drawing/2014/main" id="{D729798C-16F5-4D7D-B895-8E9CF4FAEB98}"/>
              </a:ext>
            </a:extLst>
          </p:cNvPr>
          <p:cNvSpPr>
            <a:spLocks noGrp="1"/>
          </p:cNvSpPr>
          <p:nvPr/>
        </p:nvSpPr>
        <p:spPr>
          <a:xfrm>
            <a:off x="940311" y="6681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6" name="9wup_2_official_PredictedAtoms_48">
            <a:extLst>
              <a:ext uri="{FF2B5EF4-FFF2-40B4-BE49-F238E27FC236}">
                <a16:creationId xmlns:a16="http://schemas.microsoft.com/office/drawing/2014/main" id="{95A2E0C6-D97E-4924-A1DF-0DAFC8106484}"/>
              </a:ext>
            </a:extLst>
          </p:cNvPr>
          <p:cNvSpPr>
            <a:spLocks noGrp="1"/>
          </p:cNvSpPr>
          <p:nvPr/>
        </p:nvSpPr>
        <p:spPr>
          <a:xfrm>
            <a:off x="873885" y="65683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7" name="9wup_2_official_PredictedAtoms_49">
            <a:extLst>
              <a:ext uri="{FF2B5EF4-FFF2-40B4-BE49-F238E27FC236}">
                <a16:creationId xmlns:a16="http://schemas.microsoft.com/office/drawing/2014/main" id="{346EAC70-B315-4B8E-BA62-0328B0848337}"/>
              </a:ext>
            </a:extLst>
          </p:cNvPr>
          <p:cNvSpPr>
            <a:spLocks noGrp="1"/>
          </p:cNvSpPr>
          <p:nvPr/>
        </p:nvSpPr>
        <p:spPr>
          <a:xfrm>
            <a:off x="1062213" y="66851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8" name="9wup_2_official_PredictedAtoms_50">
            <a:extLst>
              <a:ext uri="{FF2B5EF4-FFF2-40B4-BE49-F238E27FC236}">
                <a16:creationId xmlns:a16="http://schemas.microsoft.com/office/drawing/2014/main" id="{8240D1A4-0FBB-4373-A6AF-1708C19015BB}"/>
              </a:ext>
            </a:extLst>
          </p:cNvPr>
          <p:cNvSpPr>
            <a:spLocks noGrp="1"/>
          </p:cNvSpPr>
          <p:nvPr/>
        </p:nvSpPr>
        <p:spPr>
          <a:xfrm>
            <a:off x="1126175" y="65749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9" name="9wup_2_official_PredictedAtoms_51">
            <a:extLst>
              <a:ext uri="{FF2B5EF4-FFF2-40B4-BE49-F238E27FC236}">
                <a16:creationId xmlns:a16="http://schemas.microsoft.com/office/drawing/2014/main" id="{DB629B70-FF8D-41AD-82C7-371CAA5C3865}"/>
              </a:ext>
            </a:extLst>
          </p:cNvPr>
          <p:cNvSpPr>
            <a:spLocks noGrp="1"/>
          </p:cNvSpPr>
          <p:nvPr/>
        </p:nvSpPr>
        <p:spPr>
          <a:xfrm>
            <a:off x="1114009" y="67952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0" name="9wup_2_official_PredictedAtoms_52">
            <a:extLst>
              <a:ext uri="{FF2B5EF4-FFF2-40B4-BE49-F238E27FC236}">
                <a16:creationId xmlns:a16="http://schemas.microsoft.com/office/drawing/2014/main" id="{AB86E3E2-03C0-4271-AA6B-89AA1728BC5C}"/>
              </a:ext>
            </a:extLst>
          </p:cNvPr>
          <p:cNvSpPr>
            <a:spLocks noGrp="1"/>
          </p:cNvSpPr>
          <p:nvPr/>
        </p:nvSpPr>
        <p:spPr>
          <a:xfrm>
            <a:off x="1054224" y="69022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1" name="stage3-cases-alternatives_34">
            <a:extLst>
              <a:ext uri="{FF2B5EF4-FFF2-40B4-BE49-F238E27FC236}">
                <a16:creationId xmlns:a16="http://schemas.microsoft.com/office/drawing/2014/main" id="{1D4ABF4F-FCA3-4314-8FAD-997A2A368026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192" name="9wup_2_tuned_Receptor">
            <a:extLst>
              <a:ext uri="{FF2B5EF4-FFF2-40B4-BE49-F238E27FC236}">
                <a16:creationId xmlns:a16="http://schemas.microsoft.com/office/drawing/2014/main" id="{995F02E5-480F-4F10-8476-D1E2C8DAF1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193" name="9wup_2_tuned_ExperimentalDensity">
            <a:extLst>
              <a:ext uri="{FF2B5EF4-FFF2-40B4-BE49-F238E27FC236}">
                <a16:creationId xmlns:a16="http://schemas.microsoft.com/office/drawing/2014/main" id="{3B8F68C7-0F91-43A5-9438-8431FEC14B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94" name="9wup_2_tuned_ReferenceLigand_0">
            <a:extLst>
              <a:ext uri="{FF2B5EF4-FFF2-40B4-BE49-F238E27FC236}">
                <a16:creationId xmlns:a16="http://schemas.microsoft.com/office/drawing/2014/main" id="{98A4AE55-E887-4EE8-AD16-24D764A5FA5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5" name="9wup_2_tuned_ReferenceLigand_1">
            <a:extLst>
              <a:ext uri="{FF2B5EF4-FFF2-40B4-BE49-F238E27FC236}">
                <a16:creationId xmlns:a16="http://schemas.microsoft.com/office/drawing/2014/main" id="{16F8C838-E211-4A27-8DEA-84908A11C60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6" name="9wup_2_tuned_ReferenceLigand_2">
            <a:extLst>
              <a:ext uri="{FF2B5EF4-FFF2-40B4-BE49-F238E27FC236}">
                <a16:creationId xmlns:a16="http://schemas.microsoft.com/office/drawing/2014/main" id="{91B047BD-08AC-4A6A-8E06-0EB52E7F707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7" name="9wup_2_tuned_ReferenceLigand_3">
            <a:extLst>
              <a:ext uri="{FF2B5EF4-FFF2-40B4-BE49-F238E27FC236}">
                <a16:creationId xmlns:a16="http://schemas.microsoft.com/office/drawing/2014/main" id="{7D424F60-0219-4615-B09B-22924B0DC2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8" name="9wup_2_tuned_ReferenceLigand_4">
            <a:extLst>
              <a:ext uri="{FF2B5EF4-FFF2-40B4-BE49-F238E27FC236}">
                <a16:creationId xmlns:a16="http://schemas.microsoft.com/office/drawing/2014/main" id="{654BD000-EE62-469B-BB09-11DCBE31451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9" name="9wup_2_tuned_ReferenceLigand_5">
            <a:extLst>
              <a:ext uri="{FF2B5EF4-FFF2-40B4-BE49-F238E27FC236}">
                <a16:creationId xmlns:a16="http://schemas.microsoft.com/office/drawing/2014/main" id="{BF754A17-0CBA-42F2-BBCA-B8E5EF1419C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0" name="9wup_2_tuned_ReferenceLigand_6">
            <a:extLst>
              <a:ext uri="{FF2B5EF4-FFF2-40B4-BE49-F238E27FC236}">
                <a16:creationId xmlns:a16="http://schemas.microsoft.com/office/drawing/2014/main" id="{39EC1DEE-AD36-4A86-8569-8B61249491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1" name="9wup_2_tuned_ReferenceLigand_7">
            <a:extLst>
              <a:ext uri="{FF2B5EF4-FFF2-40B4-BE49-F238E27FC236}">
                <a16:creationId xmlns:a16="http://schemas.microsoft.com/office/drawing/2014/main" id="{5DC8410D-46FB-452A-B18A-2AC4666CFB5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2" name="9wup_2_tuned_ReferenceLigand_8">
            <a:extLst>
              <a:ext uri="{FF2B5EF4-FFF2-40B4-BE49-F238E27FC236}">
                <a16:creationId xmlns:a16="http://schemas.microsoft.com/office/drawing/2014/main" id="{3194A858-9FC0-434D-9602-896C8C86DD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3" name="9wup_2_tuned_ReferenceLigand_9">
            <a:extLst>
              <a:ext uri="{FF2B5EF4-FFF2-40B4-BE49-F238E27FC236}">
                <a16:creationId xmlns:a16="http://schemas.microsoft.com/office/drawing/2014/main" id="{89D4BEDF-32D3-439A-ADD3-3239A4C4FC8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4" name="9wup_2_tuned_ReferenceLigand_10">
            <a:extLst>
              <a:ext uri="{FF2B5EF4-FFF2-40B4-BE49-F238E27FC236}">
                <a16:creationId xmlns:a16="http://schemas.microsoft.com/office/drawing/2014/main" id="{7021AA11-ECE0-4461-8B02-4A8B3C3D34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5" name="9wup_2_tuned_ReferenceLigand_11">
            <a:extLst>
              <a:ext uri="{FF2B5EF4-FFF2-40B4-BE49-F238E27FC236}">
                <a16:creationId xmlns:a16="http://schemas.microsoft.com/office/drawing/2014/main" id="{BCC27C9F-0426-4C3A-A414-8C59E813F5D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6" name="9wup_2_tuned_ReferenceLigand_12">
            <a:extLst>
              <a:ext uri="{FF2B5EF4-FFF2-40B4-BE49-F238E27FC236}">
                <a16:creationId xmlns:a16="http://schemas.microsoft.com/office/drawing/2014/main" id="{F61E12E2-62D8-485D-BF15-CE871B16106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7" name="9wup_2_tuned_ReferenceLigand_13">
            <a:extLst>
              <a:ext uri="{FF2B5EF4-FFF2-40B4-BE49-F238E27FC236}">
                <a16:creationId xmlns:a16="http://schemas.microsoft.com/office/drawing/2014/main" id="{2BC2E098-3BEF-4C92-B0E2-33EA37DFEB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up_2_tuned_ReferenceLigand_14">
            <a:extLst>
              <a:ext uri="{FF2B5EF4-FFF2-40B4-BE49-F238E27FC236}">
                <a16:creationId xmlns:a16="http://schemas.microsoft.com/office/drawing/2014/main" id="{B90AE081-5B10-4FAE-A7B2-A944CBBAC21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up_2_tuned_ReferenceLigand_15">
            <a:extLst>
              <a:ext uri="{FF2B5EF4-FFF2-40B4-BE49-F238E27FC236}">
                <a16:creationId xmlns:a16="http://schemas.microsoft.com/office/drawing/2014/main" id="{156602B3-F48E-4EDA-B731-1887921A41D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up_2_tuned_ReferenceLigand_16">
            <a:extLst>
              <a:ext uri="{FF2B5EF4-FFF2-40B4-BE49-F238E27FC236}">
                <a16:creationId xmlns:a16="http://schemas.microsoft.com/office/drawing/2014/main" id="{77008F45-FF72-42C1-9D51-C9F03F4C998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up_2_tuned_ReferenceLigand_17">
            <a:extLst>
              <a:ext uri="{FF2B5EF4-FFF2-40B4-BE49-F238E27FC236}">
                <a16:creationId xmlns:a16="http://schemas.microsoft.com/office/drawing/2014/main" id="{857C22E8-12B8-4C55-A2A2-2254E3B26BB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up_2_tuned_ReferenceLigand_18">
            <a:extLst>
              <a:ext uri="{FF2B5EF4-FFF2-40B4-BE49-F238E27FC236}">
                <a16:creationId xmlns:a16="http://schemas.microsoft.com/office/drawing/2014/main" id="{6F4591BA-C149-4000-BACA-791188464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up_2_tuned_ReferenceLigand_19">
            <a:extLst>
              <a:ext uri="{FF2B5EF4-FFF2-40B4-BE49-F238E27FC236}">
                <a16:creationId xmlns:a16="http://schemas.microsoft.com/office/drawing/2014/main" id="{B82C9FA1-80C4-4C91-859C-7FDCDDCC9B8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up_2_tuned_ReferenceLigand_20">
            <a:extLst>
              <a:ext uri="{FF2B5EF4-FFF2-40B4-BE49-F238E27FC236}">
                <a16:creationId xmlns:a16="http://schemas.microsoft.com/office/drawing/2014/main" id="{C3A4107B-9D80-49CD-996E-5B0CE87E87C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up_2_tuned_ReferenceLigand_21">
            <a:extLst>
              <a:ext uri="{FF2B5EF4-FFF2-40B4-BE49-F238E27FC236}">
                <a16:creationId xmlns:a16="http://schemas.microsoft.com/office/drawing/2014/main" id="{E21F799B-D02A-440C-ACA4-C11EAED68A0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up_2_tuned_ReferenceLigand_22">
            <a:extLst>
              <a:ext uri="{FF2B5EF4-FFF2-40B4-BE49-F238E27FC236}">
                <a16:creationId xmlns:a16="http://schemas.microsoft.com/office/drawing/2014/main" id="{ACAF0801-0AA6-4BBF-80F9-3441138EDC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up_2_tuned_ReferenceLigand_23">
            <a:extLst>
              <a:ext uri="{FF2B5EF4-FFF2-40B4-BE49-F238E27FC236}">
                <a16:creationId xmlns:a16="http://schemas.microsoft.com/office/drawing/2014/main" id="{D24321AE-6400-477E-8CC3-7301B1DBA6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up_2_tuned_ReferenceLigand_24">
            <a:extLst>
              <a:ext uri="{FF2B5EF4-FFF2-40B4-BE49-F238E27FC236}">
                <a16:creationId xmlns:a16="http://schemas.microsoft.com/office/drawing/2014/main" id="{2C7AFF11-23E9-4A2A-8E0D-9C531D914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up_2_tuned_ReferenceLigand_25">
            <a:extLst>
              <a:ext uri="{FF2B5EF4-FFF2-40B4-BE49-F238E27FC236}">
                <a16:creationId xmlns:a16="http://schemas.microsoft.com/office/drawing/2014/main" id="{A8467960-5AEC-42FE-A335-DA58AE5CA2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up_2_tuned_ReferenceLigand_26">
            <a:extLst>
              <a:ext uri="{FF2B5EF4-FFF2-40B4-BE49-F238E27FC236}">
                <a16:creationId xmlns:a16="http://schemas.microsoft.com/office/drawing/2014/main" id="{BD689733-0475-4637-BFC0-31A8C37EB00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up_2_tuned_ReferenceLigand_27">
            <a:extLst>
              <a:ext uri="{FF2B5EF4-FFF2-40B4-BE49-F238E27FC236}">
                <a16:creationId xmlns:a16="http://schemas.microsoft.com/office/drawing/2014/main" id="{DE3FD2D7-9F69-4B5D-8721-D3637A07D8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up_2_tuned_ReferenceLigand_28">
            <a:extLst>
              <a:ext uri="{FF2B5EF4-FFF2-40B4-BE49-F238E27FC236}">
                <a16:creationId xmlns:a16="http://schemas.microsoft.com/office/drawing/2014/main" id="{586A4AAA-76A7-4C37-850D-236C40DD5E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up_2_tuned_ReferenceLigand_29">
            <a:extLst>
              <a:ext uri="{FF2B5EF4-FFF2-40B4-BE49-F238E27FC236}">
                <a16:creationId xmlns:a16="http://schemas.microsoft.com/office/drawing/2014/main" id="{6EBE5031-31D6-48F4-B540-96720048042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up_2_tuned_ReferenceLigand_30">
            <a:extLst>
              <a:ext uri="{FF2B5EF4-FFF2-40B4-BE49-F238E27FC236}">
                <a16:creationId xmlns:a16="http://schemas.microsoft.com/office/drawing/2014/main" id="{76B28F14-5144-4211-A964-656F4C4854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up_2_tuned_ReferenceLigand_31">
            <a:extLst>
              <a:ext uri="{FF2B5EF4-FFF2-40B4-BE49-F238E27FC236}">
                <a16:creationId xmlns:a16="http://schemas.microsoft.com/office/drawing/2014/main" id="{D8507977-BD9A-442C-982D-71787FA0828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up_2_tuned_ReferenceLigand_32">
            <a:extLst>
              <a:ext uri="{FF2B5EF4-FFF2-40B4-BE49-F238E27FC236}">
                <a16:creationId xmlns:a16="http://schemas.microsoft.com/office/drawing/2014/main" id="{EFF9B6B5-18FA-43B3-9BC3-32EE1937297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up_2_tuned_ReferenceLigand_33">
            <a:extLst>
              <a:ext uri="{FF2B5EF4-FFF2-40B4-BE49-F238E27FC236}">
                <a16:creationId xmlns:a16="http://schemas.microsoft.com/office/drawing/2014/main" id="{10644E35-C260-4B16-9F3E-D2DE14B8FA5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up_2_tuned_ReferenceLigand_34">
            <a:extLst>
              <a:ext uri="{FF2B5EF4-FFF2-40B4-BE49-F238E27FC236}">
                <a16:creationId xmlns:a16="http://schemas.microsoft.com/office/drawing/2014/main" id="{415661D1-E043-4155-9698-7819ED6327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up_2_tuned_ReferenceLigand_35">
            <a:extLst>
              <a:ext uri="{FF2B5EF4-FFF2-40B4-BE49-F238E27FC236}">
                <a16:creationId xmlns:a16="http://schemas.microsoft.com/office/drawing/2014/main" id="{552C6180-17EA-42EB-8F7E-509C4AAD321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up_2_tuned_ReferenceLigand_36">
            <a:extLst>
              <a:ext uri="{FF2B5EF4-FFF2-40B4-BE49-F238E27FC236}">
                <a16:creationId xmlns:a16="http://schemas.microsoft.com/office/drawing/2014/main" id="{66F8D66C-9635-40F0-A415-E0BCE53478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up_2_tuned_ReferenceLigand_37">
            <a:extLst>
              <a:ext uri="{FF2B5EF4-FFF2-40B4-BE49-F238E27FC236}">
                <a16:creationId xmlns:a16="http://schemas.microsoft.com/office/drawing/2014/main" id="{EF9CCEF8-119D-4178-9F25-D6AAC1155EE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up_2_tuned_ReferenceLigand_38">
            <a:extLst>
              <a:ext uri="{FF2B5EF4-FFF2-40B4-BE49-F238E27FC236}">
                <a16:creationId xmlns:a16="http://schemas.microsoft.com/office/drawing/2014/main" id="{C310926A-2F92-466A-A1D2-CE6406A2ACF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up_2_tuned_ReferenceLigand_39">
            <a:extLst>
              <a:ext uri="{FF2B5EF4-FFF2-40B4-BE49-F238E27FC236}">
                <a16:creationId xmlns:a16="http://schemas.microsoft.com/office/drawing/2014/main" id="{3F03A8BE-3161-4C32-9E39-83EC52ECD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up_2_tuned_ReferenceLigand_40">
            <a:extLst>
              <a:ext uri="{FF2B5EF4-FFF2-40B4-BE49-F238E27FC236}">
                <a16:creationId xmlns:a16="http://schemas.microsoft.com/office/drawing/2014/main" id="{C2C5B5E2-5D86-481E-B79E-4C753E5C18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up_2_tuned_ReferenceLigand_41">
            <a:extLst>
              <a:ext uri="{FF2B5EF4-FFF2-40B4-BE49-F238E27FC236}">
                <a16:creationId xmlns:a16="http://schemas.microsoft.com/office/drawing/2014/main" id="{1BA8DB8E-09C6-4169-9215-2D5D1DCFE86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up_2_tuned_ReferenceLigand_42">
            <a:extLst>
              <a:ext uri="{FF2B5EF4-FFF2-40B4-BE49-F238E27FC236}">
                <a16:creationId xmlns:a16="http://schemas.microsoft.com/office/drawing/2014/main" id="{C73EAF4E-55DA-4DB5-8700-F51CB7B4D4A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up_2_tuned_ReferenceLigand_43">
            <a:extLst>
              <a:ext uri="{FF2B5EF4-FFF2-40B4-BE49-F238E27FC236}">
                <a16:creationId xmlns:a16="http://schemas.microsoft.com/office/drawing/2014/main" id="{91EED44C-2FF6-4AED-8542-FF498AAB005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up_2_tuned_ReferenceLigand_44">
            <a:extLst>
              <a:ext uri="{FF2B5EF4-FFF2-40B4-BE49-F238E27FC236}">
                <a16:creationId xmlns:a16="http://schemas.microsoft.com/office/drawing/2014/main" id="{4D583989-EBFF-404A-A466-44E50D07D6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up_2_tuned_ReferenceLigand_45">
            <a:extLst>
              <a:ext uri="{FF2B5EF4-FFF2-40B4-BE49-F238E27FC236}">
                <a16:creationId xmlns:a16="http://schemas.microsoft.com/office/drawing/2014/main" id="{0705F058-D827-4FA8-9542-9D140F48C6E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up_2_tuned_ReferenceLigand_46">
            <a:extLst>
              <a:ext uri="{FF2B5EF4-FFF2-40B4-BE49-F238E27FC236}">
                <a16:creationId xmlns:a16="http://schemas.microsoft.com/office/drawing/2014/main" id="{9203AC9F-207B-431E-AA4C-583663D6C2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up_2_tuned_ReferenceLigand_47">
            <a:extLst>
              <a:ext uri="{FF2B5EF4-FFF2-40B4-BE49-F238E27FC236}">
                <a16:creationId xmlns:a16="http://schemas.microsoft.com/office/drawing/2014/main" id="{47303713-40A1-45D1-8F6F-20C96B9DE0B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up_2_tuned_ReferenceLigand_48">
            <a:extLst>
              <a:ext uri="{FF2B5EF4-FFF2-40B4-BE49-F238E27FC236}">
                <a16:creationId xmlns:a16="http://schemas.microsoft.com/office/drawing/2014/main" id="{32BB0074-B968-4410-BAB8-46C6DDAD5C7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up_2_tuned_ReferenceLigand_49">
            <a:extLst>
              <a:ext uri="{FF2B5EF4-FFF2-40B4-BE49-F238E27FC236}">
                <a16:creationId xmlns:a16="http://schemas.microsoft.com/office/drawing/2014/main" id="{C01BFD15-5490-475A-8AE8-F2727C11455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up_2_tuned_ReferenceLigand_50">
            <a:extLst>
              <a:ext uri="{FF2B5EF4-FFF2-40B4-BE49-F238E27FC236}">
                <a16:creationId xmlns:a16="http://schemas.microsoft.com/office/drawing/2014/main" id="{A1CA4B9D-6CB0-4476-9939-2308A929D04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up_2_tuned_ReferenceLigand_51">
            <a:extLst>
              <a:ext uri="{FF2B5EF4-FFF2-40B4-BE49-F238E27FC236}">
                <a16:creationId xmlns:a16="http://schemas.microsoft.com/office/drawing/2014/main" id="{417EF1E4-FBE6-4DAA-92B7-4B84FE6B05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up_2_tuned_ReferenceLigand_52">
            <a:extLst>
              <a:ext uri="{FF2B5EF4-FFF2-40B4-BE49-F238E27FC236}">
                <a16:creationId xmlns:a16="http://schemas.microsoft.com/office/drawing/2014/main" id="{3958D104-6A0C-4AA2-B382-3835B4F71E9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up_2_tuned_ReferenceLigand_53">
            <a:extLst>
              <a:ext uri="{FF2B5EF4-FFF2-40B4-BE49-F238E27FC236}">
                <a16:creationId xmlns:a16="http://schemas.microsoft.com/office/drawing/2014/main" id="{421B3FCA-2B86-4FDA-A7A3-3915280E17D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up_2_tuned_ReferenceLigand_54">
            <a:extLst>
              <a:ext uri="{FF2B5EF4-FFF2-40B4-BE49-F238E27FC236}">
                <a16:creationId xmlns:a16="http://schemas.microsoft.com/office/drawing/2014/main" id="{C1F4E98E-C143-44E2-A016-38DEAC84EB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up_2_tuned_ReferenceLigand_55">
            <a:extLst>
              <a:ext uri="{FF2B5EF4-FFF2-40B4-BE49-F238E27FC236}">
                <a16:creationId xmlns:a16="http://schemas.microsoft.com/office/drawing/2014/main" id="{5F8F4897-3FFD-491B-BC08-D6177929BE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up_2_tuned_ReferenceLigand_56">
            <a:extLst>
              <a:ext uri="{FF2B5EF4-FFF2-40B4-BE49-F238E27FC236}">
                <a16:creationId xmlns:a16="http://schemas.microsoft.com/office/drawing/2014/main" id="{4874B2C7-A203-43BB-9F38-0E2D4F4C13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up_2_tuned_ReferenceLigand_57">
            <a:extLst>
              <a:ext uri="{FF2B5EF4-FFF2-40B4-BE49-F238E27FC236}">
                <a16:creationId xmlns:a16="http://schemas.microsoft.com/office/drawing/2014/main" id="{77D230D4-9C82-4077-82C2-B37DA9941E2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up_2_tuned_PredictedLigand_0">
            <a:extLst>
              <a:ext uri="{FF2B5EF4-FFF2-40B4-BE49-F238E27FC236}">
                <a16:creationId xmlns:a16="http://schemas.microsoft.com/office/drawing/2014/main" id="{1A64A2F6-DC10-4E51-B0F4-043F2244213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3" name="9wup_2_tuned_PredictedLigand_1">
            <a:extLst>
              <a:ext uri="{FF2B5EF4-FFF2-40B4-BE49-F238E27FC236}">
                <a16:creationId xmlns:a16="http://schemas.microsoft.com/office/drawing/2014/main" id="{F0695220-09F3-4089-B308-6B04E2699E8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4" name="9wup_2_tuned_PredictedLigand_2">
            <a:extLst>
              <a:ext uri="{FF2B5EF4-FFF2-40B4-BE49-F238E27FC236}">
                <a16:creationId xmlns:a16="http://schemas.microsoft.com/office/drawing/2014/main" id="{207D24CF-D9C5-4766-AA40-143D310CB6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5" name="9wup_2_tuned_PredictedLigand_3">
            <a:extLst>
              <a:ext uri="{FF2B5EF4-FFF2-40B4-BE49-F238E27FC236}">
                <a16:creationId xmlns:a16="http://schemas.microsoft.com/office/drawing/2014/main" id="{9FBEC0D5-E4E9-4EAA-B7C8-FF9239D0F4C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6" name="9wup_2_tuned_PredictedLigand_4">
            <a:extLst>
              <a:ext uri="{FF2B5EF4-FFF2-40B4-BE49-F238E27FC236}">
                <a16:creationId xmlns:a16="http://schemas.microsoft.com/office/drawing/2014/main" id="{85C98DFF-15FA-4C3F-83B2-53826E0826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7" name="9wup_2_tuned_PredictedLigand_5">
            <a:extLst>
              <a:ext uri="{FF2B5EF4-FFF2-40B4-BE49-F238E27FC236}">
                <a16:creationId xmlns:a16="http://schemas.microsoft.com/office/drawing/2014/main" id="{391E88D9-CE5C-4854-A330-96C548963F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8" name="9wup_2_tuned_PredictedLigand_6">
            <a:extLst>
              <a:ext uri="{FF2B5EF4-FFF2-40B4-BE49-F238E27FC236}">
                <a16:creationId xmlns:a16="http://schemas.microsoft.com/office/drawing/2014/main" id="{37715D3F-AEA5-4266-8B4E-0E7756312CE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59" name="9wup_2_tuned_PredictedLigand_7">
            <a:extLst>
              <a:ext uri="{FF2B5EF4-FFF2-40B4-BE49-F238E27FC236}">
                <a16:creationId xmlns:a16="http://schemas.microsoft.com/office/drawing/2014/main" id="{D5250DC6-F994-4908-AF0B-9531DB2785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0" name="9wup_2_tuned_PredictedLigand_8">
            <a:extLst>
              <a:ext uri="{FF2B5EF4-FFF2-40B4-BE49-F238E27FC236}">
                <a16:creationId xmlns:a16="http://schemas.microsoft.com/office/drawing/2014/main" id="{B9373B26-8F6F-4471-AC59-3CA17CF531B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1" name="9wup_2_tuned_PredictedLigand_9">
            <a:extLst>
              <a:ext uri="{FF2B5EF4-FFF2-40B4-BE49-F238E27FC236}">
                <a16:creationId xmlns:a16="http://schemas.microsoft.com/office/drawing/2014/main" id="{C230C9EE-485E-4BD2-8CAD-9A138514B7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2" name="9wup_2_tuned_PredictedLigand_10">
            <a:extLst>
              <a:ext uri="{FF2B5EF4-FFF2-40B4-BE49-F238E27FC236}">
                <a16:creationId xmlns:a16="http://schemas.microsoft.com/office/drawing/2014/main" id="{95A0381F-4D4A-4C69-8F4B-FBF8CACA807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3" name="9wup_2_tuned_PredictedLigand_11">
            <a:extLst>
              <a:ext uri="{FF2B5EF4-FFF2-40B4-BE49-F238E27FC236}">
                <a16:creationId xmlns:a16="http://schemas.microsoft.com/office/drawing/2014/main" id="{94B5F189-E44C-489C-9136-37237006149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4" name="9wup_2_tuned_PredictedLigand_12">
            <a:extLst>
              <a:ext uri="{FF2B5EF4-FFF2-40B4-BE49-F238E27FC236}">
                <a16:creationId xmlns:a16="http://schemas.microsoft.com/office/drawing/2014/main" id="{1C6312DB-612D-4B5F-A874-8324417B66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5" name="9wup_2_tuned_PredictedLigand_13">
            <a:extLst>
              <a:ext uri="{FF2B5EF4-FFF2-40B4-BE49-F238E27FC236}">
                <a16:creationId xmlns:a16="http://schemas.microsoft.com/office/drawing/2014/main" id="{7B365AFF-BF56-4CAA-A5D9-41C242114B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6" name="9wup_2_tuned_PredictedLigand_14">
            <a:extLst>
              <a:ext uri="{FF2B5EF4-FFF2-40B4-BE49-F238E27FC236}">
                <a16:creationId xmlns:a16="http://schemas.microsoft.com/office/drawing/2014/main" id="{7F36B43B-A034-4CC0-B022-C1DA6079D5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7" name="9wup_2_tuned_PredictedLigand_15">
            <a:extLst>
              <a:ext uri="{FF2B5EF4-FFF2-40B4-BE49-F238E27FC236}">
                <a16:creationId xmlns:a16="http://schemas.microsoft.com/office/drawing/2014/main" id="{FEC27888-97B4-4B5C-8AA7-74C25CCAC2F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8" name="9wup_2_tuned_PredictedLigand_16">
            <a:extLst>
              <a:ext uri="{FF2B5EF4-FFF2-40B4-BE49-F238E27FC236}">
                <a16:creationId xmlns:a16="http://schemas.microsoft.com/office/drawing/2014/main" id="{01BE0AC2-BE04-4033-9DBD-5DA9C8804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69" name="9wup_2_tuned_PredictedLigand_17">
            <a:extLst>
              <a:ext uri="{FF2B5EF4-FFF2-40B4-BE49-F238E27FC236}">
                <a16:creationId xmlns:a16="http://schemas.microsoft.com/office/drawing/2014/main" id="{A2E09012-0973-4422-8EEF-8DB8763FF34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0" name="9wup_2_tuned_PredictedLigand_18">
            <a:extLst>
              <a:ext uri="{FF2B5EF4-FFF2-40B4-BE49-F238E27FC236}">
                <a16:creationId xmlns:a16="http://schemas.microsoft.com/office/drawing/2014/main" id="{9043328A-C8D4-461B-8A3B-A84FBE463C5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1" name="9wup_2_tuned_PredictedLigand_19">
            <a:extLst>
              <a:ext uri="{FF2B5EF4-FFF2-40B4-BE49-F238E27FC236}">
                <a16:creationId xmlns:a16="http://schemas.microsoft.com/office/drawing/2014/main" id="{7F80D47E-5C1B-45A9-8E87-71A0CAC240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2" name="9wup_2_tuned_PredictedLigand_20">
            <a:extLst>
              <a:ext uri="{FF2B5EF4-FFF2-40B4-BE49-F238E27FC236}">
                <a16:creationId xmlns:a16="http://schemas.microsoft.com/office/drawing/2014/main" id="{EEFCE0AF-A376-4992-9BD6-A804986820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3" name="9wup_2_tuned_PredictedLigand_21">
            <a:extLst>
              <a:ext uri="{FF2B5EF4-FFF2-40B4-BE49-F238E27FC236}">
                <a16:creationId xmlns:a16="http://schemas.microsoft.com/office/drawing/2014/main" id="{49E0A7B8-06CF-4395-9A7F-5B5A72A90F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4" name="9wup_2_tuned_PredictedLigand_22">
            <a:extLst>
              <a:ext uri="{FF2B5EF4-FFF2-40B4-BE49-F238E27FC236}">
                <a16:creationId xmlns:a16="http://schemas.microsoft.com/office/drawing/2014/main" id="{D58658D9-72E0-496D-94CB-9D031A92329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5" name="9wup_2_tuned_PredictedLigand_23">
            <a:extLst>
              <a:ext uri="{FF2B5EF4-FFF2-40B4-BE49-F238E27FC236}">
                <a16:creationId xmlns:a16="http://schemas.microsoft.com/office/drawing/2014/main" id="{145759A5-0CAB-4112-9865-DC62BF8AC20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6" name="9wup_2_tuned_PredictedLigand_24">
            <a:extLst>
              <a:ext uri="{FF2B5EF4-FFF2-40B4-BE49-F238E27FC236}">
                <a16:creationId xmlns:a16="http://schemas.microsoft.com/office/drawing/2014/main" id="{308E46A7-A0D1-484C-8B4D-23D782872BA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7" name="9wup_2_tuned_PredictedLigand_25">
            <a:extLst>
              <a:ext uri="{FF2B5EF4-FFF2-40B4-BE49-F238E27FC236}">
                <a16:creationId xmlns:a16="http://schemas.microsoft.com/office/drawing/2014/main" id="{0281B16C-9D57-49D1-9402-6250C682DF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8" name="9wup_2_tuned_PredictedLigand_26">
            <a:extLst>
              <a:ext uri="{FF2B5EF4-FFF2-40B4-BE49-F238E27FC236}">
                <a16:creationId xmlns:a16="http://schemas.microsoft.com/office/drawing/2014/main" id="{C097674C-5765-41AC-8339-15267389B7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79" name="9wup_2_tuned_PredictedLigand_27">
            <a:extLst>
              <a:ext uri="{FF2B5EF4-FFF2-40B4-BE49-F238E27FC236}">
                <a16:creationId xmlns:a16="http://schemas.microsoft.com/office/drawing/2014/main" id="{931390CF-DD5E-4C6E-894B-A8121C1E26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0" name="9wup_2_tuned_PredictedLigand_28">
            <a:extLst>
              <a:ext uri="{FF2B5EF4-FFF2-40B4-BE49-F238E27FC236}">
                <a16:creationId xmlns:a16="http://schemas.microsoft.com/office/drawing/2014/main" id="{DD5BB988-96CF-4F68-946A-52B00E36B53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1" name="9wup_2_tuned_PredictedLigand_29">
            <a:extLst>
              <a:ext uri="{FF2B5EF4-FFF2-40B4-BE49-F238E27FC236}">
                <a16:creationId xmlns:a16="http://schemas.microsoft.com/office/drawing/2014/main" id="{B3B9BE95-ACC4-4978-BF1D-72429129CD9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2" name="9wup_2_tuned_PredictedLigand_30">
            <a:extLst>
              <a:ext uri="{FF2B5EF4-FFF2-40B4-BE49-F238E27FC236}">
                <a16:creationId xmlns:a16="http://schemas.microsoft.com/office/drawing/2014/main" id="{6F0B25F0-BE57-404D-8E6B-772D96DCBCF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3" name="9wup_2_tuned_PredictedLigand_31">
            <a:extLst>
              <a:ext uri="{FF2B5EF4-FFF2-40B4-BE49-F238E27FC236}">
                <a16:creationId xmlns:a16="http://schemas.microsoft.com/office/drawing/2014/main" id="{1CBD9D9F-6726-4291-BDF2-3F98E49E153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4" name="9wup_2_tuned_PredictedLigand_32">
            <a:extLst>
              <a:ext uri="{FF2B5EF4-FFF2-40B4-BE49-F238E27FC236}">
                <a16:creationId xmlns:a16="http://schemas.microsoft.com/office/drawing/2014/main" id="{5F587410-2DFC-487F-A528-CC24AF8CE4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5" name="9wup_2_tuned_PredictedLigand_33">
            <a:extLst>
              <a:ext uri="{FF2B5EF4-FFF2-40B4-BE49-F238E27FC236}">
                <a16:creationId xmlns:a16="http://schemas.microsoft.com/office/drawing/2014/main" id="{DA008ADB-46F4-4BAC-B225-E4EAEB484EC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6" name="9wup_2_tuned_PredictedLigand_34">
            <a:extLst>
              <a:ext uri="{FF2B5EF4-FFF2-40B4-BE49-F238E27FC236}">
                <a16:creationId xmlns:a16="http://schemas.microsoft.com/office/drawing/2014/main" id="{B34C5549-F6E7-4979-B7F0-C0A62F74ACD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7" name="9wup_2_tuned_PredictedLigand_35">
            <a:extLst>
              <a:ext uri="{FF2B5EF4-FFF2-40B4-BE49-F238E27FC236}">
                <a16:creationId xmlns:a16="http://schemas.microsoft.com/office/drawing/2014/main" id="{E4590F55-9AEB-4B3F-A270-12A9E431D29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8" name="9wup_2_tuned_PredictedLigand_36">
            <a:extLst>
              <a:ext uri="{FF2B5EF4-FFF2-40B4-BE49-F238E27FC236}">
                <a16:creationId xmlns:a16="http://schemas.microsoft.com/office/drawing/2014/main" id="{5D8FF560-E2E9-4A0B-A330-57AF8173379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89" name="9wup_2_tuned_PredictedLigand_37">
            <a:extLst>
              <a:ext uri="{FF2B5EF4-FFF2-40B4-BE49-F238E27FC236}">
                <a16:creationId xmlns:a16="http://schemas.microsoft.com/office/drawing/2014/main" id="{6089D661-5A32-4C3B-863D-2E50B20A5C5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0" name="9wup_2_tuned_PredictedLigand_38">
            <a:extLst>
              <a:ext uri="{FF2B5EF4-FFF2-40B4-BE49-F238E27FC236}">
                <a16:creationId xmlns:a16="http://schemas.microsoft.com/office/drawing/2014/main" id="{1F13ACDC-D3ED-440C-8CDE-90FF4AEA02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1" name="9wup_2_tuned_PredictedLigand_39">
            <a:extLst>
              <a:ext uri="{FF2B5EF4-FFF2-40B4-BE49-F238E27FC236}">
                <a16:creationId xmlns:a16="http://schemas.microsoft.com/office/drawing/2014/main" id="{EB0077B3-5C84-4516-A6B0-89A1DB2F5C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2" name="9wup_2_tuned_PredictedLigand_40">
            <a:extLst>
              <a:ext uri="{FF2B5EF4-FFF2-40B4-BE49-F238E27FC236}">
                <a16:creationId xmlns:a16="http://schemas.microsoft.com/office/drawing/2014/main" id="{E54EDA2E-2975-442A-87C3-07F2626A425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3" name="9wup_2_tuned_PredictedLigand_41">
            <a:extLst>
              <a:ext uri="{FF2B5EF4-FFF2-40B4-BE49-F238E27FC236}">
                <a16:creationId xmlns:a16="http://schemas.microsoft.com/office/drawing/2014/main" id="{366694FE-67BD-4A9E-9B52-68B4FECA084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4" name="9wup_2_tuned_PredictedLigand_42">
            <a:extLst>
              <a:ext uri="{FF2B5EF4-FFF2-40B4-BE49-F238E27FC236}">
                <a16:creationId xmlns:a16="http://schemas.microsoft.com/office/drawing/2014/main" id="{91F134DE-59A2-4028-BCFB-05A83EF4839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5" name="9wup_2_tuned_PredictedLigand_43">
            <a:extLst>
              <a:ext uri="{FF2B5EF4-FFF2-40B4-BE49-F238E27FC236}">
                <a16:creationId xmlns:a16="http://schemas.microsoft.com/office/drawing/2014/main" id="{03DB8DDE-3069-4271-AA26-EF09162EAD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6" name="9wup_2_tuned_PredictedLigand_44">
            <a:extLst>
              <a:ext uri="{FF2B5EF4-FFF2-40B4-BE49-F238E27FC236}">
                <a16:creationId xmlns:a16="http://schemas.microsoft.com/office/drawing/2014/main" id="{40E1E6FA-A60B-4160-9E6B-527FD162DE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7" name="9wup_2_tuned_PredictedLigand_45">
            <a:extLst>
              <a:ext uri="{FF2B5EF4-FFF2-40B4-BE49-F238E27FC236}">
                <a16:creationId xmlns:a16="http://schemas.microsoft.com/office/drawing/2014/main" id="{6DF395B3-4E4E-4975-8A7B-1A735D6C3F3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8" name="9wup_2_tuned_PredictedLigand_46">
            <a:extLst>
              <a:ext uri="{FF2B5EF4-FFF2-40B4-BE49-F238E27FC236}">
                <a16:creationId xmlns:a16="http://schemas.microsoft.com/office/drawing/2014/main" id="{6E2D9685-9F9D-4890-A1B5-49D7F9E86C9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299" name="9wup_2_tuned_PredictedLigand_47">
            <a:extLst>
              <a:ext uri="{FF2B5EF4-FFF2-40B4-BE49-F238E27FC236}">
                <a16:creationId xmlns:a16="http://schemas.microsoft.com/office/drawing/2014/main" id="{F8D7EC86-73C3-4AD4-B308-329D8E2A053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0" name="9wup_2_tuned_PredictedLigand_48">
            <a:extLst>
              <a:ext uri="{FF2B5EF4-FFF2-40B4-BE49-F238E27FC236}">
                <a16:creationId xmlns:a16="http://schemas.microsoft.com/office/drawing/2014/main" id="{5E17A3F9-C4A5-4DB3-AB60-C5B042F30E7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1" name="9wup_2_tuned_PredictedLigand_49">
            <a:extLst>
              <a:ext uri="{FF2B5EF4-FFF2-40B4-BE49-F238E27FC236}">
                <a16:creationId xmlns:a16="http://schemas.microsoft.com/office/drawing/2014/main" id="{DBF28772-0FBF-40C2-B0B8-C3DE1B0349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2" name="9wup_2_tuned_PredictedLigand_50">
            <a:extLst>
              <a:ext uri="{FF2B5EF4-FFF2-40B4-BE49-F238E27FC236}">
                <a16:creationId xmlns:a16="http://schemas.microsoft.com/office/drawing/2014/main" id="{0677AF9B-EA26-4515-96B1-7FA65072AA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3" name="9wup_2_tuned_PredictedLigand_51">
            <a:extLst>
              <a:ext uri="{FF2B5EF4-FFF2-40B4-BE49-F238E27FC236}">
                <a16:creationId xmlns:a16="http://schemas.microsoft.com/office/drawing/2014/main" id="{FB1CAB3F-BCF8-4242-B8E2-D3B675F992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4" name="9wup_2_tuned_PredictedLigand_52">
            <a:extLst>
              <a:ext uri="{FF2B5EF4-FFF2-40B4-BE49-F238E27FC236}">
                <a16:creationId xmlns:a16="http://schemas.microsoft.com/office/drawing/2014/main" id="{F6539191-8BBC-402D-91F0-C9D7AEA8371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5" name="9wup_2_tuned_PredictedLigand_53">
            <a:extLst>
              <a:ext uri="{FF2B5EF4-FFF2-40B4-BE49-F238E27FC236}">
                <a16:creationId xmlns:a16="http://schemas.microsoft.com/office/drawing/2014/main" id="{863ADFBC-7563-46BC-9183-DFC22A93DD7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6" name="9wup_2_tuned_PredictedLigand_54">
            <a:extLst>
              <a:ext uri="{FF2B5EF4-FFF2-40B4-BE49-F238E27FC236}">
                <a16:creationId xmlns:a16="http://schemas.microsoft.com/office/drawing/2014/main" id="{87148B24-1469-4C0A-BA4A-C94367CBD1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7" name="9wup_2_tuned_PredictedLigand_55">
            <a:extLst>
              <a:ext uri="{FF2B5EF4-FFF2-40B4-BE49-F238E27FC236}">
                <a16:creationId xmlns:a16="http://schemas.microsoft.com/office/drawing/2014/main" id="{3B6B0F36-0B05-4965-B19C-58656F96DDB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8" name="9wup_2_tuned_PredictedLigand_56">
            <a:extLst>
              <a:ext uri="{FF2B5EF4-FFF2-40B4-BE49-F238E27FC236}">
                <a16:creationId xmlns:a16="http://schemas.microsoft.com/office/drawing/2014/main" id="{311C11B7-C16D-4DC1-9D2D-3A98DEA3B51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09" name="9wup_2_tuned_PredictedLigand_57">
            <a:extLst>
              <a:ext uri="{FF2B5EF4-FFF2-40B4-BE49-F238E27FC236}">
                <a16:creationId xmlns:a16="http://schemas.microsoft.com/office/drawing/2014/main" id="{C338BDFA-0A43-4320-899F-85EE697DA1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10" name="9wup_2_tuned_PredictedAtoms_0">
            <a:extLst>
              <a:ext uri="{FF2B5EF4-FFF2-40B4-BE49-F238E27FC236}">
                <a16:creationId xmlns:a16="http://schemas.microsoft.com/office/drawing/2014/main" id="{E32756A6-101B-429E-A928-A09518E6B6D8}"/>
              </a:ext>
            </a:extLst>
          </p:cNvPr>
          <p:cNvSpPr>
            <a:spLocks noGrp="1"/>
          </p:cNvSpPr>
          <p:nvPr/>
        </p:nvSpPr>
        <p:spPr>
          <a:xfrm>
            <a:off x="4234447" y="660802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1" name="9wup_2_tuned_PredictedAtoms_1">
            <a:extLst>
              <a:ext uri="{FF2B5EF4-FFF2-40B4-BE49-F238E27FC236}">
                <a16:creationId xmlns:a16="http://schemas.microsoft.com/office/drawing/2014/main" id="{B27884E7-1E36-42B0-95B7-92A93F2D4946}"/>
              </a:ext>
            </a:extLst>
          </p:cNvPr>
          <p:cNvSpPr>
            <a:spLocks noGrp="1"/>
          </p:cNvSpPr>
          <p:nvPr/>
        </p:nvSpPr>
        <p:spPr>
          <a:xfrm>
            <a:off x="4299699" y="67036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2" name="9wup_2_tuned_PredictedAtoms_2">
            <a:extLst>
              <a:ext uri="{FF2B5EF4-FFF2-40B4-BE49-F238E27FC236}">
                <a16:creationId xmlns:a16="http://schemas.microsoft.com/office/drawing/2014/main" id="{32148CB5-4C2A-47B7-A612-C792560C1732}"/>
              </a:ext>
            </a:extLst>
          </p:cNvPr>
          <p:cNvSpPr>
            <a:spLocks noGrp="1"/>
          </p:cNvSpPr>
          <p:nvPr/>
        </p:nvSpPr>
        <p:spPr>
          <a:xfrm>
            <a:off x="4395684" y="668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13" name="9wup_2_tuned_PredictedAtoms_3">
            <a:extLst>
              <a:ext uri="{FF2B5EF4-FFF2-40B4-BE49-F238E27FC236}">
                <a16:creationId xmlns:a16="http://schemas.microsoft.com/office/drawing/2014/main" id="{930FBC19-EA27-47CF-9497-2450BC699B4F}"/>
              </a:ext>
            </a:extLst>
          </p:cNvPr>
          <p:cNvSpPr>
            <a:spLocks noGrp="1"/>
          </p:cNvSpPr>
          <p:nvPr/>
        </p:nvSpPr>
        <p:spPr>
          <a:xfrm>
            <a:off x="4414894" y="677627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4" name="9wup_2_tuned_PredictedAtoms_4">
            <a:extLst>
              <a:ext uri="{FF2B5EF4-FFF2-40B4-BE49-F238E27FC236}">
                <a16:creationId xmlns:a16="http://schemas.microsoft.com/office/drawing/2014/main" id="{2EDE7B8E-724C-4B2D-9485-BA7F4DD3A71A}"/>
              </a:ext>
            </a:extLst>
          </p:cNvPr>
          <p:cNvSpPr>
            <a:spLocks noGrp="1"/>
          </p:cNvSpPr>
          <p:nvPr/>
        </p:nvSpPr>
        <p:spPr>
          <a:xfrm>
            <a:off x="4529416" y="6767556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15" name="9wup_2_tuned_PredictedAtoms_5">
            <a:extLst>
              <a:ext uri="{FF2B5EF4-FFF2-40B4-BE49-F238E27FC236}">
                <a16:creationId xmlns:a16="http://schemas.microsoft.com/office/drawing/2014/main" id="{5044122B-BCDA-4AB4-BE6D-A8C39BF83E5E}"/>
              </a:ext>
            </a:extLst>
          </p:cNvPr>
          <p:cNvSpPr>
            <a:spLocks noGrp="1"/>
          </p:cNvSpPr>
          <p:nvPr/>
        </p:nvSpPr>
        <p:spPr>
          <a:xfrm>
            <a:off x="4549221" y="664434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6" name="9wup_2_tuned_PredictedAtoms_6">
            <a:extLst>
              <a:ext uri="{FF2B5EF4-FFF2-40B4-BE49-F238E27FC236}">
                <a16:creationId xmlns:a16="http://schemas.microsoft.com/office/drawing/2014/main" id="{44FF282A-5F4C-47EA-AB40-C9C71796C40A}"/>
              </a:ext>
            </a:extLst>
          </p:cNvPr>
          <p:cNvSpPr>
            <a:spLocks noGrp="1"/>
          </p:cNvSpPr>
          <p:nvPr/>
        </p:nvSpPr>
        <p:spPr>
          <a:xfrm>
            <a:off x="4527245" y="684235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7" name="9wup_2_tuned_PredictedAtoms_7">
            <a:extLst>
              <a:ext uri="{FF2B5EF4-FFF2-40B4-BE49-F238E27FC236}">
                <a16:creationId xmlns:a16="http://schemas.microsoft.com/office/drawing/2014/main" id="{F15B778D-EB0B-4BCE-AC91-4365E207A5D3}"/>
              </a:ext>
            </a:extLst>
          </p:cNvPr>
          <p:cNvSpPr>
            <a:spLocks noGrp="1"/>
          </p:cNvSpPr>
          <p:nvPr/>
        </p:nvSpPr>
        <p:spPr>
          <a:xfrm>
            <a:off x="4636419" y="681900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18" name="9wup_2_tuned_PredictedAtoms_8">
            <a:extLst>
              <a:ext uri="{FF2B5EF4-FFF2-40B4-BE49-F238E27FC236}">
                <a16:creationId xmlns:a16="http://schemas.microsoft.com/office/drawing/2014/main" id="{60392649-D6A3-405F-B1DC-A4B2BF3D2631}"/>
              </a:ext>
            </a:extLst>
          </p:cNvPr>
          <p:cNvSpPr>
            <a:spLocks noGrp="1"/>
          </p:cNvSpPr>
          <p:nvPr/>
        </p:nvSpPr>
        <p:spPr>
          <a:xfrm>
            <a:off x="4731402" y="6921708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319" name="9wup_2_tuned_PredictedAtoms_9">
            <a:extLst>
              <a:ext uri="{FF2B5EF4-FFF2-40B4-BE49-F238E27FC236}">
                <a16:creationId xmlns:a16="http://schemas.microsoft.com/office/drawing/2014/main" id="{1D0C321B-AB65-4C8F-BC8D-62D5FE6BADA5}"/>
              </a:ext>
            </a:extLst>
          </p:cNvPr>
          <p:cNvSpPr>
            <a:spLocks noGrp="1"/>
          </p:cNvSpPr>
          <p:nvPr/>
        </p:nvSpPr>
        <p:spPr>
          <a:xfrm>
            <a:off x="4804994" y="688305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0" name="9wup_2_tuned_PredictedAtoms_10">
            <a:extLst>
              <a:ext uri="{FF2B5EF4-FFF2-40B4-BE49-F238E27FC236}">
                <a16:creationId xmlns:a16="http://schemas.microsoft.com/office/drawing/2014/main" id="{19FD985D-642F-4237-B370-15BC3D911AED}"/>
              </a:ext>
            </a:extLst>
          </p:cNvPr>
          <p:cNvSpPr>
            <a:spLocks noGrp="1"/>
          </p:cNvSpPr>
          <p:nvPr/>
        </p:nvSpPr>
        <p:spPr>
          <a:xfrm>
            <a:off x="4665539" y="703549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1" name="9wup_2_tuned_PredictedAtoms_11">
            <a:extLst>
              <a:ext uri="{FF2B5EF4-FFF2-40B4-BE49-F238E27FC236}">
                <a16:creationId xmlns:a16="http://schemas.microsoft.com/office/drawing/2014/main" id="{8C038DA0-A2C7-4242-B349-E446D224C3D5}"/>
              </a:ext>
            </a:extLst>
          </p:cNvPr>
          <p:cNvSpPr>
            <a:spLocks noGrp="1"/>
          </p:cNvSpPr>
          <p:nvPr/>
        </p:nvSpPr>
        <p:spPr>
          <a:xfrm>
            <a:off x="4807833" y="6937356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2" name="9wup_2_tuned_PredictedAtoms_12">
            <a:extLst>
              <a:ext uri="{FF2B5EF4-FFF2-40B4-BE49-F238E27FC236}">
                <a16:creationId xmlns:a16="http://schemas.microsoft.com/office/drawing/2014/main" id="{C8F83532-ABB4-4899-9CA1-A66BEB753DDB}"/>
              </a:ext>
            </a:extLst>
          </p:cNvPr>
          <p:cNvSpPr>
            <a:spLocks noGrp="1"/>
          </p:cNvSpPr>
          <p:nvPr/>
        </p:nvSpPr>
        <p:spPr>
          <a:xfrm>
            <a:off x="4799977" y="70532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3" name="9wup_2_tuned_PredictedAtoms_13">
            <a:extLst>
              <a:ext uri="{FF2B5EF4-FFF2-40B4-BE49-F238E27FC236}">
                <a16:creationId xmlns:a16="http://schemas.microsoft.com/office/drawing/2014/main" id="{7E7F67F8-157F-47B9-98B9-68447D5C9727}"/>
              </a:ext>
            </a:extLst>
          </p:cNvPr>
          <p:cNvSpPr>
            <a:spLocks noGrp="1"/>
          </p:cNvSpPr>
          <p:nvPr/>
        </p:nvSpPr>
        <p:spPr>
          <a:xfrm>
            <a:off x="4886047" y="70613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4" name="9wup_2_tuned_PredictedAtoms_14">
            <a:extLst>
              <a:ext uri="{FF2B5EF4-FFF2-40B4-BE49-F238E27FC236}">
                <a16:creationId xmlns:a16="http://schemas.microsoft.com/office/drawing/2014/main" id="{9332A312-C4B4-4E58-BA60-434748667AFD}"/>
              </a:ext>
            </a:extLst>
          </p:cNvPr>
          <p:cNvSpPr>
            <a:spLocks noGrp="1"/>
          </p:cNvSpPr>
          <p:nvPr/>
        </p:nvSpPr>
        <p:spPr>
          <a:xfrm>
            <a:off x="4999984" y="700545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25" name="9wup_2_tuned_PredictedAtoms_15">
            <a:extLst>
              <a:ext uri="{FF2B5EF4-FFF2-40B4-BE49-F238E27FC236}">
                <a16:creationId xmlns:a16="http://schemas.microsoft.com/office/drawing/2014/main" id="{5889B85D-2550-4F38-80A3-75230CA0782C}"/>
              </a:ext>
            </a:extLst>
          </p:cNvPr>
          <p:cNvSpPr>
            <a:spLocks noGrp="1"/>
          </p:cNvSpPr>
          <p:nvPr/>
        </p:nvSpPr>
        <p:spPr>
          <a:xfrm>
            <a:off x="5029551" y="69814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6" name="9wup_2_tuned_PredictedAtoms_16">
            <a:extLst>
              <a:ext uri="{FF2B5EF4-FFF2-40B4-BE49-F238E27FC236}">
                <a16:creationId xmlns:a16="http://schemas.microsoft.com/office/drawing/2014/main" id="{EE08B168-6FC7-4315-A1C5-B85C532CD0B0}"/>
              </a:ext>
            </a:extLst>
          </p:cNvPr>
          <p:cNvSpPr>
            <a:spLocks noGrp="1"/>
          </p:cNvSpPr>
          <p:nvPr/>
        </p:nvSpPr>
        <p:spPr>
          <a:xfrm>
            <a:off x="5091739" y="686401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27" name="9wup_2_tuned_PredictedAtoms_17">
            <a:extLst>
              <a:ext uri="{FF2B5EF4-FFF2-40B4-BE49-F238E27FC236}">
                <a16:creationId xmlns:a16="http://schemas.microsoft.com/office/drawing/2014/main" id="{2F141CE6-81DF-4968-A194-B64E98391DED}"/>
              </a:ext>
            </a:extLst>
          </p:cNvPr>
          <p:cNvSpPr>
            <a:spLocks noGrp="1"/>
          </p:cNvSpPr>
          <p:nvPr/>
        </p:nvSpPr>
        <p:spPr>
          <a:xfrm>
            <a:off x="5042875" y="676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28" name="9wup_2_tuned_PredictedAtoms_18">
            <a:extLst>
              <a:ext uri="{FF2B5EF4-FFF2-40B4-BE49-F238E27FC236}">
                <a16:creationId xmlns:a16="http://schemas.microsoft.com/office/drawing/2014/main" id="{FA8C9A64-8DE1-4762-B64D-DD103EF61BD4}"/>
              </a:ext>
            </a:extLst>
          </p:cNvPr>
          <p:cNvSpPr>
            <a:spLocks noGrp="1"/>
          </p:cNvSpPr>
          <p:nvPr/>
        </p:nvSpPr>
        <p:spPr>
          <a:xfrm>
            <a:off x="5124121" y="667989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29" name="9wup_2_tuned_PredictedAtoms_19">
            <a:extLst>
              <a:ext uri="{FF2B5EF4-FFF2-40B4-BE49-F238E27FC236}">
                <a16:creationId xmlns:a16="http://schemas.microsoft.com/office/drawing/2014/main" id="{EE9C0B1C-0E64-475E-B9D2-81348B65AC60}"/>
              </a:ext>
            </a:extLst>
          </p:cNvPr>
          <p:cNvSpPr>
            <a:spLocks noGrp="1"/>
          </p:cNvSpPr>
          <p:nvPr/>
        </p:nvSpPr>
        <p:spPr>
          <a:xfrm>
            <a:off x="5229418" y="6717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0" name="9wup_2_tuned_PredictedAtoms_20">
            <a:extLst>
              <a:ext uri="{FF2B5EF4-FFF2-40B4-BE49-F238E27FC236}">
                <a16:creationId xmlns:a16="http://schemas.microsoft.com/office/drawing/2014/main" id="{21E3B7FE-D185-42FF-97B4-BCFF0CA96C58}"/>
              </a:ext>
            </a:extLst>
          </p:cNvPr>
          <p:cNvSpPr>
            <a:spLocks noGrp="1"/>
          </p:cNvSpPr>
          <p:nvPr/>
        </p:nvSpPr>
        <p:spPr>
          <a:xfrm>
            <a:off x="5345725" y="6669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1" name="9wup_2_tuned_PredictedAtoms_21">
            <a:extLst>
              <a:ext uri="{FF2B5EF4-FFF2-40B4-BE49-F238E27FC236}">
                <a16:creationId xmlns:a16="http://schemas.microsoft.com/office/drawing/2014/main" id="{F0CF3A16-B3B0-4E82-A334-BE5185915985}"/>
              </a:ext>
            </a:extLst>
          </p:cNvPr>
          <p:cNvSpPr>
            <a:spLocks noGrp="1"/>
          </p:cNvSpPr>
          <p:nvPr/>
        </p:nvSpPr>
        <p:spPr>
          <a:xfrm>
            <a:off x="5376598" y="656332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32" name="9wup_2_tuned_PredictedAtoms_22">
            <a:extLst>
              <a:ext uri="{FF2B5EF4-FFF2-40B4-BE49-F238E27FC236}">
                <a16:creationId xmlns:a16="http://schemas.microsoft.com/office/drawing/2014/main" id="{687E392A-1C20-49D5-9C80-65FB2D7B868C}"/>
              </a:ext>
            </a:extLst>
          </p:cNvPr>
          <p:cNvSpPr>
            <a:spLocks noGrp="1"/>
          </p:cNvSpPr>
          <p:nvPr/>
        </p:nvSpPr>
        <p:spPr>
          <a:xfrm>
            <a:off x="5428655" y="673583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33" name="9wup_2_tuned_PredictedAtoms_23">
            <a:extLst>
              <a:ext uri="{FF2B5EF4-FFF2-40B4-BE49-F238E27FC236}">
                <a16:creationId xmlns:a16="http://schemas.microsoft.com/office/drawing/2014/main" id="{BF81A9D4-5014-4AED-8A28-4D68624316D6}"/>
              </a:ext>
            </a:extLst>
          </p:cNvPr>
          <p:cNvSpPr>
            <a:spLocks noGrp="1"/>
          </p:cNvSpPr>
          <p:nvPr/>
        </p:nvSpPr>
        <p:spPr>
          <a:xfrm>
            <a:off x="5401312" y="68444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4" name="9wup_2_tuned_PredictedAtoms_24">
            <a:extLst>
              <a:ext uri="{FF2B5EF4-FFF2-40B4-BE49-F238E27FC236}">
                <a16:creationId xmlns:a16="http://schemas.microsoft.com/office/drawing/2014/main" id="{EC816A11-FBAE-4023-A2CC-C513C49AB62A}"/>
              </a:ext>
            </a:extLst>
          </p:cNvPr>
          <p:cNvSpPr>
            <a:spLocks noGrp="1"/>
          </p:cNvSpPr>
          <p:nvPr/>
        </p:nvSpPr>
        <p:spPr>
          <a:xfrm>
            <a:off x="5290070" y="6891554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35" name="9wup_2_tuned_PredictedAtoms_25">
            <a:extLst>
              <a:ext uri="{FF2B5EF4-FFF2-40B4-BE49-F238E27FC236}">
                <a16:creationId xmlns:a16="http://schemas.microsoft.com/office/drawing/2014/main" id="{11DC8AC0-0F53-486C-8DED-5100F09051C3}"/>
              </a:ext>
            </a:extLst>
          </p:cNvPr>
          <p:cNvSpPr>
            <a:spLocks noGrp="1"/>
          </p:cNvSpPr>
          <p:nvPr/>
        </p:nvSpPr>
        <p:spPr>
          <a:xfrm>
            <a:off x="5206421" y="68324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6" name="9wup_2_tuned_PredictedAtoms_26">
            <a:extLst>
              <a:ext uri="{FF2B5EF4-FFF2-40B4-BE49-F238E27FC236}">
                <a16:creationId xmlns:a16="http://schemas.microsoft.com/office/drawing/2014/main" id="{EA07637E-BDF9-4C49-B133-6C280B72CEC6}"/>
              </a:ext>
            </a:extLst>
          </p:cNvPr>
          <p:cNvSpPr>
            <a:spLocks noGrp="1"/>
          </p:cNvSpPr>
          <p:nvPr/>
        </p:nvSpPr>
        <p:spPr>
          <a:xfrm>
            <a:off x="4916846" y="70029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7" name="9wup_2_tuned_PredictedAtoms_27">
            <a:extLst>
              <a:ext uri="{FF2B5EF4-FFF2-40B4-BE49-F238E27FC236}">
                <a16:creationId xmlns:a16="http://schemas.microsoft.com/office/drawing/2014/main" id="{2A2840F0-580C-4A75-AE4D-201ACE3910F4}"/>
              </a:ext>
            </a:extLst>
          </p:cNvPr>
          <p:cNvSpPr>
            <a:spLocks noGrp="1"/>
          </p:cNvSpPr>
          <p:nvPr/>
        </p:nvSpPr>
        <p:spPr>
          <a:xfrm>
            <a:off x="4924821" y="708930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38" name="9wup_2_tuned_PredictedAtoms_28">
            <a:extLst>
              <a:ext uri="{FF2B5EF4-FFF2-40B4-BE49-F238E27FC236}">
                <a16:creationId xmlns:a16="http://schemas.microsoft.com/office/drawing/2014/main" id="{05009BE5-D74F-4855-9A42-D1CD97231EC0}"/>
              </a:ext>
            </a:extLst>
          </p:cNvPr>
          <p:cNvSpPr>
            <a:spLocks noGrp="1"/>
          </p:cNvSpPr>
          <p:nvPr/>
        </p:nvSpPr>
        <p:spPr>
          <a:xfrm>
            <a:off x="4824684" y="70391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39" name="9wup_2_tuned_PredictedAtoms_29">
            <a:extLst>
              <a:ext uri="{FF2B5EF4-FFF2-40B4-BE49-F238E27FC236}">
                <a16:creationId xmlns:a16="http://schemas.microsoft.com/office/drawing/2014/main" id="{BD5AD4E0-F72A-4F50-A36A-C3C1FB60933F}"/>
              </a:ext>
            </a:extLst>
          </p:cNvPr>
          <p:cNvSpPr>
            <a:spLocks noGrp="1"/>
          </p:cNvSpPr>
          <p:nvPr/>
        </p:nvSpPr>
        <p:spPr>
          <a:xfrm>
            <a:off x="4761204" y="713974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40" name="9wup_2_tuned_PredictedAtoms_30">
            <a:extLst>
              <a:ext uri="{FF2B5EF4-FFF2-40B4-BE49-F238E27FC236}">
                <a16:creationId xmlns:a16="http://schemas.microsoft.com/office/drawing/2014/main" id="{112F45F4-5358-4B65-8E00-7D0B3B502A4A}"/>
              </a:ext>
            </a:extLst>
          </p:cNvPr>
          <p:cNvSpPr>
            <a:spLocks noGrp="1"/>
          </p:cNvSpPr>
          <p:nvPr/>
        </p:nvSpPr>
        <p:spPr>
          <a:xfrm>
            <a:off x="4237764" y="68158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1" name="9wup_2_tuned_PredictedAtoms_31">
            <a:extLst>
              <a:ext uri="{FF2B5EF4-FFF2-40B4-BE49-F238E27FC236}">
                <a16:creationId xmlns:a16="http://schemas.microsoft.com/office/drawing/2014/main" id="{B73F358B-040F-4365-BA20-8EF66DC73226}"/>
              </a:ext>
            </a:extLst>
          </p:cNvPr>
          <p:cNvSpPr>
            <a:spLocks noGrp="1"/>
          </p:cNvSpPr>
          <p:nvPr/>
        </p:nvSpPr>
        <p:spPr>
          <a:xfrm>
            <a:off x="4292793" y="691600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42" name="9wup_2_tuned_PredictedAtoms_32">
            <a:extLst>
              <a:ext uri="{FF2B5EF4-FFF2-40B4-BE49-F238E27FC236}">
                <a16:creationId xmlns:a16="http://schemas.microsoft.com/office/drawing/2014/main" id="{E5616DBD-4D73-4A1F-B871-E3A24B3CF000}"/>
              </a:ext>
            </a:extLst>
          </p:cNvPr>
          <p:cNvSpPr>
            <a:spLocks noGrp="1"/>
          </p:cNvSpPr>
          <p:nvPr/>
        </p:nvSpPr>
        <p:spPr>
          <a:xfrm>
            <a:off x="4100972" y="6818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3" name="9wup_2_tuned_PredictedAtoms_33">
            <a:extLst>
              <a:ext uri="{FF2B5EF4-FFF2-40B4-BE49-F238E27FC236}">
                <a16:creationId xmlns:a16="http://schemas.microsoft.com/office/drawing/2014/main" id="{59DA4D1B-EAC3-4137-9EAE-2AE7D7C50A11}"/>
              </a:ext>
            </a:extLst>
          </p:cNvPr>
          <p:cNvSpPr>
            <a:spLocks noGrp="1"/>
          </p:cNvSpPr>
          <p:nvPr/>
        </p:nvSpPr>
        <p:spPr>
          <a:xfrm>
            <a:off x="4041739" y="69005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44" name="9wup_2_tuned_PredictedAtoms_34">
            <a:extLst>
              <a:ext uri="{FF2B5EF4-FFF2-40B4-BE49-F238E27FC236}">
                <a16:creationId xmlns:a16="http://schemas.microsoft.com/office/drawing/2014/main" id="{DF77EE9B-0478-46A4-B0ED-6EF9EE9EE61B}"/>
              </a:ext>
            </a:extLst>
          </p:cNvPr>
          <p:cNvSpPr>
            <a:spLocks noGrp="1"/>
          </p:cNvSpPr>
          <p:nvPr/>
        </p:nvSpPr>
        <p:spPr>
          <a:xfrm>
            <a:off x="4062418" y="6845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5" name="9wup_2_tuned_PredictedAtoms_35">
            <a:extLst>
              <a:ext uri="{FF2B5EF4-FFF2-40B4-BE49-F238E27FC236}">
                <a16:creationId xmlns:a16="http://schemas.microsoft.com/office/drawing/2014/main" id="{0C650DAD-C90E-413B-91E5-89C0AEEA3C9A}"/>
              </a:ext>
            </a:extLst>
          </p:cNvPr>
          <p:cNvSpPr>
            <a:spLocks noGrp="1"/>
          </p:cNvSpPr>
          <p:nvPr/>
        </p:nvSpPr>
        <p:spPr>
          <a:xfrm>
            <a:off x="3934490" y="6823765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46" name="9wup_2_tuned_PredictedAtoms_36">
            <a:extLst>
              <a:ext uri="{FF2B5EF4-FFF2-40B4-BE49-F238E27FC236}">
                <a16:creationId xmlns:a16="http://schemas.microsoft.com/office/drawing/2014/main" id="{B8DCF0D2-5B89-4E6E-82C8-8E06515561A0}"/>
              </a:ext>
            </a:extLst>
          </p:cNvPr>
          <p:cNvSpPr>
            <a:spLocks noGrp="1"/>
          </p:cNvSpPr>
          <p:nvPr/>
        </p:nvSpPr>
        <p:spPr>
          <a:xfrm>
            <a:off x="3905877" y="6706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7" name="9wup_2_tuned_PredictedAtoms_37">
            <a:extLst>
              <a:ext uri="{FF2B5EF4-FFF2-40B4-BE49-F238E27FC236}">
                <a16:creationId xmlns:a16="http://schemas.microsoft.com/office/drawing/2014/main" id="{D4635F7F-CA24-4B8A-8118-02A7294B8555}"/>
              </a:ext>
            </a:extLst>
          </p:cNvPr>
          <p:cNvSpPr>
            <a:spLocks noGrp="1"/>
          </p:cNvSpPr>
          <p:nvPr/>
        </p:nvSpPr>
        <p:spPr>
          <a:xfrm>
            <a:off x="3986204" y="6616648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48" name="9wup_2_tuned_PredictedAtoms_38">
            <a:extLst>
              <a:ext uri="{FF2B5EF4-FFF2-40B4-BE49-F238E27FC236}">
                <a16:creationId xmlns:a16="http://schemas.microsoft.com/office/drawing/2014/main" id="{C5600887-5E5A-42C1-A38F-78624618B9F3}"/>
              </a:ext>
            </a:extLst>
          </p:cNvPr>
          <p:cNvSpPr>
            <a:spLocks noGrp="1"/>
          </p:cNvSpPr>
          <p:nvPr/>
        </p:nvSpPr>
        <p:spPr>
          <a:xfrm>
            <a:off x="3968643" y="6499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49" name="9wup_2_tuned_PredictedAtoms_39">
            <a:extLst>
              <a:ext uri="{FF2B5EF4-FFF2-40B4-BE49-F238E27FC236}">
                <a16:creationId xmlns:a16="http://schemas.microsoft.com/office/drawing/2014/main" id="{80E13195-769C-4756-9DB5-90DEF1F7B91C}"/>
              </a:ext>
            </a:extLst>
          </p:cNvPr>
          <p:cNvSpPr>
            <a:spLocks noGrp="1"/>
          </p:cNvSpPr>
          <p:nvPr/>
        </p:nvSpPr>
        <p:spPr>
          <a:xfrm>
            <a:off x="4051098" y="6417569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50" name="9wup_2_tuned_PredictedAtoms_40">
            <a:extLst>
              <a:ext uri="{FF2B5EF4-FFF2-40B4-BE49-F238E27FC236}">
                <a16:creationId xmlns:a16="http://schemas.microsoft.com/office/drawing/2014/main" id="{71E96ECC-88FF-4164-97E9-DDDA301B4EB9}"/>
              </a:ext>
            </a:extLst>
          </p:cNvPr>
          <p:cNvSpPr>
            <a:spLocks noGrp="1"/>
          </p:cNvSpPr>
          <p:nvPr/>
        </p:nvSpPr>
        <p:spPr>
          <a:xfrm>
            <a:off x="3851083" y="646571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1" name="9wup_2_tuned_PredictedAtoms_41">
            <a:extLst>
              <a:ext uri="{FF2B5EF4-FFF2-40B4-BE49-F238E27FC236}">
                <a16:creationId xmlns:a16="http://schemas.microsoft.com/office/drawing/2014/main" id="{83C9A58A-88FB-424A-947C-D35C8739F9AA}"/>
              </a:ext>
            </a:extLst>
          </p:cNvPr>
          <p:cNvSpPr>
            <a:spLocks noGrp="1"/>
          </p:cNvSpPr>
          <p:nvPr/>
        </p:nvSpPr>
        <p:spPr>
          <a:xfrm>
            <a:off x="3757810" y="65450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2" name="9wup_2_tuned_PredictedAtoms_42">
            <a:extLst>
              <a:ext uri="{FF2B5EF4-FFF2-40B4-BE49-F238E27FC236}">
                <a16:creationId xmlns:a16="http://schemas.microsoft.com/office/drawing/2014/main" id="{B71A1886-08B4-46BE-80D5-C917EF267AD1}"/>
              </a:ext>
            </a:extLst>
          </p:cNvPr>
          <p:cNvSpPr>
            <a:spLocks noGrp="1"/>
          </p:cNvSpPr>
          <p:nvPr/>
        </p:nvSpPr>
        <p:spPr>
          <a:xfrm>
            <a:off x="3656538" y="650541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353" name="9wup_2_tuned_PredictedAtoms_43">
            <a:extLst>
              <a:ext uri="{FF2B5EF4-FFF2-40B4-BE49-F238E27FC236}">
                <a16:creationId xmlns:a16="http://schemas.microsoft.com/office/drawing/2014/main" id="{C82BD36E-6F89-4FE2-ACF5-87897152CF5F}"/>
              </a:ext>
            </a:extLst>
          </p:cNvPr>
          <p:cNvSpPr>
            <a:spLocks noGrp="1"/>
          </p:cNvSpPr>
          <p:nvPr/>
        </p:nvSpPr>
        <p:spPr>
          <a:xfrm>
            <a:off x="3788795" y="6671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4" name="9wup_2_tuned_PredictedAtoms_44">
            <a:extLst>
              <a:ext uri="{FF2B5EF4-FFF2-40B4-BE49-F238E27FC236}">
                <a16:creationId xmlns:a16="http://schemas.microsoft.com/office/drawing/2014/main" id="{70372011-12D5-4623-8D02-2988515589E9}"/>
              </a:ext>
            </a:extLst>
          </p:cNvPr>
          <p:cNvSpPr>
            <a:spLocks noGrp="1"/>
          </p:cNvSpPr>
          <p:nvPr/>
        </p:nvSpPr>
        <p:spPr>
          <a:xfrm>
            <a:off x="3705042" y="676041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355" name="9wup_2_tuned_PredictedAtoms_45">
            <a:extLst>
              <a:ext uri="{FF2B5EF4-FFF2-40B4-BE49-F238E27FC236}">
                <a16:creationId xmlns:a16="http://schemas.microsoft.com/office/drawing/2014/main" id="{69E2A545-9EC2-4D27-82C5-A4C4FC9BFA99}"/>
              </a:ext>
            </a:extLst>
          </p:cNvPr>
          <p:cNvSpPr>
            <a:spLocks noGrp="1"/>
          </p:cNvSpPr>
          <p:nvPr/>
        </p:nvSpPr>
        <p:spPr>
          <a:xfrm>
            <a:off x="3733352" y="6875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6" name="9wup_2_tuned_PredictedAtoms_46">
            <a:extLst>
              <a:ext uri="{FF2B5EF4-FFF2-40B4-BE49-F238E27FC236}">
                <a16:creationId xmlns:a16="http://schemas.microsoft.com/office/drawing/2014/main" id="{FA2A73BF-E82F-4FFD-BB7C-66140E736AD3}"/>
              </a:ext>
            </a:extLst>
          </p:cNvPr>
          <p:cNvSpPr>
            <a:spLocks noGrp="1"/>
          </p:cNvSpPr>
          <p:nvPr/>
        </p:nvSpPr>
        <p:spPr>
          <a:xfrm>
            <a:off x="3642843" y="6964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7" name="9wup_2_tuned_PredictedAtoms_47">
            <a:extLst>
              <a:ext uri="{FF2B5EF4-FFF2-40B4-BE49-F238E27FC236}">
                <a16:creationId xmlns:a16="http://schemas.microsoft.com/office/drawing/2014/main" id="{93262DEE-B568-4D76-8C2E-1DCA2D0C800E}"/>
              </a:ext>
            </a:extLst>
          </p:cNvPr>
          <p:cNvSpPr>
            <a:spLocks noGrp="1"/>
          </p:cNvSpPr>
          <p:nvPr/>
        </p:nvSpPr>
        <p:spPr>
          <a:xfrm>
            <a:off x="3665260" y="70850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8" name="9wup_2_tuned_PredictedAtoms_48">
            <a:extLst>
              <a:ext uri="{FF2B5EF4-FFF2-40B4-BE49-F238E27FC236}">
                <a16:creationId xmlns:a16="http://schemas.microsoft.com/office/drawing/2014/main" id="{A637A1C6-949C-4575-B701-42A23FBE66D4}"/>
              </a:ext>
            </a:extLst>
          </p:cNvPr>
          <p:cNvSpPr>
            <a:spLocks noGrp="1"/>
          </p:cNvSpPr>
          <p:nvPr/>
        </p:nvSpPr>
        <p:spPr>
          <a:xfrm>
            <a:off x="3566497" y="71736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59" name="9wup_2_tuned_PredictedAtoms_49">
            <a:extLst>
              <a:ext uri="{FF2B5EF4-FFF2-40B4-BE49-F238E27FC236}">
                <a16:creationId xmlns:a16="http://schemas.microsoft.com/office/drawing/2014/main" id="{A65678F7-5486-4BE1-BFF9-249727B3BCFF}"/>
              </a:ext>
            </a:extLst>
          </p:cNvPr>
          <p:cNvSpPr>
            <a:spLocks noGrp="1"/>
          </p:cNvSpPr>
          <p:nvPr/>
        </p:nvSpPr>
        <p:spPr>
          <a:xfrm>
            <a:off x="3781730" y="71269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0" name="9wup_2_tuned_PredictedAtoms_50">
            <a:extLst>
              <a:ext uri="{FF2B5EF4-FFF2-40B4-BE49-F238E27FC236}">
                <a16:creationId xmlns:a16="http://schemas.microsoft.com/office/drawing/2014/main" id="{5A3B427D-1A06-4A0B-A168-72704DE73AE9}"/>
              </a:ext>
            </a:extLst>
          </p:cNvPr>
          <p:cNvSpPr>
            <a:spLocks noGrp="1"/>
          </p:cNvSpPr>
          <p:nvPr/>
        </p:nvSpPr>
        <p:spPr>
          <a:xfrm>
            <a:off x="3815418" y="72548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1" name="9wup_2_tuned_PredictedAtoms_51">
            <a:extLst>
              <a:ext uri="{FF2B5EF4-FFF2-40B4-BE49-F238E27FC236}">
                <a16:creationId xmlns:a16="http://schemas.microsoft.com/office/drawing/2014/main" id="{D323D1BB-6F98-4B3F-92F5-EF7B444E1391}"/>
              </a:ext>
            </a:extLst>
          </p:cNvPr>
          <p:cNvSpPr>
            <a:spLocks noGrp="1"/>
          </p:cNvSpPr>
          <p:nvPr/>
        </p:nvSpPr>
        <p:spPr>
          <a:xfrm>
            <a:off x="3871103" y="70380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2" name="9wup_2_tuned_PredictedAtoms_52">
            <a:extLst>
              <a:ext uri="{FF2B5EF4-FFF2-40B4-BE49-F238E27FC236}">
                <a16:creationId xmlns:a16="http://schemas.microsoft.com/office/drawing/2014/main" id="{9BDB4C03-C7D4-46EE-BF13-A328B93C0638}"/>
              </a:ext>
            </a:extLst>
          </p:cNvPr>
          <p:cNvSpPr>
            <a:spLocks noGrp="1"/>
          </p:cNvSpPr>
          <p:nvPr/>
        </p:nvSpPr>
        <p:spPr>
          <a:xfrm>
            <a:off x="3849434" y="69119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363" name="stage3-cases-alternatives_36">
            <a:extLst>
              <a:ext uri="{FF2B5EF4-FFF2-40B4-BE49-F238E27FC236}">
                <a16:creationId xmlns:a16="http://schemas.microsoft.com/office/drawing/2014/main" id="{E8008895-2103-4A48-8F34-D8141C843726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364" name="9wup_2_build_Receptor">
            <a:extLst>
              <a:ext uri="{FF2B5EF4-FFF2-40B4-BE49-F238E27FC236}">
                <a16:creationId xmlns:a16="http://schemas.microsoft.com/office/drawing/2014/main" id="{5E5555AA-00DC-4944-A01F-356F17149A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D3D9DD"/>
            </a:solidFill>
            <a:prstDash val="solid"/>
          </a:ln>
        </p:spPr>
      </p:sp>
      <p:sp>
        <p:nvSpPr>
          <p:cNvPr id="1365" name="9wup_2_build_ExperimentalDensity">
            <a:extLst>
              <a:ext uri="{FF2B5EF4-FFF2-40B4-BE49-F238E27FC236}">
                <a16:creationId xmlns:a16="http://schemas.microsoft.com/office/drawing/2014/main" id="{884AF899-C64D-4EDE-8CFA-6DAD9B2AB9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66" name="9wup_2_build_ReferenceLigand_0">
            <a:extLst>
              <a:ext uri="{FF2B5EF4-FFF2-40B4-BE49-F238E27FC236}">
                <a16:creationId xmlns:a16="http://schemas.microsoft.com/office/drawing/2014/main" id="{203FDC78-EF43-4938-BFE9-CB5F261442C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build_ReferenceLigand_1">
            <a:extLst>
              <a:ext uri="{FF2B5EF4-FFF2-40B4-BE49-F238E27FC236}">
                <a16:creationId xmlns:a16="http://schemas.microsoft.com/office/drawing/2014/main" id="{3E902400-D5FA-4915-86D5-313FD36045F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build_ReferenceLigand_2">
            <a:extLst>
              <a:ext uri="{FF2B5EF4-FFF2-40B4-BE49-F238E27FC236}">
                <a16:creationId xmlns:a16="http://schemas.microsoft.com/office/drawing/2014/main" id="{72D303AB-91F4-42F1-8CC3-82A568D1C9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build_ReferenceLigand_3">
            <a:extLst>
              <a:ext uri="{FF2B5EF4-FFF2-40B4-BE49-F238E27FC236}">
                <a16:creationId xmlns:a16="http://schemas.microsoft.com/office/drawing/2014/main" id="{8FBF77E2-4C05-4996-8008-E05E855C1C2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build_ReferenceLigand_4">
            <a:extLst>
              <a:ext uri="{FF2B5EF4-FFF2-40B4-BE49-F238E27FC236}">
                <a16:creationId xmlns:a16="http://schemas.microsoft.com/office/drawing/2014/main" id="{C15BEDCC-5BBF-434D-8ED9-1E826004AEB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build_ReferenceLigand_5">
            <a:extLst>
              <a:ext uri="{FF2B5EF4-FFF2-40B4-BE49-F238E27FC236}">
                <a16:creationId xmlns:a16="http://schemas.microsoft.com/office/drawing/2014/main" id="{CA9BFE61-E03D-4138-948B-B8583E7B0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build_ReferenceLigand_6">
            <a:extLst>
              <a:ext uri="{FF2B5EF4-FFF2-40B4-BE49-F238E27FC236}">
                <a16:creationId xmlns:a16="http://schemas.microsoft.com/office/drawing/2014/main" id="{04009BBD-65C9-4983-845E-1D67934FEFE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build_ReferenceLigand_7">
            <a:extLst>
              <a:ext uri="{FF2B5EF4-FFF2-40B4-BE49-F238E27FC236}">
                <a16:creationId xmlns:a16="http://schemas.microsoft.com/office/drawing/2014/main" id="{DAEB20B6-64EC-4470-BE81-092BECBA902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build_ReferenceLigand_8">
            <a:extLst>
              <a:ext uri="{FF2B5EF4-FFF2-40B4-BE49-F238E27FC236}">
                <a16:creationId xmlns:a16="http://schemas.microsoft.com/office/drawing/2014/main" id="{9C62D73A-74D5-40E7-AF97-EE974E9F5CD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build_ReferenceLigand_9">
            <a:extLst>
              <a:ext uri="{FF2B5EF4-FFF2-40B4-BE49-F238E27FC236}">
                <a16:creationId xmlns:a16="http://schemas.microsoft.com/office/drawing/2014/main" id="{BED7F7D1-034C-4456-97B7-BD0AF94F2EB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build_ReferenceLigand_10">
            <a:extLst>
              <a:ext uri="{FF2B5EF4-FFF2-40B4-BE49-F238E27FC236}">
                <a16:creationId xmlns:a16="http://schemas.microsoft.com/office/drawing/2014/main" id="{F67BFEC2-FCA5-4B20-952B-128FBBE385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build_ReferenceLigand_11">
            <a:extLst>
              <a:ext uri="{FF2B5EF4-FFF2-40B4-BE49-F238E27FC236}">
                <a16:creationId xmlns:a16="http://schemas.microsoft.com/office/drawing/2014/main" id="{A493BA7F-9267-44B0-8627-CA482E610E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build_ReferenceLigand_12">
            <a:extLst>
              <a:ext uri="{FF2B5EF4-FFF2-40B4-BE49-F238E27FC236}">
                <a16:creationId xmlns:a16="http://schemas.microsoft.com/office/drawing/2014/main" id="{A0C3695E-59B8-42D1-B8EB-7BF5C70D8CE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build_ReferenceLigand_13">
            <a:extLst>
              <a:ext uri="{FF2B5EF4-FFF2-40B4-BE49-F238E27FC236}">
                <a16:creationId xmlns:a16="http://schemas.microsoft.com/office/drawing/2014/main" id="{A293D271-946A-42EF-B03E-7C311F9B399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build_ReferenceLigand_14">
            <a:extLst>
              <a:ext uri="{FF2B5EF4-FFF2-40B4-BE49-F238E27FC236}">
                <a16:creationId xmlns:a16="http://schemas.microsoft.com/office/drawing/2014/main" id="{654AA3FD-E0B9-44BE-B717-D78551A1FE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build_ReferenceLigand_15">
            <a:extLst>
              <a:ext uri="{FF2B5EF4-FFF2-40B4-BE49-F238E27FC236}">
                <a16:creationId xmlns:a16="http://schemas.microsoft.com/office/drawing/2014/main" id="{CC121BFB-B3A0-4D62-9B4B-B111DE307B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build_ReferenceLigand_16">
            <a:extLst>
              <a:ext uri="{FF2B5EF4-FFF2-40B4-BE49-F238E27FC236}">
                <a16:creationId xmlns:a16="http://schemas.microsoft.com/office/drawing/2014/main" id="{48476DE4-BB9C-4F6C-A8FC-9001132CA4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build_ReferenceLigand_17">
            <a:extLst>
              <a:ext uri="{FF2B5EF4-FFF2-40B4-BE49-F238E27FC236}">
                <a16:creationId xmlns:a16="http://schemas.microsoft.com/office/drawing/2014/main" id="{1A54290F-7A26-4C42-809D-45FBBAEAB1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build_ReferenceLigand_18">
            <a:extLst>
              <a:ext uri="{FF2B5EF4-FFF2-40B4-BE49-F238E27FC236}">
                <a16:creationId xmlns:a16="http://schemas.microsoft.com/office/drawing/2014/main" id="{F9A671DD-3D1C-4573-B33D-078D29F7D9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build_ReferenceLigand_19">
            <a:extLst>
              <a:ext uri="{FF2B5EF4-FFF2-40B4-BE49-F238E27FC236}">
                <a16:creationId xmlns:a16="http://schemas.microsoft.com/office/drawing/2014/main" id="{02ED1568-0DB9-4506-B8F3-381BBA75A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build_ReferenceLigand_20">
            <a:extLst>
              <a:ext uri="{FF2B5EF4-FFF2-40B4-BE49-F238E27FC236}">
                <a16:creationId xmlns:a16="http://schemas.microsoft.com/office/drawing/2014/main" id="{CE477EED-3CF3-49D1-AAF8-7B36B763916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build_ReferenceLigand_21">
            <a:extLst>
              <a:ext uri="{FF2B5EF4-FFF2-40B4-BE49-F238E27FC236}">
                <a16:creationId xmlns:a16="http://schemas.microsoft.com/office/drawing/2014/main" id="{9776FB10-C3D2-4C3D-B32E-191E1290C08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build_ReferenceLigand_22">
            <a:extLst>
              <a:ext uri="{FF2B5EF4-FFF2-40B4-BE49-F238E27FC236}">
                <a16:creationId xmlns:a16="http://schemas.microsoft.com/office/drawing/2014/main" id="{49056E66-D8FB-453A-BF9A-2AB1F4C6A91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build_ReferenceLigand_23">
            <a:extLst>
              <a:ext uri="{FF2B5EF4-FFF2-40B4-BE49-F238E27FC236}">
                <a16:creationId xmlns:a16="http://schemas.microsoft.com/office/drawing/2014/main" id="{C96DD4E9-C14C-4AA3-B3E6-79B13AF8A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build_ReferenceLigand_24">
            <a:extLst>
              <a:ext uri="{FF2B5EF4-FFF2-40B4-BE49-F238E27FC236}">
                <a16:creationId xmlns:a16="http://schemas.microsoft.com/office/drawing/2014/main" id="{6B941E51-E0FE-422E-B6F0-95215279C4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build_ReferenceLigand_25">
            <a:extLst>
              <a:ext uri="{FF2B5EF4-FFF2-40B4-BE49-F238E27FC236}">
                <a16:creationId xmlns:a16="http://schemas.microsoft.com/office/drawing/2014/main" id="{26F7179E-8C97-41BD-A3B1-C07F44194CD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build_ReferenceLigand_26">
            <a:extLst>
              <a:ext uri="{FF2B5EF4-FFF2-40B4-BE49-F238E27FC236}">
                <a16:creationId xmlns:a16="http://schemas.microsoft.com/office/drawing/2014/main" id="{E4EB625E-38CE-4089-8F7C-4AA0C02A8C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build_ReferenceLigand_27">
            <a:extLst>
              <a:ext uri="{FF2B5EF4-FFF2-40B4-BE49-F238E27FC236}">
                <a16:creationId xmlns:a16="http://schemas.microsoft.com/office/drawing/2014/main" id="{17AE6387-71FC-4806-9154-F1C509967B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build_ReferenceLigand_28">
            <a:extLst>
              <a:ext uri="{FF2B5EF4-FFF2-40B4-BE49-F238E27FC236}">
                <a16:creationId xmlns:a16="http://schemas.microsoft.com/office/drawing/2014/main" id="{8B5337F3-C544-44E3-A116-4ACBED8A11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build_ReferenceLigand_29">
            <a:extLst>
              <a:ext uri="{FF2B5EF4-FFF2-40B4-BE49-F238E27FC236}">
                <a16:creationId xmlns:a16="http://schemas.microsoft.com/office/drawing/2014/main" id="{3E2437A2-3D45-47B5-9207-F2CF0FBA751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build_ReferenceLigand_30">
            <a:extLst>
              <a:ext uri="{FF2B5EF4-FFF2-40B4-BE49-F238E27FC236}">
                <a16:creationId xmlns:a16="http://schemas.microsoft.com/office/drawing/2014/main" id="{0120C80A-D516-40C1-9D77-E83652311D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build_ReferenceLigand_31">
            <a:extLst>
              <a:ext uri="{FF2B5EF4-FFF2-40B4-BE49-F238E27FC236}">
                <a16:creationId xmlns:a16="http://schemas.microsoft.com/office/drawing/2014/main" id="{C59C433E-5CB1-471F-8590-FDD7062462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build_ReferenceLigand_32">
            <a:extLst>
              <a:ext uri="{FF2B5EF4-FFF2-40B4-BE49-F238E27FC236}">
                <a16:creationId xmlns:a16="http://schemas.microsoft.com/office/drawing/2014/main" id="{9B96E380-0389-427D-8186-B8ED58EBF1A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build_ReferenceLigand_33">
            <a:extLst>
              <a:ext uri="{FF2B5EF4-FFF2-40B4-BE49-F238E27FC236}">
                <a16:creationId xmlns:a16="http://schemas.microsoft.com/office/drawing/2014/main" id="{3F31B48D-5C7E-4C0D-A2C6-429A7B6FDE2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build_ReferenceLigand_34">
            <a:extLst>
              <a:ext uri="{FF2B5EF4-FFF2-40B4-BE49-F238E27FC236}">
                <a16:creationId xmlns:a16="http://schemas.microsoft.com/office/drawing/2014/main" id="{E0AEDA27-AF38-42D9-BE69-00968612D01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build_ReferenceLigand_35">
            <a:extLst>
              <a:ext uri="{FF2B5EF4-FFF2-40B4-BE49-F238E27FC236}">
                <a16:creationId xmlns:a16="http://schemas.microsoft.com/office/drawing/2014/main" id="{870E1B96-037B-41CA-ADE1-4243213E83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build_ReferenceLigand_36">
            <a:extLst>
              <a:ext uri="{FF2B5EF4-FFF2-40B4-BE49-F238E27FC236}">
                <a16:creationId xmlns:a16="http://schemas.microsoft.com/office/drawing/2014/main" id="{0E0C6FA7-7622-4CD9-AC88-5A2E06B7815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build_ReferenceLigand_37">
            <a:extLst>
              <a:ext uri="{FF2B5EF4-FFF2-40B4-BE49-F238E27FC236}">
                <a16:creationId xmlns:a16="http://schemas.microsoft.com/office/drawing/2014/main" id="{0D6D73ED-C4FF-4524-98B3-E493F89A121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build_ReferenceLigand_38">
            <a:extLst>
              <a:ext uri="{FF2B5EF4-FFF2-40B4-BE49-F238E27FC236}">
                <a16:creationId xmlns:a16="http://schemas.microsoft.com/office/drawing/2014/main" id="{EF1B7F04-E797-4AD6-900C-851F9EA75A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build_ReferenceLigand_39">
            <a:extLst>
              <a:ext uri="{FF2B5EF4-FFF2-40B4-BE49-F238E27FC236}">
                <a16:creationId xmlns:a16="http://schemas.microsoft.com/office/drawing/2014/main" id="{E554474D-2798-4D50-A5B5-ADF6212A18F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build_ReferenceLigand_40">
            <a:extLst>
              <a:ext uri="{FF2B5EF4-FFF2-40B4-BE49-F238E27FC236}">
                <a16:creationId xmlns:a16="http://schemas.microsoft.com/office/drawing/2014/main" id="{8AA01D2D-59F4-4FD0-B7E4-F5E1E860F4A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build_ReferenceLigand_41">
            <a:extLst>
              <a:ext uri="{FF2B5EF4-FFF2-40B4-BE49-F238E27FC236}">
                <a16:creationId xmlns:a16="http://schemas.microsoft.com/office/drawing/2014/main" id="{39389627-FA8F-42C3-8DAC-A9408A993C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build_ReferenceLigand_42">
            <a:extLst>
              <a:ext uri="{FF2B5EF4-FFF2-40B4-BE49-F238E27FC236}">
                <a16:creationId xmlns:a16="http://schemas.microsoft.com/office/drawing/2014/main" id="{4C3C2305-A55D-4166-A490-0244537FBCE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build_ReferenceLigand_43">
            <a:extLst>
              <a:ext uri="{FF2B5EF4-FFF2-40B4-BE49-F238E27FC236}">
                <a16:creationId xmlns:a16="http://schemas.microsoft.com/office/drawing/2014/main" id="{2F4ED00D-3A80-4F9B-A355-8F5BEB3758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build_ReferenceLigand_44">
            <a:extLst>
              <a:ext uri="{FF2B5EF4-FFF2-40B4-BE49-F238E27FC236}">
                <a16:creationId xmlns:a16="http://schemas.microsoft.com/office/drawing/2014/main" id="{3B0A270E-BB50-4FCF-B7E7-65D540731C5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build_ReferenceLigand_45">
            <a:extLst>
              <a:ext uri="{FF2B5EF4-FFF2-40B4-BE49-F238E27FC236}">
                <a16:creationId xmlns:a16="http://schemas.microsoft.com/office/drawing/2014/main" id="{9799428A-9C76-44FF-9E40-015F35A65F4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build_ReferenceLigand_46">
            <a:extLst>
              <a:ext uri="{FF2B5EF4-FFF2-40B4-BE49-F238E27FC236}">
                <a16:creationId xmlns:a16="http://schemas.microsoft.com/office/drawing/2014/main" id="{628BE2C6-D2CD-4868-B80E-24643D0DC80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build_ReferenceLigand_47">
            <a:extLst>
              <a:ext uri="{FF2B5EF4-FFF2-40B4-BE49-F238E27FC236}">
                <a16:creationId xmlns:a16="http://schemas.microsoft.com/office/drawing/2014/main" id="{B112E123-EB4A-4C6C-8DF1-868F6F66EEB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build_ReferenceLigand_48">
            <a:extLst>
              <a:ext uri="{FF2B5EF4-FFF2-40B4-BE49-F238E27FC236}">
                <a16:creationId xmlns:a16="http://schemas.microsoft.com/office/drawing/2014/main" id="{AAFA2527-C28B-49BB-BDFF-444FD5BE17E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build_ReferenceLigand_49">
            <a:extLst>
              <a:ext uri="{FF2B5EF4-FFF2-40B4-BE49-F238E27FC236}">
                <a16:creationId xmlns:a16="http://schemas.microsoft.com/office/drawing/2014/main" id="{B421262F-8655-4A32-8CD9-3E8A8F202A1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build_ReferenceLigand_50">
            <a:extLst>
              <a:ext uri="{FF2B5EF4-FFF2-40B4-BE49-F238E27FC236}">
                <a16:creationId xmlns:a16="http://schemas.microsoft.com/office/drawing/2014/main" id="{FB776C0B-519F-426B-91F0-3A5FB1D4FA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build_ReferenceLigand_51">
            <a:extLst>
              <a:ext uri="{FF2B5EF4-FFF2-40B4-BE49-F238E27FC236}">
                <a16:creationId xmlns:a16="http://schemas.microsoft.com/office/drawing/2014/main" id="{8B7E8C17-BAD7-4F9E-9B19-CAA0474EEB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8" name="9wup_2_build_ReferenceLigand_52">
            <a:extLst>
              <a:ext uri="{FF2B5EF4-FFF2-40B4-BE49-F238E27FC236}">
                <a16:creationId xmlns:a16="http://schemas.microsoft.com/office/drawing/2014/main" id="{971CAE28-8319-495E-BA71-9D1D8B69051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9" name="9wup_2_build_ReferenceLigand_53">
            <a:extLst>
              <a:ext uri="{FF2B5EF4-FFF2-40B4-BE49-F238E27FC236}">
                <a16:creationId xmlns:a16="http://schemas.microsoft.com/office/drawing/2014/main" id="{06B25A48-D814-47B4-AE10-D106C02091B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0" name="9wup_2_build_ReferenceLigand_54">
            <a:extLst>
              <a:ext uri="{FF2B5EF4-FFF2-40B4-BE49-F238E27FC236}">
                <a16:creationId xmlns:a16="http://schemas.microsoft.com/office/drawing/2014/main" id="{B6B90B82-812A-4443-8B0C-10F4521276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1" name="9wup_2_build_ReferenceLigand_55">
            <a:extLst>
              <a:ext uri="{FF2B5EF4-FFF2-40B4-BE49-F238E27FC236}">
                <a16:creationId xmlns:a16="http://schemas.microsoft.com/office/drawing/2014/main" id="{BB32CB12-8B9C-4EB8-8FFC-A3E2015592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2" name="9wup_2_build_ReferenceLigand_56">
            <a:extLst>
              <a:ext uri="{FF2B5EF4-FFF2-40B4-BE49-F238E27FC236}">
                <a16:creationId xmlns:a16="http://schemas.microsoft.com/office/drawing/2014/main" id="{EA810183-6BFE-4755-8D6D-C87DCB8861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3" name="9wup_2_build_ReferenceLigand_57">
            <a:extLst>
              <a:ext uri="{FF2B5EF4-FFF2-40B4-BE49-F238E27FC236}">
                <a16:creationId xmlns:a16="http://schemas.microsoft.com/office/drawing/2014/main" id="{473AFAC8-84C9-4D4C-A7F0-3136B8E0F9D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4" name="9wup_2_build_PredictedLigand_0">
            <a:extLst>
              <a:ext uri="{FF2B5EF4-FFF2-40B4-BE49-F238E27FC236}">
                <a16:creationId xmlns:a16="http://schemas.microsoft.com/office/drawing/2014/main" id="{12A7F66C-24C4-4F78-B47B-6A6A011481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5" name="9wup_2_build_PredictedLigand_1">
            <a:extLst>
              <a:ext uri="{FF2B5EF4-FFF2-40B4-BE49-F238E27FC236}">
                <a16:creationId xmlns:a16="http://schemas.microsoft.com/office/drawing/2014/main" id="{75A2BBED-494B-4A60-88B6-F0BD2475354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6" name="9wup_2_build_PredictedLigand_2">
            <a:extLst>
              <a:ext uri="{FF2B5EF4-FFF2-40B4-BE49-F238E27FC236}">
                <a16:creationId xmlns:a16="http://schemas.microsoft.com/office/drawing/2014/main" id="{5ED9AFEB-821A-4457-9553-0BAE55FAD66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7" name="9wup_2_build_PredictedLigand_3">
            <a:extLst>
              <a:ext uri="{FF2B5EF4-FFF2-40B4-BE49-F238E27FC236}">
                <a16:creationId xmlns:a16="http://schemas.microsoft.com/office/drawing/2014/main" id="{5B9BEA9B-9D4E-4CBE-B505-F8FFCAD34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8" name="9wup_2_build_PredictedLigand_4">
            <a:extLst>
              <a:ext uri="{FF2B5EF4-FFF2-40B4-BE49-F238E27FC236}">
                <a16:creationId xmlns:a16="http://schemas.microsoft.com/office/drawing/2014/main" id="{44B114A9-96CA-4EE0-8AE7-772ECE9C00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29" name="9wup_2_build_PredictedLigand_5">
            <a:extLst>
              <a:ext uri="{FF2B5EF4-FFF2-40B4-BE49-F238E27FC236}">
                <a16:creationId xmlns:a16="http://schemas.microsoft.com/office/drawing/2014/main" id="{7A0F358F-55E9-49E8-954F-2EE901B4079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0" name="9wup_2_build_PredictedLigand_6">
            <a:extLst>
              <a:ext uri="{FF2B5EF4-FFF2-40B4-BE49-F238E27FC236}">
                <a16:creationId xmlns:a16="http://schemas.microsoft.com/office/drawing/2014/main" id="{05565542-1F03-4581-BD0D-36B886C915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1" name="9wup_2_build_PredictedLigand_7">
            <a:extLst>
              <a:ext uri="{FF2B5EF4-FFF2-40B4-BE49-F238E27FC236}">
                <a16:creationId xmlns:a16="http://schemas.microsoft.com/office/drawing/2014/main" id="{F56C5268-EC47-4BD7-94CA-CAE0E19C102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2" name="9wup_2_build_PredictedLigand_8">
            <a:extLst>
              <a:ext uri="{FF2B5EF4-FFF2-40B4-BE49-F238E27FC236}">
                <a16:creationId xmlns:a16="http://schemas.microsoft.com/office/drawing/2014/main" id="{C93DA143-66EF-4100-8FE4-E71E2E13622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3" name="9wup_2_build_PredictedLigand_9">
            <a:extLst>
              <a:ext uri="{FF2B5EF4-FFF2-40B4-BE49-F238E27FC236}">
                <a16:creationId xmlns:a16="http://schemas.microsoft.com/office/drawing/2014/main" id="{8ADA0932-A92E-435A-8ED5-C835290F3F7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4" name="9wup_2_build_PredictedLigand_10">
            <a:extLst>
              <a:ext uri="{FF2B5EF4-FFF2-40B4-BE49-F238E27FC236}">
                <a16:creationId xmlns:a16="http://schemas.microsoft.com/office/drawing/2014/main" id="{86347D67-E9A7-43F9-88DF-2BDA21BB3F8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5" name="9wup_2_build_PredictedLigand_11">
            <a:extLst>
              <a:ext uri="{FF2B5EF4-FFF2-40B4-BE49-F238E27FC236}">
                <a16:creationId xmlns:a16="http://schemas.microsoft.com/office/drawing/2014/main" id="{A2E79C14-171D-4C98-868B-BBF461B44A5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6" name="9wup_2_build_PredictedLigand_12">
            <a:extLst>
              <a:ext uri="{FF2B5EF4-FFF2-40B4-BE49-F238E27FC236}">
                <a16:creationId xmlns:a16="http://schemas.microsoft.com/office/drawing/2014/main" id="{081205E1-78B6-4D6F-AFE9-9A074250E80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7" name="9wup_2_build_PredictedLigand_13">
            <a:extLst>
              <a:ext uri="{FF2B5EF4-FFF2-40B4-BE49-F238E27FC236}">
                <a16:creationId xmlns:a16="http://schemas.microsoft.com/office/drawing/2014/main" id="{20D5360B-BA3F-4D95-9DC2-61CF02182C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8" name="9wup_2_build_PredictedLigand_14">
            <a:extLst>
              <a:ext uri="{FF2B5EF4-FFF2-40B4-BE49-F238E27FC236}">
                <a16:creationId xmlns:a16="http://schemas.microsoft.com/office/drawing/2014/main" id="{46D48EAE-C852-453B-B41E-66C9237F58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39" name="9wup_2_build_PredictedLigand_15">
            <a:extLst>
              <a:ext uri="{FF2B5EF4-FFF2-40B4-BE49-F238E27FC236}">
                <a16:creationId xmlns:a16="http://schemas.microsoft.com/office/drawing/2014/main" id="{28998CF8-747D-4277-86EA-E16CD2A29FB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0" name="9wup_2_build_PredictedLigand_16">
            <a:extLst>
              <a:ext uri="{FF2B5EF4-FFF2-40B4-BE49-F238E27FC236}">
                <a16:creationId xmlns:a16="http://schemas.microsoft.com/office/drawing/2014/main" id="{6133B81A-F15F-4D7B-9A32-A9B662E87CE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1" name="9wup_2_build_PredictedLigand_17">
            <a:extLst>
              <a:ext uri="{FF2B5EF4-FFF2-40B4-BE49-F238E27FC236}">
                <a16:creationId xmlns:a16="http://schemas.microsoft.com/office/drawing/2014/main" id="{FBA3FE3F-DD8C-40A2-9937-6BA9511050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2" name="9wup_2_build_PredictedLigand_18">
            <a:extLst>
              <a:ext uri="{FF2B5EF4-FFF2-40B4-BE49-F238E27FC236}">
                <a16:creationId xmlns:a16="http://schemas.microsoft.com/office/drawing/2014/main" id="{563F18FB-6946-42F9-8438-D67F68CAA2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3" name="9wup_2_build_PredictedLigand_19">
            <a:extLst>
              <a:ext uri="{FF2B5EF4-FFF2-40B4-BE49-F238E27FC236}">
                <a16:creationId xmlns:a16="http://schemas.microsoft.com/office/drawing/2014/main" id="{5DCEB58A-9657-440D-8102-AD5F824179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4" name="9wup_2_build_PredictedLigand_20">
            <a:extLst>
              <a:ext uri="{FF2B5EF4-FFF2-40B4-BE49-F238E27FC236}">
                <a16:creationId xmlns:a16="http://schemas.microsoft.com/office/drawing/2014/main" id="{FBF82AC2-5397-40A2-8D95-B3E2C7B38B1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5" name="9wup_2_build_PredictedLigand_21">
            <a:extLst>
              <a:ext uri="{FF2B5EF4-FFF2-40B4-BE49-F238E27FC236}">
                <a16:creationId xmlns:a16="http://schemas.microsoft.com/office/drawing/2014/main" id="{5AD6E328-C3E3-4539-9713-B1782595AE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6" name="9wup_2_build_PredictedLigand_22">
            <a:extLst>
              <a:ext uri="{FF2B5EF4-FFF2-40B4-BE49-F238E27FC236}">
                <a16:creationId xmlns:a16="http://schemas.microsoft.com/office/drawing/2014/main" id="{BAB19048-EFAE-47B1-9020-470ED0ABB46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7" name="9wup_2_build_PredictedLigand_23">
            <a:extLst>
              <a:ext uri="{FF2B5EF4-FFF2-40B4-BE49-F238E27FC236}">
                <a16:creationId xmlns:a16="http://schemas.microsoft.com/office/drawing/2014/main" id="{8C0C3788-ED43-4FE8-9EE4-420B3AAA8C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8" name="9wup_2_build_PredictedLigand_24">
            <a:extLst>
              <a:ext uri="{FF2B5EF4-FFF2-40B4-BE49-F238E27FC236}">
                <a16:creationId xmlns:a16="http://schemas.microsoft.com/office/drawing/2014/main" id="{E81E8638-14E6-46BD-B0B4-366CF963F3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49" name="9wup_2_build_PredictedLigand_25">
            <a:extLst>
              <a:ext uri="{FF2B5EF4-FFF2-40B4-BE49-F238E27FC236}">
                <a16:creationId xmlns:a16="http://schemas.microsoft.com/office/drawing/2014/main" id="{C6AF2533-141A-4C10-90E5-DECC1BD159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0" name="9wup_2_build_PredictedLigand_26">
            <a:extLst>
              <a:ext uri="{FF2B5EF4-FFF2-40B4-BE49-F238E27FC236}">
                <a16:creationId xmlns:a16="http://schemas.microsoft.com/office/drawing/2014/main" id="{2FE24D77-B0E1-472C-8647-54799935D0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1" name="9wup_2_build_PredictedLigand_27">
            <a:extLst>
              <a:ext uri="{FF2B5EF4-FFF2-40B4-BE49-F238E27FC236}">
                <a16:creationId xmlns:a16="http://schemas.microsoft.com/office/drawing/2014/main" id="{9F8DA1C2-E4A1-4665-AED1-05B292AEB6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2" name="9wup_2_build_PredictedLigand_28">
            <a:extLst>
              <a:ext uri="{FF2B5EF4-FFF2-40B4-BE49-F238E27FC236}">
                <a16:creationId xmlns:a16="http://schemas.microsoft.com/office/drawing/2014/main" id="{404E4F04-CA86-471E-B884-E8B27F9A30D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3" name="9wup_2_build_PredictedLigand_29">
            <a:extLst>
              <a:ext uri="{FF2B5EF4-FFF2-40B4-BE49-F238E27FC236}">
                <a16:creationId xmlns:a16="http://schemas.microsoft.com/office/drawing/2014/main" id="{439C913A-C6E8-4631-BBD0-1E0B125E99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4" name="9wup_2_build_PredictedLigand_30">
            <a:extLst>
              <a:ext uri="{FF2B5EF4-FFF2-40B4-BE49-F238E27FC236}">
                <a16:creationId xmlns:a16="http://schemas.microsoft.com/office/drawing/2014/main" id="{9CA04699-9E45-4886-A18F-5C2AEBE8EE1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5" name="9wup_2_build_PredictedLigand_31">
            <a:extLst>
              <a:ext uri="{FF2B5EF4-FFF2-40B4-BE49-F238E27FC236}">
                <a16:creationId xmlns:a16="http://schemas.microsoft.com/office/drawing/2014/main" id="{2936E3AA-487D-4796-8DE9-EA5C425A4E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6" name="9wup_2_build_PredictedLigand_32">
            <a:extLst>
              <a:ext uri="{FF2B5EF4-FFF2-40B4-BE49-F238E27FC236}">
                <a16:creationId xmlns:a16="http://schemas.microsoft.com/office/drawing/2014/main" id="{EDFEC02C-D9C7-49C1-AE1C-8DEB0C149A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7" name="9wup_2_build_PredictedLigand_33">
            <a:extLst>
              <a:ext uri="{FF2B5EF4-FFF2-40B4-BE49-F238E27FC236}">
                <a16:creationId xmlns:a16="http://schemas.microsoft.com/office/drawing/2014/main" id="{F48C9DB7-F6AB-4163-B26C-693494D0C5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8" name="9wup_2_build_PredictedLigand_34">
            <a:extLst>
              <a:ext uri="{FF2B5EF4-FFF2-40B4-BE49-F238E27FC236}">
                <a16:creationId xmlns:a16="http://schemas.microsoft.com/office/drawing/2014/main" id="{398293CD-E781-4A23-9B7B-5C3C88BE45D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59" name="9wup_2_build_PredictedLigand_35">
            <a:extLst>
              <a:ext uri="{FF2B5EF4-FFF2-40B4-BE49-F238E27FC236}">
                <a16:creationId xmlns:a16="http://schemas.microsoft.com/office/drawing/2014/main" id="{C514B33A-2AE9-4503-BE26-A287BCC23A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0" name="9wup_2_build_PredictedLigand_36">
            <a:extLst>
              <a:ext uri="{FF2B5EF4-FFF2-40B4-BE49-F238E27FC236}">
                <a16:creationId xmlns:a16="http://schemas.microsoft.com/office/drawing/2014/main" id="{C5DD9088-0695-481E-A33C-126F8B68421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1" name="9wup_2_build_PredictedLigand_37">
            <a:extLst>
              <a:ext uri="{FF2B5EF4-FFF2-40B4-BE49-F238E27FC236}">
                <a16:creationId xmlns:a16="http://schemas.microsoft.com/office/drawing/2014/main" id="{9DE96875-BEC6-48EF-B9D9-D8F32B1211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2" name="9wup_2_build_PredictedLigand_38">
            <a:extLst>
              <a:ext uri="{FF2B5EF4-FFF2-40B4-BE49-F238E27FC236}">
                <a16:creationId xmlns:a16="http://schemas.microsoft.com/office/drawing/2014/main" id="{BCA75547-FDF4-4AD6-B507-FF14AC1221A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3" name="9wup_2_build_PredictedLigand_39">
            <a:extLst>
              <a:ext uri="{FF2B5EF4-FFF2-40B4-BE49-F238E27FC236}">
                <a16:creationId xmlns:a16="http://schemas.microsoft.com/office/drawing/2014/main" id="{6CC2E7A5-177F-4BEC-9CA3-99E574A626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4" name="9wup_2_build_PredictedLigand_40">
            <a:extLst>
              <a:ext uri="{FF2B5EF4-FFF2-40B4-BE49-F238E27FC236}">
                <a16:creationId xmlns:a16="http://schemas.microsoft.com/office/drawing/2014/main" id="{0F1C0B72-E8D6-4BE1-8640-2D3F951DADE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5" name="9wup_2_build_PredictedLigand_41">
            <a:extLst>
              <a:ext uri="{FF2B5EF4-FFF2-40B4-BE49-F238E27FC236}">
                <a16:creationId xmlns:a16="http://schemas.microsoft.com/office/drawing/2014/main" id="{1B9D42C0-6EAF-4A68-BC68-1A331290E3F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6" name="9wup_2_build_PredictedLigand_42">
            <a:extLst>
              <a:ext uri="{FF2B5EF4-FFF2-40B4-BE49-F238E27FC236}">
                <a16:creationId xmlns:a16="http://schemas.microsoft.com/office/drawing/2014/main" id="{A133ADD7-547E-4CE4-B957-93DB3F755F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7" name="9wup_2_build_PredictedLigand_43">
            <a:extLst>
              <a:ext uri="{FF2B5EF4-FFF2-40B4-BE49-F238E27FC236}">
                <a16:creationId xmlns:a16="http://schemas.microsoft.com/office/drawing/2014/main" id="{454C8ADC-B9DC-4941-B031-AAE5CB5F4E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8" name="9wup_2_build_PredictedLigand_44">
            <a:extLst>
              <a:ext uri="{FF2B5EF4-FFF2-40B4-BE49-F238E27FC236}">
                <a16:creationId xmlns:a16="http://schemas.microsoft.com/office/drawing/2014/main" id="{C3BB13F6-0BEF-4336-9F35-8259B62802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69" name="9wup_2_build_PredictedLigand_45">
            <a:extLst>
              <a:ext uri="{FF2B5EF4-FFF2-40B4-BE49-F238E27FC236}">
                <a16:creationId xmlns:a16="http://schemas.microsoft.com/office/drawing/2014/main" id="{053432BA-90F4-4B7E-AF48-E418F548B4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0" name="9wup_2_build_PredictedLigand_46">
            <a:extLst>
              <a:ext uri="{FF2B5EF4-FFF2-40B4-BE49-F238E27FC236}">
                <a16:creationId xmlns:a16="http://schemas.microsoft.com/office/drawing/2014/main" id="{AF037A11-0371-4966-BDE3-86AD72824C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1" name="9wup_2_build_PredictedLigand_47">
            <a:extLst>
              <a:ext uri="{FF2B5EF4-FFF2-40B4-BE49-F238E27FC236}">
                <a16:creationId xmlns:a16="http://schemas.microsoft.com/office/drawing/2014/main" id="{5C2A9591-51A2-4473-BB27-91D95F3A152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2" name="9wup_2_build_PredictedLigand_48">
            <a:extLst>
              <a:ext uri="{FF2B5EF4-FFF2-40B4-BE49-F238E27FC236}">
                <a16:creationId xmlns:a16="http://schemas.microsoft.com/office/drawing/2014/main" id="{F64C3EC1-3E25-4A78-B15E-D09783CA547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3" name="9wup_2_build_PredictedLigand_49">
            <a:extLst>
              <a:ext uri="{FF2B5EF4-FFF2-40B4-BE49-F238E27FC236}">
                <a16:creationId xmlns:a16="http://schemas.microsoft.com/office/drawing/2014/main" id="{644ED1A3-ACE9-49EC-886E-91338F4524D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4" name="9wup_2_build_PredictedLigand_50">
            <a:extLst>
              <a:ext uri="{FF2B5EF4-FFF2-40B4-BE49-F238E27FC236}">
                <a16:creationId xmlns:a16="http://schemas.microsoft.com/office/drawing/2014/main" id="{B969A884-C387-424A-A9FD-BC70085DB36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5" name="9wup_2_build_PredictedLigand_51">
            <a:extLst>
              <a:ext uri="{FF2B5EF4-FFF2-40B4-BE49-F238E27FC236}">
                <a16:creationId xmlns:a16="http://schemas.microsoft.com/office/drawing/2014/main" id="{A42EA92E-9855-4902-B9B5-C30ADE10AD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6" name="9wup_2_build_PredictedLigand_52">
            <a:extLst>
              <a:ext uri="{FF2B5EF4-FFF2-40B4-BE49-F238E27FC236}">
                <a16:creationId xmlns:a16="http://schemas.microsoft.com/office/drawing/2014/main" id="{902FBCA3-9B64-4C3E-BFA0-23165679B4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7" name="9wup_2_build_PredictedLigand_53">
            <a:extLst>
              <a:ext uri="{FF2B5EF4-FFF2-40B4-BE49-F238E27FC236}">
                <a16:creationId xmlns:a16="http://schemas.microsoft.com/office/drawing/2014/main" id="{66F99D7C-D1D0-45B0-849F-90E35ABF5AE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8" name="9wup_2_build_PredictedLigand_54">
            <a:extLst>
              <a:ext uri="{FF2B5EF4-FFF2-40B4-BE49-F238E27FC236}">
                <a16:creationId xmlns:a16="http://schemas.microsoft.com/office/drawing/2014/main" id="{FE107063-C1C1-44C5-B201-1319B1E1490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79" name="9wup_2_build_PredictedLigand_55">
            <a:extLst>
              <a:ext uri="{FF2B5EF4-FFF2-40B4-BE49-F238E27FC236}">
                <a16:creationId xmlns:a16="http://schemas.microsoft.com/office/drawing/2014/main" id="{6BD25A2A-D6B8-4913-B9B4-1902ED005B7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0" name="9wup_2_build_PredictedLigand_56">
            <a:extLst>
              <a:ext uri="{FF2B5EF4-FFF2-40B4-BE49-F238E27FC236}">
                <a16:creationId xmlns:a16="http://schemas.microsoft.com/office/drawing/2014/main" id="{817CFD7F-1593-4684-B65B-FDD0E67EACB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1" name="9wup_2_build_PredictedLigand_57">
            <a:extLst>
              <a:ext uri="{FF2B5EF4-FFF2-40B4-BE49-F238E27FC236}">
                <a16:creationId xmlns:a16="http://schemas.microsoft.com/office/drawing/2014/main" id="{BB46B4DB-0D28-49B5-8FBC-2E30FA7B9B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482" name="9wup_2_build_PredictedAtoms_0">
            <a:extLst>
              <a:ext uri="{FF2B5EF4-FFF2-40B4-BE49-F238E27FC236}">
                <a16:creationId xmlns:a16="http://schemas.microsoft.com/office/drawing/2014/main" id="{9A3691A9-99A7-4FD5-981A-49E6B63AAD9E}"/>
              </a:ext>
            </a:extLst>
          </p:cNvPr>
          <p:cNvSpPr>
            <a:spLocks noGrp="1"/>
          </p:cNvSpPr>
          <p:nvPr/>
        </p:nvSpPr>
        <p:spPr>
          <a:xfrm>
            <a:off x="7167704" y="678183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3" name="9wup_2_build_PredictedAtoms_1">
            <a:extLst>
              <a:ext uri="{FF2B5EF4-FFF2-40B4-BE49-F238E27FC236}">
                <a16:creationId xmlns:a16="http://schemas.microsoft.com/office/drawing/2014/main" id="{CFF15265-6268-40C3-A0AC-C0ACF4495AD3}"/>
              </a:ext>
            </a:extLst>
          </p:cNvPr>
          <p:cNvSpPr>
            <a:spLocks noGrp="1"/>
          </p:cNvSpPr>
          <p:nvPr/>
        </p:nvSpPr>
        <p:spPr>
          <a:xfrm>
            <a:off x="7247469" y="68240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4" name="9wup_2_build_PredictedAtoms_2">
            <a:extLst>
              <a:ext uri="{FF2B5EF4-FFF2-40B4-BE49-F238E27FC236}">
                <a16:creationId xmlns:a16="http://schemas.microsoft.com/office/drawing/2014/main" id="{3BAB14C2-DCE7-4532-913B-C8200102ED05}"/>
              </a:ext>
            </a:extLst>
          </p:cNvPr>
          <p:cNvSpPr>
            <a:spLocks noGrp="1"/>
          </p:cNvSpPr>
          <p:nvPr/>
        </p:nvSpPr>
        <p:spPr>
          <a:xfrm>
            <a:off x="7369481" y="67774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85" name="9wup_2_build_PredictedAtoms_3">
            <a:extLst>
              <a:ext uri="{FF2B5EF4-FFF2-40B4-BE49-F238E27FC236}">
                <a16:creationId xmlns:a16="http://schemas.microsoft.com/office/drawing/2014/main" id="{B5C854C2-036F-46FA-A16F-0ED0B4AF607C}"/>
              </a:ext>
            </a:extLst>
          </p:cNvPr>
          <p:cNvSpPr>
            <a:spLocks noGrp="1"/>
          </p:cNvSpPr>
          <p:nvPr/>
        </p:nvSpPr>
        <p:spPr>
          <a:xfrm>
            <a:off x="7350554" y="676197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6" name="9wup_2_build_PredictedAtoms_4">
            <a:extLst>
              <a:ext uri="{FF2B5EF4-FFF2-40B4-BE49-F238E27FC236}">
                <a16:creationId xmlns:a16="http://schemas.microsoft.com/office/drawing/2014/main" id="{13D0FEF9-4843-44AA-8B19-427D7D36757C}"/>
              </a:ext>
            </a:extLst>
          </p:cNvPr>
          <p:cNvSpPr>
            <a:spLocks noGrp="1"/>
          </p:cNvSpPr>
          <p:nvPr/>
        </p:nvSpPr>
        <p:spPr>
          <a:xfrm>
            <a:off x="7473144" y="6763205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87" name="9wup_2_build_PredictedAtoms_5">
            <a:extLst>
              <a:ext uri="{FF2B5EF4-FFF2-40B4-BE49-F238E27FC236}">
                <a16:creationId xmlns:a16="http://schemas.microsoft.com/office/drawing/2014/main" id="{BF173D0A-8456-4DBB-9BA6-55CC96F8112F}"/>
              </a:ext>
            </a:extLst>
          </p:cNvPr>
          <p:cNvSpPr>
            <a:spLocks noGrp="1"/>
          </p:cNvSpPr>
          <p:nvPr/>
        </p:nvSpPr>
        <p:spPr>
          <a:xfrm>
            <a:off x="7457682" y="681706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8" name="9wup_2_build_PredictedAtoms_6">
            <a:extLst>
              <a:ext uri="{FF2B5EF4-FFF2-40B4-BE49-F238E27FC236}">
                <a16:creationId xmlns:a16="http://schemas.microsoft.com/office/drawing/2014/main" id="{A406DD6E-B2CE-4FDF-BAEC-87FE786012D0}"/>
              </a:ext>
            </a:extLst>
          </p:cNvPr>
          <p:cNvSpPr>
            <a:spLocks noGrp="1"/>
          </p:cNvSpPr>
          <p:nvPr/>
        </p:nvSpPr>
        <p:spPr>
          <a:xfrm>
            <a:off x="7517282" y="663479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89" name="9wup_2_build_PredictedAtoms_7">
            <a:extLst>
              <a:ext uri="{FF2B5EF4-FFF2-40B4-BE49-F238E27FC236}">
                <a16:creationId xmlns:a16="http://schemas.microsoft.com/office/drawing/2014/main" id="{7692BA0F-D432-418D-94DD-965ECB511DF4}"/>
              </a:ext>
            </a:extLst>
          </p:cNvPr>
          <p:cNvSpPr>
            <a:spLocks noGrp="1"/>
          </p:cNvSpPr>
          <p:nvPr/>
        </p:nvSpPr>
        <p:spPr>
          <a:xfrm>
            <a:off x="7561684" y="6812651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0" name="9wup_2_build_PredictedAtoms_8">
            <a:extLst>
              <a:ext uri="{FF2B5EF4-FFF2-40B4-BE49-F238E27FC236}">
                <a16:creationId xmlns:a16="http://schemas.microsoft.com/office/drawing/2014/main" id="{3AEAF866-BC59-4B2F-998C-984E37B169FC}"/>
              </a:ext>
            </a:extLst>
          </p:cNvPr>
          <p:cNvSpPr>
            <a:spLocks noGrp="1"/>
          </p:cNvSpPr>
          <p:nvPr/>
        </p:nvSpPr>
        <p:spPr>
          <a:xfrm>
            <a:off x="7652182" y="6914929"/>
            <a:ext cx="32385" cy="32385"/>
          </a:xfrm>
          <a:prstGeom prst="ellipse">
            <a:avLst/>
          </a:prstGeom>
          <a:solidFill>
            <a:srgbClr val="C0A154"/>
          </a:solidFill>
          <a:ln w="0">
            <a:noFill/>
          </a:ln>
        </p:spPr>
      </p:sp>
      <p:sp>
        <p:nvSpPr>
          <p:cNvPr id="1491" name="9wup_2_build_PredictedAtoms_9">
            <a:extLst>
              <a:ext uri="{FF2B5EF4-FFF2-40B4-BE49-F238E27FC236}">
                <a16:creationId xmlns:a16="http://schemas.microsoft.com/office/drawing/2014/main" id="{39948A54-4AF4-45D3-94AE-F8D5D2C0F227}"/>
              </a:ext>
            </a:extLst>
          </p:cNvPr>
          <p:cNvSpPr>
            <a:spLocks noGrp="1"/>
          </p:cNvSpPr>
          <p:nvPr/>
        </p:nvSpPr>
        <p:spPr>
          <a:xfrm>
            <a:off x="7597227" y="702583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2" name="9wup_2_build_PredictedAtoms_10">
            <a:extLst>
              <a:ext uri="{FF2B5EF4-FFF2-40B4-BE49-F238E27FC236}">
                <a16:creationId xmlns:a16="http://schemas.microsoft.com/office/drawing/2014/main" id="{9FD8FDBC-743A-4A4A-9A78-6F4974BE863A}"/>
              </a:ext>
            </a:extLst>
          </p:cNvPr>
          <p:cNvSpPr>
            <a:spLocks noGrp="1"/>
          </p:cNvSpPr>
          <p:nvPr/>
        </p:nvSpPr>
        <p:spPr>
          <a:xfrm>
            <a:off x="7747493" y="689229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3" name="9wup_2_build_PredictedAtoms_11">
            <a:extLst>
              <a:ext uri="{FF2B5EF4-FFF2-40B4-BE49-F238E27FC236}">
                <a16:creationId xmlns:a16="http://schemas.microsoft.com/office/drawing/2014/main" id="{A1547D5F-CEFA-4DE1-9AA7-B613ABA5CA14}"/>
              </a:ext>
            </a:extLst>
          </p:cNvPr>
          <p:cNvSpPr>
            <a:spLocks noGrp="1"/>
          </p:cNvSpPr>
          <p:nvPr/>
        </p:nvSpPr>
        <p:spPr>
          <a:xfrm>
            <a:off x="7684165" y="6910260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4" name="9wup_2_build_PredictedAtoms_12">
            <a:extLst>
              <a:ext uri="{FF2B5EF4-FFF2-40B4-BE49-F238E27FC236}">
                <a16:creationId xmlns:a16="http://schemas.microsoft.com/office/drawing/2014/main" id="{D8E19AB8-C597-41CE-B66F-052C2756F8BD}"/>
              </a:ext>
            </a:extLst>
          </p:cNvPr>
          <p:cNvSpPr>
            <a:spLocks noGrp="1"/>
          </p:cNvSpPr>
          <p:nvPr/>
        </p:nvSpPr>
        <p:spPr>
          <a:xfrm>
            <a:off x="7802927" y="69018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5" name="9wup_2_build_PredictedAtoms_13">
            <a:extLst>
              <a:ext uri="{FF2B5EF4-FFF2-40B4-BE49-F238E27FC236}">
                <a16:creationId xmlns:a16="http://schemas.microsoft.com/office/drawing/2014/main" id="{A93C4796-8AFD-4775-B835-3A113929B455}"/>
              </a:ext>
            </a:extLst>
          </p:cNvPr>
          <p:cNvSpPr>
            <a:spLocks noGrp="1"/>
          </p:cNvSpPr>
          <p:nvPr/>
        </p:nvSpPr>
        <p:spPr>
          <a:xfrm>
            <a:off x="7816284" y="69317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6" name="9wup_2_build_PredictedAtoms_14">
            <a:extLst>
              <a:ext uri="{FF2B5EF4-FFF2-40B4-BE49-F238E27FC236}">
                <a16:creationId xmlns:a16="http://schemas.microsoft.com/office/drawing/2014/main" id="{C051A3D4-00CD-43CF-8EAF-46F5582AD2AE}"/>
              </a:ext>
            </a:extLst>
          </p:cNvPr>
          <p:cNvSpPr>
            <a:spLocks noGrp="1"/>
          </p:cNvSpPr>
          <p:nvPr/>
        </p:nvSpPr>
        <p:spPr>
          <a:xfrm>
            <a:off x="7894439" y="684648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497" name="9wup_2_build_PredictedAtoms_15">
            <a:extLst>
              <a:ext uri="{FF2B5EF4-FFF2-40B4-BE49-F238E27FC236}">
                <a16:creationId xmlns:a16="http://schemas.microsoft.com/office/drawing/2014/main" id="{9D902BCB-87A4-4174-8D15-339D0AEA3E16}"/>
              </a:ext>
            </a:extLst>
          </p:cNvPr>
          <p:cNvSpPr>
            <a:spLocks noGrp="1"/>
          </p:cNvSpPr>
          <p:nvPr/>
        </p:nvSpPr>
        <p:spPr>
          <a:xfrm>
            <a:off x="7994594" y="690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498" name="9wup_2_build_PredictedAtoms_16">
            <a:extLst>
              <a:ext uri="{FF2B5EF4-FFF2-40B4-BE49-F238E27FC236}">
                <a16:creationId xmlns:a16="http://schemas.microsoft.com/office/drawing/2014/main" id="{1B64F513-FF0E-40CE-9006-3F59A1EDD96F}"/>
              </a:ext>
            </a:extLst>
          </p:cNvPr>
          <p:cNvSpPr>
            <a:spLocks noGrp="1"/>
          </p:cNvSpPr>
          <p:nvPr/>
        </p:nvSpPr>
        <p:spPr>
          <a:xfrm>
            <a:off x="8011935" y="6874923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499" name="9wup_2_build_PredictedAtoms_17">
            <a:extLst>
              <a:ext uri="{FF2B5EF4-FFF2-40B4-BE49-F238E27FC236}">
                <a16:creationId xmlns:a16="http://schemas.microsoft.com/office/drawing/2014/main" id="{1A7B686F-D8B6-4727-8C06-6EE92F127823}"/>
              </a:ext>
            </a:extLst>
          </p:cNvPr>
          <p:cNvSpPr>
            <a:spLocks noGrp="1"/>
          </p:cNvSpPr>
          <p:nvPr/>
        </p:nvSpPr>
        <p:spPr>
          <a:xfrm>
            <a:off x="8049412" y="66897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0" name="9wup_2_build_PredictedAtoms_18">
            <a:extLst>
              <a:ext uri="{FF2B5EF4-FFF2-40B4-BE49-F238E27FC236}">
                <a16:creationId xmlns:a16="http://schemas.microsoft.com/office/drawing/2014/main" id="{B3FEEE36-3DF1-43A5-9301-5AF673489D33}"/>
              </a:ext>
            </a:extLst>
          </p:cNvPr>
          <p:cNvSpPr>
            <a:spLocks noGrp="1"/>
          </p:cNvSpPr>
          <p:nvPr/>
        </p:nvSpPr>
        <p:spPr>
          <a:xfrm>
            <a:off x="8148224" y="659914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1" name="9wup_2_build_PredictedAtoms_19">
            <a:extLst>
              <a:ext uri="{FF2B5EF4-FFF2-40B4-BE49-F238E27FC236}">
                <a16:creationId xmlns:a16="http://schemas.microsoft.com/office/drawing/2014/main" id="{71662396-9BCA-40A5-B5B6-BEC7B84C6879}"/>
              </a:ext>
            </a:extLst>
          </p:cNvPr>
          <p:cNvSpPr>
            <a:spLocks noGrp="1"/>
          </p:cNvSpPr>
          <p:nvPr/>
        </p:nvSpPr>
        <p:spPr>
          <a:xfrm>
            <a:off x="8293842" y="66904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2" name="9wup_2_build_PredictedAtoms_20">
            <a:extLst>
              <a:ext uri="{FF2B5EF4-FFF2-40B4-BE49-F238E27FC236}">
                <a16:creationId xmlns:a16="http://schemas.microsoft.com/office/drawing/2014/main" id="{E64D540E-E807-47BF-9F50-82C3B601A5EE}"/>
              </a:ext>
            </a:extLst>
          </p:cNvPr>
          <p:cNvSpPr>
            <a:spLocks noGrp="1"/>
          </p:cNvSpPr>
          <p:nvPr/>
        </p:nvSpPr>
        <p:spPr>
          <a:xfrm>
            <a:off x="8357523" y="66542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3" name="9wup_2_build_PredictedAtoms_21">
            <a:extLst>
              <a:ext uri="{FF2B5EF4-FFF2-40B4-BE49-F238E27FC236}">
                <a16:creationId xmlns:a16="http://schemas.microsoft.com/office/drawing/2014/main" id="{24522BC3-BFF6-4CA2-8EAB-2BE935A93C2B}"/>
              </a:ext>
            </a:extLst>
          </p:cNvPr>
          <p:cNvSpPr>
            <a:spLocks noGrp="1"/>
          </p:cNvSpPr>
          <p:nvPr/>
        </p:nvSpPr>
        <p:spPr>
          <a:xfrm>
            <a:off x="8346916" y="653327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4" name="9wup_2_build_PredictedAtoms_22">
            <a:extLst>
              <a:ext uri="{FF2B5EF4-FFF2-40B4-BE49-F238E27FC236}">
                <a16:creationId xmlns:a16="http://schemas.microsoft.com/office/drawing/2014/main" id="{4C9213C5-0CA7-4E6C-9C55-3DB78CCCDDBC}"/>
              </a:ext>
            </a:extLst>
          </p:cNvPr>
          <p:cNvSpPr>
            <a:spLocks noGrp="1"/>
          </p:cNvSpPr>
          <p:nvPr/>
        </p:nvSpPr>
        <p:spPr>
          <a:xfrm>
            <a:off x="8449594" y="6805117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5" name="9wup_2_build_PredictedAtoms_23">
            <a:extLst>
              <a:ext uri="{FF2B5EF4-FFF2-40B4-BE49-F238E27FC236}">
                <a16:creationId xmlns:a16="http://schemas.microsoft.com/office/drawing/2014/main" id="{4160A5FE-2811-4CF8-832A-7D5BF9D312D7}"/>
              </a:ext>
            </a:extLst>
          </p:cNvPr>
          <p:cNvSpPr>
            <a:spLocks noGrp="1"/>
          </p:cNvSpPr>
          <p:nvPr/>
        </p:nvSpPr>
        <p:spPr>
          <a:xfrm>
            <a:off x="8406855" y="68316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6" name="9wup_2_build_PredictedAtoms_24">
            <a:extLst>
              <a:ext uri="{FF2B5EF4-FFF2-40B4-BE49-F238E27FC236}">
                <a16:creationId xmlns:a16="http://schemas.microsoft.com/office/drawing/2014/main" id="{95D399B8-819D-483A-9317-BE5971871280}"/>
              </a:ext>
            </a:extLst>
          </p:cNvPr>
          <p:cNvSpPr>
            <a:spLocks noGrp="1"/>
          </p:cNvSpPr>
          <p:nvPr/>
        </p:nvSpPr>
        <p:spPr>
          <a:xfrm>
            <a:off x="8307389" y="6891709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07" name="9wup_2_build_PredictedAtoms_25">
            <a:extLst>
              <a:ext uri="{FF2B5EF4-FFF2-40B4-BE49-F238E27FC236}">
                <a16:creationId xmlns:a16="http://schemas.microsoft.com/office/drawing/2014/main" id="{0C9978B2-98A9-4D0B-AF8A-B72006014AF5}"/>
              </a:ext>
            </a:extLst>
          </p:cNvPr>
          <p:cNvSpPr>
            <a:spLocks noGrp="1"/>
          </p:cNvSpPr>
          <p:nvPr/>
        </p:nvSpPr>
        <p:spPr>
          <a:xfrm>
            <a:off x="8257819" y="67825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8" name="9wup_2_build_PredictedAtoms_26">
            <a:extLst>
              <a:ext uri="{FF2B5EF4-FFF2-40B4-BE49-F238E27FC236}">
                <a16:creationId xmlns:a16="http://schemas.microsoft.com/office/drawing/2014/main" id="{8AA9857F-97F1-4002-99EE-5A4836B4C9FF}"/>
              </a:ext>
            </a:extLst>
          </p:cNvPr>
          <p:cNvSpPr>
            <a:spLocks noGrp="1"/>
          </p:cNvSpPr>
          <p:nvPr/>
        </p:nvSpPr>
        <p:spPr>
          <a:xfrm>
            <a:off x="7996707" y="70267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09" name="9wup_2_build_PredictedAtoms_27">
            <a:extLst>
              <a:ext uri="{FF2B5EF4-FFF2-40B4-BE49-F238E27FC236}">
                <a16:creationId xmlns:a16="http://schemas.microsoft.com/office/drawing/2014/main" id="{C3ABAE58-9E00-4B10-ABDC-E9270DA9D38A}"/>
              </a:ext>
            </a:extLst>
          </p:cNvPr>
          <p:cNvSpPr>
            <a:spLocks noGrp="1"/>
          </p:cNvSpPr>
          <p:nvPr/>
        </p:nvSpPr>
        <p:spPr>
          <a:xfrm>
            <a:off x="8027245" y="7104774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0" name="9wup_2_build_PredictedAtoms_28">
            <a:extLst>
              <a:ext uri="{FF2B5EF4-FFF2-40B4-BE49-F238E27FC236}">
                <a16:creationId xmlns:a16="http://schemas.microsoft.com/office/drawing/2014/main" id="{BA1E55DA-8991-46E2-8B84-5384E4CBB111}"/>
              </a:ext>
            </a:extLst>
          </p:cNvPr>
          <p:cNvSpPr>
            <a:spLocks noGrp="1"/>
          </p:cNvSpPr>
          <p:nvPr/>
        </p:nvSpPr>
        <p:spPr>
          <a:xfrm>
            <a:off x="7866178" y="7055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1" name="9wup_2_build_PredictedAtoms_29">
            <a:extLst>
              <a:ext uri="{FF2B5EF4-FFF2-40B4-BE49-F238E27FC236}">
                <a16:creationId xmlns:a16="http://schemas.microsoft.com/office/drawing/2014/main" id="{AE4BDAD0-9B0C-4B22-AD30-327E8928AC07}"/>
              </a:ext>
            </a:extLst>
          </p:cNvPr>
          <p:cNvSpPr>
            <a:spLocks noGrp="1"/>
          </p:cNvSpPr>
          <p:nvPr/>
        </p:nvSpPr>
        <p:spPr>
          <a:xfrm>
            <a:off x="7802977" y="711749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2" name="9wup_2_build_PredictedAtoms_30">
            <a:extLst>
              <a:ext uri="{FF2B5EF4-FFF2-40B4-BE49-F238E27FC236}">
                <a16:creationId xmlns:a16="http://schemas.microsoft.com/office/drawing/2014/main" id="{DC48E0B8-DDBF-42B1-ACC8-6AE7453EDD63}"/>
              </a:ext>
            </a:extLst>
          </p:cNvPr>
          <p:cNvSpPr>
            <a:spLocks noGrp="1"/>
          </p:cNvSpPr>
          <p:nvPr/>
        </p:nvSpPr>
        <p:spPr>
          <a:xfrm>
            <a:off x="7244307" y="6861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3" name="9wup_2_build_PredictedAtoms_31">
            <a:extLst>
              <a:ext uri="{FF2B5EF4-FFF2-40B4-BE49-F238E27FC236}">
                <a16:creationId xmlns:a16="http://schemas.microsoft.com/office/drawing/2014/main" id="{9C9631E0-B8E4-458E-9C12-19BDA4056715}"/>
              </a:ext>
            </a:extLst>
          </p:cNvPr>
          <p:cNvSpPr>
            <a:spLocks noGrp="1"/>
          </p:cNvSpPr>
          <p:nvPr/>
        </p:nvSpPr>
        <p:spPr>
          <a:xfrm>
            <a:off x="7252022" y="6972865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4" name="9wup_2_build_PredictedAtoms_32">
            <a:extLst>
              <a:ext uri="{FF2B5EF4-FFF2-40B4-BE49-F238E27FC236}">
                <a16:creationId xmlns:a16="http://schemas.microsoft.com/office/drawing/2014/main" id="{0A6B0C49-6BE9-4346-A6BC-A0A7894367CB}"/>
              </a:ext>
            </a:extLst>
          </p:cNvPr>
          <p:cNvSpPr>
            <a:spLocks noGrp="1"/>
          </p:cNvSpPr>
          <p:nvPr/>
        </p:nvSpPr>
        <p:spPr>
          <a:xfrm>
            <a:off x="7130792" y="68006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5" name="9wup_2_build_PredictedAtoms_33">
            <a:extLst>
              <a:ext uri="{FF2B5EF4-FFF2-40B4-BE49-F238E27FC236}">
                <a16:creationId xmlns:a16="http://schemas.microsoft.com/office/drawing/2014/main" id="{0E956087-3741-4971-8533-CA232A826AF2}"/>
              </a:ext>
            </a:extLst>
          </p:cNvPr>
          <p:cNvSpPr>
            <a:spLocks noGrp="1"/>
          </p:cNvSpPr>
          <p:nvPr/>
        </p:nvSpPr>
        <p:spPr>
          <a:xfrm>
            <a:off x="7182800" y="6708508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16" name="9wup_2_build_PredictedAtoms_34">
            <a:extLst>
              <a:ext uri="{FF2B5EF4-FFF2-40B4-BE49-F238E27FC236}">
                <a16:creationId xmlns:a16="http://schemas.microsoft.com/office/drawing/2014/main" id="{F2653A1E-FF72-4E8C-A369-8A7F3D83BC6F}"/>
              </a:ext>
            </a:extLst>
          </p:cNvPr>
          <p:cNvSpPr>
            <a:spLocks noGrp="1"/>
          </p:cNvSpPr>
          <p:nvPr/>
        </p:nvSpPr>
        <p:spPr>
          <a:xfrm>
            <a:off x="7048859" y="6856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7" name="9wup_2_build_PredictedAtoms_35">
            <a:extLst>
              <a:ext uri="{FF2B5EF4-FFF2-40B4-BE49-F238E27FC236}">
                <a16:creationId xmlns:a16="http://schemas.microsoft.com/office/drawing/2014/main" id="{90F38F72-5798-49CC-800B-5FB1666BB784}"/>
              </a:ext>
            </a:extLst>
          </p:cNvPr>
          <p:cNvSpPr>
            <a:spLocks noGrp="1"/>
          </p:cNvSpPr>
          <p:nvPr/>
        </p:nvSpPr>
        <p:spPr>
          <a:xfrm>
            <a:off x="6922065" y="6835230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18" name="9wup_2_build_PredictedAtoms_36">
            <a:extLst>
              <a:ext uri="{FF2B5EF4-FFF2-40B4-BE49-F238E27FC236}">
                <a16:creationId xmlns:a16="http://schemas.microsoft.com/office/drawing/2014/main" id="{FC37037F-F982-4D7F-AF40-106F14AFBB08}"/>
              </a:ext>
            </a:extLst>
          </p:cNvPr>
          <p:cNvSpPr>
            <a:spLocks noGrp="1"/>
          </p:cNvSpPr>
          <p:nvPr/>
        </p:nvSpPr>
        <p:spPr>
          <a:xfrm>
            <a:off x="6708176" y="69712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19" name="9wup_2_build_PredictedAtoms_37">
            <a:extLst>
              <a:ext uri="{FF2B5EF4-FFF2-40B4-BE49-F238E27FC236}">
                <a16:creationId xmlns:a16="http://schemas.microsoft.com/office/drawing/2014/main" id="{13913A59-9882-4CCF-AF7E-9AF7426F5E29}"/>
              </a:ext>
            </a:extLst>
          </p:cNvPr>
          <p:cNvSpPr>
            <a:spLocks noGrp="1"/>
          </p:cNvSpPr>
          <p:nvPr/>
        </p:nvSpPr>
        <p:spPr>
          <a:xfrm>
            <a:off x="6881778" y="700113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20" name="9wup_2_build_PredictedAtoms_38">
            <a:extLst>
              <a:ext uri="{FF2B5EF4-FFF2-40B4-BE49-F238E27FC236}">
                <a16:creationId xmlns:a16="http://schemas.microsoft.com/office/drawing/2014/main" id="{BBD34A7A-5B35-496A-AFBE-EE41559C2A5D}"/>
              </a:ext>
            </a:extLst>
          </p:cNvPr>
          <p:cNvSpPr>
            <a:spLocks noGrp="1"/>
          </p:cNvSpPr>
          <p:nvPr/>
        </p:nvSpPr>
        <p:spPr>
          <a:xfrm>
            <a:off x="7174326" y="72620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1" name="9wup_2_build_PredictedAtoms_39">
            <a:extLst>
              <a:ext uri="{FF2B5EF4-FFF2-40B4-BE49-F238E27FC236}">
                <a16:creationId xmlns:a16="http://schemas.microsoft.com/office/drawing/2014/main" id="{4AAE28E8-1B52-4570-AF66-6FD77C7989A5}"/>
              </a:ext>
            </a:extLst>
          </p:cNvPr>
          <p:cNvSpPr>
            <a:spLocks noGrp="1"/>
          </p:cNvSpPr>
          <p:nvPr/>
        </p:nvSpPr>
        <p:spPr>
          <a:xfrm>
            <a:off x="7094964" y="7239223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22" name="9wup_2_build_PredictedAtoms_40">
            <a:extLst>
              <a:ext uri="{FF2B5EF4-FFF2-40B4-BE49-F238E27FC236}">
                <a16:creationId xmlns:a16="http://schemas.microsoft.com/office/drawing/2014/main" id="{8826B725-90C1-4AE9-8CDB-BC96D5065F2D}"/>
              </a:ext>
            </a:extLst>
          </p:cNvPr>
          <p:cNvSpPr>
            <a:spLocks noGrp="1"/>
          </p:cNvSpPr>
          <p:nvPr/>
        </p:nvSpPr>
        <p:spPr>
          <a:xfrm>
            <a:off x="6868306" y="7233101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23" name="9wup_2_build_PredictedAtoms_41">
            <a:extLst>
              <a:ext uri="{FF2B5EF4-FFF2-40B4-BE49-F238E27FC236}">
                <a16:creationId xmlns:a16="http://schemas.microsoft.com/office/drawing/2014/main" id="{2187F707-A859-49FD-AAC4-58A0D184D07F}"/>
              </a:ext>
            </a:extLst>
          </p:cNvPr>
          <p:cNvSpPr>
            <a:spLocks noGrp="1"/>
          </p:cNvSpPr>
          <p:nvPr/>
        </p:nvSpPr>
        <p:spPr>
          <a:xfrm>
            <a:off x="6688478" y="70064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4" name="9wup_2_build_PredictedAtoms_42">
            <a:extLst>
              <a:ext uri="{FF2B5EF4-FFF2-40B4-BE49-F238E27FC236}">
                <a16:creationId xmlns:a16="http://schemas.microsoft.com/office/drawing/2014/main" id="{55D2D816-5A6F-4F0B-A50D-B9A86DB05E6A}"/>
              </a:ext>
            </a:extLst>
          </p:cNvPr>
          <p:cNvSpPr>
            <a:spLocks noGrp="1"/>
          </p:cNvSpPr>
          <p:nvPr/>
        </p:nvSpPr>
        <p:spPr>
          <a:xfrm>
            <a:off x="6605073" y="7009742"/>
            <a:ext cx="32385" cy="32385"/>
          </a:xfrm>
          <a:prstGeom prst="ellipse">
            <a:avLst/>
          </a:prstGeom>
          <a:solidFill>
            <a:srgbClr val="D55357"/>
          </a:solidFill>
          <a:ln w="0">
            <a:noFill/>
          </a:ln>
        </p:spPr>
      </p:sp>
      <p:sp>
        <p:nvSpPr>
          <p:cNvPr id="1525" name="9wup_2_build_PredictedAtoms_43">
            <a:extLst>
              <a:ext uri="{FF2B5EF4-FFF2-40B4-BE49-F238E27FC236}">
                <a16:creationId xmlns:a16="http://schemas.microsoft.com/office/drawing/2014/main" id="{04A057C7-A589-4C27-BFEF-91288851F116}"/>
              </a:ext>
            </a:extLst>
          </p:cNvPr>
          <p:cNvSpPr>
            <a:spLocks noGrp="1"/>
          </p:cNvSpPr>
          <p:nvPr/>
        </p:nvSpPr>
        <p:spPr>
          <a:xfrm>
            <a:off x="6717769" y="6972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6" name="9wup_2_build_PredictedAtoms_44">
            <a:extLst>
              <a:ext uri="{FF2B5EF4-FFF2-40B4-BE49-F238E27FC236}">
                <a16:creationId xmlns:a16="http://schemas.microsoft.com/office/drawing/2014/main" id="{48A1DDA7-6258-42B8-880C-401D6AA9277A}"/>
              </a:ext>
            </a:extLst>
          </p:cNvPr>
          <p:cNvSpPr>
            <a:spLocks noGrp="1"/>
          </p:cNvSpPr>
          <p:nvPr/>
        </p:nvSpPr>
        <p:spPr>
          <a:xfrm>
            <a:off x="6705089" y="6717136"/>
            <a:ext cx="32385" cy="32385"/>
          </a:xfrm>
          <a:prstGeom prst="ellipse">
            <a:avLst/>
          </a:prstGeom>
          <a:solidFill>
            <a:srgbClr val="3978B6"/>
          </a:solidFill>
          <a:ln w="0">
            <a:noFill/>
          </a:ln>
        </p:spPr>
      </p:sp>
      <p:sp>
        <p:nvSpPr>
          <p:cNvPr id="1527" name="9wup_2_build_PredictedAtoms_45">
            <a:extLst>
              <a:ext uri="{FF2B5EF4-FFF2-40B4-BE49-F238E27FC236}">
                <a16:creationId xmlns:a16="http://schemas.microsoft.com/office/drawing/2014/main" id="{9F1F2B97-C299-4B89-9CA9-6211711F640B}"/>
              </a:ext>
            </a:extLst>
          </p:cNvPr>
          <p:cNvSpPr>
            <a:spLocks noGrp="1"/>
          </p:cNvSpPr>
          <p:nvPr/>
        </p:nvSpPr>
        <p:spPr>
          <a:xfrm>
            <a:off x="6770936" y="66309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8" name="9wup_2_build_PredictedAtoms_46">
            <a:extLst>
              <a:ext uri="{FF2B5EF4-FFF2-40B4-BE49-F238E27FC236}">
                <a16:creationId xmlns:a16="http://schemas.microsoft.com/office/drawing/2014/main" id="{D4A8E5A8-9335-434B-A5FD-32C69A52251A}"/>
              </a:ext>
            </a:extLst>
          </p:cNvPr>
          <p:cNvSpPr>
            <a:spLocks noGrp="1"/>
          </p:cNvSpPr>
          <p:nvPr/>
        </p:nvSpPr>
        <p:spPr>
          <a:xfrm>
            <a:off x="6733061" y="65295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29" name="9wup_2_build_PredictedAtoms_47">
            <a:extLst>
              <a:ext uri="{FF2B5EF4-FFF2-40B4-BE49-F238E27FC236}">
                <a16:creationId xmlns:a16="http://schemas.microsoft.com/office/drawing/2014/main" id="{63AF889E-4AA0-4F1D-B34C-0CEF9991A817}"/>
              </a:ext>
            </a:extLst>
          </p:cNvPr>
          <p:cNvSpPr>
            <a:spLocks noGrp="1"/>
          </p:cNvSpPr>
          <p:nvPr/>
        </p:nvSpPr>
        <p:spPr>
          <a:xfrm>
            <a:off x="6751380" y="634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0" name="9wup_2_build_PredictedAtoms_48">
            <a:extLst>
              <a:ext uri="{FF2B5EF4-FFF2-40B4-BE49-F238E27FC236}">
                <a16:creationId xmlns:a16="http://schemas.microsoft.com/office/drawing/2014/main" id="{F1FFF050-D046-4239-A205-5536658ED909}"/>
              </a:ext>
            </a:extLst>
          </p:cNvPr>
          <p:cNvSpPr>
            <a:spLocks noGrp="1"/>
          </p:cNvSpPr>
          <p:nvPr/>
        </p:nvSpPr>
        <p:spPr>
          <a:xfrm>
            <a:off x="6747916" y="62873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1" name="9wup_2_build_PredictedAtoms_49">
            <a:extLst>
              <a:ext uri="{FF2B5EF4-FFF2-40B4-BE49-F238E27FC236}">
                <a16:creationId xmlns:a16="http://schemas.microsoft.com/office/drawing/2014/main" id="{26EF1990-4B7C-4B21-BFBE-5C48C6A6DD6F}"/>
              </a:ext>
            </a:extLst>
          </p:cNvPr>
          <p:cNvSpPr>
            <a:spLocks noGrp="1"/>
          </p:cNvSpPr>
          <p:nvPr/>
        </p:nvSpPr>
        <p:spPr>
          <a:xfrm>
            <a:off x="7077865" y="633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2" name="9wup_2_build_PredictedAtoms_50">
            <a:extLst>
              <a:ext uri="{FF2B5EF4-FFF2-40B4-BE49-F238E27FC236}">
                <a16:creationId xmlns:a16="http://schemas.microsoft.com/office/drawing/2014/main" id="{584288BF-90BB-450C-866F-94C13ADAE9F4}"/>
              </a:ext>
            </a:extLst>
          </p:cNvPr>
          <p:cNvSpPr>
            <a:spLocks noGrp="1"/>
          </p:cNvSpPr>
          <p:nvPr/>
        </p:nvSpPr>
        <p:spPr>
          <a:xfrm>
            <a:off x="7096683" y="63247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3" name="9wup_2_build_PredictedAtoms_51">
            <a:extLst>
              <a:ext uri="{FF2B5EF4-FFF2-40B4-BE49-F238E27FC236}">
                <a16:creationId xmlns:a16="http://schemas.microsoft.com/office/drawing/2014/main" id="{57D18C60-0B75-4D14-9FB1-E82100E88581}"/>
              </a:ext>
            </a:extLst>
          </p:cNvPr>
          <p:cNvSpPr>
            <a:spLocks noGrp="1"/>
          </p:cNvSpPr>
          <p:nvPr/>
        </p:nvSpPr>
        <p:spPr>
          <a:xfrm>
            <a:off x="6984097" y="65389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4" name="9wup_2_build_PredictedAtoms_52">
            <a:extLst>
              <a:ext uri="{FF2B5EF4-FFF2-40B4-BE49-F238E27FC236}">
                <a16:creationId xmlns:a16="http://schemas.microsoft.com/office/drawing/2014/main" id="{B62451C8-6C19-4B02-914C-691C545F5242}"/>
              </a:ext>
            </a:extLst>
          </p:cNvPr>
          <p:cNvSpPr>
            <a:spLocks noGrp="1"/>
          </p:cNvSpPr>
          <p:nvPr/>
        </p:nvSpPr>
        <p:spPr>
          <a:xfrm>
            <a:off x="6911108" y="6650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535" name="9wup_2_build_Clashes_0">
            <a:extLst>
              <a:ext uri="{FF2B5EF4-FFF2-40B4-BE49-F238E27FC236}">
                <a16:creationId xmlns:a16="http://schemas.microsoft.com/office/drawing/2014/main" id="{0D0BA01F-3998-44C0-9DB9-910AD3EBE9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6" name="9wup_2_build_Clashes_1">
            <a:extLst>
              <a:ext uri="{FF2B5EF4-FFF2-40B4-BE49-F238E27FC236}">
                <a16:creationId xmlns:a16="http://schemas.microsoft.com/office/drawing/2014/main" id="{F6E9BC37-A8E2-48A6-8F3E-A37F6B6401A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7" name="9wup_2_build_Clashes_2">
            <a:extLst>
              <a:ext uri="{FF2B5EF4-FFF2-40B4-BE49-F238E27FC236}">
                <a16:creationId xmlns:a16="http://schemas.microsoft.com/office/drawing/2014/main" id="{7482C090-6B8E-4549-89D7-4FB403849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8" name="9wup_2_build_Clashes_3">
            <a:extLst>
              <a:ext uri="{FF2B5EF4-FFF2-40B4-BE49-F238E27FC236}">
                <a16:creationId xmlns:a16="http://schemas.microsoft.com/office/drawing/2014/main" id="{0E8F69DE-46B2-4872-873A-6B6FBA03474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39" name="9wup_2_build_Clashes_4">
            <a:extLst>
              <a:ext uri="{FF2B5EF4-FFF2-40B4-BE49-F238E27FC236}">
                <a16:creationId xmlns:a16="http://schemas.microsoft.com/office/drawing/2014/main" id="{26ADBDCA-7FCD-490A-852B-388EBB14EA7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0" name="9wup_2_build_Clashes_5">
            <a:extLst>
              <a:ext uri="{FF2B5EF4-FFF2-40B4-BE49-F238E27FC236}">
                <a16:creationId xmlns:a16="http://schemas.microsoft.com/office/drawing/2014/main" id="{5F6E4413-D887-453E-8751-DACD6C990E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1" name="9wup_2_build_Clashes_6">
            <a:extLst>
              <a:ext uri="{FF2B5EF4-FFF2-40B4-BE49-F238E27FC236}">
                <a16:creationId xmlns:a16="http://schemas.microsoft.com/office/drawing/2014/main" id="{25844BA9-D688-4BE8-966D-4123D988265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2" name="9wup_2_build_Clashes_7">
            <a:extLst>
              <a:ext uri="{FF2B5EF4-FFF2-40B4-BE49-F238E27FC236}">
                <a16:creationId xmlns:a16="http://schemas.microsoft.com/office/drawing/2014/main" id="{5C5D0040-B3E6-4909-A4E3-F453870F81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3" name="9wup_2_build_Clashes_8">
            <a:extLst>
              <a:ext uri="{FF2B5EF4-FFF2-40B4-BE49-F238E27FC236}">
                <a16:creationId xmlns:a16="http://schemas.microsoft.com/office/drawing/2014/main" id="{7A15066C-121E-412A-B016-A5CCA1A904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4" name="9wup_2_build_Clashes_9">
            <a:extLst>
              <a:ext uri="{FF2B5EF4-FFF2-40B4-BE49-F238E27FC236}">
                <a16:creationId xmlns:a16="http://schemas.microsoft.com/office/drawing/2014/main" id="{2DAA0665-109C-4411-80BB-3F895242B08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5" name="9wup_2_build_Clashes_10">
            <a:extLst>
              <a:ext uri="{FF2B5EF4-FFF2-40B4-BE49-F238E27FC236}">
                <a16:creationId xmlns:a16="http://schemas.microsoft.com/office/drawing/2014/main" id="{87830318-F98E-485B-A98E-5E1103C8A9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6" name="9wup_2_build_Clashes_11">
            <a:extLst>
              <a:ext uri="{FF2B5EF4-FFF2-40B4-BE49-F238E27FC236}">
                <a16:creationId xmlns:a16="http://schemas.microsoft.com/office/drawing/2014/main" id="{C0C03D53-64EB-46ED-B723-B62F88CED4A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7" name="9wup_2_build_Clashes_12">
            <a:extLst>
              <a:ext uri="{FF2B5EF4-FFF2-40B4-BE49-F238E27FC236}">
                <a16:creationId xmlns:a16="http://schemas.microsoft.com/office/drawing/2014/main" id="{D594C038-182A-4B5B-BC94-0DC90034A17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8" name="9wup_2_build_Clashes_13">
            <a:extLst>
              <a:ext uri="{FF2B5EF4-FFF2-40B4-BE49-F238E27FC236}">
                <a16:creationId xmlns:a16="http://schemas.microsoft.com/office/drawing/2014/main" id="{216713FE-B3B5-4983-9E35-E67EDCCE20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49" name="9wup_2_build_Clashes_14">
            <a:extLst>
              <a:ext uri="{FF2B5EF4-FFF2-40B4-BE49-F238E27FC236}">
                <a16:creationId xmlns:a16="http://schemas.microsoft.com/office/drawing/2014/main" id="{622411DC-79CB-4736-91BB-8CCFDE84B6D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550" name="9wup_2_build_ClashingReceptorAtoms_0">
            <a:extLst>
              <a:ext uri="{FF2B5EF4-FFF2-40B4-BE49-F238E27FC236}">
                <a16:creationId xmlns:a16="http://schemas.microsoft.com/office/drawing/2014/main" id="{7CD70D1A-C425-4A74-8F24-B20A14550B27}"/>
              </a:ext>
            </a:extLst>
          </p:cNvPr>
          <p:cNvSpPr>
            <a:spLocks noGrp="1"/>
          </p:cNvSpPr>
          <p:nvPr/>
        </p:nvSpPr>
        <p:spPr>
          <a:xfrm>
            <a:off x="6752134" y="62219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1" name="9wup_2_build_ClashingReceptorAtoms_1">
            <a:extLst>
              <a:ext uri="{FF2B5EF4-FFF2-40B4-BE49-F238E27FC236}">
                <a16:creationId xmlns:a16="http://schemas.microsoft.com/office/drawing/2014/main" id="{64C8CF14-EB65-4E19-89C3-F0F3779947E9}"/>
              </a:ext>
            </a:extLst>
          </p:cNvPr>
          <p:cNvSpPr>
            <a:spLocks noGrp="1"/>
          </p:cNvSpPr>
          <p:nvPr/>
        </p:nvSpPr>
        <p:spPr>
          <a:xfrm>
            <a:off x="7111290" y="61654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2" name="9wup_2_build_ClashingReceptorAtoms_2">
            <a:extLst>
              <a:ext uri="{FF2B5EF4-FFF2-40B4-BE49-F238E27FC236}">
                <a16:creationId xmlns:a16="http://schemas.microsoft.com/office/drawing/2014/main" id="{44C9CB04-B64E-4C13-BFEA-16D61D7A7004}"/>
              </a:ext>
            </a:extLst>
          </p:cNvPr>
          <p:cNvSpPr>
            <a:spLocks noGrp="1"/>
          </p:cNvSpPr>
          <p:nvPr/>
        </p:nvSpPr>
        <p:spPr>
          <a:xfrm>
            <a:off x="7224450" y="61764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3" name="9wup_2_build_ClashingReceptorAtoms_3">
            <a:extLst>
              <a:ext uri="{FF2B5EF4-FFF2-40B4-BE49-F238E27FC236}">
                <a16:creationId xmlns:a16="http://schemas.microsoft.com/office/drawing/2014/main" id="{530E21D5-C3F4-48DB-BCDC-A717ED354217}"/>
              </a:ext>
            </a:extLst>
          </p:cNvPr>
          <p:cNvSpPr>
            <a:spLocks noGrp="1"/>
          </p:cNvSpPr>
          <p:nvPr/>
        </p:nvSpPr>
        <p:spPr>
          <a:xfrm>
            <a:off x="6880855" y="62117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4" name="9wup_2_build_ClashingReceptorAtoms_4">
            <a:extLst>
              <a:ext uri="{FF2B5EF4-FFF2-40B4-BE49-F238E27FC236}">
                <a16:creationId xmlns:a16="http://schemas.microsoft.com/office/drawing/2014/main" id="{56CB581B-DCDE-4D6F-BB26-A50AEE66E121}"/>
              </a:ext>
            </a:extLst>
          </p:cNvPr>
          <p:cNvSpPr>
            <a:spLocks noGrp="1"/>
          </p:cNvSpPr>
          <p:nvPr/>
        </p:nvSpPr>
        <p:spPr>
          <a:xfrm>
            <a:off x="6738479" y="65183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5" name="9wup_2_build_ClashingReceptorAtoms_5">
            <a:extLst>
              <a:ext uri="{FF2B5EF4-FFF2-40B4-BE49-F238E27FC236}">
                <a16:creationId xmlns:a16="http://schemas.microsoft.com/office/drawing/2014/main" id="{83FB3192-8417-491A-B309-D08076433ED3}"/>
              </a:ext>
            </a:extLst>
          </p:cNvPr>
          <p:cNvSpPr>
            <a:spLocks noGrp="1"/>
          </p:cNvSpPr>
          <p:nvPr/>
        </p:nvSpPr>
        <p:spPr>
          <a:xfrm>
            <a:off x="7018505" y="72324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6" name="9wup_2_build_ClashingReceptorAtoms_6">
            <a:extLst>
              <a:ext uri="{FF2B5EF4-FFF2-40B4-BE49-F238E27FC236}">
                <a16:creationId xmlns:a16="http://schemas.microsoft.com/office/drawing/2014/main" id="{4D6ECCB0-BE06-4B6D-96AA-9C6ED0E063DE}"/>
              </a:ext>
            </a:extLst>
          </p:cNvPr>
          <p:cNvSpPr>
            <a:spLocks noGrp="1"/>
          </p:cNvSpPr>
          <p:nvPr/>
        </p:nvSpPr>
        <p:spPr>
          <a:xfrm>
            <a:off x="7126958" y="73025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7" name="9wup_2_build_ClashingReceptorAtoms_7">
            <a:extLst>
              <a:ext uri="{FF2B5EF4-FFF2-40B4-BE49-F238E27FC236}">
                <a16:creationId xmlns:a16="http://schemas.microsoft.com/office/drawing/2014/main" id="{3E3ADBC1-2316-48C7-83EB-D518F7375A32}"/>
              </a:ext>
            </a:extLst>
          </p:cNvPr>
          <p:cNvSpPr>
            <a:spLocks noGrp="1"/>
          </p:cNvSpPr>
          <p:nvPr/>
        </p:nvSpPr>
        <p:spPr>
          <a:xfrm>
            <a:off x="7226835" y="72266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8" name="9wup_2_build_ClashingReceptorAtoms_8">
            <a:extLst>
              <a:ext uri="{FF2B5EF4-FFF2-40B4-BE49-F238E27FC236}">
                <a16:creationId xmlns:a16="http://schemas.microsoft.com/office/drawing/2014/main" id="{794319C5-2CC1-444C-BB42-323506C48E06}"/>
              </a:ext>
            </a:extLst>
          </p:cNvPr>
          <p:cNvSpPr>
            <a:spLocks noGrp="1"/>
          </p:cNvSpPr>
          <p:nvPr/>
        </p:nvSpPr>
        <p:spPr>
          <a:xfrm>
            <a:off x="7213436" y="71724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59" name="9wup_2_build_ClashingReceptorAtoms_9">
            <a:extLst>
              <a:ext uri="{FF2B5EF4-FFF2-40B4-BE49-F238E27FC236}">
                <a16:creationId xmlns:a16="http://schemas.microsoft.com/office/drawing/2014/main" id="{99D381A6-ED20-4EF8-887B-1966A41741D4}"/>
              </a:ext>
            </a:extLst>
          </p:cNvPr>
          <p:cNvSpPr>
            <a:spLocks noGrp="1"/>
          </p:cNvSpPr>
          <p:nvPr/>
        </p:nvSpPr>
        <p:spPr>
          <a:xfrm>
            <a:off x="7108340" y="74129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560" name="stage3-cases-alternatives_38">
            <a:extLst>
              <a:ext uri="{FF2B5EF4-FFF2-40B4-BE49-F238E27FC236}">
                <a16:creationId xmlns:a16="http://schemas.microsoft.com/office/drawing/2014/main" id="{4283A0EA-2426-4A11-B8F3-01EB6349FBB2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561" name="stage3-cases-alternatives_39">
            <a:extLst>
              <a:ext uri="{FF2B5EF4-FFF2-40B4-BE49-F238E27FC236}">
                <a16:creationId xmlns:a16="http://schemas.microsoft.com/office/drawing/2014/main" id="{0EC60407-8199-411D-9DB0-713DEDB936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562" name="stage3-cases-alternatives_40">
            <a:extLst>
              <a:ext uri="{FF2B5EF4-FFF2-40B4-BE49-F238E27FC236}">
                <a16:creationId xmlns:a16="http://schemas.microsoft.com/office/drawing/2014/main" id="{B6AA298E-E834-48CD-BB08-15B3B4D3FA28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563" name="stage3-cases-alternatives_41">
            <a:extLst>
              <a:ext uri="{FF2B5EF4-FFF2-40B4-BE49-F238E27FC236}">
                <a16:creationId xmlns:a16="http://schemas.microsoft.com/office/drawing/2014/main" id="{02F7E827-17D2-47CE-8727-1E1339FF27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564" name="stage3-cases-alternatives_42">
            <a:extLst>
              <a:ext uri="{FF2B5EF4-FFF2-40B4-BE49-F238E27FC236}">
                <a16:creationId xmlns:a16="http://schemas.microsoft.com/office/drawing/2014/main" id="{7717D483-C114-4CB0-A987-2ADB83C6F2D8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565" name="stage3-cases-alternatives_43">
            <a:extLst>
              <a:ext uri="{FF2B5EF4-FFF2-40B4-BE49-F238E27FC236}">
                <a16:creationId xmlns:a16="http://schemas.microsoft.com/office/drawing/2014/main" id="{63A72AFC-26BB-4E55-8595-E738F5F246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B6C0C6"/>
            </a:solidFill>
            <a:prstDash val="solid"/>
          </a:ln>
        </p:spPr>
      </p:sp>
      <p:sp>
        <p:nvSpPr>
          <p:cNvPr id="1566" name="stage3-cases-alternatives_44">
            <a:extLst>
              <a:ext uri="{FF2B5EF4-FFF2-40B4-BE49-F238E27FC236}">
                <a16:creationId xmlns:a16="http://schemas.microsoft.com/office/drawing/2014/main" id="{F8322347-B7C7-4098-92E3-8417DFDAB99E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567" name="stage3-cases-alternatives_45">
            <a:extLst>
              <a:ext uri="{FF2B5EF4-FFF2-40B4-BE49-F238E27FC236}">
                <a16:creationId xmlns:a16="http://schemas.microsoft.com/office/drawing/2014/main" id="{C973D6F5-DAE6-4A74-9701-83B48538AB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568" name="stage3-cases-alternatives_46">
            <a:extLst>
              <a:ext uri="{FF2B5EF4-FFF2-40B4-BE49-F238E27FC236}">
                <a16:creationId xmlns:a16="http://schemas.microsoft.com/office/drawing/2014/main" id="{5A9B432F-1838-450F-B78B-DE3422227932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4334932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780</Words>
  <Application>Microsoft Office PowerPoint</Application>
  <DocSecurity>0</DocSecurity>
  <PresentationFormat>自定义</PresentationFormat>
  <Paragraphs>112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</cp:revision>
  <dcterms:created xsi:type="dcterms:W3CDTF">2026-10-02T15:53:50Z</dcterms:created>
  <dcterms:modified xsi:type="dcterms:W3CDTF">2026-10-02T15:56:13Z</dcterms:modified>
</cp:coreProperties>
</file>