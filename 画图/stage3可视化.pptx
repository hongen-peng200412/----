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0AED03A.xml" ContentType="application/vnd.ms-powerpoint.comments+xml"/>
  <Override PartName="/ppt/notesSlides/notesSlide2.xml" ContentType="application/vnd.openxmlformats-officedocument.presentationml.notesSlide+xml"/>
  <Override PartName="/ppt/comments/modernComment_101_5D52690F.xml" ContentType="application/vnd.ms-powerpoint.comments+xml"/>
  <Override PartName="/ppt/notesSlides/notesSlide3.xml" ContentType="application/vnd.openxmlformats-officedocument.presentationml.notesSlide+xml"/>
  <Override PartName="/ppt/comments/modernComment_102_678AE1B4.xml" ContentType="application/vnd.ms-powerpoint.comments+xml"/>
  <Override PartName="/ppt/notesSlides/notesSlide4.xml" ContentType="application/vnd.openxmlformats-officedocument.presentationml.notesSlide+xml"/>
  <Override PartName="/ppt/comments/modernComment_103_55D42BD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573" autoAdjust="0"/>
  </p:normalViewPr>
  <p:slideViewPr>
    <p:cSldViewPr snapToGrid="0">
      <p:cViewPr varScale="1">
        <p:scale>
          <a:sx n="52" d="100"/>
          <a:sy n="52" d="100"/>
        </p:scale>
        <p:origin x="632" y="56"/>
      </p:cViewPr>
      <p:guideLst/>
    </p:cSldViewPr>
  </p:slideViewPr>
  <p:notesTextViewPr>
    <p:cViewPr>
      <p:scale>
        <a:sx n="1" d="1"/>
        <a:sy n="1" d="1"/>
      </p:scale>
      <p:origin x="0" y="-8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60AED03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C5D922-2FBA-410A-A915-2315DC2A7C0A}" authorId="{D3F71A66-0C34-DF1A-5236-FECDBC820DCB}" created="2026-10-03T07:13:03.136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8DCBB79F-92F9-4252-BE12-BB1F4D09ABD6}" authorId="{D3F71A66-0C34-DF1A-5236-FECDBC820DCB}" created="2026-10-03T07:13:03.148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1_5D5269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6AD79C5-C17E-45F7-8AB2-6926ED9B8BE7}" authorId="{D3F71A66-0C34-DF1A-5236-FECDBC820DCB}" created="2026-10-03T07:13:03.695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5A36124D-3DF1-493C-8AC7-2766080CAD5B}" authorId="{D3F71A66-0C34-DF1A-5236-FECDBC820DCB}" created="2026-10-03T07:13:03.704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678AE1B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A71DCC-58E4-4E38-83B6-6FB4CF2FCE69}" authorId="{D3F71A66-0C34-DF1A-5236-FECDBC820DCB}" created="2026-10-03T07:13:03.971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CDC9427-C332-4BD5-8318-B8C21610697C}" authorId="{D3F71A66-0C34-DF1A-5236-FECDBC820DCB}" created="2026-10-03T07:13:03.973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55D42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C0306D-72B5-47D0-900A-10A28618ECFB}" authorId="{D3F71A66-0C34-DF1A-5236-FECDBC820DCB}" created="2026-10-03T07:13:04.234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997C52F0-6C36-4E23-A964-CDD9D1A1B37E}" authorId="{D3F71A66-0C34-DF1A-5236-FECDBC820DCB}" created="2026-10-03T07:13:04.236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dirty="0"/>
              <ns1:t/>
            </ns1:r>
            <ns1:r>
              <ns1:rPr dirty="0" err="1"/>
              <ns1:t>口袋约束与密度约束的互补作用。a</ns1:t>
            </ns1:r>
            <ns1:r>
              <ns1:rPr dirty="0"/>
              <ns1:t>–</ns1:t>
            </ns1:r>
            <ns1:r>
              <ns1:rPr dirty="0" err="1"/>
              <ns1:t>c，官方</ns1:t>
            </ns1:r>
            <ns1:r>
              <ns1:rPr dirty="0"/>
              <ns1:t> </ns1:t>
            </ns1:r>
            <ns1:r>
              <ns1:rPr dirty="0" err="1"/>
              <ns1:t>PocketXMol</ns1:t>
            </ns1:r>
            <ns1:r>
              <ns1:rPr dirty="0"/>
              <ns1:t> 的 top-1 pose 偏离实验密度的三个实例：9Q16–XG4、9UB7–Y01、9R3D–</ns1:t>
            </ns1:r>
            <ns1:r>
              <ns1:rPr dirty="0" err="1"/>
              <ns1:t>IHP。d</ns1:t>
            </ns1:r>
            <ns1:r>
              <ns1:rPr dirty="0"/>
              <ns1:t>–f，Emap2lig-Build top-1 pose 与受体碰撞的三个实例：9U7J–GDU、9WUP–FAD、9WQ3–1SY。每行依次展示 </ns1:t>
            </ns1:r>
            <ns1:r>
              <ns1:rPr dirty="0" err="1"/>
              <ns1:t>PocketXMol-official（橙色</ns1:t>
            </ns1:r>
            <ns1:r>
              <ns1:rPr dirty="0"/>
              <ns1:t>）、</ns1:t>
            </ns1:r>
            <ns1:r>
              <ns1:rPr dirty="0" err="1"/>
              <ns1:t>PocketXMol-tuned（蓝色）和</ns1:t>
            </ns1:r>
            <ns1:r>
              <ns1:rPr dirty="0"/>
              <ns1:t> Emap2lig-Build（紫色）；</ns1:t>
            </ns1:r>
            <ns1:r>
              <ns1:rPr dirty="0" err="1"/>
              <ns1:t>沉积配体为青绿色，受体为橄榄绿色，实验密度为灰色网格，红色虚线及受体原子标出碰撞接触。两种</ns1:t>
            </ns1:r>
            <ns1:r>
              <ns1:rPr dirty="0"/>
              <ns1:t> </ns1:t>
            </ns1:r>
            <ns1:r>
              <ns1:rPr dirty="0" err="1"/>
              <ns1:t>PocketXMol</ns1:t>
            </ns1:r>
            <ns1:r>
              <ns1:rPr dirty="0"/>
              <ns1:t> </ns1:t>
            </ns1:r>
            <ns1:r>
              <ns1:rPr dirty="0" err="1"/>
              <ns1:t>均使用真实受体并使用结合位点定义口袋。在每个图片下方，D</ns1:t>
            </ns1:r>
            <ns1:r>
              <ns1:rPr dirty="0"/>
              <ns1:t> </ns1:t>
            </ns1:r>
            <ns1:r>
              <ns1:rPr dirty="0" err="1"/>
              <ns1:t>表示预测重原子处三线性插值密度达到作者推荐等值面阈值的比例，Clash</ns1:t>
            </ns1:r>
            <ns1:r>
              <ns1:rPr dirty="0"/>
              <ns1:t> </ns1:t>
            </ns1:r>
            <ns1:r>
              <ns1:rPr dirty="0" err="1"/>
              <ns1:t>表示距离严格小于</ns1:t>
            </ns1:r>
            <ns1:r>
              <ns1:rPr dirty="0"/>
              <ns1:t> 0.75 </ns1:t>
            </ns1:r>
            <ns1:r>
              <ns1:rPr dirty="0" err="1"/>
              <ns1:t>倍范德华半径之和的配体</ns1:t>
            </ns1:r>
            <ns1:r>
              <ns1:rPr dirty="0"/>
              <ns1:t>–</ns1:t>
            </ns1:r>
            <ns1:r>
              <ns1:rPr dirty="0" err="1"/>
              <ns1:t>标准受体重原子对数。网格显示该等值面距沉积配体重原子</ns1:t>
            </ns1:r>
            <ns1:r>
              <ns1:rPr dirty="0"/>
              <ns1:t> 2 Å </ns1:t>
            </ns1:r>
            <ns1:r>
              <ns1:rPr dirty="0" err="1"/>
              <ns1:t>内的部分，三种方法共享同一显示区域、视角和尺度，比例尺为</ns1:t>
            </ns1:r>
            <ns1:r>
              <ns1:rPr dirty="0"/>
              <ns1:t> 5 </ns1:t>
            </ns1:r>
            <ns1:r>
              <ns1:rPr dirty="0" err="1"/>
              <ns1:t>Å，各例子的链与残基编号见行标题</ns1:t>
            </ns1:r>
            <ns1:r>
              <ns1:rPr dirty="0"/>
              <ns1:t>。</ns1:t>
            </ns1:r>
          </ns1:p>
          <ns1:p>
            <ns1:r>
              <ns1:t>ENGLISH:</ns1:t>
            </ns1:r>
          </ns1:p>
          <ns1:p>
            <ns1:r>
              <ns1:t>Complementary constraints from receptor pockets and experimental density.</ns1:t>
            </ns1:r>
          </ns1:p>
          <ns1:p>
            <ns1:r>
              <ns1:t>a–c, Three instances in which PocketXMol-official top-1 poses deviate from experimental density: 9Q16–XG4, 9UB7–Y01 and 9R3D–IHP.</ns1:t>
            </ns1:r>
          </ns1:p>
          <ns1:p>
            <ns1:r>
              <ns1:t>d–f, Three instances in which Emap2lig-Build top-1 poses clash with the receptor: 9U7J–GDU, 9WUP–FAD and 9WQ3–1SY. Each row shows PocketXMol-official (orange), PocketXMol-tuned (blue) and Emap2lig-Build (purple), with top-1 poses selected by model score. Deposited ligands are teal, receptors are olive green and experimental density appears as a grey mesh. Red dashed lines and receptor atoms mark clashing contacts. Both PocketXMol models use deposited receptors and centre-defined pockets. D denotes the fraction of predicted heavy atoms whose trilinearly interpolated density reaches the recommended isosurface threshold. Clash counts ligand–standard-receptor heavy-atom pairs separated by strictly less than 0.75 times the sum of their van der Waals radii. The mesh shows the isosurface within 2 Å of deposited ligand heavy atoms. All three methods share the same displayed region, viewing angle and scale. Scale bars, 5 Å. Row headings specify chain and residue identifiers.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</ns0:cSld>
  <ns0:clrMapOvr>
    <ns1:masterClrMapping/>
  </ns0:clrMapOvr>
</ns0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9LLG–CLR、9LFA–A1EJF、9BJJ–A1AP0 和 30GA–ATP。三列为官方 PocketXMol、PocketXMol-tuned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0AED03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D5269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78AE1B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5D42BDD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stage3-cases-main_0">
            <a:extLst>
              <a:ext uri="{FF2B5EF4-FFF2-40B4-BE49-F238E27FC236}">
                <a16:creationId xmlns:a16="http://schemas.microsoft.com/office/drawing/2014/main" id="{E5ED433B-E856-423D-B804-4CEB7B7B5F5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AE5525FB-9E39-4B50-8D4D-9DEC22B3EEBC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D3AB9F34-C97F-4F7E-A41E-43771FAF156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57A7C6B2-A59C-4D4D-B169-A66884DA40F2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2AABC91B-C703-4D6D-88AF-7BFAF4098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44DFEC9B-6AA7-449A-88D0-60A059C14409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8C2AC63D-5BD1-4C53-BFCA-3B42381A54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4C6D045-55B1-489A-AEE3-6959EA520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C037E69-49C1-4666-AFB5-677A41B880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C56A34ED-A2A6-45F1-8DFB-108C291643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D8157E23-4F57-4B95-9C33-832490B789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105F3559-088D-4149-AB76-99E2E6D33F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941AB40C-36FE-46CF-A21F-D74C416B46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28225198-6C4F-471D-B6CC-0CE066BC02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BB056AB9-EB63-4E98-B1BD-E5438B483D3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46DE7B8-4861-407A-AD05-3D308C2FE3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496F2F21-4044-4990-916F-6D0A77B62F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4A9014D-DA8F-4B41-822B-C31ADC6B27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9F4707A-DA7D-4E86-ABA1-D7EA4EDC0A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2BC9A8E-4453-4B12-9E59-9E16B17259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BE67826C-903B-4FBE-B3DD-DE3F88E73F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9F53F375-6794-4631-8122-A31C5FA017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783D6AB-2D28-4CB2-B07E-4E5F380DFF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A746D147-3BC1-4B04-9702-90CE819B3C1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91121CA-BA05-4E4F-9589-66B8499C1D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C6EBEDA7-E65F-4B20-9612-E44CA5F9EDB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E9656538-55D2-4E07-9CA2-5E5A89B8E3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C69D4C5-B72B-4500-98ED-1DBEA3458F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D2306CE-76EE-458A-BF4E-D7A453955E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36B5E14-740A-4ABF-B024-9CC38B0DB1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742F24A6-179C-476D-A330-2DCE00EDCE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7AEA60EA-439C-404A-84F4-33F255B8D9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77468E1-4379-4F2D-8DF4-1B47A06423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AF55C33-E9E5-44D9-BF77-6B5BF0672E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66F7FD97-CC5F-4105-A852-E21B36D804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7B2E8020-C6CE-4DD5-9954-D197BE6F49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3EF135E4-D7FA-425B-BE78-B18B6CDA99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2855DD8A-38E9-4B68-BB23-45878D2B47E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29EFF81-B2F4-4D1B-ACC6-42A201BE98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B65A6240-3148-4187-BC79-466812FE31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911A73C7-D41C-43EC-B835-AC6E3F58DE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5651FC82-CFF5-4F6C-B1EB-0BC9AC8037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065625C1-CDBE-4168-9D82-EB58223158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5E95FA17-7108-41E9-90C7-71F4C5DC91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00E45F14-68AE-4A9B-91DE-59EDB4FAF8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1335B6BC-A2E6-473C-ABBC-8B983135A0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1DFD4565-ECBD-4E20-8ED4-28485A84CF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FBD72FBD-3A1D-461C-9E17-337F7D4043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384E3A1-DD8B-4006-8E8F-2888198AC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2FEBB667-C8C3-4EC5-9929-67C102F2EA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0787038C-6D41-4D7A-89CB-B5FC6795F0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E97BAA3-9FAA-40F4-A5B6-23D58AEE257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F1BD5EFC-673D-4F5F-A9EA-21EA879ECA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EA35309-1514-430B-9ADF-55C82505E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E8993386-ECBE-4DEB-A8C3-2B09A5C97B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009D9F6-2054-44BD-B4CC-4B1DCE75F7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84E734EE-7EB9-4364-9994-5E02DD28A0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6A7BE917-2E84-451C-9F99-8FC5D40EA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17CDB7C2-48AD-483F-9B79-FE9A207393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12EE0E6-204E-4C7E-B27E-0270A9C0AE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9DC22767-9202-4DDD-BF4D-93C5896FEA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E06C72D-C55E-40B4-A625-2FE6ECE2011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002CD4E-0901-4483-9307-EA3A395080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3B9E5A9-DA64-426E-BEE0-D93BFFD540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3F3EA3B8-F41C-4DCB-A7CE-69D0245B82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7A8AEE8B-4734-4E59-AB53-998DE8EEC4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CF4330D8-A488-4B88-B9F8-E4D0DFEAA3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4BC38D5C-EECE-40BA-BC20-C9282B2381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3FB82DFE-2C63-409D-A160-EEAC4243E8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E7DBF64-0DE1-4C4B-9453-E537109425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D7097453-478A-4BA5-B0B4-E397F17E2D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61584A4-9E2A-4B17-854D-2A56A55CE8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C8BC65DB-B3CB-498C-B8EA-357DF15337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30A80591-7F92-4244-95CD-574D952F18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945A17FE-A352-4B68-B227-230DAA7DD004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106886C5-F06E-4024-A5AF-5AF36B8C7196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5E5AD84-7322-4B08-A4B9-AFD998925086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D5FDE798-08F7-4842-A40C-BD9E542DCFCD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6BF4229E-DBDF-4CD3-8A3F-E065E62B7DE6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0C5B535A-42E6-417A-B0D6-EE829E57DE75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DD04498A-6311-4DA0-A117-0826BE9B4759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2823B996-9FE3-4B4C-A22E-D4A19A874F4F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FBEF6E9A-6014-4542-B045-98B734728A9F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5EA79A4-641B-4704-AF91-425C83998F68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66FC81C7-A50A-47A0-BC04-717E37BB2B41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5C6434F9-2852-463D-8305-61350F1CE18F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6D3C03F-9E91-47D9-884B-681E19A594F5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D1BE2E5A-9AB0-4792-96BD-FDBA9D285AF7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A1C117DF-C94E-437A-9030-5AEBC3ED508E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547520B5-39AF-457B-9028-CC7DAB0DED88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75C0960F-5903-4967-A17B-E23D36CAA963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8F162C6E-8DD9-4472-8DAA-20866C6087AB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E39E132-2BBA-49C2-AD40-556CDCAF98AB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45789C4F-D831-4277-986D-1FF0A34F102A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1583A04-2808-448B-AE25-ACD73330400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DBA669E-730F-471A-AB21-6934829105BE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E1244C9-68F0-4E81-9840-787EB82ECFF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F5AA591-0918-4DCF-A249-6A998FF45AA9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FB1F092-F302-429A-B6CF-A8C1394E22D1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DF55C8E9-3689-4883-8FEE-7932529EB39A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C7917675-FDF7-480E-BE19-6008344B1FD7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BE3463D4-61A2-4A02-9D30-F488C9DED65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181B0C0-5C0F-4407-B785-D9DF370A33E5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D70F78E2-D9FC-42EF-BB74-37A9769B85D8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00067A2A-0557-4606-8B08-B1DE5847E6C4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23B90412-3AAC-4DDB-BA9D-D3FA60B065B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84463DCA-E4C4-4DD6-9C11-CF8AFCA324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36473A1-E10C-44DE-977D-E21356D400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A53E04C6-1BA2-452A-B13E-46D0331EC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3158033E-4AA6-4A26-A76E-1A8F7371EF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7E5C63A1-75F6-4A3D-AA04-665633A13D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CE3041AA-9C93-4D03-84EF-A6CBFF64A4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ED42D251-70CC-4F61-AB4E-8DCB9BF4C1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1A995BF3-B2F1-43A1-B144-9992EF21EE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B162EB19-0F06-4A14-992F-FDEF55F65E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B02054D9-03BC-403B-8CF3-B4554F398C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447A2F2A-0860-4AF5-97B3-D49626E794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29A0AFB5-D4CD-41A4-9B57-B16D782F1F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54EBDD16-A1BC-4EED-84B9-7556AE160C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DC2968F-7364-4D30-B884-1167008480D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C7C58729-EC04-4A17-8462-4F92AA13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10FE47AB-0E0D-4863-A799-DE8FDF5BBB1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CA94535-C11D-4C99-BD47-B46F675D1C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27D2458B-AB63-4957-A91C-93A17BF685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42A24DE-F29C-4E82-B396-F32C389543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A3FABAD2-99C9-4BCA-80C2-46D9D57F8FB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FD183625-3880-4DDE-B2D1-73D7851086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4DBC2CE-7E69-45FE-B7D4-33A6D07416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D3B39CC-88E9-454F-AD88-75CC09C933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DA582368-FC0D-4E3C-BAFB-7465B81E4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2C776DC8-303F-446B-BFBC-91610DA179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ABD33DE5-963B-414A-8EB8-0199EF8BA3F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5DB4B898-926D-4A69-BFB3-9F63B5860A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27710CB4-1947-402E-9BAA-3AD207727E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F488E7D1-A1A3-4206-9FFB-C5245FCC7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C90CDCEC-B818-44F8-8D86-5DF091304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E3D5A41E-798A-4AB7-AC65-2A1C5B86B1B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1EEF8AE-8DC5-4B53-84E3-FD66D45D70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AA3F74C-B6EB-4E9D-9FCB-F82D1764C0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49525FE-F953-4467-9C54-42FE74C49B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654F84BA-F422-4473-80F4-A54F5D8FC2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5C63A3F7-5B3C-4242-BF67-B9B41FDF6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5CAF6B68-C433-49FF-B037-81F01E023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D2E989C4-454F-41BF-BD50-38F38176AF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7A3B984-EB0E-4000-8AD8-1E47CC849E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EF3D1CD-2700-42BD-BD94-EE730EA1F97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0395C57-E4B8-4047-9E11-6AA955D16C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AA862CBD-0CFC-471C-9292-27A31445B7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58CE3FE4-B931-48E6-A2AD-B303AEA7B9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B3C11444-DC6A-497D-AE1B-FE0112FD0E2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8589743-9509-4199-B508-DF55AA432D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4B4EDFC0-D56F-4A86-983F-E3B53BBCF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59CFD19B-65C9-435F-9CE5-2B08D635B0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E1E6A26-892A-4BFC-82BE-4EF943F6C7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65AFCBB-801B-441E-9B03-E7BDB9136D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4DC1F966-9621-4F7C-BC09-FB96E3C926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314D0D6-FC89-4928-B7E0-DD156428B9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A13A9C3-A8BC-4EEB-8257-A899146927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2B9DFDD8-00C7-429A-9100-8225D6C8F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FE763862-0C17-46AD-89E6-7CCE950885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5FBE8BF-51D5-48CE-9414-297742E5303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2472F453-8786-49AB-B6DC-D686F6D820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3595894C-2C16-418B-8B03-97D507C5FC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CC11AF09-5424-4217-9D71-C6596C47A4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E91F2FDC-C228-4A8E-A9DC-DE456F23ABE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A1B0A363-80E1-4087-BC1A-1CB6D8FC45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B5C94385-3088-41BF-86D1-ED8CF2E5C9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EFE88F56-3831-4305-9C69-D09762230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122C8523-4BA2-4F1C-AA7A-38AA2B792F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B6F6C053-006F-48A1-965E-6EB44E1D33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A01194F3-D1F9-4A25-867B-3420E43050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9D7044B-1781-4D9E-839E-A2790B32F8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81E85607-DF35-4034-99E6-B75C5BAFAC1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72F904C8-2DED-49C1-8399-5E91292047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BF6F7B5-F703-493F-915A-088632B45AEE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C0AB953E-ACB0-4103-9677-B173769654A3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05EF947-F134-4D3C-A3A3-BA85EBAF8D9D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6A2DDB23-26D1-4927-B661-2B84131DCB57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774B6FE3-C3E0-4E60-BC78-1B0322B97424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5CEF560E-D0CF-429E-85AC-3BC251729B6C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585A6EBF-C6BB-4974-8B42-90B9E434D15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319F09E-0BD3-4DF3-80B9-F80BF30A103F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CA7CB8ED-9D17-43C9-9173-AEDD4AA9333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6E04E131-2DD3-46E4-BFAA-2C73CB9DC9E6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00337DFE-9D5D-434D-B520-ECE144F9B06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09D6A70A-62A8-4403-B31B-6713B20E154E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AC97DE0C-5C6A-4CE0-892F-3B89610DBFB5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3A58BCA8-E84E-4F01-A678-99A60C0255F7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08F9CA3F-1FBF-43DC-9981-7DF04A06360A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82CEC7E1-8A84-43CE-A20E-05D78973B734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DB51AFB2-789C-43B6-8841-12EA54237739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BDA7B36F-B94E-4FEA-B2BB-17DCB1F575C9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1ADC783B-4479-4046-BA38-6AF2D05C7D90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25BC718B-B4BA-4344-B64D-C2B8CBCBF573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67B07873-642F-44FA-89B9-CD5D70808E99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7D7F033-CDAB-453C-A629-589A3E5BDB76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0C8BB991-22D9-4B46-B7DF-086CC0AB1E38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5064E8CA-B96B-49B0-A6D4-5A9BA0924CD6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1BEA000-9C57-476D-BDED-437E4654E3DF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1B2ADE49-B85F-49A3-A539-5EC54C78D8CC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B224644F-0D6B-48F7-897B-F0F45C5ED707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FF059B8-3B67-4470-A6D1-06A6212BAE9B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64D427C1-AC92-49B4-8A00-CAEB7CFA37D3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0403584F-7D1B-45FF-9F35-99A327A49041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54DB705C-C425-4124-99C3-4487A0CB66B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37958740-1D40-4009-8F11-9594866E514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C378DE6A-6044-4D3C-8D65-A2BC78B0B6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21CFF21F-DB23-4EEF-8120-697779E045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4A78DD1F-F6DC-411A-B052-99CC832E8C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3409B7A-22A0-4628-A527-122524D1B2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E0914AE-EA25-487F-8138-275D563BC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3ACF4F89-7BB8-4507-8FF1-86CAAFE99F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179E0BAE-55F0-4A54-BDE3-DF9B6C8206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92A6835-8ADB-4FC2-99D8-0134BD0AA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08F2573C-E0E1-449B-94FA-48D5B7802E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C4F59EB-F53D-41B5-8C81-0681F935CF1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C81CD538-7ABD-4E6C-BA1B-1827C62F1A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3DA436D8-7403-4B71-8BA0-A94D14BBAA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E610470C-5A3A-4251-B646-413C25ACC9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B35F095F-416E-42DA-9379-A5FC24AACB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580B557F-531E-4492-9162-73B056A98F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F8871069-3CC4-41BA-AF7A-4EB76B1BD4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D8E6859-42B5-4236-9D2A-DFDBFE67C8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AB14DA02-9913-4337-AA18-0B56C783AE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775C5E37-2ABE-403A-B60E-DED490F5A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A5E66993-DA6B-4513-8A0F-8B493B3037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4F0818A1-64E3-404B-8DC3-1FF5A94FA8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17BC73DA-175E-4F89-AF4E-81E22CF2A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CDDA132C-80ED-4F68-98AF-D0AF66EB9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DF281277-7DB1-4438-86F6-5621E05C3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7802A336-8439-488B-BE42-3F54D82F14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178E76E1-F9A2-4F3A-A48A-EA0FE6ACFB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F03EEDE3-F94A-49F0-B776-61982A74AF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99CBBDDB-F64B-42D9-8A82-A683513CECB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DF54992B-9F0E-4489-B8E0-D355666D79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A3A19A48-659B-4B0D-83D1-BD3B4CFF48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1B892CC0-CA2A-4775-8F54-75CDC4AE84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6CDEE551-65FD-4A60-BD37-1751784E97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CD0B23E2-2D14-4851-86CC-79247D7F48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E96263E4-F899-4B3D-8234-7C8B4AAD48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36B16168-6D61-43FC-8831-5B7FEC58F8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43859FC3-3949-4879-A040-E37DA7AA69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2C7E01F0-0FA5-4B96-975C-2EE557D252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47B62666-D34E-40F1-B8C3-A9FEA48D85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E17765D2-7C92-4254-AB49-5FA6FD269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1C41B70-70F7-4DA4-A745-67D3377C8A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10D54C16-F455-41C4-8C01-521D1E1B6B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76678A11-580B-45A0-B769-7D541B6FA5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0BCBF36E-3A9B-47FA-A058-D6643B73F4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965109CA-7800-4E10-BB61-3AA0071715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19D620AE-C16F-4BBD-8BE9-D20544075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11E73167-B618-47E7-8DC6-9646A8584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73276CC0-668B-4527-AC59-F231E6560D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892945B9-29F2-4A5A-A8D7-8F42C6A347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C62D6871-75AA-48B6-9185-EED879EF8A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DA4816E7-0A34-4E32-AB15-8F87EAEA49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6981F270-D5A3-4BAC-A341-14A6E4FD7F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A767A6E4-228D-438A-B058-F70F5E3B9B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568CB787-A544-4F62-BB7F-041AED3564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014014F4-3A13-45C6-A10C-B78C313FCF4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5041BCD-2027-492F-9E16-5B58E61C9BC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779B123C-8AB6-497B-A241-0947F857CC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861532A6-E455-4316-8794-4DF3C6C01A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EB0F5E8-8F44-47E0-A44E-A50471B25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49F23FDF-586C-4C06-BC09-7BF43F39BE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6F541F54-BD28-44F5-A727-65C229E5B0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95A10D7A-8EF8-49A7-9A2E-E059A71299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E9B67378-8E90-4066-8B36-E7CA7C1D53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E43A083-BC6B-45A4-ACE2-6338095531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08406711-B9F9-4CDA-A15E-3AFF682804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25299BAE-D915-41D4-994C-0EF849218E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2832400B-432E-4A12-83BF-E099AA0A7E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6E968D4-6C24-4C37-9A9A-E49CF54C53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D4DD7F3C-48E1-4A0F-8641-04DC1E4042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72E96FA-A2BA-4F54-BD6A-21131D1ECC8D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DA3AE0F2-6CB1-435A-9C49-CECD6081CF9E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098B9A67-3D88-4CA7-8DA9-1B2781A46B3F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5F6F13-CDDE-44C9-B5E5-EE81E14549A5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30983A26-C18E-4B01-AEC6-8A5595A2C13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861A683-CE8F-40D1-9698-43F59A452DB2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490A974A-52A4-40C4-B7F7-620E6FAC93E1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2E0324DC-0D31-452A-99EE-1B854214FC5A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29A8CC17-10E8-464F-8700-EA4201AAA43F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D1E09EC-784D-428C-8F73-B4233002A14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0E37BCF6-7DFA-4683-86BC-12E39D9C9719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D1D0CCA-8750-4B05-83A2-C1B292F4E8FE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77A8ECDE-50A2-4302-8016-A484E962D2D4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F64BDED7-741D-43E2-8D47-AECDD8FFDB83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00E8E681-AE74-4EB9-9222-2001778DB233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74E61082-C3E7-472F-BED0-C78D97098E9A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C80084-94C7-4A4A-B868-D5F5A7557A42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4B16EC-572A-4D8E-A261-3D91A4259491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49063310-0E69-44AF-8FD6-173BF0A79BA8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B775501B-9B70-4A79-9F84-EDBB30A8B5F5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66EEF426-225C-4935-A295-39EF8011A212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CAC42409-323A-41D5-835C-49CD1A2486D1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618C4D65-D822-4D93-B784-4CE2C7B50568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119E22F4-1B2B-48C8-A69C-4D63B0C67DBA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37B9126E-B9E2-4DAD-B68F-A8F9B7B7088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89E696C-5666-4319-81F6-8C1A39462155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767BEB8A-78D2-4D42-B5BA-CC0DD44EBFB7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03178C09-086D-410D-B614-40CA12E07881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F06AE55E-B504-49B1-92ED-DCC8FD405E80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915F7C33-54C7-49DB-971C-CC20543B1112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B8C17F43-2774-456E-8A97-E8BA9287FF45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BD3FF1BC-BC65-4E7D-91AA-EE484DAD38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5671749D-452E-441F-8446-D69C2AD456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829C5034-61F2-46EB-98AD-CF7B493B28EF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38C2FF4F-0219-43BE-8B3B-D39B0B4B12B1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A425D194-1919-47B0-86C9-DD7FEF76AE44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64D8766-EB35-495F-91F3-22909184140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0E8940AF-678C-4479-B603-2ACD05500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4918D12F-3671-46D2-B287-FBDDABEB29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0AB988BA-52FB-4E74-BC6C-6CA9238096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97F8AC9A-557F-4ADC-93EF-218970E6BA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1F3F561F-50AF-4D6C-BB34-02FE2145F5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7844239D-A68A-4E02-973B-B2ADF2834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2F88C2D4-4C5C-4CE0-8644-439BE1F945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86087E67-7C76-427A-860C-56DC96C6A9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6B19E73-BAB3-4C5E-92A4-08FAE06EEB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E7C0425-C9C3-411E-BBF7-CD9B109967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690FEE24-E5AA-4910-BF4F-BC27ADDB2B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F12CFE8C-09A8-4306-82F0-1536C7F020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9FFE454-8811-4770-8491-3FE2D4EE8B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C10216F0-48EC-446F-8C5D-672B4FF660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A0436647-D2D2-4A2A-B30A-5F96B5AF6D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0764662-69B6-41A3-9465-CE42F49D2E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6BA518A6-337A-430B-B2F7-0469855AF4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866069CA-B22B-4529-84FD-D64E2279F3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D0AD3CC-B67A-4D8C-9DF5-0E01C5CBFC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9F32F78-243E-40DA-A1A0-19BA26B656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E3F3B76-F417-4265-AF69-EC5A2643E4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9EFB8E2B-D57F-4511-9113-EB94F26F27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04FA2C6C-DB01-4DAF-B248-CCE2A2C4BA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2C8039FF-2560-4570-BEF0-69CD04C4DB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96E0E8EF-50F1-46E4-9471-3F3E84C651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D12A414E-993C-4955-AB11-9373E541AC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693E0F61-44DF-4C62-B2D1-B94551DA5D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678FDD7-75E9-4663-9558-8A48B8DBA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632A5DD-25ED-4DB5-932F-D39F42E088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6EAED2A4-4A1D-4BC9-AADD-A88CC40D29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3672BBDE-8B2A-4951-8A5E-A6EC2CA596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1DB8CF4-54D9-4276-BC00-695F935E16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8F45C14-927A-4F72-9FFB-1ED4E28C0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0F9C12E-4ACF-418A-BA94-743058B635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B871B09B-97E6-4439-ABEF-BE3C05FCA1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D6049FD-AF2A-42BC-9BB9-BF2F0847F2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DC17BD31-6090-4D39-BD24-BB35111D0C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ABCB41C3-6574-49C0-A73B-B5D0C12A6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B92913E3-662E-480C-A3B6-FC0A39D518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8186DD38-4860-4FD8-87A0-1FA224C07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4CDA9BD-2765-4374-B9D2-AA2BC3A5B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1D970801-83F3-45B5-88D0-F934D71049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1F93E059-BB07-45B8-B4E8-6E7CEC8AAD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AA99BCF-2B3F-4777-BA77-08B1F9A3C6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9DC44D96-24D1-478A-9EF4-42C9B7FF0E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8A4EB1A1-6E9E-4A75-8F4B-F22C0C9EA6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B499124B-FEFC-478C-AD1E-9FAC0F300D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D9950974-1C90-4CB8-BB80-269412CAF4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6EC8EB8-5E85-4AE4-A25E-8761DD2AD1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AC6FE8E-14CA-4764-A96C-A4E477ECA4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724DF7BA-4A23-48EB-8394-1CB0E123E1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3A3205F6-48BE-424C-B73E-439F225BA2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1955E52-A956-4D0A-897B-F92C97ACEC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DE3535F4-C70E-41FB-BD77-EB1667B8ED7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E2BE7BB3-5886-438B-B41F-8AEC11409B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18B52A3-A909-40C6-AFFA-EBA0B4A20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D62D0FA2-8DF1-4909-965D-85904F1BBF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81253A81-1DFC-4ECA-B274-8AEB881D8F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9063A4D6-7F20-4378-963F-BCB7DD751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2B05ACB7-E5E2-4CBF-BA29-456D3B059D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36F8A0EF-DE54-46A4-81A9-12EF6216D8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957FC6C-D422-4F88-B014-3E7DFE91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78538758-D94E-4AC0-9C72-F8D1C91297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1EDEF30B-884F-42AC-81B0-0FA99DB41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EED9C6A6-E252-4541-A65D-A4FA6F17A4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C397DF9-1E86-43FA-BE2D-7E3935FE374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0928FB8-59EF-4DFB-95CB-6107D2C14E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C69B8D9E-587F-48EE-8C0F-52A63A31C6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78A481F8-59A9-481C-934D-25C5D68E97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99AF3A3E-9E1F-4F6E-8F30-219E9F362C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F2ADEDEB-AD85-4CE0-A010-D959DFA41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973292E-F7A8-44D6-918A-A39311B1D0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70CE3792-75CA-4F0C-A1E7-8CDC626A3DE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FD3B50DA-C944-4721-ABDB-C0A66417F5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B6D0EE0-C7AE-43A9-9EA4-B30EE2FAB1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3263724D-6ACA-4FCA-9458-48914E1B72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102C98C2-371E-4E87-9685-D6C153A4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2C11759C-B42E-475E-BB63-569973B871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0B0D3627-8A15-4D68-AC62-EC73487F9A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C741F6C-9313-4533-A193-322E89E884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7CD9F64B-0491-4ADF-8F2A-4DF976B2FAB6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DE05C05B-FF39-4B94-9D84-93F6D5845A2C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1A6A4D8A-549B-4EF0-B98D-1A79D0F4732E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BE49F7D8-23E6-405F-95C5-BC1FC27D7DA3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71942448-9A0A-4F1F-A84C-14C4F8BAAAAA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15B2916E-4406-499D-A6BE-66FA6CA0EB3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69CC237-25F4-4608-AA9D-A94D08074D08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168B5A2-809B-4E20-8CC7-17FD79D391CB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C2699C0F-DB7E-4F2A-85D7-C4E1575A96A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B82A06E-6891-4E7F-847C-C8709AA14CEC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736B5F86-232E-41AF-8B67-BCF310C4D11F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53FAA6E-8670-4FE5-ADCA-92EE5064CECF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3383C41-8E94-4B56-BE6C-C4E6A9E22D1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64804BD8-60FF-4135-8FC2-1098BE700B1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F8E2A1B8-90FC-4C9B-8336-6FA2D5CC25E7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538B3D4E-8A03-4146-9AC7-FEB601347FA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F3CF727F-6202-4B7D-B437-E4F1E9F3701F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16EA9FB5-125C-4BE7-BB92-FCFCB0C94AD8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7EB590F-0173-4350-9B49-D55C7933AED6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A5B2E4E-1294-415E-A1C9-387B15569B31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B7379947-12A8-4C3B-806F-18BF71AE277E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31604BB-640A-4BD7-A545-1810BE01AD12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F4EF05E-4D52-4C7F-9A9E-C2F484BC82AF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226D17A7-ED9C-4247-B2D7-08AF8B680DE6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274A9165-F928-4A86-9D88-BEDCBB75164E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AE7894D8-B0FB-4D2D-A0C8-1BFA72C52430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AFB9E8EA-C167-4B56-A427-383594EBFED2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5A540FE9-F378-4D75-BFA6-C16D37B7EFE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31B53A66-4E65-488E-A8E5-FEB8F4D2CF67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09649C66-470F-485C-B640-541D437A70A4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72E94F24-9E74-45AC-9C9E-7A6BDC113F02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584145E6-75BB-409B-9A4E-B20743AE6C20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3FDA36B-8097-4BEE-94C9-8888ABE22C34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960C941-0E06-44CB-844F-E6F1D4A1B9D2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CD53246E-C210-42D5-80B0-7578C3A6D78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71D109E1-1AEA-4FD2-A89E-8120D5F2D8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21F2D108-096A-4404-837B-6BCD06809F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DF80401-F4B8-405F-8B73-904B60CECA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81E38311-3BE8-4888-B448-31E306ADA4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57CCB0D2-8F7E-4A68-9B1F-5DEF14D2B6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A5E49A27-E893-4CA2-B0CF-43FDD73136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941BCCB0-4ED4-4022-9D27-61A5DEF8F5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3481699-E55E-45A8-9262-3EBA84A7E5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E40B2AF-A3F1-4BA9-AD07-794F233BE1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1A9418F4-4540-42A3-BD87-F9CE2A90CA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3C66306A-75C3-418F-A764-6FCEA3C2273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108D2F35-12B3-454B-92BA-2AE72164CE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F6D685B3-C4AE-4D96-AE94-A42301B625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58F2FED2-0D3E-4A93-AE9C-DC7E97B9E51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1645A01D-7152-48D1-B57A-10C5A7EC63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46E7F3E2-E2A5-49B9-8AA6-2F62DB9DD9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7381B3F8-1E54-4726-A1DC-44D3E35470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03DF19F-C311-45C7-911A-683EADF1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7C5A6A5-0930-452B-BC62-C894E6747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E167B1D0-05FF-459D-919A-48FA72415E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D4AE0F56-D118-4B2A-BEDC-360DD54CA7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31E71A3A-B3D0-4845-93D0-C7B3E5FEFE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5630F6F-9A04-4D09-ABD0-9329614F8B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B797D742-9EDC-49A8-844A-F48C3DCED1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7C1B85D-BBF6-46FE-BB82-2A9F02C36A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46B5259-C5F8-4757-A51D-C43853522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8F2DD05-7467-4DB4-8148-82D5D09901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50A69AB7-F56A-4115-A07E-C4E87BB7A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21ACB17-1A9B-4233-8507-FC51E0166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FF325607-56DD-4991-AF32-AF437373653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5C62147-CAF1-4569-BAEF-9E11CC4AD4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DC87F9B8-2826-4499-BA7F-E098C2110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4BBDC5AE-83B0-4232-9397-CBFF650D30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53F45E3-193D-4935-B5B5-147B4A142C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D8BB93B7-09CC-48EC-872C-EED7E9D7B3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5ED59131-1293-461F-B06D-A4A652190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EB191A21-68CA-43C6-B0BD-4B94A6C921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7217FFCC-9A2F-4FE7-8530-AB76FA6553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0D92A45-D123-4CAF-9B66-254EB2C6E8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EFB24C3-1741-42DD-87E7-771542F2FE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97BDD98-0EFA-4526-B570-E3F8CDC609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87D1C1DB-BA8C-4340-BE34-94AA62C7E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7FCCF34C-3F58-4EC6-931A-6083460007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32B2471C-AD68-4095-BCC4-894CC16FBB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FA0AA635-C0FE-47E4-ABB1-1A3551CF3D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42B2B936-CCD4-41BD-AE4B-DE5D6F3729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CD3A6BC-6C77-476A-A48A-EE582127C7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809497E9-778F-4B43-8E7F-B060A7EAD1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B792325A-CB62-4BF8-B97C-3CD8DFA2B5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D38A18E5-6F52-4F58-A840-E76016AB0F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8564EC01-3B7F-42CF-AFCF-E4370D2B49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465024AF-211A-40D1-B3EF-16E72F19E9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08E31AE8-C909-4E48-96A2-9501422D28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CDA76753-6FC8-4D19-B666-2CCA0010F8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04414E9C-1C16-4569-9C82-09E7CD1AA6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DCEF9362-4DE0-4B8E-9EFA-B6E6AA6DF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4BAEA949-FDD6-41BF-8E4A-4D5386A44E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FCD7D796-6A72-434F-A2C2-84D5A49EBB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F9BC1170-3D3D-4957-851E-866C4FAC64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E9E96670-A56E-467A-9CF6-7769287B4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EA5B8FD-07B6-4929-BA7C-A4CEBACA91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1A528DF8-0F31-4E58-85B4-A345E228DD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DA7BDD14-C118-4F3E-A720-7929A72CC7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E231E8BE-7667-4A6D-BC47-C9421466B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E2CA4DB5-88C5-4FB8-98E8-A08E23BD1C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6D178EEE-2617-4CA2-9763-9D6AAB958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600F1AE8-6ACB-4385-B35E-C24CBDF4A9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004A49B0-B16A-4243-953C-E681D5BFF1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9533FCB-BBA6-4422-B6B7-ACBC46B6D5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5C364B8-3166-4A7A-A578-1A2F6C97688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D0ADC246-101E-477E-A53B-CC4BC8AB64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ED1D0B7D-A3CD-4485-A4B8-BFFDE92DF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7DC8D208-2EC2-4765-97A4-BB2BA4054C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37D92728-A4BE-450A-8A6B-6267A07DA4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9E6F17C-12A4-4CD6-85B0-19352349FE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31A45FD5-1972-4985-A68A-7D2A83856A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8F8A565D-9EE2-4A09-B5C3-106B48A02A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3953E3C-057B-4C3F-86A7-DCF1A743CD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C68FC54-203E-4BEA-BC97-F65A5E94C020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A82F2CE6-DC51-4024-B3AF-7B61B4C297A9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736FE9F-50FE-4A18-A53C-6A738BD7F09B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48BE0456-B087-43C6-8F5F-CF09E2E51FBC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2CB4F4C7-DA11-4592-89E2-24E5CFA49EC5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F76EF084-0591-469D-9A12-0A23E66BA86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D019FC2-C55B-4606-8461-C1CEDC7EF3D3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92E85CC-59DD-471C-B0E7-8B9BDA00D46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C4B7C1D-A044-4145-907D-47A82421245A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ED95259-7B9D-4563-879D-24A1A5E4256A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B9966806-1004-44ED-932B-D5E976717685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2A66FC73-6A25-45C2-8D82-56CB73590EE1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4635F862-89A2-4E83-9373-A7E632AE1143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1BDDF807-0267-47E4-AB58-B010E4DBB3F4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E21F9BF2-CBBB-46BB-960C-CDA0A60DED46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977E51EC-A8A6-4987-9304-3D6D7E8593B8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0A80654-6870-4BF7-924F-22922A1E605F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E1DA13F0-6315-45E5-8F42-603691BCEB3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6D991D7E-E73B-4CDC-8EA1-FD1A974A33B8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3A95F9-10BB-4584-B378-3E6452393ADF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86D0D726-978C-4B23-A6C1-1815685C65AB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CC22DC4-80A7-4F42-ACDD-5C02C5775286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3819BB8D-0A4D-4FF2-B801-C621A196EC8D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469EEBF6-4A9B-40B9-92DC-5AACC7AC647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7E6F068-C675-4610-B125-CFD6CFB26008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EA9E805-BAB7-40C4-8768-5562CC6D2634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81E80B84-4029-45CE-81A9-0E4ABD019697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C18F7F07-D35B-4062-AB3F-D2E27C6747F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C86727D2-2FDE-4219-AF3B-8514F38B465E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BBFEFD2-100B-4989-B8EC-69D03E0A8083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E4B7353C-D9B2-40A3-ABC6-448CBB7905CC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F8FA7591-5B4B-4A25-9041-B2DCADB4B01A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E1CB75F-CA4B-4268-A1D4-3478B055EB48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291D17A-DFC8-4933-9117-4FCC8929EBA2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B68BCC41-8C9E-437A-B69F-091487E0C1AD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9DB9AEE9-148F-4DEA-B8BE-D022FFD2ECBD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91DA1CC-1C93-49EF-A61E-89B53B5406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7E69C1D-9213-4366-99D2-BC558BA4E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07143EF-38FC-445F-8AC0-17DFE4007D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FBC67CAA-503B-4052-87B0-3E2B443C3C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29C08CD2-DD01-415A-B104-6BD42F1C8F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8E2F62ED-A258-44FD-99D7-86104934ED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92967417-170C-4BF9-B2CD-8963EBC103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25EB36A-9F64-471D-B312-2CE3445B19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05D1058E-F37C-4AA2-A5F1-6FBD61E6B5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D1F18DB-CFC9-4B77-A689-D2AD5180D0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92A74989-E908-4159-8AD9-DF7DBDB468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729E8AE-3D93-4593-BA49-6698AC0B93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AAFE8728-DE7A-4579-8BE8-1DD9FCECFE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F3E4876-4173-4DB3-81D4-01D98D5270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BFCDDD07-5D8D-41A0-B6C7-B7F5A99E79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BBE50F3D-6ABD-4CAA-9661-B787C67775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7DD6B405-8D9C-4F69-BE50-02AABE82B5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0D9D1D40-6D19-49D2-8870-A302E18215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B9BEDEB4-D67E-4602-AADD-24669AC80A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113D443C-8C3B-49A8-853A-5E1742BD47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5F112E76-0DBC-41BC-80A5-E8033BE1A1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E81F5515-8224-4DA7-BBBB-2BCFE083F5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9DCA293-640A-47E5-9C5D-0028770AC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FD31932D-E289-4225-91F7-FF89664D2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59534FF-E646-43DA-B17C-D544041533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39C9D89A-19A6-48D6-BEA3-4C1EA717AC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1AC553AD-B211-4384-BA7B-73B22D74D7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E99844AC-0C20-4A64-A117-804398EE53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CDDDCA1E-30DA-4B46-A865-562D3973C5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2FA48194-6D3B-44F3-8095-33DE7AE2EA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24D57E94-D427-49B9-AA88-DA33298E1DC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470A818D-3EE7-4AAF-B4B7-99028D70C1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C1CD6D41-56B0-41A4-9D1D-14A3FA29DE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E033CF19-AF4C-4F1A-8E91-F125C09CA1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965858A9-D2F4-474C-8B72-8A4B6E2A25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E9AB5819-9029-4238-84EE-50FB53E5988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27A9FEA2-2AA4-4A85-88A6-E13B2CD6C0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72EDF5F1-D13B-4C3A-AB24-D16C2FEC28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43601A7F-BA93-4AA9-A68F-F69B3AEFF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EEF37993-51EB-442D-AAD8-76F6A727C0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742F6FE3-261C-401B-82F5-5D24501D0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AD1CFD16-266D-416E-BB50-008B3CCC8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BBE96941-97E1-4617-9984-ECB8E9DB0E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66936FAE-E196-4AC2-8E53-EF2546749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8EBD0576-E519-4E4F-9261-941BED53DA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D8FCFDC-48AE-430E-9A09-0C69106A37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D1051F39-7C45-49E8-9267-999D83C7C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C9C58D77-700D-4FA4-8D8A-6B670F152DC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DB66B89B-275E-458A-BCF0-ED369FB1CD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55FB77D3-5167-4F59-8C46-61E4B3B55C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B03F426B-C41E-4190-B663-B0A5F2044A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5DA4446-F1A4-47AA-980B-50400D3C31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885245AE-8482-4CD8-8304-4A2B197E86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AD2FA7F-EACC-475D-8AA3-E0DC69E26A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C49716BB-9899-4967-8334-CEECD5A18D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103EFEE8-5277-497E-B218-7BA1EC8572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4D9D6F5-23C3-42F5-8EC9-B8EE404651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AD195C9-3F3E-4F0A-B1C6-2B6ACB5E63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EBAEA952-52E4-45FC-A444-76D395F5CE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239914DC-2DB2-44E3-B3C2-6D38CA5E37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936ABFB7-413B-4E07-A4B7-31C940A5D0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D8826179-AA58-4E6E-9745-E7CB78E053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96873EE9-E715-47D2-B569-C6F5A55711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4509B6A-608D-459F-BAC2-D4D66261C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6012B32-1A4A-4DFB-9E4D-4E327627A10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0565B96-7DAD-41A1-9BE8-7F0329CA20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0E931BEB-83E2-48DC-96B7-C34060109E3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6C09BC9D-0953-48BA-B75E-750F24B5C35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FAF6A2D6-CA24-4B28-9046-13237DFDC4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99220CE9-C3E4-4604-9C96-1D745A46F6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982985AD-4720-42F0-991D-297F33A4B57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732AB462-A803-4C64-8059-F018159F21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E7869ABA-A65B-4C75-9169-C0D070E8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811B83AF-0E03-4BB2-BF62-8076A23877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194584F0-FB83-4915-B128-A88644CF0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C10AD615-2D6E-4AC7-A123-8B544B78F0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CB29FA03-069A-447D-B787-A21AB3778E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8F78EEFE-A6DB-4FF8-B4CD-238A44E5F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455F61E-4F39-4B05-9DCB-4D9C7ED99F8B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CCBA2988-8D10-4535-8BD0-471DE0EDBA05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EA22F6BD-4E26-4DC3-8569-BB1DB9648744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D9CFF0E0-211B-4873-BAE1-E9856C3BE05E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BBA264D3-9307-42A2-B763-58FAABEE05DF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78BF441F-4A10-4A9A-BB1C-166E0254269C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ABB64C2-521E-4BE7-91DF-C39241A1E184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CB6310E1-5263-4170-884D-B9D7CEB3E383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C73C8EF5-1AB4-4E73-8C5A-C4139F2D6A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C5E1BF03-0FF3-4134-A527-3E6225929C5E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5EA14FCF-B26F-45D4-8036-4A19F723D3FA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EADFBFAA-74DF-4485-9337-524D2D37E654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FC57157-11AB-432D-BE3C-6249DE904E5F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0B85274F-63C4-4BF8-B66E-76CCD1653807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9937E8F7-8E5B-4396-B0D1-5D0EB126FB53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13418D0-9E79-44B0-ADCE-20D9DDE1ABB7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CF19DEBE-0C97-4E34-BB59-A7F56E8F5F25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4338CE7-2D70-4FA9-BB2E-272F8A88E326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B4D8C70F-8B34-4F09-83F8-2CFD8CFB7888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8F855315-9427-44D5-9646-CCF531397A81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1438C17-46D4-4E4E-A55A-71EFFEAB0557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B24A5B0F-4F32-47F7-9460-EB9293785A13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DF59CA21-BAE4-44AA-B74B-035D00318E7D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EBE187A8-D477-43BB-8984-9B5BDAE7F650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47D059A2-4C72-41C8-8C51-BDD17A6081BF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6E0EA72F-CB7E-4A8E-8FA8-0D8F46053F17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505B253C-5BB2-446E-9FB6-BA00ED6E81E8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3E1D59A3-D79E-41EE-A0A6-3ED4FC54D264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068BE9C-DFAF-4332-843F-F13B4FC9BD56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6AAED714-319A-40D0-A782-4C84218E4125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3B42B04-31A1-45D4-A6DE-FBAD9BB28E8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6B2CAF52-49E7-420C-850E-6A489C6F6594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A0D5852-D0C3-47AE-B2A3-2091E45CC98F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DF33AC8C-91B2-40B0-A468-B36FC5352779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D8F4CDF-B389-411D-8C05-FAB592E770E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A73D79A6-E9A8-41C1-BFD5-1FFE6596C40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3318C989-5447-465D-8698-3C389BBF8A1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C369A902-460A-48C4-9F98-22AE295BDB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6429F5AB-2B1E-4DDA-80B1-6B9493BE4841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D5DFE379-5F34-46EB-81F9-41D72C7065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E6A94657-DC02-410D-BD79-A8B8085D91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8B94A6A5-FBD4-401D-A14D-79FC6487D6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85F506B6-DAAA-4DEA-9C44-84B10986D9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F11A5750-F075-4ACA-98C8-5EDB1FECC8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301D96FC-6A9D-4CAC-A570-9CCCC455DF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1806E1C4-C6C3-41F7-9CC9-0CD46C3B0D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246393AF-546C-4C4C-ADB0-76D629911D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9FBC0935-6E27-4900-9A6A-FC0F44BD05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E97E7022-5686-464F-9960-F14028B21B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20D7F9-4C66-47E6-8046-9E471253F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CF0AADB-C016-474A-97DC-F243793680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5DA08F2-0093-4C41-B1D9-83E5766104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11DB169F-5B1F-44CA-9839-6E48D52881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536A9199-78D8-4282-BB58-E2BF2220E9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DBCB12B1-F4EE-4607-AC94-744511C2AA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97D8DB87-45B1-42A6-93FF-D0CEF71FE9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52FB19E-9A10-4D2B-86D5-EB0DE2D15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F082BB8-C466-4FE5-BD2E-AE708325EA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54C1D07A-30F3-48E6-BC11-5B4FC406CC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B91E4E57-C804-4FA0-BCE8-331700F34A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DE67A89D-5327-4CD0-BD90-26DAF88049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80BD82B3-8E07-460D-B91F-508BE5BF1D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CAD23A02-132F-4F59-B740-D08E0BCF8F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D7F3E0F5-7471-47BB-98FF-2CA56C540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4421B646-7214-4CF9-993F-0F39FB9B9A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EAF86047-2550-4547-8546-9EC12589E8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E87E1AF7-6F38-4A1D-8339-B8CD277B9C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CB9CCEC7-981F-4A93-9BC5-3F3FFEB266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FA3F6C9F-D0EB-4F0E-A9B5-9B75F46A9B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75C873-CAB9-434A-867B-269B397BE1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A8F260AC-CDA2-4CBB-97E7-E4B12DD9F6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0BA1A480-AE50-4E10-82CC-18D2A15387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6D3B6ED2-ABC5-4287-815C-446C10FC24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7DF700D4-5F00-4D28-A600-C3ED9C89D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28297A52-6BC3-443E-AEC5-CEA837A7E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15CB0C51-4406-49C3-A087-B4BD543046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DEA8E333-3129-4C83-B48F-B38D08AFF1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826F6A48-66FB-4E06-9B4B-A9829E53DD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7B596CD-16A5-473F-ADA0-10BA577416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F7194A12-E139-47B7-8AD8-87C35C978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66D7B36F-6FA4-4F87-A284-713D0D0E8C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2860F1DE-F9A5-40D9-88D2-78BD5E3932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4760B91-8928-4517-A2DE-9EE6857CA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99A5F372-2401-4D4C-BB3A-602DDA633E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A0DD5AEE-2F80-4358-B65D-8BEDA0B1E5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1421900-F6E2-45AC-8E06-C088CA9D3B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0F48B855-AE6D-4E64-B541-C313B92029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1173527-30C7-42B0-8B87-45068AB636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BF487C90-1283-4F35-A4C5-F7D083847D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D23DE7FC-6B77-4836-97A4-7F789461E4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2ED142C3-9DD7-4C15-AE3C-3EDD1BBAAF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1D2E428D-31B8-4984-867C-BAF6B1318A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0D33139A-92CF-47B0-8156-09A451CC95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DC0C3764-744F-4B83-ACC1-29300FABB5C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CAAECD28-DA8B-4DD2-A1B3-115A95BB3F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75AC222C-31DC-4679-8EDD-115B3E2486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B5EC738F-BE8D-4518-B349-68ED118F7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21929D4F-9DA8-4BE1-B9DF-66FBB43E1A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B3087C1-17A9-4312-B7F7-9587205D2F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83EAD00-DEAF-4D71-B627-C8248C8AA6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33D40170-1416-422D-B05A-E4F328624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998E4148-DFA9-4821-829A-B291D7B3E5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C787FD9F-ED2F-44FE-9AFC-7A0C6564DD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F85FEA40-CED7-4082-B40A-D4F1D8FC23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5D150D1D-C74A-4E37-9E9B-87DDBD502C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6BE833E3-501C-4B6C-8EAC-A670D6F914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796C0ED-F1B5-40F9-A481-60FE4FE827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142BE303-20CF-4FE7-B459-D31CAD4321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41EF0FBF-074B-45D1-967D-8F8D72D701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5391F669-82BC-458F-8249-A80E11E9A2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6AB77300-4571-4CB6-B66C-0FC28708FF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A51418F0-0112-4630-BEC9-9EF7A4EEA2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CC9E836-DB03-4CB1-83E0-8B9972ACCC3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CEFA26E-483E-40E7-86E0-7E294001EC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3CB2B6F8-B4A4-4AB4-A679-5B154A14E14D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F88332C6-276A-4E86-86D6-2345647C7886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F8403A3-2584-46A4-9EC8-619055DF842F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91779AF1-8844-4123-BC14-0930E6D8F390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26CBD580-1F19-4C75-A3A1-8CC951BD595E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1F9DF53F-8CCA-4C84-823F-CEF886A4DF56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0BD4BD9-2E9B-497E-AA02-B7EB5F2CB5D7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0DB05029-B2C3-4CAB-A092-9373C458377C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7D55791E-9E6D-4A11-80AC-D4B37087CEDE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36E42305-01A4-4F2E-8608-8927CF8D8784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B2FAAA1E-5831-4A2E-A667-085F0645773A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2BA6355D-7A10-497D-869E-79C41EE95417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8FAA61EC-A0C4-422B-9095-963C377418A9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1E5473B-775E-4F95-8677-76FE3B7558D0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75417714-747E-410F-96B7-4BA6F9A0B85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B122B12-6B4F-408D-BC10-F747BA5B793A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DD2EE1B-D524-4687-B455-AB34795CD292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46D3CEAC-5C34-4E6A-B14D-74EA0F25091F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E0F86A8A-036F-4F17-B8DC-BA20B1A3AAAA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0D3EC28C-A346-4BB9-A987-F15D0167C9B3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6C94091-83BF-486A-9C26-EB328676882A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151D7BD9-6CC1-43FB-8C0A-3ADA80805CED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2F0894D3-02D2-45B9-9702-3B144006D22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474411B2-3098-4E39-9B13-30ED323575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9BF7EC32-41EB-456F-BFD7-50A1CB49C9EA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B77C707D-E978-4D8E-A63C-2566D41E72B1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CB01002F-B2FF-4FD5-AEFB-FC2200111236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420A0AF-25F3-42CF-92C2-C4F6FBDF59D5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97332CAA-D9CF-4EC7-91BF-5409336AE22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A412D85-0F00-4B5C-8167-9C11504B06CF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F6545FBA-C619-445A-BDD2-FB67FE737C3E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66F52F52-B8E5-411E-B263-0715F2758877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E57217B9-45DB-4B04-A9B7-56948A6D93A1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ACD8507C-6DC7-4717-8024-81EAB5AE4C8D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20EA907-D554-4C5F-A2F6-799D06133983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AD86F2F0-D965-4622-8E69-AF23EFFB62F7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51B88C0-245C-43CC-85A3-1125951163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F9A0B7C4-8FC1-4FDC-ABC4-8AABE0D0A1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3119D1BF-94EC-43D3-8952-DC71FABF285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4708AA29-1991-4220-904C-627E4A914D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8A5D8EC-A37B-4288-9FF1-E0C620C9CE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60973177-2A86-40D9-B7A6-EC9DEB2D0C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1860A1F-8510-4A1F-89A8-8920F7AC40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62474660-3499-42BC-AA8E-A43BF34951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7D0DBFA-071A-4D62-A342-70EB2D1E23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B7CFFF73-4A8D-4498-9870-1F93B94DCF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8D1028D3-AD65-4607-A206-4DA0FC951C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23507118-BDCA-413C-8004-8727776909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EBB902A7-390F-43FB-BBA7-461EBC7001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B736FD3B-FE7D-4278-BD9D-2F7ED0D000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5A8EA71E-4AB4-4115-94F0-9DB81839AE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50B5F82B-254E-447B-9BCD-EFAEE33B86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D4E666CE-A15C-479E-95CD-2F7573A191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6DEC44BC-CACE-486E-99BD-D0EDEE6A9F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27B6D719-5F68-4D45-8B98-8E818483A5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D680D0C4-5323-4D5C-B182-5A93B8DBB5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4259892D-B324-424B-AF16-2F1FAD8254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A66B278A-3D24-475B-A3A7-62F3012CCC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D4F89E24-EFF3-46DC-A193-55DA647EA6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A71641A4-8F56-4EBE-837B-A57563AACE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1F3107B-33C3-4030-9390-F1856BA77A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8C682417-A9EB-4966-8B13-1BAB64731B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FC5BDDF6-E0B5-4AC1-B223-51F01E248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786B5515-7139-49B1-9F69-BCA762599A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752579F5-79DF-4679-A927-0C50129E81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8C1AE8B-A501-4498-BC6C-AB55D6E9A9A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85C232B-ACCC-477A-B7F8-16D002E6B1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90174DE-AB9F-4EF8-8F40-42092785C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D867D35F-CA03-4FA2-A46C-5765C14B31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42669F99-1D25-4081-8FCA-F49F676583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6C9A41E9-4D69-4644-B86C-AC11E17F5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76695B8-300A-4F97-9424-9E7C9CB475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3416E86D-AA8A-44BF-9891-31F94C246F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2FF7F3D-451C-4C16-B12D-8D25CBF48F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A5C854E-521E-49A7-9E4F-C59757BE1EF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0514FE9-3894-45F1-8990-F403E72BD1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7CF8923B-C3C6-44D9-B6C0-39A492C564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A0DC404A-D13E-47B3-A226-14EB8F06D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81D4A59-B89A-4B38-865A-EEB14BC802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E46C7882-57F8-4841-B999-63CA67136E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1E0C1077-DA06-41C4-B6FD-DC2C9003F5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BF12BA2A-C854-441F-BE2F-2BC91DB44B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860082E8-4507-4803-A540-129A5F1A34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CC671BE9-F0F2-4874-B2CA-4C4FC7D2C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29586D3D-1F07-4535-822F-1312B2E3CB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A03143B-8B84-4F37-A38A-B95A168056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3F0F70-1BE9-482D-8C1E-4B290A7FB5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CD0563BB-78D6-492E-9300-785D91A4C5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282D16D3-C0FC-40F4-837E-3B94030655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6C9705C-77D1-4D19-A29A-48C3F0B254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3E863B6A-6DDD-43C9-9062-9A8C56CE0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63DA1525-A590-4BDA-80E2-F69CC500AD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5C75602A-F91A-4C9C-8877-4BF86A1547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73C27CFA-031B-4220-BE34-1D1DE4D8C1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6BA6D4AC-1C40-4102-8AF4-75F36665D5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C0596AF0-B1D4-4A6C-A477-A1E38D07BC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F62A988A-13F7-4BA4-9B6D-1F812E9924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4BDA65AF-FC4B-4077-9B9C-7207930942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D702DFF9-8CBA-407C-86C3-29AD47EC9A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5A8A671-8785-429A-B2C9-5310DE8CDE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E393B2B9-3640-454A-9C22-E29075198F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BA25EEE7-0431-44A3-A72D-F72CB81023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0E12745-EEE1-4EA3-AE1A-8B2087FD8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9EFB67CA-1940-460F-8FF4-387B4BCB66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F991BFC5-7B75-4CCE-ACEB-E266FBA4B7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1D7729F6-C563-4959-98E5-9E0680D86C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A5CE4524-70FB-48AD-B43C-3E078E8F00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2FB8790-32B5-453D-97E0-A4368B6FF2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A2FB557-C921-4F93-A4FE-13F23CC300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29DF4714-07FC-413A-83AC-F7FC6D07D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583BCC5B-1200-4B5F-B361-42E5820874E5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D8912061-077B-4ADC-8A36-033C1C08B422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A5F0CE-8933-4177-80D2-2DB386632939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2CB59F58-8A89-48C2-823B-79A26D5DE3F7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3CF1725B-FBC9-495F-B571-88A1315D1889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7DEBCFD-CD54-4396-BAB0-28A10ECEFF04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C1ABA1DA-FC6E-4015-8BA4-A4EC1B41CB56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C3291F5-B7B9-4C34-8FEB-6C07FDFB029D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45797CD4-AA36-44CF-B892-CB21D7940265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7F327454-0B37-442A-AA07-BB3B301DC7A6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BD62EC8-C6C7-4C70-8737-FD372B03E223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E3B9112B-C7C1-4E9A-861D-6AF34688DD4B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15ED78EF-3A1E-4D60-A2BE-F108FC466515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7FBF5EB-35E1-4F3A-AA0D-5659D74D8145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70D5A92B-2EE4-42BD-ADEA-97266EB39DA3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99C10A4E-64C3-46DA-8D7D-67CC2006F317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C7585318-6A2B-4C2A-8D98-137EB8D06D52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7D28BAF6-A7E6-4CEE-9C7D-2DFFBFD63E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29FF72B5-B933-49C1-97FA-541B23278C02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0268FF71-A8F5-4801-AFE4-9CE868F8F9C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0298A55D-AECA-468A-94AC-237ABCE152F0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89EB2B3-C561-4B9D-8B97-6DFA196955C4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C46BBE-9A62-4B39-B396-27554BFE3BD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AB7BB7DD-4606-4A70-9965-04D20616C46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732381DA-576A-4816-BA09-B8B5926EB53F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5B431279-92F1-4371-959D-A3246F9F5F7A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B7442C64-2073-441C-9C16-07A1FF46C730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041C5D1F-DB70-499B-A19F-C33BEE96F078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69D0A157-491C-47DC-AB28-A21CB7C3C1BE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56DB9E54-FFA2-4173-88A1-CF92A517ADCB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7E69E0B1-1A34-41D7-8808-CF9702699D9F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B7CC1A09-1C3E-4E76-B061-1B6D03F20F18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48E95A26-9C7D-4A4F-ACB8-D71938B1E37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9EF3668B-AAE4-4525-85C9-99604546E501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35CFF798-53A2-405D-8043-E6853401ED4D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4DF172C-778A-4243-9F21-4E65EFE14524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C8A6BA0E-E5C4-4411-AFC0-13A6CD74EEE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6D20510B-8909-4FF4-BC5D-6A8CB185AD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9F4CF281-D10E-41A1-AFA3-F52FDF852E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1B13C20-B545-4D4F-B578-F60830F657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4B7D3AD-9765-4DE0-9DC0-CC15C493AC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AA4AE36-AC82-4FE2-9768-3444BA36FE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F24F3043-DFF3-4238-9F93-2E89E4D39EF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21BC5612-A07E-4EEB-AC68-150CF058A8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8DE2CB8F-71A8-4D3C-880D-68ABF99359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F3527E13-03F8-4525-9148-0F9F15630F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55D74531-BB62-4A56-97AC-812B619076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4555A8DB-3AF8-4BA3-899B-1B0D73C0BF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8D859EC3-674F-4C1E-B406-3774253B20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C7275B18-BE85-4C3E-9428-FBE46BC0E1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0287D3E6-A703-43C1-8DC9-349E5971CA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68A1382-985B-4056-95F6-D73CD2B974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EA3E6B6-A5F5-4A1F-85A3-8485FABDDB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82607423-B961-4E17-A9CE-28084187A6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C96C9DB9-E78C-4EE5-8B30-F32F7F620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7FD9C2CA-BA8A-41C3-BA5B-6A7E1405A74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4DA08B9-C42F-443D-9634-A403E7C09B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EBA98788-C038-420D-B3B7-7D80E8D9B4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C065172-F1BE-4E1F-A327-F105E6F91C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01B7CC75-4662-4813-A038-AE4D9DBDB6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C0F7CD3D-0AB2-4B66-9385-E01E47D74B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4092661-589C-4770-8BC2-07394170A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305BFD8B-13EC-472B-82BA-47AF81ABE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1D667DB4-ED53-445C-8B86-A7021D42E5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C8AEF66-8A04-49BF-A1A1-D6625E4A71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2DA3DFCF-CF6D-482A-BCA8-E9E08492E0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3E45779-2BA2-4BC6-B973-BC60A26FF8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186FD0FA-02B4-4457-A1AE-4CFC35E83D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ADB470B8-9238-445B-B8D7-F9F1A085F4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50A30E51-EFDC-48B1-B6E3-A4DD7216EA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003D7E9-8FBE-489B-B2EC-3480E0B14E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5FD0FEBA-C932-4688-A791-DB5D32FCA1D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4C94632C-6E4A-4457-AD64-6B8A725061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67C9D38C-CAA1-4768-828B-D909BEF15B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1579FECE-E379-4B79-9BEB-9A6D65A1B22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69269B8-4D9F-4309-BAFE-01DC2CAA2D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23CE3179-14D8-453B-A534-3BBE12DBC7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2980AA7-C776-4823-ABC4-756C145A9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7DB64A3B-CAF7-476A-B0C4-F27737570B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22148EF8-647F-45DA-9E9E-6FDCCA58E5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BF4E3C3-3D8A-483E-AA14-057F46ED77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3287B4C2-9AF4-4ABB-A197-35BDC75BAE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6B15B501-2CA0-43F7-B18F-C32D41C638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540CFFB3-FA6B-4F7E-9CD2-482EB344B6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4A2B624D-21EA-4F1A-8E03-4C70D5B87F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9898A87E-D6E3-4D49-9A76-711EFD834E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99A59335-74D9-433D-84C5-FF9B425AB4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68C485-4180-4F9E-AA2A-B8B542339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A6FC45D-C764-44CB-8FBD-BC8C2C16C9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11109C40-CBE5-42DC-B549-4073878463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D7FB7671-2929-4C28-8C6A-CEBB8239B3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9222AA82-08A4-432F-9A08-7E8481E5C8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05FFAFF2-77C1-41EF-BE51-5F63348AF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B57E7C6-564E-4AAE-BDB2-D27BF109B8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63EBDE12-0698-4573-ADD8-A4432D735F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A6BD065-83CD-4A68-A908-52B06EE4AC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5DD2EEE-3738-4DF7-A511-9B80EC8FB0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94312144-6694-42F5-9364-C2636A4A23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DDAB1DE0-424D-4352-9219-CCE077C3DD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6AAD43C-46BF-4717-9577-AC27DF158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CCDEFED-1C0E-4B6C-9B58-ADD09528AC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EC7C2941-2F5D-413C-ADAD-6B00EEF70E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D10EDFB9-CEED-462E-8437-D15972D0FE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46E215A-E048-4CE4-9D34-91FEF7F882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D70BAE8E-6431-4E53-A0E8-E1960E4BA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BA3402F4-B39F-427B-B81A-819333672A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F0D43CF7-B54D-492B-A685-ED62DF0799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BB61963D-EF75-4987-A5DD-1EB5048502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DF110CC3-3D08-4428-BFB5-5D34B33788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8F19E07E-4622-4C33-8711-306CEC52EF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D343B7BF-93FB-4442-8532-73615DA1D1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1FCFAEFC-A140-446A-8D4D-2BFAD1E8D279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22899D90-5609-4571-B482-3D9A44B7AF7B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2DA30AA-1D42-4197-8005-9EC53A1E3256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5990D88-DBB2-4462-8019-73813D74EDE9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05160A9F-5C77-437E-AC51-D9C5C15DBC8F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6FDE5AE7-E341-4127-A12C-EAC9253EE75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662B708-E129-4304-9802-C395511B352D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B91594C-3FA3-4115-8664-ADAE31F7A748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42DDEC95-7503-43A9-803F-8B37E7AEDC6F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5010C15A-982D-4E56-AA3E-1BAFAA98A6B3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918E059B-E8F5-4A06-B519-8D14A669166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AE184A0D-E1AE-4C0C-BB5E-45ADF993C31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73E85DE8-CF1E-4295-A1C9-18AAEE25846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34548C87-FCEB-49DD-ABAB-C5D64511A73B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176B8D1-9361-4E1A-AA76-5A7E69F7D27A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93B7118-9AB0-4894-AF70-339DA11E61D2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B75074BF-B033-469B-AAFF-A3B8B0160A9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730BD07B-3D2E-419E-BD69-10A5D075355F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3CCFA77-D971-484D-A575-82C212E5FCBD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2B61D23-9916-4450-8D20-500A343A4F91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18EE908-1652-4138-9C82-3775CE5236C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94CEE52-ACDD-4022-BF51-0D15D9E68B5D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3426077F-D17F-4BA1-8ACE-036D51892638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0D4D16EB-D649-415A-909C-A8043CAE82A8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5F45D9D2-445A-481B-9EB1-9D819D3F2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A036E81C-B9D8-4753-8AFE-FE11D6B32CBD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0C3816D-7478-4EB1-9FA8-B90D7C648A15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5A854F77-86D6-434F-8546-6E57B5E7DE0F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25306B97-4000-4C70-8962-C854859954A7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8F4D146-93F0-412F-96A1-17FB87F7115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13232ECC-0D77-4B5D-A4A4-7893815114B7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9F222AE-2621-4D24-B6BF-960C3D86F64A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CC7E086-8BAC-46EE-96AA-7F8D04D9BC2F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EA1053B-9BFA-4B25-B036-F75D0F95F68C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788776E1-D9DC-46A9-943C-AEED0426D49C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9603994-DA7D-45C2-BA89-4BBF0C394E2C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FF36A8BF-9C8C-46D9-BE63-FAA60C2452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70843437-50D5-4E81-A3BB-F9D1E0C7BE7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2CCD7762-8A06-47AC-8CF8-4E4F01CBB7A5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079D07C5-6E76-403A-901C-C0A0D0D06590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BA0C65DF-7818-4AC0-A1B6-53DA39D436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BF0136EB-E0C0-486F-ADCB-47A837C40A25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u7j_2_official_Receptor">
            <a:extLst>
              <a:ext uri="{FF2B5EF4-FFF2-40B4-BE49-F238E27FC236}">
                <a16:creationId xmlns:a16="http://schemas.microsoft.com/office/drawing/2014/main" id="{B282624C-93C3-4933-875A-7C30E5FF14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7" name="9u7j_2_official_ExperimentalDensity">
            <a:extLst>
              <a:ext uri="{FF2B5EF4-FFF2-40B4-BE49-F238E27FC236}">
                <a16:creationId xmlns:a16="http://schemas.microsoft.com/office/drawing/2014/main" id="{C2BB0311-B7FE-4760-824F-F2780F40B0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u7j_2_official_ReferenceLigand_0">
            <a:extLst>
              <a:ext uri="{FF2B5EF4-FFF2-40B4-BE49-F238E27FC236}">
                <a16:creationId xmlns:a16="http://schemas.microsoft.com/office/drawing/2014/main" id="{BFE585C4-A042-4698-82B3-0D48D232FB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u7j_2_official_ReferenceLigand_1">
            <a:extLst>
              <a:ext uri="{FF2B5EF4-FFF2-40B4-BE49-F238E27FC236}">
                <a16:creationId xmlns:a16="http://schemas.microsoft.com/office/drawing/2014/main" id="{95AC9635-ED2F-4029-AE93-F6DDE5E2FA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u7j_2_official_ReferenceLigand_2">
            <a:extLst>
              <a:ext uri="{FF2B5EF4-FFF2-40B4-BE49-F238E27FC236}">
                <a16:creationId xmlns:a16="http://schemas.microsoft.com/office/drawing/2014/main" id="{609D608B-839A-4D41-9C38-36449025DC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u7j_2_official_ReferenceLigand_3">
            <a:extLst>
              <a:ext uri="{FF2B5EF4-FFF2-40B4-BE49-F238E27FC236}">
                <a16:creationId xmlns:a16="http://schemas.microsoft.com/office/drawing/2014/main" id="{231B20BD-F46A-4880-B627-84BE13E1D2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u7j_2_official_ReferenceLigand_4">
            <a:extLst>
              <a:ext uri="{FF2B5EF4-FFF2-40B4-BE49-F238E27FC236}">
                <a16:creationId xmlns:a16="http://schemas.microsoft.com/office/drawing/2014/main" id="{3B4046D8-A806-40E1-BF98-8A52A7B7AB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u7j_2_official_ReferenceLigand_5">
            <a:extLst>
              <a:ext uri="{FF2B5EF4-FFF2-40B4-BE49-F238E27FC236}">
                <a16:creationId xmlns:a16="http://schemas.microsoft.com/office/drawing/2014/main" id="{6856D30A-B4E2-4229-BD01-47EC39384C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u7j_2_official_ReferenceLigand_6">
            <a:extLst>
              <a:ext uri="{FF2B5EF4-FFF2-40B4-BE49-F238E27FC236}">
                <a16:creationId xmlns:a16="http://schemas.microsoft.com/office/drawing/2014/main" id="{B57C2AE3-0AFE-481D-BF5E-24F7F685D8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u7j_2_official_ReferenceLigand_7">
            <a:extLst>
              <a:ext uri="{FF2B5EF4-FFF2-40B4-BE49-F238E27FC236}">
                <a16:creationId xmlns:a16="http://schemas.microsoft.com/office/drawing/2014/main" id="{09C09EB5-90F4-475E-900B-350C6161C1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u7j_2_official_ReferenceLigand_8">
            <a:extLst>
              <a:ext uri="{FF2B5EF4-FFF2-40B4-BE49-F238E27FC236}">
                <a16:creationId xmlns:a16="http://schemas.microsoft.com/office/drawing/2014/main" id="{BDE706B6-47B9-4F40-8EAD-CB91AF3F65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u7j_2_official_ReferenceLigand_9">
            <a:extLst>
              <a:ext uri="{FF2B5EF4-FFF2-40B4-BE49-F238E27FC236}">
                <a16:creationId xmlns:a16="http://schemas.microsoft.com/office/drawing/2014/main" id="{50939D99-7EEE-4641-9D71-B21BC5B06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u7j_2_official_ReferenceLigand_10">
            <a:extLst>
              <a:ext uri="{FF2B5EF4-FFF2-40B4-BE49-F238E27FC236}">
                <a16:creationId xmlns:a16="http://schemas.microsoft.com/office/drawing/2014/main" id="{6837DFE7-381A-49C3-8F6D-CE5CEB63ADC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u7j_2_official_ReferenceLigand_11">
            <a:extLst>
              <a:ext uri="{FF2B5EF4-FFF2-40B4-BE49-F238E27FC236}">
                <a16:creationId xmlns:a16="http://schemas.microsoft.com/office/drawing/2014/main" id="{03224674-F342-4586-B2A0-D60F3E888A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u7j_2_official_ReferenceLigand_12">
            <a:extLst>
              <a:ext uri="{FF2B5EF4-FFF2-40B4-BE49-F238E27FC236}">
                <a16:creationId xmlns:a16="http://schemas.microsoft.com/office/drawing/2014/main" id="{E3C62B11-F982-4F22-B56C-BE65B76742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u7j_2_official_ReferenceLigand_13">
            <a:extLst>
              <a:ext uri="{FF2B5EF4-FFF2-40B4-BE49-F238E27FC236}">
                <a16:creationId xmlns:a16="http://schemas.microsoft.com/office/drawing/2014/main" id="{E24E08EC-E998-4A49-B674-6FFE35F53A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u7j_2_official_ReferenceLigand_14">
            <a:extLst>
              <a:ext uri="{FF2B5EF4-FFF2-40B4-BE49-F238E27FC236}">
                <a16:creationId xmlns:a16="http://schemas.microsoft.com/office/drawing/2014/main" id="{0686AF21-96D3-44E6-AA14-55A4505E80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u7j_2_official_ReferenceLigand_15">
            <a:extLst>
              <a:ext uri="{FF2B5EF4-FFF2-40B4-BE49-F238E27FC236}">
                <a16:creationId xmlns:a16="http://schemas.microsoft.com/office/drawing/2014/main" id="{ACA10B01-8C31-435E-A9A9-0785E222C6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u7j_2_official_ReferenceLigand_16">
            <a:extLst>
              <a:ext uri="{FF2B5EF4-FFF2-40B4-BE49-F238E27FC236}">
                <a16:creationId xmlns:a16="http://schemas.microsoft.com/office/drawing/2014/main" id="{418FF55A-5E78-49F5-B8BC-589C2044D8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u7j_2_official_ReferenceLigand_17">
            <a:extLst>
              <a:ext uri="{FF2B5EF4-FFF2-40B4-BE49-F238E27FC236}">
                <a16:creationId xmlns:a16="http://schemas.microsoft.com/office/drawing/2014/main" id="{C1E4DC4A-13D3-4D75-B062-018297FED3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u7j_2_official_ReferenceLigand_18">
            <a:extLst>
              <a:ext uri="{FF2B5EF4-FFF2-40B4-BE49-F238E27FC236}">
                <a16:creationId xmlns:a16="http://schemas.microsoft.com/office/drawing/2014/main" id="{40138190-F8FC-4CEA-A960-60D81106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u7j_2_official_ReferenceLigand_19">
            <a:extLst>
              <a:ext uri="{FF2B5EF4-FFF2-40B4-BE49-F238E27FC236}">
                <a16:creationId xmlns:a16="http://schemas.microsoft.com/office/drawing/2014/main" id="{15644776-0478-4E63-B504-86D9FE722D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u7j_2_official_ReferenceLigand_20">
            <a:extLst>
              <a:ext uri="{FF2B5EF4-FFF2-40B4-BE49-F238E27FC236}">
                <a16:creationId xmlns:a16="http://schemas.microsoft.com/office/drawing/2014/main" id="{C18C9592-8167-4B8E-943C-0FCF7900E71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u7j_2_official_ReferenceLigand_21">
            <a:extLst>
              <a:ext uri="{FF2B5EF4-FFF2-40B4-BE49-F238E27FC236}">
                <a16:creationId xmlns:a16="http://schemas.microsoft.com/office/drawing/2014/main" id="{AA8E6DD0-ABD7-4F7F-9D36-2D57C9B5452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u7j_2_official_ReferenceLigand_22">
            <a:extLst>
              <a:ext uri="{FF2B5EF4-FFF2-40B4-BE49-F238E27FC236}">
                <a16:creationId xmlns:a16="http://schemas.microsoft.com/office/drawing/2014/main" id="{B89CA1E2-B341-48B3-9EC7-86A469A5578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u7j_2_official_ReferenceLigand_23">
            <a:extLst>
              <a:ext uri="{FF2B5EF4-FFF2-40B4-BE49-F238E27FC236}">
                <a16:creationId xmlns:a16="http://schemas.microsoft.com/office/drawing/2014/main" id="{6291335C-85A7-44AE-8061-37FBF2142A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u7j_2_official_ReferenceLigand_24">
            <a:extLst>
              <a:ext uri="{FF2B5EF4-FFF2-40B4-BE49-F238E27FC236}">
                <a16:creationId xmlns:a16="http://schemas.microsoft.com/office/drawing/2014/main" id="{00E7D4EE-E598-48BB-916F-B83336E0B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u7j_2_official_ReferenceLigand_25">
            <a:extLst>
              <a:ext uri="{FF2B5EF4-FFF2-40B4-BE49-F238E27FC236}">
                <a16:creationId xmlns:a16="http://schemas.microsoft.com/office/drawing/2014/main" id="{F4800AF0-F99B-4448-A32A-98A4258C6C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u7j_2_official_ReferenceLigand_26">
            <a:extLst>
              <a:ext uri="{FF2B5EF4-FFF2-40B4-BE49-F238E27FC236}">
                <a16:creationId xmlns:a16="http://schemas.microsoft.com/office/drawing/2014/main" id="{980CC67A-F373-4A7F-948D-067E4DFA209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u7j_2_official_ReferenceLigand_27">
            <a:extLst>
              <a:ext uri="{FF2B5EF4-FFF2-40B4-BE49-F238E27FC236}">
                <a16:creationId xmlns:a16="http://schemas.microsoft.com/office/drawing/2014/main" id="{E106ACC6-466E-48C9-A70D-D85768D8C2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u7j_2_official_ReferenceLigand_28">
            <a:extLst>
              <a:ext uri="{FF2B5EF4-FFF2-40B4-BE49-F238E27FC236}">
                <a16:creationId xmlns:a16="http://schemas.microsoft.com/office/drawing/2014/main" id="{ACCCAEB3-8D16-4F92-96B5-2A1704B2C0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u7j_2_official_ReferenceLigand_29">
            <a:extLst>
              <a:ext uri="{FF2B5EF4-FFF2-40B4-BE49-F238E27FC236}">
                <a16:creationId xmlns:a16="http://schemas.microsoft.com/office/drawing/2014/main" id="{53BBE987-4E15-4F6C-992C-AE116F3BC69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u7j_2_official_ReferenceLigand_30">
            <a:extLst>
              <a:ext uri="{FF2B5EF4-FFF2-40B4-BE49-F238E27FC236}">
                <a16:creationId xmlns:a16="http://schemas.microsoft.com/office/drawing/2014/main" id="{61F7B55D-68C6-44CA-9588-28C7FC99BD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u7j_2_official_ReferenceLigand_31">
            <a:extLst>
              <a:ext uri="{FF2B5EF4-FFF2-40B4-BE49-F238E27FC236}">
                <a16:creationId xmlns:a16="http://schemas.microsoft.com/office/drawing/2014/main" id="{C6F9C720-4ADC-4AEA-AAF2-555D278814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u7j_2_official_ReferenceLigand_32">
            <a:extLst>
              <a:ext uri="{FF2B5EF4-FFF2-40B4-BE49-F238E27FC236}">
                <a16:creationId xmlns:a16="http://schemas.microsoft.com/office/drawing/2014/main" id="{68BBE8D8-8126-47CF-BC44-48772EDB89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u7j_2_official_ReferenceLigand_33">
            <a:extLst>
              <a:ext uri="{FF2B5EF4-FFF2-40B4-BE49-F238E27FC236}">
                <a16:creationId xmlns:a16="http://schemas.microsoft.com/office/drawing/2014/main" id="{AF0DC7FB-56C5-4A17-A12A-AEAB149DF0A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u7j_2_official_ReferenceLigand_34">
            <a:extLst>
              <a:ext uri="{FF2B5EF4-FFF2-40B4-BE49-F238E27FC236}">
                <a16:creationId xmlns:a16="http://schemas.microsoft.com/office/drawing/2014/main" id="{E44AE22D-AA6D-40E9-BED7-DCD3E30AF2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u7j_2_official_ReferenceLigand_35">
            <a:extLst>
              <a:ext uri="{FF2B5EF4-FFF2-40B4-BE49-F238E27FC236}">
                <a16:creationId xmlns:a16="http://schemas.microsoft.com/office/drawing/2014/main" id="{25A0F971-03F4-49F2-9DB6-EFC9006278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u7j_2_official_ReferenceLigand_36">
            <a:extLst>
              <a:ext uri="{FF2B5EF4-FFF2-40B4-BE49-F238E27FC236}">
                <a16:creationId xmlns:a16="http://schemas.microsoft.com/office/drawing/2014/main" id="{29ACA4C2-8A86-4B74-9118-2A1C5F8D7F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u7j_2_official_ReferenceLigand_37">
            <a:extLst>
              <a:ext uri="{FF2B5EF4-FFF2-40B4-BE49-F238E27FC236}">
                <a16:creationId xmlns:a16="http://schemas.microsoft.com/office/drawing/2014/main" id="{3A003F46-8A34-4D8E-91DC-0847CCB53E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u7j_2_official_PredictedLigand_0">
            <a:extLst>
              <a:ext uri="{FF2B5EF4-FFF2-40B4-BE49-F238E27FC236}">
                <a16:creationId xmlns:a16="http://schemas.microsoft.com/office/drawing/2014/main" id="{38A627CC-92CB-4434-A7AF-E500ED5190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u7j_2_official_PredictedLigand_1">
            <a:extLst>
              <a:ext uri="{FF2B5EF4-FFF2-40B4-BE49-F238E27FC236}">
                <a16:creationId xmlns:a16="http://schemas.microsoft.com/office/drawing/2014/main" id="{F2A8FC6F-07AD-4AD6-BCF5-C4A7D6AD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u7j_2_official_PredictedLigand_2">
            <a:extLst>
              <a:ext uri="{FF2B5EF4-FFF2-40B4-BE49-F238E27FC236}">
                <a16:creationId xmlns:a16="http://schemas.microsoft.com/office/drawing/2014/main" id="{369AD325-96E4-4E6D-AC62-FAF479035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u7j_2_official_PredictedLigand_3">
            <a:extLst>
              <a:ext uri="{FF2B5EF4-FFF2-40B4-BE49-F238E27FC236}">
                <a16:creationId xmlns:a16="http://schemas.microsoft.com/office/drawing/2014/main" id="{88203622-4401-49A9-88D5-B184A0F42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u7j_2_official_PredictedLigand_4">
            <a:extLst>
              <a:ext uri="{FF2B5EF4-FFF2-40B4-BE49-F238E27FC236}">
                <a16:creationId xmlns:a16="http://schemas.microsoft.com/office/drawing/2014/main" id="{86659F46-6761-4674-8E46-C32FAC1386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u7j_2_official_PredictedLigand_5">
            <a:extLst>
              <a:ext uri="{FF2B5EF4-FFF2-40B4-BE49-F238E27FC236}">
                <a16:creationId xmlns:a16="http://schemas.microsoft.com/office/drawing/2014/main" id="{79A573E1-ADF8-479E-9244-80033727D43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u7j_2_official_PredictedLigand_6">
            <a:extLst>
              <a:ext uri="{FF2B5EF4-FFF2-40B4-BE49-F238E27FC236}">
                <a16:creationId xmlns:a16="http://schemas.microsoft.com/office/drawing/2014/main" id="{08E1CB3F-4EB8-4160-A9EC-CCFFE7B0A4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u7j_2_official_PredictedLigand_7">
            <a:extLst>
              <a:ext uri="{FF2B5EF4-FFF2-40B4-BE49-F238E27FC236}">
                <a16:creationId xmlns:a16="http://schemas.microsoft.com/office/drawing/2014/main" id="{8AA0FDA5-E280-471F-AC12-7E960C2A3D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u7j_2_official_PredictedLigand_8">
            <a:extLst>
              <a:ext uri="{FF2B5EF4-FFF2-40B4-BE49-F238E27FC236}">
                <a16:creationId xmlns:a16="http://schemas.microsoft.com/office/drawing/2014/main" id="{8010E79C-4746-40AB-9374-C758D77C61B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u7j_2_official_PredictedLigand_9">
            <a:extLst>
              <a:ext uri="{FF2B5EF4-FFF2-40B4-BE49-F238E27FC236}">
                <a16:creationId xmlns:a16="http://schemas.microsoft.com/office/drawing/2014/main" id="{15FCA77E-2CC5-4869-B221-B112F726DF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u7j_2_official_PredictedLigand_10">
            <a:extLst>
              <a:ext uri="{FF2B5EF4-FFF2-40B4-BE49-F238E27FC236}">
                <a16:creationId xmlns:a16="http://schemas.microsoft.com/office/drawing/2014/main" id="{E1E8AA73-2DB4-4F60-892A-0F8E7174A33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u7j_2_official_PredictedLigand_11">
            <a:extLst>
              <a:ext uri="{FF2B5EF4-FFF2-40B4-BE49-F238E27FC236}">
                <a16:creationId xmlns:a16="http://schemas.microsoft.com/office/drawing/2014/main" id="{D7872817-9E5D-4912-90F2-FFF42E8F18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u7j_2_official_PredictedLigand_12">
            <a:extLst>
              <a:ext uri="{FF2B5EF4-FFF2-40B4-BE49-F238E27FC236}">
                <a16:creationId xmlns:a16="http://schemas.microsoft.com/office/drawing/2014/main" id="{7393FE6E-52E2-4981-B1B7-4C9BDFA525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u7j_2_official_PredictedLigand_13">
            <a:extLst>
              <a:ext uri="{FF2B5EF4-FFF2-40B4-BE49-F238E27FC236}">
                <a16:creationId xmlns:a16="http://schemas.microsoft.com/office/drawing/2014/main" id="{BDF9CDA0-1046-48CA-840E-1300CD5696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u7j_2_official_PredictedLigand_14">
            <a:extLst>
              <a:ext uri="{FF2B5EF4-FFF2-40B4-BE49-F238E27FC236}">
                <a16:creationId xmlns:a16="http://schemas.microsoft.com/office/drawing/2014/main" id="{B47CCC6A-7A73-4400-A0AC-8D5FC00B811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u7j_2_official_PredictedLigand_15">
            <a:extLst>
              <a:ext uri="{FF2B5EF4-FFF2-40B4-BE49-F238E27FC236}">
                <a16:creationId xmlns:a16="http://schemas.microsoft.com/office/drawing/2014/main" id="{9FD40CFA-2CBA-44D4-97DF-8D5CACFB0C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u7j_2_official_PredictedLigand_16">
            <a:extLst>
              <a:ext uri="{FF2B5EF4-FFF2-40B4-BE49-F238E27FC236}">
                <a16:creationId xmlns:a16="http://schemas.microsoft.com/office/drawing/2014/main" id="{92DE0D6A-28D3-4D07-9F5A-6B94808D75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u7j_2_official_PredictedLigand_17">
            <a:extLst>
              <a:ext uri="{FF2B5EF4-FFF2-40B4-BE49-F238E27FC236}">
                <a16:creationId xmlns:a16="http://schemas.microsoft.com/office/drawing/2014/main" id="{A4132A27-AE8A-4633-93FD-E86A888FBC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u7j_2_official_PredictedLigand_18">
            <a:extLst>
              <a:ext uri="{FF2B5EF4-FFF2-40B4-BE49-F238E27FC236}">
                <a16:creationId xmlns:a16="http://schemas.microsoft.com/office/drawing/2014/main" id="{E51875EC-4156-448A-BD87-4CAFB4DACD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u7j_2_official_PredictedLigand_19">
            <a:extLst>
              <a:ext uri="{FF2B5EF4-FFF2-40B4-BE49-F238E27FC236}">
                <a16:creationId xmlns:a16="http://schemas.microsoft.com/office/drawing/2014/main" id="{F34D584C-4AD0-4092-B711-12FC919B4B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u7j_2_official_PredictedLigand_20">
            <a:extLst>
              <a:ext uri="{FF2B5EF4-FFF2-40B4-BE49-F238E27FC236}">
                <a16:creationId xmlns:a16="http://schemas.microsoft.com/office/drawing/2014/main" id="{E92D3AE9-3AB6-4E95-BAD9-AED10C5642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u7j_2_official_PredictedLigand_21">
            <a:extLst>
              <a:ext uri="{FF2B5EF4-FFF2-40B4-BE49-F238E27FC236}">
                <a16:creationId xmlns:a16="http://schemas.microsoft.com/office/drawing/2014/main" id="{CFA43ECC-3007-4780-82DD-3C450A32F5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u7j_2_official_PredictedLigand_22">
            <a:extLst>
              <a:ext uri="{FF2B5EF4-FFF2-40B4-BE49-F238E27FC236}">
                <a16:creationId xmlns:a16="http://schemas.microsoft.com/office/drawing/2014/main" id="{67281AD0-F8F5-4DB1-B033-E2D168CA54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u7j_2_official_PredictedLigand_23">
            <a:extLst>
              <a:ext uri="{FF2B5EF4-FFF2-40B4-BE49-F238E27FC236}">
                <a16:creationId xmlns:a16="http://schemas.microsoft.com/office/drawing/2014/main" id="{BB82A003-86C7-4AA7-B6ED-821E76B30AC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u7j_2_official_PredictedLigand_24">
            <a:extLst>
              <a:ext uri="{FF2B5EF4-FFF2-40B4-BE49-F238E27FC236}">
                <a16:creationId xmlns:a16="http://schemas.microsoft.com/office/drawing/2014/main" id="{83989B59-0B40-4922-8B00-4BAA5C9930C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u7j_2_official_PredictedLigand_25">
            <a:extLst>
              <a:ext uri="{FF2B5EF4-FFF2-40B4-BE49-F238E27FC236}">
                <a16:creationId xmlns:a16="http://schemas.microsoft.com/office/drawing/2014/main" id="{CBC41E74-B316-4D2E-B7EA-C3B0E0BD9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u7j_2_official_PredictedLigand_26">
            <a:extLst>
              <a:ext uri="{FF2B5EF4-FFF2-40B4-BE49-F238E27FC236}">
                <a16:creationId xmlns:a16="http://schemas.microsoft.com/office/drawing/2014/main" id="{DB982006-ABA4-4D29-AC3C-5E4C5527BA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u7j_2_official_PredictedLigand_27">
            <a:extLst>
              <a:ext uri="{FF2B5EF4-FFF2-40B4-BE49-F238E27FC236}">
                <a16:creationId xmlns:a16="http://schemas.microsoft.com/office/drawing/2014/main" id="{7DB9DE87-16BF-4A22-BCC5-D66D6CB5A9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u7j_2_official_PredictedLigand_28">
            <a:extLst>
              <a:ext uri="{FF2B5EF4-FFF2-40B4-BE49-F238E27FC236}">
                <a16:creationId xmlns:a16="http://schemas.microsoft.com/office/drawing/2014/main" id="{F48DA8F0-7019-4398-A49D-40FCDBD445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u7j_2_official_PredictedLigand_29">
            <a:extLst>
              <a:ext uri="{FF2B5EF4-FFF2-40B4-BE49-F238E27FC236}">
                <a16:creationId xmlns:a16="http://schemas.microsoft.com/office/drawing/2014/main" id="{A8CDDE7F-BF4A-4310-8587-13DE791A07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u7j_2_official_PredictedLigand_30">
            <a:extLst>
              <a:ext uri="{FF2B5EF4-FFF2-40B4-BE49-F238E27FC236}">
                <a16:creationId xmlns:a16="http://schemas.microsoft.com/office/drawing/2014/main" id="{220920D9-899B-497A-AFAE-1007DD6873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u7j_2_official_PredictedLigand_31">
            <a:extLst>
              <a:ext uri="{FF2B5EF4-FFF2-40B4-BE49-F238E27FC236}">
                <a16:creationId xmlns:a16="http://schemas.microsoft.com/office/drawing/2014/main" id="{0D68DF56-D60A-4A47-B7DD-8E24045884A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u7j_2_official_PredictedLigand_32">
            <a:extLst>
              <a:ext uri="{FF2B5EF4-FFF2-40B4-BE49-F238E27FC236}">
                <a16:creationId xmlns:a16="http://schemas.microsoft.com/office/drawing/2014/main" id="{F4C2E222-9785-43BC-B21C-FD5B81F3E9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u7j_2_official_PredictedLigand_33">
            <a:extLst>
              <a:ext uri="{FF2B5EF4-FFF2-40B4-BE49-F238E27FC236}">
                <a16:creationId xmlns:a16="http://schemas.microsoft.com/office/drawing/2014/main" id="{A75C644C-C15C-418E-BDA6-63307D6D26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u7j_2_official_PredictedLigand_34">
            <a:extLst>
              <a:ext uri="{FF2B5EF4-FFF2-40B4-BE49-F238E27FC236}">
                <a16:creationId xmlns:a16="http://schemas.microsoft.com/office/drawing/2014/main" id="{D0376733-8F43-44E4-AAAD-11728904B3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u7j_2_official_PredictedLigand_35">
            <a:extLst>
              <a:ext uri="{FF2B5EF4-FFF2-40B4-BE49-F238E27FC236}">
                <a16:creationId xmlns:a16="http://schemas.microsoft.com/office/drawing/2014/main" id="{9786FD1F-7EDD-4A9A-A5F5-D2954B780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u7j_2_official_PredictedLigand_36">
            <a:extLst>
              <a:ext uri="{FF2B5EF4-FFF2-40B4-BE49-F238E27FC236}">
                <a16:creationId xmlns:a16="http://schemas.microsoft.com/office/drawing/2014/main" id="{FA24F380-50A4-4F0A-BA50-B16D64027E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u7j_2_official_PredictedLigand_37">
            <a:extLst>
              <a:ext uri="{FF2B5EF4-FFF2-40B4-BE49-F238E27FC236}">
                <a16:creationId xmlns:a16="http://schemas.microsoft.com/office/drawing/2014/main" id="{120ADF6F-736E-4072-AD4F-19CB93499F9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u7j_2_official_PredictedAtoms_0">
            <a:extLst>
              <a:ext uri="{FF2B5EF4-FFF2-40B4-BE49-F238E27FC236}">
                <a16:creationId xmlns:a16="http://schemas.microsoft.com/office/drawing/2014/main" id="{385CFA86-4C05-4A9D-A853-C881645B45A8}"/>
              </a:ext>
            </a:extLst>
          </p:cNvPr>
          <p:cNvSpPr>
            <a:spLocks noGrp="1"/>
          </p:cNvSpPr>
          <p:nvPr/>
        </p:nvSpPr>
        <p:spPr>
          <a:xfrm>
            <a:off x="972011" y="70725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u7j_2_official_PredictedAtoms_1">
            <a:extLst>
              <a:ext uri="{FF2B5EF4-FFF2-40B4-BE49-F238E27FC236}">
                <a16:creationId xmlns:a16="http://schemas.microsoft.com/office/drawing/2014/main" id="{BF5BCDAB-29B9-405E-863A-D7F495F27528}"/>
              </a:ext>
            </a:extLst>
          </p:cNvPr>
          <p:cNvSpPr>
            <a:spLocks noGrp="1"/>
          </p:cNvSpPr>
          <p:nvPr/>
        </p:nvSpPr>
        <p:spPr>
          <a:xfrm>
            <a:off x="943835" y="6958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u7j_2_official_PredictedAtoms_2">
            <a:extLst>
              <a:ext uri="{FF2B5EF4-FFF2-40B4-BE49-F238E27FC236}">
                <a16:creationId xmlns:a16="http://schemas.microsoft.com/office/drawing/2014/main" id="{BEF46729-3A5A-48E8-B6DB-54D0F96DC514}"/>
              </a:ext>
            </a:extLst>
          </p:cNvPr>
          <p:cNvSpPr>
            <a:spLocks noGrp="1"/>
          </p:cNvSpPr>
          <p:nvPr/>
        </p:nvSpPr>
        <p:spPr>
          <a:xfrm>
            <a:off x="1071223" y="69213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u7j_2_official_PredictedAtoms_3">
            <a:extLst>
              <a:ext uri="{FF2B5EF4-FFF2-40B4-BE49-F238E27FC236}">
                <a16:creationId xmlns:a16="http://schemas.microsoft.com/office/drawing/2014/main" id="{B753AA30-22F0-48E3-A4C3-46719ACDF67F}"/>
              </a:ext>
            </a:extLst>
          </p:cNvPr>
          <p:cNvSpPr>
            <a:spLocks noGrp="1"/>
          </p:cNvSpPr>
          <p:nvPr/>
        </p:nvSpPr>
        <p:spPr>
          <a:xfrm>
            <a:off x="1089230" y="67745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u7j_2_official_PredictedAtoms_4">
            <a:extLst>
              <a:ext uri="{FF2B5EF4-FFF2-40B4-BE49-F238E27FC236}">
                <a16:creationId xmlns:a16="http://schemas.microsoft.com/office/drawing/2014/main" id="{F372AC08-6B1A-4C12-9BF7-20725C2EF94E}"/>
              </a:ext>
            </a:extLst>
          </p:cNvPr>
          <p:cNvSpPr>
            <a:spLocks noGrp="1"/>
          </p:cNvSpPr>
          <p:nvPr/>
        </p:nvSpPr>
        <p:spPr>
          <a:xfrm>
            <a:off x="1214394" y="673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u7j_2_official_PredictedAtoms_5">
            <a:extLst>
              <a:ext uri="{FF2B5EF4-FFF2-40B4-BE49-F238E27FC236}">
                <a16:creationId xmlns:a16="http://schemas.microsoft.com/office/drawing/2014/main" id="{4A21C0C4-250D-49B0-AEA8-C761EEA4D79D}"/>
              </a:ext>
            </a:extLst>
          </p:cNvPr>
          <p:cNvSpPr>
            <a:spLocks noGrp="1"/>
          </p:cNvSpPr>
          <p:nvPr/>
        </p:nvSpPr>
        <p:spPr>
          <a:xfrm>
            <a:off x="1226160" y="6577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u7j_2_official_PredictedAtoms_6">
            <a:extLst>
              <a:ext uri="{FF2B5EF4-FFF2-40B4-BE49-F238E27FC236}">
                <a16:creationId xmlns:a16="http://schemas.microsoft.com/office/drawing/2014/main" id="{8828FA7B-F8AF-4D36-98B3-27E33691421F}"/>
              </a:ext>
            </a:extLst>
          </p:cNvPr>
          <p:cNvSpPr>
            <a:spLocks noGrp="1"/>
          </p:cNvSpPr>
          <p:nvPr/>
        </p:nvSpPr>
        <p:spPr>
          <a:xfrm>
            <a:off x="1266698" y="64827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u7j_2_official_PredictedAtoms_7">
            <a:extLst>
              <a:ext uri="{FF2B5EF4-FFF2-40B4-BE49-F238E27FC236}">
                <a16:creationId xmlns:a16="http://schemas.microsoft.com/office/drawing/2014/main" id="{E644290E-4BBB-4FB7-911E-B55AE4AD4FB2}"/>
              </a:ext>
            </a:extLst>
          </p:cNvPr>
          <p:cNvSpPr>
            <a:spLocks noGrp="1"/>
          </p:cNvSpPr>
          <p:nvPr/>
        </p:nvSpPr>
        <p:spPr>
          <a:xfrm>
            <a:off x="1180412" y="6526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u7j_2_official_PredictedAtoms_8">
            <a:extLst>
              <a:ext uri="{FF2B5EF4-FFF2-40B4-BE49-F238E27FC236}">
                <a16:creationId xmlns:a16="http://schemas.microsoft.com/office/drawing/2014/main" id="{30AC6E2D-1D44-42CD-B100-98899FC3C467}"/>
              </a:ext>
            </a:extLst>
          </p:cNvPr>
          <p:cNvSpPr>
            <a:spLocks noGrp="1"/>
          </p:cNvSpPr>
          <p:nvPr/>
        </p:nvSpPr>
        <p:spPr>
          <a:xfrm>
            <a:off x="1239643" y="63232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u7j_2_official_PredictedAtoms_9">
            <a:extLst>
              <a:ext uri="{FF2B5EF4-FFF2-40B4-BE49-F238E27FC236}">
                <a16:creationId xmlns:a16="http://schemas.microsoft.com/office/drawing/2014/main" id="{00833A66-09EB-48F8-AC4F-7DB067B21155}"/>
              </a:ext>
            </a:extLst>
          </p:cNvPr>
          <p:cNvSpPr>
            <a:spLocks noGrp="1"/>
          </p:cNvSpPr>
          <p:nvPr/>
        </p:nvSpPr>
        <p:spPr>
          <a:xfrm>
            <a:off x="1430610" y="65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u7j_2_official_PredictedAtoms_10">
            <a:extLst>
              <a:ext uri="{FF2B5EF4-FFF2-40B4-BE49-F238E27FC236}">
                <a16:creationId xmlns:a16="http://schemas.microsoft.com/office/drawing/2014/main" id="{8E514885-E095-4651-87F3-556AA334F79D}"/>
              </a:ext>
            </a:extLst>
          </p:cNvPr>
          <p:cNvSpPr>
            <a:spLocks noGrp="1"/>
          </p:cNvSpPr>
          <p:nvPr/>
        </p:nvSpPr>
        <p:spPr>
          <a:xfrm>
            <a:off x="1545904" y="64185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u7j_2_official_PredictedAtoms_11">
            <a:extLst>
              <a:ext uri="{FF2B5EF4-FFF2-40B4-BE49-F238E27FC236}">
                <a16:creationId xmlns:a16="http://schemas.microsoft.com/office/drawing/2014/main" id="{7D206833-A62E-4C5A-8DFC-64E167FFBAD1}"/>
              </a:ext>
            </a:extLst>
          </p:cNvPr>
          <p:cNvSpPr>
            <a:spLocks noGrp="1"/>
          </p:cNvSpPr>
          <p:nvPr/>
        </p:nvSpPr>
        <p:spPr>
          <a:xfrm>
            <a:off x="1488225" y="6280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u7j_2_official_PredictedAtoms_12">
            <a:extLst>
              <a:ext uri="{FF2B5EF4-FFF2-40B4-BE49-F238E27FC236}">
                <a16:creationId xmlns:a16="http://schemas.microsoft.com/office/drawing/2014/main" id="{5A89D63F-53D5-4D35-8DB6-FDE138076140}"/>
              </a:ext>
            </a:extLst>
          </p:cNvPr>
          <p:cNvSpPr>
            <a:spLocks noGrp="1"/>
          </p:cNvSpPr>
          <p:nvPr/>
        </p:nvSpPr>
        <p:spPr>
          <a:xfrm>
            <a:off x="1593479" y="6506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u7j_2_official_PredictedAtoms_13">
            <a:extLst>
              <a:ext uri="{FF2B5EF4-FFF2-40B4-BE49-F238E27FC236}">
                <a16:creationId xmlns:a16="http://schemas.microsoft.com/office/drawing/2014/main" id="{49FBD4A4-C8B3-4DB0-954E-FE8250E60497}"/>
              </a:ext>
            </a:extLst>
          </p:cNvPr>
          <p:cNvSpPr>
            <a:spLocks noGrp="1"/>
          </p:cNvSpPr>
          <p:nvPr/>
        </p:nvSpPr>
        <p:spPr>
          <a:xfrm>
            <a:off x="1679309" y="6384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u7j_2_official_PredictedAtoms_14">
            <a:extLst>
              <a:ext uri="{FF2B5EF4-FFF2-40B4-BE49-F238E27FC236}">
                <a16:creationId xmlns:a16="http://schemas.microsoft.com/office/drawing/2014/main" id="{69C5E905-224B-413C-983B-3B212B54E267}"/>
              </a:ext>
            </a:extLst>
          </p:cNvPr>
          <p:cNvSpPr>
            <a:spLocks noGrp="1"/>
          </p:cNvSpPr>
          <p:nvPr/>
        </p:nvSpPr>
        <p:spPr>
          <a:xfrm>
            <a:off x="1673926" y="63311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u7j_2_official_PredictedAtoms_15">
            <a:extLst>
              <a:ext uri="{FF2B5EF4-FFF2-40B4-BE49-F238E27FC236}">
                <a16:creationId xmlns:a16="http://schemas.microsoft.com/office/drawing/2014/main" id="{427FAFC4-E256-4459-8631-DF16972F70E4}"/>
              </a:ext>
            </a:extLst>
          </p:cNvPr>
          <p:cNvSpPr>
            <a:spLocks noGrp="1"/>
          </p:cNvSpPr>
          <p:nvPr/>
        </p:nvSpPr>
        <p:spPr>
          <a:xfrm>
            <a:off x="1804084" y="63468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u7j_2_official_PredictedAtoms_16">
            <a:extLst>
              <a:ext uri="{FF2B5EF4-FFF2-40B4-BE49-F238E27FC236}">
                <a16:creationId xmlns:a16="http://schemas.microsoft.com/office/drawing/2014/main" id="{119B5F65-669F-4AC3-8113-A99B648F571D}"/>
              </a:ext>
            </a:extLst>
          </p:cNvPr>
          <p:cNvSpPr>
            <a:spLocks noGrp="1"/>
          </p:cNvSpPr>
          <p:nvPr/>
        </p:nvSpPr>
        <p:spPr>
          <a:xfrm>
            <a:off x="1909306" y="6436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u7j_2_official_PredictedAtoms_17">
            <a:extLst>
              <a:ext uri="{FF2B5EF4-FFF2-40B4-BE49-F238E27FC236}">
                <a16:creationId xmlns:a16="http://schemas.microsoft.com/office/drawing/2014/main" id="{73ACA3B1-E2A4-4F8F-ABA3-59511078F66E}"/>
              </a:ext>
            </a:extLst>
          </p:cNvPr>
          <p:cNvSpPr>
            <a:spLocks noGrp="1"/>
          </p:cNvSpPr>
          <p:nvPr/>
        </p:nvSpPr>
        <p:spPr>
          <a:xfrm>
            <a:off x="1946971" y="65507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u7j_2_official_PredictedAtoms_18">
            <a:extLst>
              <a:ext uri="{FF2B5EF4-FFF2-40B4-BE49-F238E27FC236}">
                <a16:creationId xmlns:a16="http://schemas.microsoft.com/office/drawing/2014/main" id="{02869C43-4A21-4201-95B6-7542203B1E1B}"/>
              </a:ext>
            </a:extLst>
          </p:cNvPr>
          <p:cNvSpPr>
            <a:spLocks noGrp="1"/>
          </p:cNvSpPr>
          <p:nvPr/>
        </p:nvSpPr>
        <p:spPr>
          <a:xfrm>
            <a:off x="1977055" y="668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u7j_2_official_PredictedAtoms_19">
            <a:extLst>
              <a:ext uri="{FF2B5EF4-FFF2-40B4-BE49-F238E27FC236}">
                <a16:creationId xmlns:a16="http://schemas.microsoft.com/office/drawing/2014/main" id="{3B198617-C9B6-44F8-8C88-38863269FB4E}"/>
              </a:ext>
            </a:extLst>
          </p:cNvPr>
          <p:cNvSpPr>
            <a:spLocks noGrp="1"/>
          </p:cNvSpPr>
          <p:nvPr/>
        </p:nvSpPr>
        <p:spPr>
          <a:xfrm>
            <a:off x="1906013" y="6698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u7j_2_official_PredictedAtoms_20">
            <a:extLst>
              <a:ext uri="{FF2B5EF4-FFF2-40B4-BE49-F238E27FC236}">
                <a16:creationId xmlns:a16="http://schemas.microsoft.com/office/drawing/2014/main" id="{C105E83F-7CC8-44F1-8D06-819EC84DC86F}"/>
              </a:ext>
            </a:extLst>
          </p:cNvPr>
          <p:cNvSpPr>
            <a:spLocks noGrp="1"/>
          </p:cNvSpPr>
          <p:nvPr/>
        </p:nvSpPr>
        <p:spPr>
          <a:xfrm>
            <a:off x="1921145" y="682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u7j_2_official_PredictedAtoms_21">
            <a:extLst>
              <a:ext uri="{FF2B5EF4-FFF2-40B4-BE49-F238E27FC236}">
                <a16:creationId xmlns:a16="http://schemas.microsoft.com/office/drawing/2014/main" id="{AD9572D4-420F-4F48-BE65-141F2FCBB8D1}"/>
              </a:ext>
            </a:extLst>
          </p:cNvPr>
          <p:cNvSpPr>
            <a:spLocks noGrp="1"/>
          </p:cNvSpPr>
          <p:nvPr/>
        </p:nvSpPr>
        <p:spPr>
          <a:xfrm>
            <a:off x="2009229" y="69334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u7j_2_official_PredictedAtoms_22">
            <a:extLst>
              <a:ext uri="{FF2B5EF4-FFF2-40B4-BE49-F238E27FC236}">
                <a16:creationId xmlns:a16="http://schemas.microsoft.com/office/drawing/2014/main" id="{D1090A1E-877E-433F-8102-2EB145BF75AD}"/>
              </a:ext>
            </a:extLst>
          </p:cNvPr>
          <p:cNvSpPr>
            <a:spLocks noGrp="1"/>
          </p:cNvSpPr>
          <p:nvPr/>
        </p:nvSpPr>
        <p:spPr>
          <a:xfrm>
            <a:off x="2026720" y="7047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u7j_2_official_PredictedAtoms_23">
            <a:extLst>
              <a:ext uri="{FF2B5EF4-FFF2-40B4-BE49-F238E27FC236}">
                <a16:creationId xmlns:a16="http://schemas.microsoft.com/office/drawing/2014/main" id="{BFE2F00E-115A-4F11-9FA9-201C80143D37}"/>
              </a:ext>
            </a:extLst>
          </p:cNvPr>
          <p:cNvSpPr>
            <a:spLocks noGrp="1"/>
          </p:cNvSpPr>
          <p:nvPr/>
        </p:nvSpPr>
        <p:spPr>
          <a:xfrm>
            <a:off x="2081893" y="69074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u7j_2_official_PredictedAtoms_24">
            <a:extLst>
              <a:ext uri="{FF2B5EF4-FFF2-40B4-BE49-F238E27FC236}">
                <a16:creationId xmlns:a16="http://schemas.microsoft.com/office/drawing/2014/main" id="{C756318E-9684-475F-8214-2C86BB1B2A0D}"/>
              </a:ext>
            </a:extLst>
          </p:cNvPr>
          <p:cNvSpPr>
            <a:spLocks noGrp="1"/>
          </p:cNvSpPr>
          <p:nvPr/>
        </p:nvSpPr>
        <p:spPr>
          <a:xfrm>
            <a:off x="2065985" y="6784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u7j_2_official_PredictedAtoms_25">
            <a:extLst>
              <a:ext uri="{FF2B5EF4-FFF2-40B4-BE49-F238E27FC236}">
                <a16:creationId xmlns:a16="http://schemas.microsoft.com/office/drawing/2014/main" id="{6C3A2EB7-C45B-4BB4-BBCC-D2D8501CF854}"/>
              </a:ext>
            </a:extLst>
          </p:cNvPr>
          <p:cNvSpPr>
            <a:spLocks noGrp="1"/>
          </p:cNvSpPr>
          <p:nvPr/>
        </p:nvSpPr>
        <p:spPr>
          <a:xfrm>
            <a:off x="2139295" y="67709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u7j_2_official_PredictedAtoms_26">
            <a:extLst>
              <a:ext uri="{FF2B5EF4-FFF2-40B4-BE49-F238E27FC236}">
                <a16:creationId xmlns:a16="http://schemas.microsoft.com/office/drawing/2014/main" id="{17F2999A-D04F-48EE-A713-97696B6C6FEB}"/>
              </a:ext>
            </a:extLst>
          </p:cNvPr>
          <p:cNvSpPr>
            <a:spLocks noGrp="1"/>
          </p:cNvSpPr>
          <p:nvPr/>
        </p:nvSpPr>
        <p:spPr>
          <a:xfrm>
            <a:off x="1831125" y="6554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u7j_2_official_PredictedAtoms_27">
            <a:extLst>
              <a:ext uri="{FF2B5EF4-FFF2-40B4-BE49-F238E27FC236}">
                <a16:creationId xmlns:a16="http://schemas.microsoft.com/office/drawing/2014/main" id="{93FEE3A8-494C-461F-98DD-72AE1F267E52}"/>
              </a:ext>
            </a:extLst>
          </p:cNvPr>
          <p:cNvSpPr>
            <a:spLocks noGrp="1"/>
          </p:cNvSpPr>
          <p:nvPr/>
        </p:nvSpPr>
        <p:spPr>
          <a:xfrm>
            <a:off x="1856478" y="66098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u7j_2_official_PredictedAtoms_28">
            <a:extLst>
              <a:ext uri="{FF2B5EF4-FFF2-40B4-BE49-F238E27FC236}">
                <a16:creationId xmlns:a16="http://schemas.microsoft.com/office/drawing/2014/main" id="{4C8659B6-87C3-43D9-B4D4-263037335D2A}"/>
              </a:ext>
            </a:extLst>
          </p:cNvPr>
          <p:cNvSpPr>
            <a:spLocks noGrp="1"/>
          </p:cNvSpPr>
          <p:nvPr/>
        </p:nvSpPr>
        <p:spPr>
          <a:xfrm>
            <a:off x="1774637" y="64046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u7j_2_official_PredictedAtoms_29">
            <a:extLst>
              <a:ext uri="{FF2B5EF4-FFF2-40B4-BE49-F238E27FC236}">
                <a16:creationId xmlns:a16="http://schemas.microsoft.com/office/drawing/2014/main" id="{50275D35-DD77-43D7-84B0-2C21519F878C}"/>
              </a:ext>
            </a:extLst>
          </p:cNvPr>
          <p:cNvSpPr>
            <a:spLocks noGrp="1"/>
          </p:cNvSpPr>
          <p:nvPr/>
        </p:nvSpPr>
        <p:spPr>
          <a:xfrm>
            <a:off x="1838315" y="63382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u7j_2_official_PredictedAtoms_30">
            <a:extLst>
              <a:ext uri="{FF2B5EF4-FFF2-40B4-BE49-F238E27FC236}">
                <a16:creationId xmlns:a16="http://schemas.microsoft.com/office/drawing/2014/main" id="{088DDF2D-D2BB-4F75-B3B1-0EFE6E6AD282}"/>
              </a:ext>
            </a:extLst>
          </p:cNvPr>
          <p:cNvSpPr>
            <a:spLocks noGrp="1"/>
          </p:cNvSpPr>
          <p:nvPr/>
        </p:nvSpPr>
        <p:spPr>
          <a:xfrm>
            <a:off x="1226909" y="6809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u7j_2_official_PredictedAtoms_31">
            <a:extLst>
              <a:ext uri="{FF2B5EF4-FFF2-40B4-BE49-F238E27FC236}">
                <a16:creationId xmlns:a16="http://schemas.microsoft.com/office/drawing/2014/main" id="{671A9997-41A9-4424-AE1A-20681722A7EF}"/>
              </a:ext>
            </a:extLst>
          </p:cNvPr>
          <p:cNvSpPr>
            <a:spLocks noGrp="1"/>
          </p:cNvSpPr>
          <p:nvPr/>
        </p:nvSpPr>
        <p:spPr>
          <a:xfrm>
            <a:off x="1144252" y="6761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u7j_2_official_PredictedAtoms_32">
            <a:extLst>
              <a:ext uri="{FF2B5EF4-FFF2-40B4-BE49-F238E27FC236}">
                <a16:creationId xmlns:a16="http://schemas.microsoft.com/office/drawing/2014/main" id="{25C72194-E755-4DB5-A539-BAEC4D7A1BED}"/>
              </a:ext>
            </a:extLst>
          </p:cNvPr>
          <p:cNvSpPr>
            <a:spLocks noGrp="1"/>
          </p:cNvSpPr>
          <p:nvPr/>
        </p:nvSpPr>
        <p:spPr>
          <a:xfrm>
            <a:off x="1207310" y="6967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u7j_2_official_PredictedAtoms_33">
            <a:extLst>
              <a:ext uri="{FF2B5EF4-FFF2-40B4-BE49-F238E27FC236}">
                <a16:creationId xmlns:a16="http://schemas.microsoft.com/office/drawing/2014/main" id="{B14FDB98-F843-4FB9-B5B3-A0FEB5C957B0}"/>
              </a:ext>
            </a:extLst>
          </p:cNvPr>
          <p:cNvSpPr>
            <a:spLocks noGrp="1"/>
          </p:cNvSpPr>
          <p:nvPr/>
        </p:nvSpPr>
        <p:spPr>
          <a:xfrm>
            <a:off x="1209893" y="70387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u7j_2_official_PredictedAtoms_34">
            <a:extLst>
              <a:ext uri="{FF2B5EF4-FFF2-40B4-BE49-F238E27FC236}">
                <a16:creationId xmlns:a16="http://schemas.microsoft.com/office/drawing/2014/main" id="{A7524006-0B08-4993-A098-D0F2EDF89ADD}"/>
              </a:ext>
            </a:extLst>
          </p:cNvPr>
          <p:cNvSpPr>
            <a:spLocks noGrp="1"/>
          </p:cNvSpPr>
          <p:nvPr/>
        </p:nvSpPr>
        <p:spPr>
          <a:xfrm>
            <a:off x="1066329" y="6995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u7j_2_official_PredictedAtoms_35">
            <a:extLst>
              <a:ext uri="{FF2B5EF4-FFF2-40B4-BE49-F238E27FC236}">
                <a16:creationId xmlns:a16="http://schemas.microsoft.com/office/drawing/2014/main" id="{4253A822-10F2-4DBC-BD0A-9B29C9C1979C}"/>
              </a:ext>
            </a:extLst>
          </p:cNvPr>
          <p:cNvSpPr>
            <a:spLocks noGrp="1"/>
          </p:cNvSpPr>
          <p:nvPr/>
        </p:nvSpPr>
        <p:spPr>
          <a:xfrm>
            <a:off x="1002687" y="7133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stage3-cases-main_34">
            <a:extLst>
              <a:ext uri="{FF2B5EF4-FFF2-40B4-BE49-F238E27FC236}">
                <a16:creationId xmlns:a16="http://schemas.microsoft.com/office/drawing/2014/main" id="{D198B700-6358-4B16-9B52-E5895FE0E3EE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111" name="9u7j_2_tuned_Receptor">
            <a:extLst>
              <a:ext uri="{FF2B5EF4-FFF2-40B4-BE49-F238E27FC236}">
                <a16:creationId xmlns:a16="http://schemas.microsoft.com/office/drawing/2014/main" id="{3073F191-ED03-42C2-AEA8-635173B805F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12" name="9u7j_2_tuned_ExperimentalDensity">
            <a:extLst>
              <a:ext uri="{FF2B5EF4-FFF2-40B4-BE49-F238E27FC236}">
                <a16:creationId xmlns:a16="http://schemas.microsoft.com/office/drawing/2014/main" id="{AA57F103-F779-47C2-9570-19E9303D2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3" name="9u7j_2_tuned_ReferenceLigand_0">
            <a:extLst>
              <a:ext uri="{FF2B5EF4-FFF2-40B4-BE49-F238E27FC236}">
                <a16:creationId xmlns:a16="http://schemas.microsoft.com/office/drawing/2014/main" id="{192FC080-A7E7-449F-85F3-CBE20646B91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u7j_2_tuned_ReferenceLigand_1">
            <a:extLst>
              <a:ext uri="{FF2B5EF4-FFF2-40B4-BE49-F238E27FC236}">
                <a16:creationId xmlns:a16="http://schemas.microsoft.com/office/drawing/2014/main" id="{07333597-F31D-43E5-BEB4-8119A84E0D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u7j_2_tuned_ReferenceLigand_2">
            <a:extLst>
              <a:ext uri="{FF2B5EF4-FFF2-40B4-BE49-F238E27FC236}">
                <a16:creationId xmlns:a16="http://schemas.microsoft.com/office/drawing/2014/main" id="{CDC045BC-4C00-4A63-915D-1E466543BC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u7j_2_tuned_ReferenceLigand_3">
            <a:extLst>
              <a:ext uri="{FF2B5EF4-FFF2-40B4-BE49-F238E27FC236}">
                <a16:creationId xmlns:a16="http://schemas.microsoft.com/office/drawing/2014/main" id="{5EF8B9E1-ABAF-4E2A-8CE1-1D673CAAC21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u7j_2_tuned_ReferenceLigand_4">
            <a:extLst>
              <a:ext uri="{FF2B5EF4-FFF2-40B4-BE49-F238E27FC236}">
                <a16:creationId xmlns:a16="http://schemas.microsoft.com/office/drawing/2014/main" id="{F702E984-9EE9-4D0A-938D-70654893BB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u7j_2_tuned_ReferenceLigand_5">
            <a:extLst>
              <a:ext uri="{FF2B5EF4-FFF2-40B4-BE49-F238E27FC236}">
                <a16:creationId xmlns:a16="http://schemas.microsoft.com/office/drawing/2014/main" id="{831B3AC6-879F-492C-AACA-DAEC9DBDD9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u7j_2_tuned_ReferenceLigand_6">
            <a:extLst>
              <a:ext uri="{FF2B5EF4-FFF2-40B4-BE49-F238E27FC236}">
                <a16:creationId xmlns:a16="http://schemas.microsoft.com/office/drawing/2014/main" id="{D49C2C8D-9A08-4979-9D43-0FABB45C0F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u7j_2_tuned_ReferenceLigand_7">
            <a:extLst>
              <a:ext uri="{FF2B5EF4-FFF2-40B4-BE49-F238E27FC236}">
                <a16:creationId xmlns:a16="http://schemas.microsoft.com/office/drawing/2014/main" id="{09074360-611E-4939-A05F-1BCF59E144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u7j_2_tuned_ReferenceLigand_8">
            <a:extLst>
              <a:ext uri="{FF2B5EF4-FFF2-40B4-BE49-F238E27FC236}">
                <a16:creationId xmlns:a16="http://schemas.microsoft.com/office/drawing/2014/main" id="{799EDEEA-71A2-4389-B538-1CC0CA1D0B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u7j_2_tuned_ReferenceLigand_9">
            <a:extLst>
              <a:ext uri="{FF2B5EF4-FFF2-40B4-BE49-F238E27FC236}">
                <a16:creationId xmlns:a16="http://schemas.microsoft.com/office/drawing/2014/main" id="{6491370A-26B8-4683-AAA5-88CA3F58C8A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u7j_2_tuned_ReferenceLigand_10">
            <a:extLst>
              <a:ext uri="{FF2B5EF4-FFF2-40B4-BE49-F238E27FC236}">
                <a16:creationId xmlns:a16="http://schemas.microsoft.com/office/drawing/2014/main" id="{DB98D6AD-D333-45D3-AE6C-496383D1C8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u7j_2_tuned_ReferenceLigand_11">
            <a:extLst>
              <a:ext uri="{FF2B5EF4-FFF2-40B4-BE49-F238E27FC236}">
                <a16:creationId xmlns:a16="http://schemas.microsoft.com/office/drawing/2014/main" id="{355B7091-D847-4D6C-BD59-DB3FFAECE9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u7j_2_tuned_ReferenceLigand_12">
            <a:extLst>
              <a:ext uri="{FF2B5EF4-FFF2-40B4-BE49-F238E27FC236}">
                <a16:creationId xmlns:a16="http://schemas.microsoft.com/office/drawing/2014/main" id="{231110C7-51EA-4FC9-9BE8-43964A45C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u7j_2_tuned_ReferenceLigand_13">
            <a:extLst>
              <a:ext uri="{FF2B5EF4-FFF2-40B4-BE49-F238E27FC236}">
                <a16:creationId xmlns:a16="http://schemas.microsoft.com/office/drawing/2014/main" id="{7128AC9C-9359-4BEA-9316-448E59264A2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u7j_2_tuned_ReferenceLigand_14">
            <a:extLst>
              <a:ext uri="{FF2B5EF4-FFF2-40B4-BE49-F238E27FC236}">
                <a16:creationId xmlns:a16="http://schemas.microsoft.com/office/drawing/2014/main" id="{55692D23-DA19-402C-8C1C-F43C868525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u7j_2_tuned_ReferenceLigand_15">
            <a:extLst>
              <a:ext uri="{FF2B5EF4-FFF2-40B4-BE49-F238E27FC236}">
                <a16:creationId xmlns:a16="http://schemas.microsoft.com/office/drawing/2014/main" id="{E45B6871-4667-49B3-9D55-266B0C41BC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u7j_2_tuned_ReferenceLigand_16">
            <a:extLst>
              <a:ext uri="{FF2B5EF4-FFF2-40B4-BE49-F238E27FC236}">
                <a16:creationId xmlns:a16="http://schemas.microsoft.com/office/drawing/2014/main" id="{6F303013-CC5E-45B4-91BB-3B7F19FDF06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u7j_2_tuned_ReferenceLigand_17">
            <a:extLst>
              <a:ext uri="{FF2B5EF4-FFF2-40B4-BE49-F238E27FC236}">
                <a16:creationId xmlns:a16="http://schemas.microsoft.com/office/drawing/2014/main" id="{CD46688D-2215-4BBC-83D0-B46C86797F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u7j_2_tuned_ReferenceLigand_18">
            <a:extLst>
              <a:ext uri="{FF2B5EF4-FFF2-40B4-BE49-F238E27FC236}">
                <a16:creationId xmlns:a16="http://schemas.microsoft.com/office/drawing/2014/main" id="{8E36E883-6228-4FE8-BE07-876CC31B5B4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u7j_2_tuned_ReferenceLigand_19">
            <a:extLst>
              <a:ext uri="{FF2B5EF4-FFF2-40B4-BE49-F238E27FC236}">
                <a16:creationId xmlns:a16="http://schemas.microsoft.com/office/drawing/2014/main" id="{62B6ACAA-FC97-45CF-92DD-9335326E0E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u7j_2_tuned_ReferenceLigand_20">
            <a:extLst>
              <a:ext uri="{FF2B5EF4-FFF2-40B4-BE49-F238E27FC236}">
                <a16:creationId xmlns:a16="http://schemas.microsoft.com/office/drawing/2014/main" id="{F1904060-FD75-4636-91E2-9052F332D6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u7j_2_tuned_ReferenceLigand_21">
            <a:extLst>
              <a:ext uri="{FF2B5EF4-FFF2-40B4-BE49-F238E27FC236}">
                <a16:creationId xmlns:a16="http://schemas.microsoft.com/office/drawing/2014/main" id="{251258AF-7291-4F33-B172-151CD10521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u7j_2_tuned_ReferenceLigand_22">
            <a:extLst>
              <a:ext uri="{FF2B5EF4-FFF2-40B4-BE49-F238E27FC236}">
                <a16:creationId xmlns:a16="http://schemas.microsoft.com/office/drawing/2014/main" id="{86E46BAC-A36F-4ADA-9E6C-C29F9780F0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u7j_2_tuned_ReferenceLigand_23">
            <a:extLst>
              <a:ext uri="{FF2B5EF4-FFF2-40B4-BE49-F238E27FC236}">
                <a16:creationId xmlns:a16="http://schemas.microsoft.com/office/drawing/2014/main" id="{BDDD0217-AC6F-4BBF-AF45-6EB01E1FF7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u7j_2_tuned_ReferenceLigand_24">
            <a:extLst>
              <a:ext uri="{FF2B5EF4-FFF2-40B4-BE49-F238E27FC236}">
                <a16:creationId xmlns:a16="http://schemas.microsoft.com/office/drawing/2014/main" id="{ABE6B12D-9302-4859-A831-AE9F28AEE5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u7j_2_tuned_ReferenceLigand_25">
            <a:extLst>
              <a:ext uri="{FF2B5EF4-FFF2-40B4-BE49-F238E27FC236}">
                <a16:creationId xmlns:a16="http://schemas.microsoft.com/office/drawing/2014/main" id="{396A8AE5-25A5-4B5E-9938-857FD1F2BBF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u7j_2_tuned_ReferenceLigand_26">
            <a:extLst>
              <a:ext uri="{FF2B5EF4-FFF2-40B4-BE49-F238E27FC236}">
                <a16:creationId xmlns:a16="http://schemas.microsoft.com/office/drawing/2014/main" id="{8FD4D645-9323-477C-9B5E-FCEBE987BA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u7j_2_tuned_ReferenceLigand_27">
            <a:extLst>
              <a:ext uri="{FF2B5EF4-FFF2-40B4-BE49-F238E27FC236}">
                <a16:creationId xmlns:a16="http://schemas.microsoft.com/office/drawing/2014/main" id="{E03EFE1B-B94D-4C0B-AD8F-C426E77D91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u7j_2_tuned_ReferenceLigand_28">
            <a:extLst>
              <a:ext uri="{FF2B5EF4-FFF2-40B4-BE49-F238E27FC236}">
                <a16:creationId xmlns:a16="http://schemas.microsoft.com/office/drawing/2014/main" id="{485FDED1-299C-4C75-B682-F0BB848265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u7j_2_tuned_ReferenceLigand_29">
            <a:extLst>
              <a:ext uri="{FF2B5EF4-FFF2-40B4-BE49-F238E27FC236}">
                <a16:creationId xmlns:a16="http://schemas.microsoft.com/office/drawing/2014/main" id="{A3A8E92B-540D-49AD-A5E6-D5205999ADE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u7j_2_tuned_ReferenceLigand_30">
            <a:extLst>
              <a:ext uri="{FF2B5EF4-FFF2-40B4-BE49-F238E27FC236}">
                <a16:creationId xmlns:a16="http://schemas.microsoft.com/office/drawing/2014/main" id="{7FFACAC7-7613-423D-9627-CF4ED93A86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u7j_2_tuned_ReferenceLigand_31">
            <a:extLst>
              <a:ext uri="{FF2B5EF4-FFF2-40B4-BE49-F238E27FC236}">
                <a16:creationId xmlns:a16="http://schemas.microsoft.com/office/drawing/2014/main" id="{3D3D5CE1-EE79-4B33-993A-2B78CA3DE52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u7j_2_tuned_ReferenceLigand_32">
            <a:extLst>
              <a:ext uri="{FF2B5EF4-FFF2-40B4-BE49-F238E27FC236}">
                <a16:creationId xmlns:a16="http://schemas.microsoft.com/office/drawing/2014/main" id="{5D0E7927-274C-4241-B0A7-208AB4D976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u7j_2_tuned_ReferenceLigand_33">
            <a:extLst>
              <a:ext uri="{FF2B5EF4-FFF2-40B4-BE49-F238E27FC236}">
                <a16:creationId xmlns:a16="http://schemas.microsoft.com/office/drawing/2014/main" id="{9603B01D-2FAB-458C-933E-F2FA2D8516F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7" name="9u7j_2_tuned_ReferenceLigand_34">
            <a:extLst>
              <a:ext uri="{FF2B5EF4-FFF2-40B4-BE49-F238E27FC236}">
                <a16:creationId xmlns:a16="http://schemas.microsoft.com/office/drawing/2014/main" id="{946E59CF-0D2E-47F3-808B-25D95F65F2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8" name="9u7j_2_tuned_ReferenceLigand_35">
            <a:extLst>
              <a:ext uri="{FF2B5EF4-FFF2-40B4-BE49-F238E27FC236}">
                <a16:creationId xmlns:a16="http://schemas.microsoft.com/office/drawing/2014/main" id="{4DCB6CBC-7B25-4417-8FF5-E0E5EC9906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9u7j_2_tuned_ReferenceLigand_36">
            <a:extLst>
              <a:ext uri="{FF2B5EF4-FFF2-40B4-BE49-F238E27FC236}">
                <a16:creationId xmlns:a16="http://schemas.microsoft.com/office/drawing/2014/main" id="{F14BD944-7D1E-49E6-8048-6930D45B74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9u7j_2_tuned_ReferenceLigand_37">
            <a:extLst>
              <a:ext uri="{FF2B5EF4-FFF2-40B4-BE49-F238E27FC236}">
                <a16:creationId xmlns:a16="http://schemas.microsoft.com/office/drawing/2014/main" id="{92BB0A6A-AE7E-4653-84D1-FF3BBBD5F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9u7j_2_tuned_PredictedLigand_0">
            <a:extLst>
              <a:ext uri="{FF2B5EF4-FFF2-40B4-BE49-F238E27FC236}">
                <a16:creationId xmlns:a16="http://schemas.microsoft.com/office/drawing/2014/main" id="{ECA04FD0-FB03-4DDF-85E3-A29167AB2B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u7j_2_tuned_PredictedLigand_1">
            <a:extLst>
              <a:ext uri="{FF2B5EF4-FFF2-40B4-BE49-F238E27FC236}">
                <a16:creationId xmlns:a16="http://schemas.microsoft.com/office/drawing/2014/main" id="{8757DC5A-3FD3-4156-951A-EA0B6165A0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u7j_2_tuned_PredictedLigand_2">
            <a:extLst>
              <a:ext uri="{FF2B5EF4-FFF2-40B4-BE49-F238E27FC236}">
                <a16:creationId xmlns:a16="http://schemas.microsoft.com/office/drawing/2014/main" id="{75E3B8A1-13A7-40F7-8553-D5BDC66E97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u7j_2_tuned_PredictedLigand_3">
            <a:extLst>
              <a:ext uri="{FF2B5EF4-FFF2-40B4-BE49-F238E27FC236}">
                <a16:creationId xmlns:a16="http://schemas.microsoft.com/office/drawing/2014/main" id="{3EDE45A8-5CBD-4C29-B2D5-3CFB34A7C0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u7j_2_tuned_PredictedLigand_4">
            <a:extLst>
              <a:ext uri="{FF2B5EF4-FFF2-40B4-BE49-F238E27FC236}">
                <a16:creationId xmlns:a16="http://schemas.microsoft.com/office/drawing/2014/main" id="{0F899103-2BC9-4075-9B24-8EB5814C84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u7j_2_tuned_PredictedLigand_5">
            <a:extLst>
              <a:ext uri="{FF2B5EF4-FFF2-40B4-BE49-F238E27FC236}">
                <a16:creationId xmlns:a16="http://schemas.microsoft.com/office/drawing/2014/main" id="{054B9DA2-71CA-4EA8-BA01-71329EFC42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u7j_2_tuned_PredictedLigand_6">
            <a:extLst>
              <a:ext uri="{FF2B5EF4-FFF2-40B4-BE49-F238E27FC236}">
                <a16:creationId xmlns:a16="http://schemas.microsoft.com/office/drawing/2014/main" id="{C07BCC8F-26DD-43EA-8272-BE0EE877CF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u7j_2_tuned_PredictedLigand_7">
            <a:extLst>
              <a:ext uri="{FF2B5EF4-FFF2-40B4-BE49-F238E27FC236}">
                <a16:creationId xmlns:a16="http://schemas.microsoft.com/office/drawing/2014/main" id="{5B34020D-F4B1-4F9A-B1AE-69A439372C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u7j_2_tuned_PredictedLigand_8">
            <a:extLst>
              <a:ext uri="{FF2B5EF4-FFF2-40B4-BE49-F238E27FC236}">
                <a16:creationId xmlns:a16="http://schemas.microsoft.com/office/drawing/2014/main" id="{20AEEEDA-002D-4B59-AD6C-7E7B352A02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u7j_2_tuned_PredictedLigand_9">
            <a:extLst>
              <a:ext uri="{FF2B5EF4-FFF2-40B4-BE49-F238E27FC236}">
                <a16:creationId xmlns:a16="http://schemas.microsoft.com/office/drawing/2014/main" id="{A38BDD06-CE2C-4609-A178-BCC63884BF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u7j_2_tuned_PredictedLigand_10">
            <a:extLst>
              <a:ext uri="{FF2B5EF4-FFF2-40B4-BE49-F238E27FC236}">
                <a16:creationId xmlns:a16="http://schemas.microsoft.com/office/drawing/2014/main" id="{F1558C8D-9EFC-447E-B772-8FAB09A1D6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u7j_2_tuned_PredictedLigand_11">
            <a:extLst>
              <a:ext uri="{FF2B5EF4-FFF2-40B4-BE49-F238E27FC236}">
                <a16:creationId xmlns:a16="http://schemas.microsoft.com/office/drawing/2014/main" id="{C858AF2D-999D-4A95-BB3A-74E8703C56A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u7j_2_tuned_PredictedLigand_12">
            <a:extLst>
              <a:ext uri="{FF2B5EF4-FFF2-40B4-BE49-F238E27FC236}">
                <a16:creationId xmlns:a16="http://schemas.microsoft.com/office/drawing/2014/main" id="{31D2FFCF-FA01-4F41-9C90-1A84CD3775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u7j_2_tuned_PredictedLigand_13">
            <a:extLst>
              <a:ext uri="{FF2B5EF4-FFF2-40B4-BE49-F238E27FC236}">
                <a16:creationId xmlns:a16="http://schemas.microsoft.com/office/drawing/2014/main" id="{1CCC8FD0-BEE8-4133-83A9-65EF91782C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u7j_2_tuned_PredictedLigand_14">
            <a:extLst>
              <a:ext uri="{FF2B5EF4-FFF2-40B4-BE49-F238E27FC236}">
                <a16:creationId xmlns:a16="http://schemas.microsoft.com/office/drawing/2014/main" id="{7DA707B6-3491-4DC9-B033-7B65D9D250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u7j_2_tuned_PredictedLigand_15">
            <a:extLst>
              <a:ext uri="{FF2B5EF4-FFF2-40B4-BE49-F238E27FC236}">
                <a16:creationId xmlns:a16="http://schemas.microsoft.com/office/drawing/2014/main" id="{54193141-55DA-4D15-AF5E-75E5E5B2C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u7j_2_tuned_PredictedLigand_16">
            <a:extLst>
              <a:ext uri="{FF2B5EF4-FFF2-40B4-BE49-F238E27FC236}">
                <a16:creationId xmlns:a16="http://schemas.microsoft.com/office/drawing/2014/main" id="{EE7D0F28-DAF4-44A6-BA1A-422E2F779C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u7j_2_tuned_PredictedLigand_17">
            <a:extLst>
              <a:ext uri="{FF2B5EF4-FFF2-40B4-BE49-F238E27FC236}">
                <a16:creationId xmlns:a16="http://schemas.microsoft.com/office/drawing/2014/main" id="{D224C559-D0BD-440B-8548-57A6C04E96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u7j_2_tuned_PredictedLigand_18">
            <a:extLst>
              <a:ext uri="{FF2B5EF4-FFF2-40B4-BE49-F238E27FC236}">
                <a16:creationId xmlns:a16="http://schemas.microsoft.com/office/drawing/2014/main" id="{888266FC-40A6-4F68-8EE1-8DC8442D5C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u7j_2_tuned_PredictedLigand_19">
            <a:extLst>
              <a:ext uri="{FF2B5EF4-FFF2-40B4-BE49-F238E27FC236}">
                <a16:creationId xmlns:a16="http://schemas.microsoft.com/office/drawing/2014/main" id="{C23CEB07-262A-455A-962D-EBD4FB9CF7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u7j_2_tuned_PredictedLigand_20">
            <a:extLst>
              <a:ext uri="{FF2B5EF4-FFF2-40B4-BE49-F238E27FC236}">
                <a16:creationId xmlns:a16="http://schemas.microsoft.com/office/drawing/2014/main" id="{96494395-DEA6-4A22-A6C4-04DE09BA9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u7j_2_tuned_PredictedLigand_21">
            <a:extLst>
              <a:ext uri="{FF2B5EF4-FFF2-40B4-BE49-F238E27FC236}">
                <a16:creationId xmlns:a16="http://schemas.microsoft.com/office/drawing/2014/main" id="{C67DC305-8858-4B8C-9510-84F06217A5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u7j_2_tuned_PredictedLigand_22">
            <a:extLst>
              <a:ext uri="{FF2B5EF4-FFF2-40B4-BE49-F238E27FC236}">
                <a16:creationId xmlns:a16="http://schemas.microsoft.com/office/drawing/2014/main" id="{9806D7C8-EE19-4815-9013-D34C5050EAD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u7j_2_tuned_PredictedLigand_23">
            <a:extLst>
              <a:ext uri="{FF2B5EF4-FFF2-40B4-BE49-F238E27FC236}">
                <a16:creationId xmlns:a16="http://schemas.microsoft.com/office/drawing/2014/main" id="{78242AC3-9770-45B3-94A2-551B26035A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u7j_2_tuned_PredictedLigand_24">
            <a:extLst>
              <a:ext uri="{FF2B5EF4-FFF2-40B4-BE49-F238E27FC236}">
                <a16:creationId xmlns:a16="http://schemas.microsoft.com/office/drawing/2014/main" id="{07FC5232-B568-4D6A-B270-66AAA542C5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u7j_2_tuned_PredictedLigand_25">
            <a:extLst>
              <a:ext uri="{FF2B5EF4-FFF2-40B4-BE49-F238E27FC236}">
                <a16:creationId xmlns:a16="http://schemas.microsoft.com/office/drawing/2014/main" id="{F6999F71-0AA8-4839-8BCE-779B72279D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u7j_2_tuned_PredictedLigand_26">
            <a:extLst>
              <a:ext uri="{FF2B5EF4-FFF2-40B4-BE49-F238E27FC236}">
                <a16:creationId xmlns:a16="http://schemas.microsoft.com/office/drawing/2014/main" id="{E20F9CEE-E979-4155-B4BD-B29E4AA6BF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u7j_2_tuned_PredictedLigand_27">
            <a:extLst>
              <a:ext uri="{FF2B5EF4-FFF2-40B4-BE49-F238E27FC236}">
                <a16:creationId xmlns:a16="http://schemas.microsoft.com/office/drawing/2014/main" id="{933F721C-ABFB-4A88-9AB3-56128B917E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u7j_2_tuned_PredictedLigand_28">
            <a:extLst>
              <a:ext uri="{FF2B5EF4-FFF2-40B4-BE49-F238E27FC236}">
                <a16:creationId xmlns:a16="http://schemas.microsoft.com/office/drawing/2014/main" id="{48DD023A-DB86-4744-A8F7-DCACCBAF96E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u7j_2_tuned_PredictedLigand_29">
            <a:extLst>
              <a:ext uri="{FF2B5EF4-FFF2-40B4-BE49-F238E27FC236}">
                <a16:creationId xmlns:a16="http://schemas.microsoft.com/office/drawing/2014/main" id="{8467F97B-38D5-4609-A188-AA307DC01A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u7j_2_tuned_PredictedLigand_30">
            <a:extLst>
              <a:ext uri="{FF2B5EF4-FFF2-40B4-BE49-F238E27FC236}">
                <a16:creationId xmlns:a16="http://schemas.microsoft.com/office/drawing/2014/main" id="{7690C81B-AF4B-45AC-A410-BD84AC776A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u7j_2_tuned_PredictedLigand_31">
            <a:extLst>
              <a:ext uri="{FF2B5EF4-FFF2-40B4-BE49-F238E27FC236}">
                <a16:creationId xmlns:a16="http://schemas.microsoft.com/office/drawing/2014/main" id="{CB262F81-E894-4DE2-B7F8-2BE6524817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3" name="9u7j_2_tuned_PredictedLigand_32">
            <a:extLst>
              <a:ext uri="{FF2B5EF4-FFF2-40B4-BE49-F238E27FC236}">
                <a16:creationId xmlns:a16="http://schemas.microsoft.com/office/drawing/2014/main" id="{B784D81D-3060-4D51-96C4-2DF84276991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4" name="9u7j_2_tuned_PredictedLigand_33">
            <a:extLst>
              <a:ext uri="{FF2B5EF4-FFF2-40B4-BE49-F238E27FC236}">
                <a16:creationId xmlns:a16="http://schemas.microsoft.com/office/drawing/2014/main" id="{66EC4B9A-DEE9-492B-A25B-D36EB82591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5" name="9u7j_2_tuned_PredictedLigand_34">
            <a:extLst>
              <a:ext uri="{FF2B5EF4-FFF2-40B4-BE49-F238E27FC236}">
                <a16:creationId xmlns:a16="http://schemas.microsoft.com/office/drawing/2014/main" id="{1945715E-FE82-4E32-BB61-7E9579E289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6" name="9u7j_2_tuned_PredictedLigand_35">
            <a:extLst>
              <a:ext uri="{FF2B5EF4-FFF2-40B4-BE49-F238E27FC236}">
                <a16:creationId xmlns:a16="http://schemas.microsoft.com/office/drawing/2014/main" id="{D5C9353D-FAB4-4C39-A46B-3E33D3ABEE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7" name="9u7j_2_tuned_PredictedLigand_36">
            <a:extLst>
              <a:ext uri="{FF2B5EF4-FFF2-40B4-BE49-F238E27FC236}">
                <a16:creationId xmlns:a16="http://schemas.microsoft.com/office/drawing/2014/main" id="{779B98F2-D433-451F-98B4-E2A52F96AE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8" name="9u7j_2_tuned_PredictedLigand_37">
            <a:extLst>
              <a:ext uri="{FF2B5EF4-FFF2-40B4-BE49-F238E27FC236}">
                <a16:creationId xmlns:a16="http://schemas.microsoft.com/office/drawing/2014/main" id="{780A02FB-2AE1-45C7-9440-909AD93B39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9" name="9u7j_2_tuned_PredictedAtoms_0">
            <a:extLst>
              <a:ext uri="{FF2B5EF4-FFF2-40B4-BE49-F238E27FC236}">
                <a16:creationId xmlns:a16="http://schemas.microsoft.com/office/drawing/2014/main" id="{8697DDFD-EBC5-4E51-8BA7-9AE617507C62}"/>
              </a:ext>
            </a:extLst>
          </p:cNvPr>
          <p:cNvSpPr>
            <a:spLocks noGrp="1"/>
          </p:cNvSpPr>
          <p:nvPr/>
        </p:nvSpPr>
        <p:spPr>
          <a:xfrm>
            <a:off x="3995888" y="7044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u7j_2_tuned_PredictedAtoms_1">
            <a:extLst>
              <a:ext uri="{FF2B5EF4-FFF2-40B4-BE49-F238E27FC236}">
                <a16:creationId xmlns:a16="http://schemas.microsoft.com/office/drawing/2014/main" id="{8ED635BC-A607-4D09-BCD7-150175A39102}"/>
              </a:ext>
            </a:extLst>
          </p:cNvPr>
          <p:cNvSpPr>
            <a:spLocks noGrp="1"/>
          </p:cNvSpPr>
          <p:nvPr/>
        </p:nvSpPr>
        <p:spPr>
          <a:xfrm>
            <a:off x="4111315" y="7050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u7j_2_tuned_PredictedAtoms_2">
            <a:extLst>
              <a:ext uri="{FF2B5EF4-FFF2-40B4-BE49-F238E27FC236}">
                <a16:creationId xmlns:a16="http://schemas.microsoft.com/office/drawing/2014/main" id="{AFF564B3-56A0-4C05-B262-F2A985CC5924}"/>
              </a:ext>
            </a:extLst>
          </p:cNvPr>
          <p:cNvSpPr>
            <a:spLocks noGrp="1"/>
          </p:cNvSpPr>
          <p:nvPr/>
        </p:nvSpPr>
        <p:spPr>
          <a:xfrm>
            <a:off x="4100418" y="69256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u7j_2_tuned_PredictedAtoms_3">
            <a:extLst>
              <a:ext uri="{FF2B5EF4-FFF2-40B4-BE49-F238E27FC236}">
                <a16:creationId xmlns:a16="http://schemas.microsoft.com/office/drawing/2014/main" id="{74AEEB57-67CB-4CB6-84C4-148A4CF60B86}"/>
              </a:ext>
            </a:extLst>
          </p:cNvPr>
          <p:cNvSpPr>
            <a:spLocks noGrp="1"/>
          </p:cNvSpPr>
          <p:nvPr/>
        </p:nvSpPr>
        <p:spPr>
          <a:xfrm>
            <a:off x="4067722" y="6808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u7j_2_tuned_PredictedAtoms_4">
            <a:extLst>
              <a:ext uri="{FF2B5EF4-FFF2-40B4-BE49-F238E27FC236}">
                <a16:creationId xmlns:a16="http://schemas.microsoft.com/office/drawing/2014/main" id="{543D0520-0E1F-4AFA-B517-79A1E87FA1DF}"/>
              </a:ext>
            </a:extLst>
          </p:cNvPr>
          <p:cNvSpPr>
            <a:spLocks noGrp="1"/>
          </p:cNvSpPr>
          <p:nvPr/>
        </p:nvSpPr>
        <p:spPr>
          <a:xfrm>
            <a:off x="4117350" y="6673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u7j_2_tuned_PredictedAtoms_5">
            <a:extLst>
              <a:ext uri="{FF2B5EF4-FFF2-40B4-BE49-F238E27FC236}">
                <a16:creationId xmlns:a16="http://schemas.microsoft.com/office/drawing/2014/main" id="{74640F4E-3DE0-49EF-925F-C85F54A7149F}"/>
              </a:ext>
            </a:extLst>
          </p:cNvPr>
          <p:cNvSpPr>
            <a:spLocks noGrp="1"/>
          </p:cNvSpPr>
          <p:nvPr/>
        </p:nvSpPr>
        <p:spPr>
          <a:xfrm>
            <a:off x="4098336" y="6525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u7j_2_tuned_PredictedAtoms_6">
            <a:extLst>
              <a:ext uri="{FF2B5EF4-FFF2-40B4-BE49-F238E27FC236}">
                <a16:creationId xmlns:a16="http://schemas.microsoft.com/office/drawing/2014/main" id="{B39FEF6C-CCBC-467C-8B07-FFD0D83D54D8}"/>
              </a:ext>
            </a:extLst>
          </p:cNvPr>
          <p:cNvSpPr>
            <a:spLocks noGrp="1"/>
          </p:cNvSpPr>
          <p:nvPr/>
        </p:nvSpPr>
        <p:spPr>
          <a:xfrm>
            <a:off x="4226892" y="6456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u7j_2_tuned_PredictedAtoms_7">
            <a:extLst>
              <a:ext uri="{FF2B5EF4-FFF2-40B4-BE49-F238E27FC236}">
                <a16:creationId xmlns:a16="http://schemas.microsoft.com/office/drawing/2014/main" id="{FE248A6A-5858-4E56-993B-339CC3ED4157}"/>
              </a:ext>
            </a:extLst>
          </p:cNvPr>
          <p:cNvSpPr>
            <a:spLocks noGrp="1"/>
          </p:cNvSpPr>
          <p:nvPr/>
        </p:nvSpPr>
        <p:spPr>
          <a:xfrm>
            <a:off x="4258124" y="6312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u7j_2_tuned_PredictedAtoms_8">
            <a:extLst>
              <a:ext uri="{FF2B5EF4-FFF2-40B4-BE49-F238E27FC236}">
                <a16:creationId xmlns:a16="http://schemas.microsoft.com/office/drawing/2014/main" id="{9924B2AC-02A3-4EA5-9601-522394434286}"/>
              </a:ext>
            </a:extLst>
          </p:cNvPr>
          <p:cNvSpPr>
            <a:spLocks noGrp="1"/>
          </p:cNvSpPr>
          <p:nvPr/>
        </p:nvSpPr>
        <p:spPr>
          <a:xfrm>
            <a:off x="4178579" y="64523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u7j_2_tuned_PredictedAtoms_9">
            <a:extLst>
              <a:ext uri="{FF2B5EF4-FFF2-40B4-BE49-F238E27FC236}">
                <a16:creationId xmlns:a16="http://schemas.microsoft.com/office/drawing/2014/main" id="{DC82EA04-BD1F-48C9-A38C-8C42F79520B7}"/>
              </a:ext>
            </a:extLst>
          </p:cNvPr>
          <p:cNvSpPr>
            <a:spLocks noGrp="1"/>
          </p:cNvSpPr>
          <p:nvPr/>
        </p:nvSpPr>
        <p:spPr>
          <a:xfrm>
            <a:off x="4361650" y="6566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u7j_2_tuned_PredictedAtoms_10">
            <a:extLst>
              <a:ext uri="{FF2B5EF4-FFF2-40B4-BE49-F238E27FC236}">
                <a16:creationId xmlns:a16="http://schemas.microsoft.com/office/drawing/2014/main" id="{69617039-17D6-4EBC-B326-8C1423E3D37B}"/>
              </a:ext>
            </a:extLst>
          </p:cNvPr>
          <p:cNvSpPr>
            <a:spLocks noGrp="1"/>
          </p:cNvSpPr>
          <p:nvPr/>
        </p:nvSpPr>
        <p:spPr>
          <a:xfrm>
            <a:off x="4521063" y="654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u7j_2_tuned_PredictedAtoms_11">
            <a:extLst>
              <a:ext uri="{FF2B5EF4-FFF2-40B4-BE49-F238E27FC236}">
                <a16:creationId xmlns:a16="http://schemas.microsoft.com/office/drawing/2014/main" id="{A289D4AE-7DA2-4F54-ABC4-AFC4EEA1E791}"/>
              </a:ext>
            </a:extLst>
          </p:cNvPr>
          <p:cNvSpPr>
            <a:spLocks noGrp="1"/>
          </p:cNvSpPr>
          <p:nvPr/>
        </p:nvSpPr>
        <p:spPr>
          <a:xfrm>
            <a:off x="4632971" y="65748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u7j_2_tuned_PredictedAtoms_12">
            <a:extLst>
              <a:ext uri="{FF2B5EF4-FFF2-40B4-BE49-F238E27FC236}">
                <a16:creationId xmlns:a16="http://schemas.microsoft.com/office/drawing/2014/main" id="{F0E43388-DB96-4FDD-91E4-A0F74B96BE99}"/>
              </a:ext>
            </a:extLst>
          </p:cNvPr>
          <p:cNvSpPr>
            <a:spLocks noGrp="1"/>
          </p:cNvSpPr>
          <p:nvPr/>
        </p:nvSpPr>
        <p:spPr>
          <a:xfrm>
            <a:off x="4536458" y="63844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u7j_2_tuned_PredictedAtoms_13">
            <a:extLst>
              <a:ext uri="{FF2B5EF4-FFF2-40B4-BE49-F238E27FC236}">
                <a16:creationId xmlns:a16="http://schemas.microsoft.com/office/drawing/2014/main" id="{4AB9EFB3-1BBD-4D9C-B364-95FA5E9DC3F7}"/>
              </a:ext>
            </a:extLst>
          </p:cNvPr>
          <p:cNvSpPr>
            <a:spLocks noGrp="1"/>
          </p:cNvSpPr>
          <p:nvPr/>
        </p:nvSpPr>
        <p:spPr>
          <a:xfrm>
            <a:off x="4540751" y="6643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u7j_2_tuned_PredictedAtoms_14">
            <a:extLst>
              <a:ext uri="{FF2B5EF4-FFF2-40B4-BE49-F238E27FC236}">
                <a16:creationId xmlns:a16="http://schemas.microsoft.com/office/drawing/2014/main" id="{D1533849-D032-4576-91CF-6F11FDEA6285}"/>
              </a:ext>
            </a:extLst>
          </p:cNvPr>
          <p:cNvSpPr>
            <a:spLocks noGrp="1"/>
          </p:cNvSpPr>
          <p:nvPr/>
        </p:nvSpPr>
        <p:spPr>
          <a:xfrm>
            <a:off x="4562216" y="6668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u7j_2_tuned_PredictedAtoms_15">
            <a:extLst>
              <a:ext uri="{FF2B5EF4-FFF2-40B4-BE49-F238E27FC236}">
                <a16:creationId xmlns:a16="http://schemas.microsoft.com/office/drawing/2014/main" id="{9A87829D-F98C-4290-85C4-03E8347164B1}"/>
              </a:ext>
            </a:extLst>
          </p:cNvPr>
          <p:cNvSpPr>
            <a:spLocks noGrp="1"/>
          </p:cNvSpPr>
          <p:nvPr/>
        </p:nvSpPr>
        <p:spPr>
          <a:xfrm>
            <a:off x="4712405" y="66455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u7j_2_tuned_PredictedAtoms_16">
            <a:extLst>
              <a:ext uri="{FF2B5EF4-FFF2-40B4-BE49-F238E27FC236}">
                <a16:creationId xmlns:a16="http://schemas.microsoft.com/office/drawing/2014/main" id="{80FE6184-14CC-4D49-9FC0-C9F5F844121C}"/>
              </a:ext>
            </a:extLst>
          </p:cNvPr>
          <p:cNvSpPr>
            <a:spLocks noGrp="1"/>
          </p:cNvSpPr>
          <p:nvPr/>
        </p:nvSpPr>
        <p:spPr>
          <a:xfrm>
            <a:off x="4786166" y="6766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u7j_2_tuned_PredictedAtoms_17">
            <a:extLst>
              <a:ext uri="{FF2B5EF4-FFF2-40B4-BE49-F238E27FC236}">
                <a16:creationId xmlns:a16="http://schemas.microsoft.com/office/drawing/2014/main" id="{052EE9EB-1B87-4F66-BF4C-21FFC329B752}"/>
              </a:ext>
            </a:extLst>
          </p:cNvPr>
          <p:cNvSpPr>
            <a:spLocks noGrp="1"/>
          </p:cNvSpPr>
          <p:nvPr/>
        </p:nvSpPr>
        <p:spPr>
          <a:xfrm>
            <a:off x="4911358" y="6725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u7j_2_tuned_PredictedAtoms_18">
            <a:extLst>
              <a:ext uri="{FF2B5EF4-FFF2-40B4-BE49-F238E27FC236}">
                <a16:creationId xmlns:a16="http://schemas.microsoft.com/office/drawing/2014/main" id="{3962801C-C9FB-4FAF-9D67-2DE8987F9AF8}"/>
              </a:ext>
            </a:extLst>
          </p:cNvPr>
          <p:cNvSpPr>
            <a:spLocks noGrp="1"/>
          </p:cNvSpPr>
          <p:nvPr/>
        </p:nvSpPr>
        <p:spPr>
          <a:xfrm>
            <a:off x="4970781" y="6838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u7j_2_tuned_PredictedAtoms_19">
            <a:extLst>
              <a:ext uri="{FF2B5EF4-FFF2-40B4-BE49-F238E27FC236}">
                <a16:creationId xmlns:a16="http://schemas.microsoft.com/office/drawing/2014/main" id="{E485D1D8-323B-414A-B4F2-6A75F5ABE0E3}"/>
              </a:ext>
            </a:extLst>
          </p:cNvPr>
          <p:cNvSpPr>
            <a:spLocks noGrp="1"/>
          </p:cNvSpPr>
          <p:nvPr/>
        </p:nvSpPr>
        <p:spPr>
          <a:xfrm>
            <a:off x="4892075" y="6898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u7j_2_tuned_PredictedAtoms_20">
            <a:extLst>
              <a:ext uri="{FF2B5EF4-FFF2-40B4-BE49-F238E27FC236}">
                <a16:creationId xmlns:a16="http://schemas.microsoft.com/office/drawing/2014/main" id="{D8723675-F958-48C0-A89C-968EEEF19B0B}"/>
              </a:ext>
            </a:extLst>
          </p:cNvPr>
          <p:cNvSpPr>
            <a:spLocks noGrp="1"/>
          </p:cNvSpPr>
          <p:nvPr/>
        </p:nvSpPr>
        <p:spPr>
          <a:xfrm>
            <a:off x="4953122" y="69924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u7j_2_tuned_PredictedAtoms_21">
            <a:extLst>
              <a:ext uri="{FF2B5EF4-FFF2-40B4-BE49-F238E27FC236}">
                <a16:creationId xmlns:a16="http://schemas.microsoft.com/office/drawing/2014/main" id="{20FC5CC5-C28B-4D94-AE00-7356F78842BA}"/>
              </a:ext>
            </a:extLst>
          </p:cNvPr>
          <p:cNvSpPr>
            <a:spLocks noGrp="1"/>
          </p:cNvSpPr>
          <p:nvPr/>
        </p:nvSpPr>
        <p:spPr>
          <a:xfrm>
            <a:off x="5097282" y="7038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u7j_2_tuned_PredictedAtoms_22">
            <a:extLst>
              <a:ext uri="{FF2B5EF4-FFF2-40B4-BE49-F238E27FC236}">
                <a16:creationId xmlns:a16="http://schemas.microsoft.com/office/drawing/2014/main" id="{BED522F6-DFD6-4FD5-8921-11DE4A063906}"/>
              </a:ext>
            </a:extLst>
          </p:cNvPr>
          <p:cNvSpPr>
            <a:spLocks noGrp="1"/>
          </p:cNvSpPr>
          <p:nvPr/>
        </p:nvSpPr>
        <p:spPr>
          <a:xfrm>
            <a:off x="5161677" y="7123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u7j_2_tuned_PredictedAtoms_23">
            <a:extLst>
              <a:ext uri="{FF2B5EF4-FFF2-40B4-BE49-F238E27FC236}">
                <a16:creationId xmlns:a16="http://schemas.microsoft.com/office/drawing/2014/main" id="{9493A8D5-0E6F-403F-A114-4492D1FD85C0}"/>
              </a:ext>
            </a:extLst>
          </p:cNvPr>
          <p:cNvSpPr>
            <a:spLocks noGrp="1"/>
          </p:cNvSpPr>
          <p:nvPr/>
        </p:nvSpPr>
        <p:spPr>
          <a:xfrm>
            <a:off x="5165298" y="6980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u7j_2_tuned_PredictedAtoms_24">
            <a:extLst>
              <a:ext uri="{FF2B5EF4-FFF2-40B4-BE49-F238E27FC236}">
                <a16:creationId xmlns:a16="http://schemas.microsoft.com/office/drawing/2014/main" id="{D8BFB204-62F6-46DE-8413-0171C395CD13}"/>
              </a:ext>
            </a:extLst>
          </p:cNvPr>
          <p:cNvSpPr>
            <a:spLocks noGrp="1"/>
          </p:cNvSpPr>
          <p:nvPr/>
        </p:nvSpPr>
        <p:spPr>
          <a:xfrm>
            <a:off x="5111112" y="68874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u7j_2_tuned_PredictedAtoms_25">
            <a:extLst>
              <a:ext uri="{FF2B5EF4-FFF2-40B4-BE49-F238E27FC236}">
                <a16:creationId xmlns:a16="http://schemas.microsoft.com/office/drawing/2014/main" id="{7B8FEC2B-3EBD-4267-83EA-AD08BED8C024}"/>
              </a:ext>
            </a:extLst>
          </p:cNvPr>
          <p:cNvSpPr>
            <a:spLocks noGrp="1"/>
          </p:cNvSpPr>
          <p:nvPr/>
        </p:nvSpPr>
        <p:spPr>
          <a:xfrm>
            <a:off x="5194340" y="68499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u7j_2_tuned_PredictedAtoms_26">
            <a:extLst>
              <a:ext uri="{FF2B5EF4-FFF2-40B4-BE49-F238E27FC236}">
                <a16:creationId xmlns:a16="http://schemas.microsoft.com/office/drawing/2014/main" id="{D2C2836C-5F7A-4EB5-8AAA-2AEA7EF68DE7}"/>
              </a:ext>
            </a:extLst>
          </p:cNvPr>
          <p:cNvSpPr>
            <a:spLocks noGrp="1"/>
          </p:cNvSpPr>
          <p:nvPr/>
        </p:nvSpPr>
        <p:spPr>
          <a:xfrm>
            <a:off x="4875376" y="65743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u7j_2_tuned_PredictedAtoms_27">
            <a:extLst>
              <a:ext uri="{FF2B5EF4-FFF2-40B4-BE49-F238E27FC236}">
                <a16:creationId xmlns:a16="http://schemas.microsoft.com/office/drawing/2014/main" id="{1405C204-D19F-48A8-A1C7-2B99C66ACF5C}"/>
              </a:ext>
            </a:extLst>
          </p:cNvPr>
          <p:cNvSpPr>
            <a:spLocks noGrp="1"/>
          </p:cNvSpPr>
          <p:nvPr/>
        </p:nvSpPr>
        <p:spPr>
          <a:xfrm>
            <a:off x="4984653" y="647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u7j_2_tuned_PredictedAtoms_28">
            <a:extLst>
              <a:ext uri="{FF2B5EF4-FFF2-40B4-BE49-F238E27FC236}">
                <a16:creationId xmlns:a16="http://schemas.microsoft.com/office/drawing/2014/main" id="{46724C4D-9E50-4C6C-95E3-6D5432627D4E}"/>
              </a:ext>
            </a:extLst>
          </p:cNvPr>
          <p:cNvSpPr>
            <a:spLocks noGrp="1"/>
          </p:cNvSpPr>
          <p:nvPr/>
        </p:nvSpPr>
        <p:spPr>
          <a:xfrm>
            <a:off x="4765481" y="6515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9u7j_2_tuned_PredictedAtoms_29">
            <a:extLst>
              <a:ext uri="{FF2B5EF4-FFF2-40B4-BE49-F238E27FC236}">
                <a16:creationId xmlns:a16="http://schemas.microsoft.com/office/drawing/2014/main" id="{07BAC2AB-15A5-4EAD-BFC2-A0E6ECAC3E2A}"/>
              </a:ext>
            </a:extLst>
          </p:cNvPr>
          <p:cNvSpPr>
            <a:spLocks noGrp="1"/>
          </p:cNvSpPr>
          <p:nvPr/>
        </p:nvSpPr>
        <p:spPr>
          <a:xfrm>
            <a:off x="4837497" y="6407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9" name="9u7j_2_tuned_PredictedAtoms_30">
            <a:extLst>
              <a:ext uri="{FF2B5EF4-FFF2-40B4-BE49-F238E27FC236}">
                <a16:creationId xmlns:a16="http://schemas.microsoft.com/office/drawing/2014/main" id="{B920FFC7-CDBC-4204-9CF4-D9A73B9241D7}"/>
              </a:ext>
            </a:extLst>
          </p:cNvPr>
          <p:cNvSpPr>
            <a:spLocks noGrp="1"/>
          </p:cNvSpPr>
          <p:nvPr/>
        </p:nvSpPr>
        <p:spPr>
          <a:xfrm>
            <a:off x="4081718" y="66825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0" name="9u7j_2_tuned_PredictedAtoms_31">
            <a:extLst>
              <a:ext uri="{FF2B5EF4-FFF2-40B4-BE49-F238E27FC236}">
                <a16:creationId xmlns:a16="http://schemas.microsoft.com/office/drawing/2014/main" id="{8584739D-5A0F-457D-A203-9152D431E9AB}"/>
              </a:ext>
            </a:extLst>
          </p:cNvPr>
          <p:cNvSpPr>
            <a:spLocks noGrp="1"/>
          </p:cNvSpPr>
          <p:nvPr/>
        </p:nvSpPr>
        <p:spPr>
          <a:xfrm>
            <a:off x="4046264" y="6544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1" name="9u7j_2_tuned_PredictedAtoms_32">
            <a:extLst>
              <a:ext uri="{FF2B5EF4-FFF2-40B4-BE49-F238E27FC236}">
                <a16:creationId xmlns:a16="http://schemas.microsoft.com/office/drawing/2014/main" id="{7E871F94-8AA9-4FBB-AEEB-0998670AE90D}"/>
              </a:ext>
            </a:extLst>
          </p:cNvPr>
          <p:cNvSpPr>
            <a:spLocks noGrp="1"/>
          </p:cNvSpPr>
          <p:nvPr/>
        </p:nvSpPr>
        <p:spPr>
          <a:xfrm>
            <a:off x="4196310" y="67742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2" name="9u7j_2_tuned_PredictedAtoms_33">
            <a:extLst>
              <a:ext uri="{FF2B5EF4-FFF2-40B4-BE49-F238E27FC236}">
                <a16:creationId xmlns:a16="http://schemas.microsoft.com/office/drawing/2014/main" id="{6EF9B2F8-56B2-4AF5-8669-107022EB9DD8}"/>
              </a:ext>
            </a:extLst>
          </p:cNvPr>
          <p:cNvSpPr>
            <a:spLocks noGrp="1"/>
          </p:cNvSpPr>
          <p:nvPr/>
        </p:nvSpPr>
        <p:spPr>
          <a:xfrm>
            <a:off x="4179599" y="6830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3" name="9u7j_2_tuned_PredictedAtoms_34">
            <a:extLst>
              <a:ext uri="{FF2B5EF4-FFF2-40B4-BE49-F238E27FC236}">
                <a16:creationId xmlns:a16="http://schemas.microsoft.com/office/drawing/2014/main" id="{E3F6A512-5AFB-4D33-B215-98814AA6412F}"/>
              </a:ext>
            </a:extLst>
          </p:cNvPr>
          <p:cNvSpPr>
            <a:spLocks noGrp="1"/>
          </p:cNvSpPr>
          <p:nvPr/>
        </p:nvSpPr>
        <p:spPr>
          <a:xfrm>
            <a:off x="4238939" y="68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4" name="9u7j_2_tuned_PredictedAtoms_35">
            <a:extLst>
              <a:ext uri="{FF2B5EF4-FFF2-40B4-BE49-F238E27FC236}">
                <a16:creationId xmlns:a16="http://schemas.microsoft.com/office/drawing/2014/main" id="{B822AAF3-98AE-4CFA-A770-B10BAA867E02}"/>
              </a:ext>
            </a:extLst>
          </p:cNvPr>
          <p:cNvSpPr>
            <a:spLocks noGrp="1"/>
          </p:cNvSpPr>
          <p:nvPr/>
        </p:nvSpPr>
        <p:spPr>
          <a:xfrm>
            <a:off x="4301453" y="7007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5" name="stage3-cases-main_36">
            <a:extLst>
              <a:ext uri="{FF2B5EF4-FFF2-40B4-BE49-F238E27FC236}">
                <a16:creationId xmlns:a16="http://schemas.microsoft.com/office/drawing/2014/main" id="{8A677AF3-41AB-4EAA-8BEB-EBF1943E4DF9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1226" name="9u7j_2_build_Receptor">
            <a:extLst>
              <a:ext uri="{FF2B5EF4-FFF2-40B4-BE49-F238E27FC236}">
                <a16:creationId xmlns:a16="http://schemas.microsoft.com/office/drawing/2014/main" id="{6F89A219-6C3C-4911-98B7-659EC1715C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7" name="9u7j_2_build_ExperimentalDensity">
            <a:extLst>
              <a:ext uri="{FF2B5EF4-FFF2-40B4-BE49-F238E27FC236}">
                <a16:creationId xmlns:a16="http://schemas.microsoft.com/office/drawing/2014/main" id="{A41A21A9-DEFB-488F-B9EB-4C1968DFE0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8" name="9u7j_2_build_ReferenceLigand_0">
            <a:extLst>
              <a:ext uri="{FF2B5EF4-FFF2-40B4-BE49-F238E27FC236}">
                <a16:creationId xmlns:a16="http://schemas.microsoft.com/office/drawing/2014/main" id="{5666B994-A631-418D-9E8B-998977F38B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u7j_2_build_ReferenceLigand_1">
            <a:extLst>
              <a:ext uri="{FF2B5EF4-FFF2-40B4-BE49-F238E27FC236}">
                <a16:creationId xmlns:a16="http://schemas.microsoft.com/office/drawing/2014/main" id="{7946E1DF-5222-4830-845E-90DF31AA8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u7j_2_build_ReferenceLigand_2">
            <a:extLst>
              <a:ext uri="{FF2B5EF4-FFF2-40B4-BE49-F238E27FC236}">
                <a16:creationId xmlns:a16="http://schemas.microsoft.com/office/drawing/2014/main" id="{9C9B1AB9-CC37-45D4-9D92-3C7BE48877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u7j_2_build_ReferenceLigand_3">
            <a:extLst>
              <a:ext uri="{FF2B5EF4-FFF2-40B4-BE49-F238E27FC236}">
                <a16:creationId xmlns:a16="http://schemas.microsoft.com/office/drawing/2014/main" id="{F465ADDE-9425-414C-B52B-A11889087F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u7j_2_build_ReferenceLigand_4">
            <a:extLst>
              <a:ext uri="{FF2B5EF4-FFF2-40B4-BE49-F238E27FC236}">
                <a16:creationId xmlns:a16="http://schemas.microsoft.com/office/drawing/2014/main" id="{3C0F4AF0-BCFA-4BC8-9861-C6BCC109A85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u7j_2_build_ReferenceLigand_5">
            <a:extLst>
              <a:ext uri="{FF2B5EF4-FFF2-40B4-BE49-F238E27FC236}">
                <a16:creationId xmlns:a16="http://schemas.microsoft.com/office/drawing/2014/main" id="{4210E3F5-724E-499F-AFD9-3135CC476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u7j_2_build_ReferenceLigand_6">
            <a:extLst>
              <a:ext uri="{FF2B5EF4-FFF2-40B4-BE49-F238E27FC236}">
                <a16:creationId xmlns:a16="http://schemas.microsoft.com/office/drawing/2014/main" id="{69B16ACF-F512-40A4-A7F6-1C34A64B90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u7j_2_build_ReferenceLigand_7">
            <a:extLst>
              <a:ext uri="{FF2B5EF4-FFF2-40B4-BE49-F238E27FC236}">
                <a16:creationId xmlns:a16="http://schemas.microsoft.com/office/drawing/2014/main" id="{A65B653A-14F1-41A9-87A8-B99BB37F77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u7j_2_build_ReferenceLigand_8">
            <a:extLst>
              <a:ext uri="{FF2B5EF4-FFF2-40B4-BE49-F238E27FC236}">
                <a16:creationId xmlns:a16="http://schemas.microsoft.com/office/drawing/2014/main" id="{88E27DAE-AC01-43B0-B675-6DA6C25CE2F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u7j_2_build_ReferenceLigand_9">
            <a:extLst>
              <a:ext uri="{FF2B5EF4-FFF2-40B4-BE49-F238E27FC236}">
                <a16:creationId xmlns:a16="http://schemas.microsoft.com/office/drawing/2014/main" id="{E52B9361-8D02-4C1D-9932-4D0921B3D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u7j_2_build_ReferenceLigand_10">
            <a:extLst>
              <a:ext uri="{FF2B5EF4-FFF2-40B4-BE49-F238E27FC236}">
                <a16:creationId xmlns:a16="http://schemas.microsoft.com/office/drawing/2014/main" id="{EEE1A496-3127-412E-8179-CF0EC58AD6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u7j_2_build_ReferenceLigand_11">
            <a:extLst>
              <a:ext uri="{FF2B5EF4-FFF2-40B4-BE49-F238E27FC236}">
                <a16:creationId xmlns:a16="http://schemas.microsoft.com/office/drawing/2014/main" id="{DE2A45A8-8A07-464E-9233-521ECCA579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u7j_2_build_ReferenceLigand_12">
            <a:extLst>
              <a:ext uri="{FF2B5EF4-FFF2-40B4-BE49-F238E27FC236}">
                <a16:creationId xmlns:a16="http://schemas.microsoft.com/office/drawing/2014/main" id="{F832204C-E4E5-4FA5-9F08-96F2B6F574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u7j_2_build_ReferenceLigand_13">
            <a:extLst>
              <a:ext uri="{FF2B5EF4-FFF2-40B4-BE49-F238E27FC236}">
                <a16:creationId xmlns:a16="http://schemas.microsoft.com/office/drawing/2014/main" id="{AAB86E49-CC74-4B05-967F-06421DEB29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u7j_2_build_ReferenceLigand_14">
            <a:extLst>
              <a:ext uri="{FF2B5EF4-FFF2-40B4-BE49-F238E27FC236}">
                <a16:creationId xmlns:a16="http://schemas.microsoft.com/office/drawing/2014/main" id="{2015D46E-366F-4E6B-9446-E9FBABBF87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u7j_2_build_ReferenceLigand_15">
            <a:extLst>
              <a:ext uri="{FF2B5EF4-FFF2-40B4-BE49-F238E27FC236}">
                <a16:creationId xmlns:a16="http://schemas.microsoft.com/office/drawing/2014/main" id="{41E5FBD5-337F-4C55-90CF-9B9BC645F9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u7j_2_build_ReferenceLigand_16">
            <a:extLst>
              <a:ext uri="{FF2B5EF4-FFF2-40B4-BE49-F238E27FC236}">
                <a16:creationId xmlns:a16="http://schemas.microsoft.com/office/drawing/2014/main" id="{A851B7EC-24E0-467B-A0A4-6B44B0F5623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u7j_2_build_ReferenceLigand_17">
            <a:extLst>
              <a:ext uri="{FF2B5EF4-FFF2-40B4-BE49-F238E27FC236}">
                <a16:creationId xmlns:a16="http://schemas.microsoft.com/office/drawing/2014/main" id="{AB981C4F-87BC-4671-B16A-0A94AE37B2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u7j_2_build_ReferenceLigand_18">
            <a:extLst>
              <a:ext uri="{FF2B5EF4-FFF2-40B4-BE49-F238E27FC236}">
                <a16:creationId xmlns:a16="http://schemas.microsoft.com/office/drawing/2014/main" id="{55CFEDBE-7016-470D-8FC7-7715A7CE71C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u7j_2_build_ReferenceLigand_19">
            <a:extLst>
              <a:ext uri="{FF2B5EF4-FFF2-40B4-BE49-F238E27FC236}">
                <a16:creationId xmlns:a16="http://schemas.microsoft.com/office/drawing/2014/main" id="{A2C3671E-0448-45BA-B4D6-50AE866809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u7j_2_build_ReferenceLigand_20">
            <a:extLst>
              <a:ext uri="{FF2B5EF4-FFF2-40B4-BE49-F238E27FC236}">
                <a16:creationId xmlns:a16="http://schemas.microsoft.com/office/drawing/2014/main" id="{4FF9EAAC-CE62-4586-96C2-D8EFE389DE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u7j_2_build_ReferenceLigand_21">
            <a:extLst>
              <a:ext uri="{FF2B5EF4-FFF2-40B4-BE49-F238E27FC236}">
                <a16:creationId xmlns:a16="http://schemas.microsoft.com/office/drawing/2014/main" id="{A2DD5539-2432-48EC-A2BA-E962A15E374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u7j_2_build_ReferenceLigand_22">
            <a:extLst>
              <a:ext uri="{FF2B5EF4-FFF2-40B4-BE49-F238E27FC236}">
                <a16:creationId xmlns:a16="http://schemas.microsoft.com/office/drawing/2014/main" id="{F54AF173-A53D-41E7-BFDC-86B108C0630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u7j_2_build_ReferenceLigand_23">
            <a:extLst>
              <a:ext uri="{FF2B5EF4-FFF2-40B4-BE49-F238E27FC236}">
                <a16:creationId xmlns:a16="http://schemas.microsoft.com/office/drawing/2014/main" id="{4FF5ED13-7469-4086-9765-51E767E864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u7j_2_build_ReferenceLigand_24">
            <a:extLst>
              <a:ext uri="{FF2B5EF4-FFF2-40B4-BE49-F238E27FC236}">
                <a16:creationId xmlns:a16="http://schemas.microsoft.com/office/drawing/2014/main" id="{A3B7E5B9-771E-4A12-88D4-CC8D21D2B6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u7j_2_build_ReferenceLigand_25">
            <a:extLst>
              <a:ext uri="{FF2B5EF4-FFF2-40B4-BE49-F238E27FC236}">
                <a16:creationId xmlns:a16="http://schemas.microsoft.com/office/drawing/2014/main" id="{B8B96BE0-C6DC-41D2-AED8-3B9F520661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u7j_2_build_ReferenceLigand_26">
            <a:extLst>
              <a:ext uri="{FF2B5EF4-FFF2-40B4-BE49-F238E27FC236}">
                <a16:creationId xmlns:a16="http://schemas.microsoft.com/office/drawing/2014/main" id="{76C19ABC-58F2-44D7-BD4B-585B74BD2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u7j_2_build_ReferenceLigand_27">
            <a:extLst>
              <a:ext uri="{FF2B5EF4-FFF2-40B4-BE49-F238E27FC236}">
                <a16:creationId xmlns:a16="http://schemas.microsoft.com/office/drawing/2014/main" id="{39B7E20F-D16F-4B5B-A882-7F950004DF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u7j_2_build_ReferenceLigand_28">
            <a:extLst>
              <a:ext uri="{FF2B5EF4-FFF2-40B4-BE49-F238E27FC236}">
                <a16:creationId xmlns:a16="http://schemas.microsoft.com/office/drawing/2014/main" id="{C1002A7E-BC68-4C71-81B1-E641CD69C4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u7j_2_build_ReferenceLigand_29">
            <a:extLst>
              <a:ext uri="{FF2B5EF4-FFF2-40B4-BE49-F238E27FC236}">
                <a16:creationId xmlns:a16="http://schemas.microsoft.com/office/drawing/2014/main" id="{2C642101-A713-4190-A4F2-D86F93031D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u7j_2_build_ReferenceLigand_30">
            <a:extLst>
              <a:ext uri="{FF2B5EF4-FFF2-40B4-BE49-F238E27FC236}">
                <a16:creationId xmlns:a16="http://schemas.microsoft.com/office/drawing/2014/main" id="{642AFEDD-E4E6-4953-B159-3C4346D1C8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u7j_2_build_ReferenceLigand_31">
            <a:extLst>
              <a:ext uri="{FF2B5EF4-FFF2-40B4-BE49-F238E27FC236}">
                <a16:creationId xmlns:a16="http://schemas.microsoft.com/office/drawing/2014/main" id="{87F93751-5299-46E5-9A2F-A9CF2165E2A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u7j_2_build_ReferenceLigand_32">
            <a:extLst>
              <a:ext uri="{FF2B5EF4-FFF2-40B4-BE49-F238E27FC236}">
                <a16:creationId xmlns:a16="http://schemas.microsoft.com/office/drawing/2014/main" id="{A745C20F-C399-4D9F-83AF-5B378B0159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u7j_2_build_ReferenceLigand_33">
            <a:extLst>
              <a:ext uri="{FF2B5EF4-FFF2-40B4-BE49-F238E27FC236}">
                <a16:creationId xmlns:a16="http://schemas.microsoft.com/office/drawing/2014/main" id="{21D4FE7B-2FA1-4C0A-929E-9EE7CA836D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u7j_2_build_ReferenceLigand_34">
            <a:extLst>
              <a:ext uri="{FF2B5EF4-FFF2-40B4-BE49-F238E27FC236}">
                <a16:creationId xmlns:a16="http://schemas.microsoft.com/office/drawing/2014/main" id="{77FD1A3B-C7D6-4926-8453-72E04568BD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u7j_2_build_ReferenceLigand_35">
            <a:extLst>
              <a:ext uri="{FF2B5EF4-FFF2-40B4-BE49-F238E27FC236}">
                <a16:creationId xmlns:a16="http://schemas.microsoft.com/office/drawing/2014/main" id="{D193776C-0E21-4086-93A3-EFA351B9B8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u7j_2_build_ReferenceLigand_36">
            <a:extLst>
              <a:ext uri="{FF2B5EF4-FFF2-40B4-BE49-F238E27FC236}">
                <a16:creationId xmlns:a16="http://schemas.microsoft.com/office/drawing/2014/main" id="{B1945A38-D404-4A58-A00A-6F1E30498C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u7j_2_build_ReferenceLigand_37">
            <a:extLst>
              <a:ext uri="{FF2B5EF4-FFF2-40B4-BE49-F238E27FC236}">
                <a16:creationId xmlns:a16="http://schemas.microsoft.com/office/drawing/2014/main" id="{DFA2E6B9-F6D2-4486-93D0-25D160FBFB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u7j_2_build_PredictedLigand_0">
            <a:extLst>
              <a:ext uri="{FF2B5EF4-FFF2-40B4-BE49-F238E27FC236}">
                <a16:creationId xmlns:a16="http://schemas.microsoft.com/office/drawing/2014/main" id="{C61E112A-EA30-4DCA-B5F4-D658E52146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u7j_2_build_PredictedLigand_1">
            <a:extLst>
              <a:ext uri="{FF2B5EF4-FFF2-40B4-BE49-F238E27FC236}">
                <a16:creationId xmlns:a16="http://schemas.microsoft.com/office/drawing/2014/main" id="{6221D442-C0CB-4902-944E-798FB2A984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u7j_2_build_PredictedLigand_2">
            <a:extLst>
              <a:ext uri="{FF2B5EF4-FFF2-40B4-BE49-F238E27FC236}">
                <a16:creationId xmlns:a16="http://schemas.microsoft.com/office/drawing/2014/main" id="{A2621727-6AF4-445E-A609-AD6132E54B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u7j_2_build_PredictedLigand_3">
            <a:extLst>
              <a:ext uri="{FF2B5EF4-FFF2-40B4-BE49-F238E27FC236}">
                <a16:creationId xmlns:a16="http://schemas.microsoft.com/office/drawing/2014/main" id="{882E8E18-57C5-414E-A556-5D492D3521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u7j_2_build_PredictedLigand_4">
            <a:extLst>
              <a:ext uri="{FF2B5EF4-FFF2-40B4-BE49-F238E27FC236}">
                <a16:creationId xmlns:a16="http://schemas.microsoft.com/office/drawing/2014/main" id="{AAE3A70A-2582-46C4-9F38-917BB9C83C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u7j_2_build_PredictedLigand_5">
            <a:extLst>
              <a:ext uri="{FF2B5EF4-FFF2-40B4-BE49-F238E27FC236}">
                <a16:creationId xmlns:a16="http://schemas.microsoft.com/office/drawing/2014/main" id="{2972A333-B3E1-41EC-A428-E7AF1A58221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u7j_2_build_PredictedLigand_6">
            <a:extLst>
              <a:ext uri="{FF2B5EF4-FFF2-40B4-BE49-F238E27FC236}">
                <a16:creationId xmlns:a16="http://schemas.microsoft.com/office/drawing/2014/main" id="{A2C306FF-E855-4D89-ADEF-12009C891A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u7j_2_build_PredictedLigand_7">
            <a:extLst>
              <a:ext uri="{FF2B5EF4-FFF2-40B4-BE49-F238E27FC236}">
                <a16:creationId xmlns:a16="http://schemas.microsoft.com/office/drawing/2014/main" id="{14C8541F-1D12-4C97-BDFC-38B9490E3F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u7j_2_build_PredictedLigand_8">
            <a:extLst>
              <a:ext uri="{FF2B5EF4-FFF2-40B4-BE49-F238E27FC236}">
                <a16:creationId xmlns:a16="http://schemas.microsoft.com/office/drawing/2014/main" id="{B82F1779-9884-486E-AA39-8E3A74D232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u7j_2_build_PredictedLigand_9">
            <a:extLst>
              <a:ext uri="{FF2B5EF4-FFF2-40B4-BE49-F238E27FC236}">
                <a16:creationId xmlns:a16="http://schemas.microsoft.com/office/drawing/2014/main" id="{FF301FBA-2CE2-48B3-9746-F688AB895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u7j_2_build_PredictedLigand_10">
            <a:extLst>
              <a:ext uri="{FF2B5EF4-FFF2-40B4-BE49-F238E27FC236}">
                <a16:creationId xmlns:a16="http://schemas.microsoft.com/office/drawing/2014/main" id="{2A6A8D36-7BBB-476C-9480-40CBA7169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u7j_2_build_PredictedLigand_11">
            <a:extLst>
              <a:ext uri="{FF2B5EF4-FFF2-40B4-BE49-F238E27FC236}">
                <a16:creationId xmlns:a16="http://schemas.microsoft.com/office/drawing/2014/main" id="{593D1099-DE69-418E-9027-B5F851A88E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u7j_2_build_PredictedLigand_12">
            <a:extLst>
              <a:ext uri="{FF2B5EF4-FFF2-40B4-BE49-F238E27FC236}">
                <a16:creationId xmlns:a16="http://schemas.microsoft.com/office/drawing/2014/main" id="{A9F9C19A-AA4F-4A91-8101-EFB5F000C5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u7j_2_build_PredictedLigand_13">
            <a:extLst>
              <a:ext uri="{FF2B5EF4-FFF2-40B4-BE49-F238E27FC236}">
                <a16:creationId xmlns:a16="http://schemas.microsoft.com/office/drawing/2014/main" id="{747C479D-C9A9-42EF-9E2A-12010545154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u7j_2_build_PredictedLigand_14">
            <a:extLst>
              <a:ext uri="{FF2B5EF4-FFF2-40B4-BE49-F238E27FC236}">
                <a16:creationId xmlns:a16="http://schemas.microsoft.com/office/drawing/2014/main" id="{CB783F65-14D9-4B8D-BCAE-9048CB0533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u7j_2_build_PredictedLigand_15">
            <a:extLst>
              <a:ext uri="{FF2B5EF4-FFF2-40B4-BE49-F238E27FC236}">
                <a16:creationId xmlns:a16="http://schemas.microsoft.com/office/drawing/2014/main" id="{A53A1025-C7F1-4229-91E4-442A30584D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u7j_2_build_PredictedLigand_16">
            <a:extLst>
              <a:ext uri="{FF2B5EF4-FFF2-40B4-BE49-F238E27FC236}">
                <a16:creationId xmlns:a16="http://schemas.microsoft.com/office/drawing/2014/main" id="{0F6D9B68-B583-4BA7-B9F4-B0DD307C00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u7j_2_build_PredictedLigand_17">
            <a:extLst>
              <a:ext uri="{FF2B5EF4-FFF2-40B4-BE49-F238E27FC236}">
                <a16:creationId xmlns:a16="http://schemas.microsoft.com/office/drawing/2014/main" id="{CCAC49D8-86C4-4309-AC68-07CB09774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u7j_2_build_PredictedLigand_18">
            <a:extLst>
              <a:ext uri="{FF2B5EF4-FFF2-40B4-BE49-F238E27FC236}">
                <a16:creationId xmlns:a16="http://schemas.microsoft.com/office/drawing/2014/main" id="{F2F88029-352E-4AA7-845F-B07D7560DA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u7j_2_build_PredictedLigand_19">
            <a:extLst>
              <a:ext uri="{FF2B5EF4-FFF2-40B4-BE49-F238E27FC236}">
                <a16:creationId xmlns:a16="http://schemas.microsoft.com/office/drawing/2014/main" id="{39E7C169-0C27-4FB4-9631-C4DAC47AB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u7j_2_build_PredictedLigand_20">
            <a:extLst>
              <a:ext uri="{FF2B5EF4-FFF2-40B4-BE49-F238E27FC236}">
                <a16:creationId xmlns:a16="http://schemas.microsoft.com/office/drawing/2014/main" id="{FEDDF13A-D24C-4565-9002-0A149BF5D3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u7j_2_build_PredictedLigand_21">
            <a:extLst>
              <a:ext uri="{FF2B5EF4-FFF2-40B4-BE49-F238E27FC236}">
                <a16:creationId xmlns:a16="http://schemas.microsoft.com/office/drawing/2014/main" id="{0B6224E2-1C51-4CA7-B4C9-247B81EAAB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u7j_2_build_PredictedLigand_22">
            <a:extLst>
              <a:ext uri="{FF2B5EF4-FFF2-40B4-BE49-F238E27FC236}">
                <a16:creationId xmlns:a16="http://schemas.microsoft.com/office/drawing/2014/main" id="{F9860817-A193-46EE-B36C-4FC6D76BA9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u7j_2_build_PredictedLigand_23">
            <a:extLst>
              <a:ext uri="{FF2B5EF4-FFF2-40B4-BE49-F238E27FC236}">
                <a16:creationId xmlns:a16="http://schemas.microsoft.com/office/drawing/2014/main" id="{66D5E552-71B2-4FA4-86C0-4AA1F81D23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u7j_2_build_PredictedLigand_24">
            <a:extLst>
              <a:ext uri="{FF2B5EF4-FFF2-40B4-BE49-F238E27FC236}">
                <a16:creationId xmlns:a16="http://schemas.microsoft.com/office/drawing/2014/main" id="{E475BD9B-C8EA-446E-8355-07823D94FB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u7j_2_build_PredictedLigand_25">
            <a:extLst>
              <a:ext uri="{FF2B5EF4-FFF2-40B4-BE49-F238E27FC236}">
                <a16:creationId xmlns:a16="http://schemas.microsoft.com/office/drawing/2014/main" id="{C4B3EDF6-FEDA-4D46-B1E9-567926063E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u7j_2_build_PredictedLigand_26">
            <a:extLst>
              <a:ext uri="{FF2B5EF4-FFF2-40B4-BE49-F238E27FC236}">
                <a16:creationId xmlns:a16="http://schemas.microsoft.com/office/drawing/2014/main" id="{17EE66EA-F5EA-4EF0-A17A-2E3EA44E4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u7j_2_build_PredictedLigand_27">
            <a:extLst>
              <a:ext uri="{FF2B5EF4-FFF2-40B4-BE49-F238E27FC236}">
                <a16:creationId xmlns:a16="http://schemas.microsoft.com/office/drawing/2014/main" id="{3E58AC34-E07B-401B-963C-32866210DEB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u7j_2_build_PredictedLigand_28">
            <a:extLst>
              <a:ext uri="{FF2B5EF4-FFF2-40B4-BE49-F238E27FC236}">
                <a16:creationId xmlns:a16="http://schemas.microsoft.com/office/drawing/2014/main" id="{9402F5C3-1AE2-4547-AA53-708B3B947EF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u7j_2_build_PredictedLigand_29">
            <a:extLst>
              <a:ext uri="{FF2B5EF4-FFF2-40B4-BE49-F238E27FC236}">
                <a16:creationId xmlns:a16="http://schemas.microsoft.com/office/drawing/2014/main" id="{F2C8EED1-118F-4746-9738-3652C94398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u7j_2_build_PredictedLigand_30">
            <a:extLst>
              <a:ext uri="{FF2B5EF4-FFF2-40B4-BE49-F238E27FC236}">
                <a16:creationId xmlns:a16="http://schemas.microsoft.com/office/drawing/2014/main" id="{17C59D03-A72B-43B9-B594-C065DFC24D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u7j_2_build_PredictedLigand_31">
            <a:extLst>
              <a:ext uri="{FF2B5EF4-FFF2-40B4-BE49-F238E27FC236}">
                <a16:creationId xmlns:a16="http://schemas.microsoft.com/office/drawing/2014/main" id="{A575D996-938E-4DCE-855B-897DF8C79B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u7j_2_build_PredictedLigand_32">
            <a:extLst>
              <a:ext uri="{FF2B5EF4-FFF2-40B4-BE49-F238E27FC236}">
                <a16:creationId xmlns:a16="http://schemas.microsoft.com/office/drawing/2014/main" id="{1CD139DC-AF7A-4ABE-A66A-6D6B1204C0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u7j_2_build_PredictedLigand_33">
            <a:extLst>
              <a:ext uri="{FF2B5EF4-FFF2-40B4-BE49-F238E27FC236}">
                <a16:creationId xmlns:a16="http://schemas.microsoft.com/office/drawing/2014/main" id="{668A5422-27B0-4E9B-9FDF-575FD75ED6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u7j_2_build_PredictedLigand_34">
            <a:extLst>
              <a:ext uri="{FF2B5EF4-FFF2-40B4-BE49-F238E27FC236}">
                <a16:creationId xmlns:a16="http://schemas.microsoft.com/office/drawing/2014/main" id="{88BB0D3E-4AB9-4D51-BE1D-9D5F46665A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u7j_2_build_PredictedLigand_35">
            <a:extLst>
              <a:ext uri="{FF2B5EF4-FFF2-40B4-BE49-F238E27FC236}">
                <a16:creationId xmlns:a16="http://schemas.microsoft.com/office/drawing/2014/main" id="{880AADA1-827D-4EDC-9E60-1EB266118F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u7j_2_build_PredictedLigand_36">
            <a:extLst>
              <a:ext uri="{FF2B5EF4-FFF2-40B4-BE49-F238E27FC236}">
                <a16:creationId xmlns:a16="http://schemas.microsoft.com/office/drawing/2014/main" id="{F319B953-EF92-48D7-A417-28113EBDFD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u7j_2_build_PredictedLigand_37">
            <a:extLst>
              <a:ext uri="{FF2B5EF4-FFF2-40B4-BE49-F238E27FC236}">
                <a16:creationId xmlns:a16="http://schemas.microsoft.com/office/drawing/2014/main" id="{03332CB5-BD2A-47D6-B81F-FEEE425467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u7j_2_build_PredictedAtoms_0">
            <a:extLst>
              <a:ext uri="{FF2B5EF4-FFF2-40B4-BE49-F238E27FC236}">
                <a16:creationId xmlns:a16="http://schemas.microsoft.com/office/drawing/2014/main" id="{43393D66-8F70-4176-9A90-33A53F3DF326}"/>
              </a:ext>
            </a:extLst>
          </p:cNvPr>
          <p:cNvSpPr>
            <a:spLocks noGrp="1"/>
          </p:cNvSpPr>
          <p:nvPr/>
        </p:nvSpPr>
        <p:spPr>
          <a:xfrm>
            <a:off x="8243815" y="6845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u7j_2_build_PredictedAtoms_1">
            <a:extLst>
              <a:ext uri="{FF2B5EF4-FFF2-40B4-BE49-F238E27FC236}">
                <a16:creationId xmlns:a16="http://schemas.microsoft.com/office/drawing/2014/main" id="{7BB60F1A-4B2F-4DF2-8B5B-615CA1673472}"/>
              </a:ext>
            </a:extLst>
          </p:cNvPr>
          <p:cNvSpPr>
            <a:spLocks noGrp="1"/>
          </p:cNvSpPr>
          <p:nvPr/>
        </p:nvSpPr>
        <p:spPr>
          <a:xfrm>
            <a:off x="8154331" y="6952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u7j_2_build_PredictedAtoms_2">
            <a:extLst>
              <a:ext uri="{FF2B5EF4-FFF2-40B4-BE49-F238E27FC236}">
                <a16:creationId xmlns:a16="http://schemas.microsoft.com/office/drawing/2014/main" id="{EFE434CB-2DFE-47D0-B5EE-660E992376C3}"/>
              </a:ext>
            </a:extLst>
          </p:cNvPr>
          <p:cNvSpPr>
            <a:spLocks noGrp="1"/>
          </p:cNvSpPr>
          <p:nvPr/>
        </p:nvSpPr>
        <p:spPr>
          <a:xfrm>
            <a:off x="8076422" y="6888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u7j_2_build_PredictedAtoms_3">
            <a:extLst>
              <a:ext uri="{FF2B5EF4-FFF2-40B4-BE49-F238E27FC236}">
                <a16:creationId xmlns:a16="http://schemas.microsoft.com/office/drawing/2014/main" id="{D4C2038C-CB67-46B6-918F-71F8885AFD8E}"/>
              </a:ext>
            </a:extLst>
          </p:cNvPr>
          <p:cNvSpPr>
            <a:spLocks noGrp="1"/>
          </p:cNvSpPr>
          <p:nvPr/>
        </p:nvSpPr>
        <p:spPr>
          <a:xfrm>
            <a:off x="7921847" y="6912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u7j_2_build_PredictedAtoms_4">
            <a:extLst>
              <a:ext uri="{FF2B5EF4-FFF2-40B4-BE49-F238E27FC236}">
                <a16:creationId xmlns:a16="http://schemas.microsoft.com/office/drawing/2014/main" id="{DF43FBF4-1FD3-4593-A891-84118147B768}"/>
              </a:ext>
            </a:extLst>
          </p:cNvPr>
          <p:cNvSpPr>
            <a:spLocks noGrp="1"/>
          </p:cNvSpPr>
          <p:nvPr/>
        </p:nvSpPr>
        <p:spPr>
          <a:xfrm>
            <a:off x="7827640" y="6857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u7j_2_build_PredictedAtoms_5">
            <a:extLst>
              <a:ext uri="{FF2B5EF4-FFF2-40B4-BE49-F238E27FC236}">
                <a16:creationId xmlns:a16="http://schemas.microsoft.com/office/drawing/2014/main" id="{2AAA55A0-69F1-49C6-AACD-6FBF43780325}"/>
              </a:ext>
            </a:extLst>
          </p:cNvPr>
          <p:cNvSpPr>
            <a:spLocks noGrp="1"/>
          </p:cNvSpPr>
          <p:nvPr/>
        </p:nvSpPr>
        <p:spPr>
          <a:xfrm>
            <a:off x="7840341" y="6695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u7j_2_build_PredictedAtoms_6">
            <a:extLst>
              <a:ext uri="{FF2B5EF4-FFF2-40B4-BE49-F238E27FC236}">
                <a16:creationId xmlns:a16="http://schemas.microsoft.com/office/drawing/2014/main" id="{A8870B97-6219-4984-A2DF-70FC456066FC}"/>
              </a:ext>
            </a:extLst>
          </p:cNvPr>
          <p:cNvSpPr>
            <a:spLocks noGrp="1"/>
          </p:cNvSpPr>
          <p:nvPr/>
        </p:nvSpPr>
        <p:spPr>
          <a:xfrm>
            <a:off x="7696431" y="659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u7j_2_build_PredictedAtoms_7">
            <a:extLst>
              <a:ext uri="{FF2B5EF4-FFF2-40B4-BE49-F238E27FC236}">
                <a16:creationId xmlns:a16="http://schemas.microsoft.com/office/drawing/2014/main" id="{A1022529-88C7-4D73-A832-873585D5C9B8}"/>
              </a:ext>
            </a:extLst>
          </p:cNvPr>
          <p:cNvSpPr>
            <a:spLocks noGrp="1"/>
          </p:cNvSpPr>
          <p:nvPr/>
        </p:nvSpPr>
        <p:spPr>
          <a:xfrm>
            <a:off x="7772548" y="646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u7j_2_build_PredictedAtoms_8">
            <a:extLst>
              <a:ext uri="{FF2B5EF4-FFF2-40B4-BE49-F238E27FC236}">
                <a16:creationId xmlns:a16="http://schemas.microsoft.com/office/drawing/2014/main" id="{EB7E5B68-5812-464A-8B5D-7C7FE7601192}"/>
              </a:ext>
            </a:extLst>
          </p:cNvPr>
          <p:cNvSpPr>
            <a:spLocks noGrp="1"/>
          </p:cNvSpPr>
          <p:nvPr/>
        </p:nvSpPr>
        <p:spPr>
          <a:xfrm>
            <a:off x="7642303" y="6667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u7j_2_build_PredictedAtoms_9">
            <a:extLst>
              <a:ext uri="{FF2B5EF4-FFF2-40B4-BE49-F238E27FC236}">
                <a16:creationId xmlns:a16="http://schemas.microsoft.com/office/drawing/2014/main" id="{5E7822F9-106F-4376-8A60-514C9BBA0197}"/>
              </a:ext>
            </a:extLst>
          </p:cNvPr>
          <p:cNvSpPr>
            <a:spLocks noGrp="1"/>
          </p:cNvSpPr>
          <p:nvPr/>
        </p:nvSpPr>
        <p:spPr>
          <a:xfrm>
            <a:off x="7582961" y="65616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u7j_2_build_PredictedAtoms_10">
            <a:extLst>
              <a:ext uri="{FF2B5EF4-FFF2-40B4-BE49-F238E27FC236}">
                <a16:creationId xmlns:a16="http://schemas.microsoft.com/office/drawing/2014/main" id="{7662DC1C-9706-4787-B17D-F950B99464C5}"/>
              </a:ext>
            </a:extLst>
          </p:cNvPr>
          <p:cNvSpPr>
            <a:spLocks noGrp="1"/>
          </p:cNvSpPr>
          <p:nvPr/>
        </p:nvSpPr>
        <p:spPr>
          <a:xfrm>
            <a:off x="7460520" y="6524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u7j_2_build_PredictedAtoms_11">
            <a:extLst>
              <a:ext uri="{FF2B5EF4-FFF2-40B4-BE49-F238E27FC236}">
                <a16:creationId xmlns:a16="http://schemas.microsoft.com/office/drawing/2014/main" id="{4DBC1A3B-35CD-444E-AA41-E3613641C8F5}"/>
              </a:ext>
            </a:extLst>
          </p:cNvPr>
          <p:cNvSpPr>
            <a:spLocks noGrp="1"/>
          </p:cNvSpPr>
          <p:nvPr/>
        </p:nvSpPr>
        <p:spPr>
          <a:xfrm>
            <a:off x="7463916" y="6634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u7j_2_build_PredictedAtoms_12">
            <a:extLst>
              <a:ext uri="{FF2B5EF4-FFF2-40B4-BE49-F238E27FC236}">
                <a16:creationId xmlns:a16="http://schemas.microsoft.com/office/drawing/2014/main" id="{0E0A0C32-52BE-42E4-80AB-C19F538D8967}"/>
              </a:ext>
            </a:extLst>
          </p:cNvPr>
          <p:cNvSpPr>
            <a:spLocks noGrp="1"/>
          </p:cNvSpPr>
          <p:nvPr/>
        </p:nvSpPr>
        <p:spPr>
          <a:xfrm>
            <a:off x="7471378" y="6378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u7j_2_build_PredictedAtoms_13">
            <a:extLst>
              <a:ext uri="{FF2B5EF4-FFF2-40B4-BE49-F238E27FC236}">
                <a16:creationId xmlns:a16="http://schemas.microsoft.com/office/drawing/2014/main" id="{944A8B8E-4142-46C7-B714-D8E7BEE9FC86}"/>
              </a:ext>
            </a:extLst>
          </p:cNvPr>
          <p:cNvSpPr>
            <a:spLocks noGrp="1"/>
          </p:cNvSpPr>
          <p:nvPr/>
        </p:nvSpPr>
        <p:spPr>
          <a:xfrm>
            <a:off x="7319023" y="65282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u7j_2_build_PredictedAtoms_14">
            <a:extLst>
              <a:ext uri="{FF2B5EF4-FFF2-40B4-BE49-F238E27FC236}">
                <a16:creationId xmlns:a16="http://schemas.microsoft.com/office/drawing/2014/main" id="{CA1B0A17-0461-4118-B043-37A3C1C6CD4D}"/>
              </a:ext>
            </a:extLst>
          </p:cNvPr>
          <p:cNvSpPr>
            <a:spLocks noGrp="1"/>
          </p:cNvSpPr>
          <p:nvPr/>
        </p:nvSpPr>
        <p:spPr>
          <a:xfrm>
            <a:off x="7211049" y="66279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u7j_2_build_PredictedAtoms_15">
            <a:extLst>
              <a:ext uri="{FF2B5EF4-FFF2-40B4-BE49-F238E27FC236}">
                <a16:creationId xmlns:a16="http://schemas.microsoft.com/office/drawing/2014/main" id="{51E13DF5-F710-459C-AF2E-B015637AC97C}"/>
              </a:ext>
            </a:extLst>
          </p:cNvPr>
          <p:cNvSpPr>
            <a:spLocks noGrp="1"/>
          </p:cNvSpPr>
          <p:nvPr/>
        </p:nvSpPr>
        <p:spPr>
          <a:xfrm>
            <a:off x="7102014" y="664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u7j_2_build_PredictedAtoms_16">
            <a:extLst>
              <a:ext uri="{FF2B5EF4-FFF2-40B4-BE49-F238E27FC236}">
                <a16:creationId xmlns:a16="http://schemas.microsoft.com/office/drawing/2014/main" id="{A119851E-5905-41B2-A66A-09A58228B456}"/>
              </a:ext>
            </a:extLst>
          </p:cNvPr>
          <p:cNvSpPr>
            <a:spLocks noGrp="1"/>
          </p:cNvSpPr>
          <p:nvPr/>
        </p:nvSpPr>
        <p:spPr>
          <a:xfrm>
            <a:off x="7040677" y="6767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u7j_2_build_PredictedAtoms_17">
            <a:extLst>
              <a:ext uri="{FF2B5EF4-FFF2-40B4-BE49-F238E27FC236}">
                <a16:creationId xmlns:a16="http://schemas.microsoft.com/office/drawing/2014/main" id="{095B1556-0A98-4018-B71E-93EF4913CC33}"/>
              </a:ext>
            </a:extLst>
          </p:cNvPr>
          <p:cNvSpPr>
            <a:spLocks noGrp="1"/>
          </p:cNvSpPr>
          <p:nvPr/>
        </p:nvSpPr>
        <p:spPr>
          <a:xfrm>
            <a:off x="6997077" y="6826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u7j_2_build_PredictedAtoms_18">
            <a:extLst>
              <a:ext uri="{FF2B5EF4-FFF2-40B4-BE49-F238E27FC236}">
                <a16:creationId xmlns:a16="http://schemas.microsoft.com/office/drawing/2014/main" id="{90BD392B-5149-4E35-9386-F565717E0ED2}"/>
              </a:ext>
            </a:extLst>
          </p:cNvPr>
          <p:cNvSpPr>
            <a:spLocks noGrp="1"/>
          </p:cNvSpPr>
          <p:nvPr/>
        </p:nvSpPr>
        <p:spPr>
          <a:xfrm>
            <a:off x="7002034" y="69711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u7j_2_build_PredictedAtoms_19">
            <a:extLst>
              <a:ext uri="{FF2B5EF4-FFF2-40B4-BE49-F238E27FC236}">
                <a16:creationId xmlns:a16="http://schemas.microsoft.com/office/drawing/2014/main" id="{217602E2-0123-4EC1-B081-FCF38829780C}"/>
              </a:ext>
            </a:extLst>
          </p:cNvPr>
          <p:cNvSpPr>
            <a:spLocks noGrp="1"/>
          </p:cNvSpPr>
          <p:nvPr/>
        </p:nvSpPr>
        <p:spPr>
          <a:xfrm>
            <a:off x="7145993" y="7004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u7j_2_build_PredictedAtoms_20">
            <a:extLst>
              <a:ext uri="{FF2B5EF4-FFF2-40B4-BE49-F238E27FC236}">
                <a16:creationId xmlns:a16="http://schemas.microsoft.com/office/drawing/2014/main" id="{A855A8D5-7135-42FD-9DB0-E74036B764C9}"/>
              </a:ext>
            </a:extLst>
          </p:cNvPr>
          <p:cNvSpPr>
            <a:spLocks noGrp="1"/>
          </p:cNvSpPr>
          <p:nvPr/>
        </p:nvSpPr>
        <p:spPr>
          <a:xfrm>
            <a:off x="7163434" y="71442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u7j_2_build_PredictedAtoms_21">
            <a:extLst>
              <a:ext uri="{FF2B5EF4-FFF2-40B4-BE49-F238E27FC236}">
                <a16:creationId xmlns:a16="http://schemas.microsoft.com/office/drawing/2014/main" id="{7D84EC1C-ECF6-465F-9DC5-70F90CFCE6CB}"/>
              </a:ext>
            </a:extLst>
          </p:cNvPr>
          <p:cNvSpPr>
            <a:spLocks noGrp="1"/>
          </p:cNvSpPr>
          <p:nvPr/>
        </p:nvSpPr>
        <p:spPr>
          <a:xfrm>
            <a:off x="7173993" y="7391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u7j_2_build_PredictedAtoms_22">
            <a:extLst>
              <a:ext uri="{FF2B5EF4-FFF2-40B4-BE49-F238E27FC236}">
                <a16:creationId xmlns:a16="http://schemas.microsoft.com/office/drawing/2014/main" id="{1E9D96DB-D588-4030-88F2-3B90D22DACBF}"/>
              </a:ext>
            </a:extLst>
          </p:cNvPr>
          <p:cNvSpPr>
            <a:spLocks noGrp="1"/>
          </p:cNvSpPr>
          <p:nvPr/>
        </p:nvSpPr>
        <p:spPr>
          <a:xfrm>
            <a:off x="7211722" y="7404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u7j_2_build_PredictedAtoms_23">
            <a:extLst>
              <a:ext uri="{FF2B5EF4-FFF2-40B4-BE49-F238E27FC236}">
                <a16:creationId xmlns:a16="http://schemas.microsoft.com/office/drawing/2014/main" id="{5AD4817B-194D-4B13-ABD0-762A6C7279B8}"/>
              </a:ext>
            </a:extLst>
          </p:cNvPr>
          <p:cNvSpPr>
            <a:spLocks noGrp="1"/>
          </p:cNvSpPr>
          <p:nvPr/>
        </p:nvSpPr>
        <p:spPr>
          <a:xfrm>
            <a:off x="6906625" y="714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u7j_2_build_PredictedAtoms_24">
            <a:extLst>
              <a:ext uri="{FF2B5EF4-FFF2-40B4-BE49-F238E27FC236}">
                <a16:creationId xmlns:a16="http://schemas.microsoft.com/office/drawing/2014/main" id="{E793F802-A86B-4A92-8E2B-2BA3E474450A}"/>
              </a:ext>
            </a:extLst>
          </p:cNvPr>
          <p:cNvSpPr>
            <a:spLocks noGrp="1"/>
          </p:cNvSpPr>
          <p:nvPr/>
        </p:nvSpPr>
        <p:spPr>
          <a:xfrm>
            <a:off x="6717666" y="6883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u7j_2_build_PredictedAtoms_25">
            <a:extLst>
              <a:ext uri="{FF2B5EF4-FFF2-40B4-BE49-F238E27FC236}">
                <a16:creationId xmlns:a16="http://schemas.microsoft.com/office/drawing/2014/main" id="{B146464E-EFD2-4A8B-9FD6-B1210DD60485}"/>
              </a:ext>
            </a:extLst>
          </p:cNvPr>
          <p:cNvSpPr>
            <a:spLocks noGrp="1"/>
          </p:cNvSpPr>
          <p:nvPr/>
        </p:nvSpPr>
        <p:spPr>
          <a:xfrm>
            <a:off x="6732482" y="6846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u7j_2_build_PredictedAtoms_26">
            <a:extLst>
              <a:ext uri="{FF2B5EF4-FFF2-40B4-BE49-F238E27FC236}">
                <a16:creationId xmlns:a16="http://schemas.microsoft.com/office/drawing/2014/main" id="{0073616E-3B2D-447F-9B1B-470DBD8B640F}"/>
              </a:ext>
            </a:extLst>
          </p:cNvPr>
          <p:cNvSpPr>
            <a:spLocks noGrp="1"/>
          </p:cNvSpPr>
          <p:nvPr/>
        </p:nvSpPr>
        <p:spPr>
          <a:xfrm>
            <a:off x="7081999" y="679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u7j_2_build_PredictedAtoms_27">
            <a:extLst>
              <a:ext uri="{FF2B5EF4-FFF2-40B4-BE49-F238E27FC236}">
                <a16:creationId xmlns:a16="http://schemas.microsoft.com/office/drawing/2014/main" id="{905E9AAB-7F98-4B5E-B2AE-7A0291F5B72B}"/>
              </a:ext>
            </a:extLst>
          </p:cNvPr>
          <p:cNvSpPr>
            <a:spLocks noGrp="1"/>
          </p:cNvSpPr>
          <p:nvPr/>
        </p:nvSpPr>
        <p:spPr>
          <a:xfrm>
            <a:off x="6999676" y="6757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u7j_2_build_PredictedAtoms_28">
            <a:extLst>
              <a:ext uri="{FF2B5EF4-FFF2-40B4-BE49-F238E27FC236}">
                <a16:creationId xmlns:a16="http://schemas.microsoft.com/office/drawing/2014/main" id="{964C44B9-343B-4349-9577-ED2FEF13E09A}"/>
              </a:ext>
            </a:extLst>
          </p:cNvPr>
          <p:cNvSpPr>
            <a:spLocks noGrp="1"/>
          </p:cNvSpPr>
          <p:nvPr/>
        </p:nvSpPr>
        <p:spPr>
          <a:xfrm>
            <a:off x="7163887" y="66801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u7j_2_build_PredictedAtoms_29">
            <a:extLst>
              <a:ext uri="{FF2B5EF4-FFF2-40B4-BE49-F238E27FC236}">
                <a16:creationId xmlns:a16="http://schemas.microsoft.com/office/drawing/2014/main" id="{0963BCFB-0D45-4AAA-BF70-27AC5FA0CDA8}"/>
              </a:ext>
            </a:extLst>
          </p:cNvPr>
          <p:cNvSpPr>
            <a:spLocks noGrp="1"/>
          </p:cNvSpPr>
          <p:nvPr/>
        </p:nvSpPr>
        <p:spPr>
          <a:xfrm>
            <a:off x="7164968" y="65600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u7j_2_build_PredictedAtoms_30">
            <a:extLst>
              <a:ext uri="{FF2B5EF4-FFF2-40B4-BE49-F238E27FC236}">
                <a16:creationId xmlns:a16="http://schemas.microsoft.com/office/drawing/2014/main" id="{7ABB88CA-6197-4267-BE17-8A78FCAE43E1}"/>
              </a:ext>
            </a:extLst>
          </p:cNvPr>
          <p:cNvSpPr>
            <a:spLocks noGrp="1"/>
          </p:cNvSpPr>
          <p:nvPr/>
        </p:nvSpPr>
        <p:spPr>
          <a:xfrm>
            <a:off x="7866010" y="6942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u7j_2_build_PredictedAtoms_31">
            <a:extLst>
              <a:ext uri="{FF2B5EF4-FFF2-40B4-BE49-F238E27FC236}">
                <a16:creationId xmlns:a16="http://schemas.microsoft.com/office/drawing/2014/main" id="{F9131DC6-21A4-4094-B625-E3564603C58C}"/>
              </a:ext>
            </a:extLst>
          </p:cNvPr>
          <p:cNvSpPr>
            <a:spLocks noGrp="1"/>
          </p:cNvSpPr>
          <p:nvPr/>
        </p:nvSpPr>
        <p:spPr>
          <a:xfrm>
            <a:off x="7875685" y="68496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u7j_2_build_PredictedAtoms_32">
            <a:extLst>
              <a:ext uri="{FF2B5EF4-FFF2-40B4-BE49-F238E27FC236}">
                <a16:creationId xmlns:a16="http://schemas.microsoft.com/office/drawing/2014/main" id="{3060043B-D350-4E17-A300-77778484D442}"/>
              </a:ext>
            </a:extLst>
          </p:cNvPr>
          <p:cNvSpPr>
            <a:spLocks noGrp="1"/>
          </p:cNvSpPr>
          <p:nvPr/>
        </p:nvSpPr>
        <p:spPr>
          <a:xfrm>
            <a:off x="8023711" y="69860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u7j_2_build_PredictedAtoms_33">
            <a:extLst>
              <a:ext uri="{FF2B5EF4-FFF2-40B4-BE49-F238E27FC236}">
                <a16:creationId xmlns:a16="http://schemas.microsoft.com/office/drawing/2014/main" id="{76141EBD-85CE-416E-A41E-29008722DB52}"/>
              </a:ext>
            </a:extLst>
          </p:cNvPr>
          <p:cNvSpPr>
            <a:spLocks noGrp="1"/>
          </p:cNvSpPr>
          <p:nvPr/>
        </p:nvSpPr>
        <p:spPr>
          <a:xfrm>
            <a:off x="8049016" y="70901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u7j_2_build_PredictedAtoms_34">
            <a:extLst>
              <a:ext uri="{FF2B5EF4-FFF2-40B4-BE49-F238E27FC236}">
                <a16:creationId xmlns:a16="http://schemas.microsoft.com/office/drawing/2014/main" id="{82A5B6DD-00C3-460D-8BCB-133E8FB96554}"/>
              </a:ext>
            </a:extLst>
          </p:cNvPr>
          <p:cNvSpPr>
            <a:spLocks noGrp="1"/>
          </p:cNvSpPr>
          <p:nvPr/>
        </p:nvSpPr>
        <p:spPr>
          <a:xfrm>
            <a:off x="8111344" y="6984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u7j_2_build_PredictedAtoms_35">
            <a:extLst>
              <a:ext uri="{FF2B5EF4-FFF2-40B4-BE49-F238E27FC236}">
                <a16:creationId xmlns:a16="http://schemas.microsoft.com/office/drawing/2014/main" id="{3A0BCC31-8578-4B50-B82D-6743395855D9}"/>
              </a:ext>
            </a:extLst>
          </p:cNvPr>
          <p:cNvSpPr>
            <a:spLocks noGrp="1"/>
          </p:cNvSpPr>
          <p:nvPr/>
        </p:nvSpPr>
        <p:spPr>
          <a:xfrm>
            <a:off x="8226933" y="7036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u7j_2_build_Clashes_0">
            <a:extLst>
              <a:ext uri="{FF2B5EF4-FFF2-40B4-BE49-F238E27FC236}">
                <a16:creationId xmlns:a16="http://schemas.microsoft.com/office/drawing/2014/main" id="{C8B7EABD-6F93-49DA-AAC3-77CBFC7F03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1" name="9u7j_2_build_Clashes_1">
            <a:extLst>
              <a:ext uri="{FF2B5EF4-FFF2-40B4-BE49-F238E27FC236}">
                <a16:creationId xmlns:a16="http://schemas.microsoft.com/office/drawing/2014/main" id="{B61F87B7-A0F5-456C-A1A7-01415351F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2" name="9u7j_2_build_Clashes_2">
            <a:extLst>
              <a:ext uri="{FF2B5EF4-FFF2-40B4-BE49-F238E27FC236}">
                <a16:creationId xmlns:a16="http://schemas.microsoft.com/office/drawing/2014/main" id="{C4804ECB-A94C-4759-B6B6-70AD4DA54A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3" name="9u7j_2_build_Clashes_3">
            <a:extLst>
              <a:ext uri="{FF2B5EF4-FFF2-40B4-BE49-F238E27FC236}">
                <a16:creationId xmlns:a16="http://schemas.microsoft.com/office/drawing/2014/main" id="{F3465DAC-BB31-4F45-B22D-E46ABFBCC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4" name="9u7j_2_build_Clashes_4">
            <a:extLst>
              <a:ext uri="{FF2B5EF4-FFF2-40B4-BE49-F238E27FC236}">
                <a16:creationId xmlns:a16="http://schemas.microsoft.com/office/drawing/2014/main" id="{8CAAD7A5-0317-4D92-9314-84E906A8EF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5" name="9u7j_2_build_Clashes_5">
            <a:extLst>
              <a:ext uri="{FF2B5EF4-FFF2-40B4-BE49-F238E27FC236}">
                <a16:creationId xmlns:a16="http://schemas.microsoft.com/office/drawing/2014/main" id="{E589FFC6-EEF4-42F3-9F65-6C047E178A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6" name="9u7j_2_build_Clashes_6">
            <a:extLst>
              <a:ext uri="{FF2B5EF4-FFF2-40B4-BE49-F238E27FC236}">
                <a16:creationId xmlns:a16="http://schemas.microsoft.com/office/drawing/2014/main" id="{894FB609-AE62-4BA6-AF09-D87FA369E8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7" name="9u7j_2_build_Clashes_7">
            <a:extLst>
              <a:ext uri="{FF2B5EF4-FFF2-40B4-BE49-F238E27FC236}">
                <a16:creationId xmlns:a16="http://schemas.microsoft.com/office/drawing/2014/main" id="{8FDA1448-D36E-4503-B128-951A5A4BE2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8" name="9u7j_2_build_Clashes_8">
            <a:extLst>
              <a:ext uri="{FF2B5EF4-FFF2-40B4-BE49-F238E27FC236}">
                <a16:creationId xmlns:a16="http://schemas.microsoft.com/office/drawing/2014/main" id="{E22E9FF0-B02B-4DD5-A633-21FC9A6468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9" name="9u7j_2_build_Clashes_9">
            <a:extLst>
              <a:ext uri="{FF2B5EF4-FFF2-40B4-BE49-F238E27FC236}">
                <a16:creationId xmlns:a16="http://schemas.microsoft.com/office/drawing/2014/main" id="{6C186A46-4178-4370-AFD3-6E9C0BE819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u7j_2_build_ClashingReceptorAtoms_1">
            <a:extLst>
              <a:ext uri="{FF2B5EF4-FFF2-40B4-BE49-F238E27FC236}">
                <a16:creationId xmlns:a16="http://schemas.microsoft.com/office/drawing/2014/main" id="{483E9528-BEC0-463A-99F3-BF1454934B48}"/>
              </a:ext>
            </a:extLst>
          </p:cNvPr>
          <p:cNvSpPr>
            <a:spLocks noGrp="1"/>
          </p:cNvSpPr>
          <p:nvPr/>
        </p:nvSpPr>
        <p:spPr>
          <a:xfrm>
            <a:off x="7146116" y="73850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1" name="9u7j_2_build_ClashingReceptorAtoms_2">
            <a:extLst>
              <a:ext uri="{FF2B5EF4-FFF2-40B4-BE49-F238E27FC236}">
                <a16:creationId xmlns:a16="http://schemas.microsoft.com/office/drawing/2014/main" id="{EDCFCCAD-32C7-4885-892A-42CBDCE49E70}"/>
              </a:ext>
            </a:extLst>
          </p:cNvPr>
          <p:cNvSpPr>
            <a:spLocks noGrp="1"/>
          </p:cNvSpPr>
          <p:nvPr/>
        </p:nvSpPr>
        <p:spPr>
          <a:xfrm>
            <a:off x="7015013" y="73601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2" name="9u7j_2_build_ClashingReceptorAtoms_3">
            <a:extLst>
              <a:ext uri="{FF2B5EF4-FFF2-40B4-BE49-F238E27FC236}">
                <a16:creationId xmlns:a16="http://schemas.microsoft.com/office/drawing/2014/main" id="{256B8573-7824-46EC-9DA0-EF953A255930}"/>
              </a:ext>
            </a:extLst>
          </p:cNvPr>
          <p:cNvSpPr>
            <a:spLocks noGrp="1"/>
          </p:cNvSpPr>
          <p:nvPr/>
        </p:nvSpPr>
        <p:spPr>
          <a:xfrm>
            <a:off x="7237509" y="72901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3" name="stage3-cases-main_38">
            <a:extLst>
              <a:ext uri="{FF2B5EF4-FFF2-40B4-BE49-F238E27FC236}">
                <a16:creationId xmlns:a16="http://schemas.microsoft.com/office/drawing/2014/main" id="{4016C4A4-2EE2-4F2D-8E57-7EB1DFA8B30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354" name="stage3-cases-main_39">
            <a:extLst>
              <a:ext uri="{FF2B5EF4-FFF2-40B4-BE49-F238E27FC236}">
                <a16:creationId xmlns:a16="http://schemas.microsoft.com/office/drawing/2014/main" id="{80591472-A153-48DC-BB93-AE028E1C1C21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355" name="stage3-cases-main_40">
            <a:extLst>
              <a:ext uri="{FF2B5EF4-FFF2-40B4-BE49-F238E27FC236}">
                <a16:creationId xmlns:a16="http://schemas.microsoft.com/office/drawing/2014/main" id="{24E191F7-EEB3-4977-AC90-77D774A55D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56" name="stage3-cases-main_41">
            <a:extLst>
              <a:ext uri="{FF2B5EF4-FFF2-40B4-BE49-F238E27FC236}">
                <a16:creationId xmlns:a16="http://schemas.microsoft.com/office/drawing/2014/main" id="{D5914A2D-EAF3-4DD6-931C-A3BBAC31FA02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57" name="9wup_2_official_Receptor">
            <a:extLst>
              <a:ext uri="{FF2B5EF4-FFF2-40B4-BE49-F238E27FC236}">
                <a16:creationId xmlns:a16="http://schemas.microsoft.com/office/drawing/2014/main" id="{3CDD37B7-D97E-41B5-ADEC-829269E6B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58" name="9wup_2_official_ExperimentalDensity">
            <a:extLst>
              <a:ext uri="{FF2B5EF4-FFF2-40B4-BE49-F238E27FC236}">
                <a16:creationId xmlns:a16="http://schemas.microsoft.com/office/drawing/2014/main" id="{4C59CC59-229C-4611-AA6E-75026A8634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59" name="9wup_2_official_ReferenceLigand_0">
            <a:extLst>
              <a:ext uri="{FF2B5EF4-FFF2-40B4-BE49-F238E27FC236}">
                <a16:creationId xmlns:a16="http://schemas.microsoft.com/office/drawing/2014/main" id="{449D0316-152A-4489-AE70-644C27B4F65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wup_2_official_ReferenceLigand_1">
            <a:extLst>
              <a:ext uri="{FF2B5EF4-FFF2-40B4-BE49-F238E27FC236}">
                <a16:creationId xmlns:a16="http://schemas.microsoft.com/office/drawing/2014/main" id="{555CCB1D-B490-4112-8AAA-0FF4DED68E7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wup_2_official_ReferenceLigand_2">
            <a:extLst>
              <a:ext uri="{FF2B5EF4-FFF2-40B4-BE49-F238E27FC236}">
                <a16:creationId xmlns:a16="http://schemas.microsoft.com/office/drawing/2014/main" id="{AF18ECE6-CAF2-4D3B-B155-94C00B5CB3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wup_2_official_ReferenceLigand_3">
            <a:extLst>
              <a:ext uri="{FF2B5EF4-FFF2-40B4-BE49-F238E27FC236}">
                <a16:creationId xmlns:a16="http://schemas.microsoft.com/office/drawing/2014/main" id="{A342E770-85AB-47A1-99D0-224B87DE728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wup_2_official_ReferenceLigand_4">
            <a:extLst>
              <a:ext uri="{FF2B5EF4-FFF2-40B4-BE49-F238E27FC236}">
                <a16:creationId xmlns:a16="http://schemas.microsoft.com/office/drawing/2014/main" id="{94E61BEC-81EE-40BD-9C13-FB591C35867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wup_2_official_ReferenceLigand_5">
            <a:extLst>
              <a:ext uri="{FF2B5EF4-FFF2-40B4-BE49-F238E27FC236}">
                <a16:creationId xmlns:a16="http://schemas.microsoft.com/office/drawing/2014/main" id="{5494DB68-0D28-4AB0-BC80-BBAB8BA9CB9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wup_2_official_ReferenceLigand_6">
            <a:extLst>
              <a:ext uri="{FF2B5EF4-FFF2-40B4-BE49-F238E27FC236}">
                <a16:creationId xmlns:a16="http://schemas.microsoft.com/office/drawing/2014/main" id="{49421413-219F-41CC-9BB1-F5D574370CD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wup_2_official_ReferenceLigand_7">
            <a:extLst>
              <a:ext uri="{FF2B5EF4-FFF2-40B4-BE49-F238E27FC236}">
                <a16:creationId xmlns:a16="http://schemas.microsoft.com/office/drawing/2014/main" id="{2A88168A-294D-4144-B73A-4E82C1F254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official_ReferenceLigand_8">
            <a:extLst>
              <a:ext uri="{FF2B5EF4-FFF2-40B4-BE49-F238E27FC236}">
                <a16:creationId xmlns:a16="http://schemas.microsoft.com/office/drawing/2014/main" id="{401B6C67-3EC3-47B2-A647-22DF7DD72BE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official_ReferenceLigand_9">
            <a:extLst>
              <a:ext uri="{FF2B5EF4-FFF2-40B4-BE49-F238E27FC236}">
                <a16:creationId xmlns:a16="http://schemas.microsoft.com/office/drawing/2014/main" id="{E0FB3DB8-981C-410A-8EBE-98AD81A04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official_ReferenceLigand_10">
            <a:extLst>
              <a:ext uri="{FF2B5EF4-FFF2-40B4-BE49-F238E27FC236}">
                <a16:creationId xmlns:a16="http://schemas.microsoft.com/office/drawing/2014/main" id="{8EBA4C75-D9E9-44DB-9979-251624066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official_ReferenceLigand_11">
            <a:extLst>
              <a:ext uri="{FF2B5EF4-FFF2-40B4-BE49-F238E27FC236}">
                <a16:creationId xmlns:a16="http://schemas.microsoft.com/office/drawing/2014/main" id="{557FD769-27F8-4D51-8612-96F71471F0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official_ReferenceLigand_12">
            <a:extLst>
              <a:ext uri="{FF2B5EF4-FFF2-40B4-BE49-F238E27FC236}">
                <a16:creationId xmlns:a16="http://schemas.microsoft.com/office/drawing/2014/main" id="{04555B97-C436-44A0-A42E-E1E78CD513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official_ReferenceLigand_13">
            <a:extLst>
              <a:ext uri="{FF2B5EF4-FFF2-40B4-BE49-F238E27FC236}">
                <a16:creationId xmlns:a16="http://schemas.microsoft.com/office/drawing/2014/main" id="{93C8D282-08F7-4F55-A902-CCAD1A4C16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official_ReferenceLigand_14">
            <a:extLst>
              <a:ext uri="{FF2B5EF4-FFF2-40B4-BE49-F238E27FC236}">
                <a16:creationId xmlns:a16="http://schemas.microsoft.com/office/drawing/2014/main" id="{20B2D58A-36BE-4026-93F9-E4398B1670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official_ReferenceLigand_15">
            <a:extLst>
              <a:ext uri="{FF2B5EF4-FFF2-40B4-BE49-F238E27FC236}">
                <a16:creationId xmlns:a16="http://schemas.microsoft.com/office/drawing/2014/main" id="{8C76E220-0805-4993-B78B-AADCFAB7C1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official_ReferenceLigand_16">
            <a:extLst>
              <a:ext uri="{FF2B5EF4-FFF2-40B4-BE49-F238E27FC236}">
                <a16:creationId xmlns:a16="http://schemas.microsoft.com/office/drawing/2014/main" id="{4E90A90F-8EAD-4B2A-8A56-1FC9A443C72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official_ReferenceLigand_17">
            <a:extLst>
              <a:ext uri="{FF2B5EF4-FFF2-40B4-BE49-F238E27FC236}">
                <a16:creationId xmlns:a16="http://schemas.microsoft.com/office/drawing/2014/main" id="{068321F8-6199-4B72-808E-DD875F420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official_ReferenceLigand_18">
            <a:extLst>
              <a:ext uri="{FF2B5EF4-FFF2-40B4-BE49-F238E27FC236}">
                <a16:creationId xmlns:a16="http://schemas.microsoft.com/office/drawing/2014/main" id="{AC4B7A83-A109-409D-BCB4-5737F707AD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official_ReferenceLigand_19">
            <a:extLst>
              <a:ext uri="{FF2B5EF4-FFF2-40B4-BE49-F238E27FC236}">
                <a16:creationId xmlns:a16="http://schemas.microsoft.com/office/drawing/2014/main" id="{043B3180-7F5C-4903-9814-6A26BB8739E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official_ReferenceLigand_20">
            <a:extLst>
              <a:ext uri="{FF2B5EF4-FFF2-40B4-BE49-F238E27FC236}">
                <a16:creationId xmlns:a16="http://schemas.microsoft.com/office/drawing/2014/main" id="{9AB3F60E-9F7B-4A90-896E-5B800584B66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official_ReferenceLigand_21">
            <a:extLst>
              <a:ext uri="{FF2B5EF4-FFF2-40B4-BE49-F238E27FC236}">
                <a16:creationId xmlns:a16="http://schemas.microsoft.com/office/drawing/2014/main" id="{DA072D5A-6D1D-41AC-9C5F-05E7E07C92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official_ReferenceLigand_22">
            <a:extLst>
              <a:ext uri="{FF2B5EF4-FFF2-40B4-BE49-F238E27FC236}">
                <a16:creationId xmlns:a16="http://schemas.microsoft.com/office/drawing/2014/main" id="{2FDC8358-E88F-4A81-9D92-2EBB36D7CE4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official_ReferenceLigand_23">
            <a:extLst>
              <a:ext uri="{FF2B5EF4-FFF2-40B4-BE49-F238E27FC236}">
                <a16:creationId xmlns:a16="http://schemas.microsoft.com/office/drawing/2014/main" id="{A190B668-C449-45E9-94E7-D8848FDBA74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official_ReferenceLigand_24">
            <a:extLst>
              <a:ext uri="{FF2B5EF4-FFF2-40B4-BE49-F238E27FC236}">
                <a16:creationId xmlns:a16="http://schemas.microsoft.com/office/drawing/2014/main" id="{4C05694F-ABE1-4919-9E60-F14AB47E752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official_ReferenceLigand_25">
            <a:extLst>
              <a:ext uri="{FF2B5EF4-FFF2-40B4-BE49-F238E27FC236}">
                <a16:creationId xmlns:a16="http://schemas.microsoft.com/office/drawing/2014/main" id="{85D598E8-1986-488A-88BD-0342CC9E4FC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official_ReferenceLigand_26">
            <a:extLst>
              <a:ext uri="{FF2B5EF4-FFF2-40B4-BE49-F238E27FC236}">
                <a16:creationId xmlns:a16="http://schemas.microsoft.com/office/drawing/2014/main" id="{72326AE6-4076-4BC5-A169-C402E2F1F13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official_ReferenceLigand_27">
            <a:extLst>
              <a:ext uri="{FF2B5EF4-FFF2-40B4-BE49-F238E27FC236}">
                <a16:creationId xmlns:a16="http://schemas.microsoft.com/office/drawing/2014/main" id="{3A77D8BE-59C7-414A-9291-2E81C16775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official_ReferenceLigand_28">
            <a:extLst>
              <a:ext uri="{FF2B5EF4-FFF2-40B4-BE49-F238E27FC236}">
                <a16:creationId xmlns:a16="http://schemas.microsoft.com/office/drawing/2014/main" id="{97B96BB4-8746-4F59-928A-B41D7A72AF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official_ReferenceLigand_29">
            <a:extLst>
              <a:ext uri="{FF2B5EF4-FFF2-40B4-BE49-F238E27FC236}">
                <a16:creationId xmlns:a16="http://schemas.microsoft.com/office/drawing/2014/main" id="{7B8FAB61-8689-4C5D-B0A4-B816B9B2C2A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official_ReferenceLigand_30">
            <a:extLst>
              <a:ext uri="{FF2B5EF4-FFF2-40B4-BE49-F238E27FC236}">
                <a16:creationId xmlns:a16="http://schemas.microsoft.com/office/drawing/2014/main" id="{989DF189-FEA9-4317-8C52-CA31B339DBD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official_ReferenceLigand_31">
            <a:extLst>
              <a:ext uri="{FF2B5EF4-FFF2-40B4-BE49-F238E27FC236}">
                <a16:creationId xmlns:a16="http://schemas.microsoft.com/office/drawing/2014/main" id="{3451965C-129E-4E32-847E-F08CD456F59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official_ReferenceLigand_32">
            <a:extLst>
              <a:ext uri="{FF2B5EF4-FFF2-40B4-BE49-F238E27FC236}">
                <a16:creationId xmlns:a16="http://schemas.microsoft.com/office/drawing/2014/main" id="{1903AA86-3817-4741-99CC-309FD1C0144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official_ReferenceLigand_33">
            <a:extLst>
              <a:ext uri="{FF2B5EF4-FFF2-40B4-BE49-F238E27FC236}">
                <a16:creationId xmlns:a16="http://schemas.microsoft.com/office/drawing/2014/main" id="{AD072E23-8DBA-43BF-A876-81B031289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official_ReferenceLigand_34">
            <a:extLst>
              <a:ext uri="{FF2B5EF4-FFF2-40B4-BE49-F238E27FC236}">
                <a16:creationId xmlns:a16="http://schemas.microsoft.com/office/drawing/2014/main" id="{62FE30BB-D518-4BB3-BFC5-EBA338E5EC5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official_ReferenceLigand_35">
            <a:extLst>
              <a:ext uri="{FF2B5EF4-FFF2-40B4-BE49-F238E27FC236}">
                <a16:creationId xmlns:a16="http://schemas.microsoft.com/office/drawing/2014/main" id="{2CB3284D-B340-41B6-B695-A2B220A5482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official_ReferenceLigand_36">
            <a:extLst>
              <a:ext uri="{FF2B5EF4-FFF2-40B4-BE49-F238E27FC236}">
                <a16:creationId xmlns:a16="http://schemas.microsoft.com/office/drawing/2014/main" id="{71665572-F9AF-4B26-9B30-CBE58A7C37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official_ReferenceLigand_37">
            <a:extLst>
              <a:ext uri="{FF2B5EF4-FFF2-40B4-BE49-F238E27FC236}">
                <a16:creationId xmlns:a16="http://schemas.microsoft.com/office/drawing/2014/main" id="{09A362A5-037F-477F-9F9C-00B7F79027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official_ReferenceLigand_38">
            <a:extLst>
              <a:ext uri="{FF2B5EF4-FFF2-40B4-BE49-F238E27FC236}">
                <a16:creationId xmlns:a16="http://schemas.microsoft.com/office/drawing/2014/main" id="{24D5CF51-0400-49F9-98BE-2CC5C941D9E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official_ReferenceLigand_39">
            <a:extLst>
              <a:ext uri="{FF2B5EF4-FFF2-40B4-BE49-F238E27FC236}">
                <a16:creationId xmlns:a16="http://schemas.microsoft.com/office/drawing/2014/main" id="{CE538E71-E163-4524-80A5-E44078F5694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official_ReferenceLigand_40">
            <a:extLst>
              <a:ext uri="{FF2B5EF4-FFF2-40B4-BE49-F238E27FC236}">
                <a16:creationId xmlns:a16="http://schemas.microsoft.com/office/drawing/2014/main" id="{83867E76-3595-42DC-A552-0E7163D1B7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official_ReferenceLigand_41">
            <a:extLst>
              <a:ext uri="{FF2B5EF4-FFF2-40B4-BE49-F238E27FC236}">
                <a16:creationId xmlns:a16="http://schemas.microsoft.com/office/drawing/2014/main" id="{BA06E711-622A-4071-9FBD-45F2CA011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official_ReferenceLigand_42">
            <a:extLst>
              <a:ext uri="{FF2B5EF4-FFF2-40B4-BE49-F238E27FC236}">
                <a16:creationId xmlns:a16="http://schemas.microsoft.com/office/drawing/2014/main" id="{F3C25987-21D1-4960-9EC2-9171F5E71D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official_ReferenceLigand_43">
            <a:extLst>
              <a:ext uri="{FF2B5EF4-FFF2-40B4-BE49-F238E27FC236}">
                <a16:creationId xmlns:a16="http://schemas.microsoft.com/office/drawing/2014/main" id="{D520FBF9-70C1-4AC4-9CA5-6A8A999600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official_ReferenceLigand_44">
            <a:extLst>
              <a:ext uri="{FF2B5EF4-FFF2-40B4-BE49-F238E27FC236}">
                <a16:creationId xmlns:a16="http://schemas.microsoft.com/office/drawing/2014/main" id="{C838527C-9130-44A4-9C06-26B26292AD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official_ReferenceLigand_45">
            <a:extLst>
              <a:ext uri="{FF2B5EF4-FFF2-40B4-BE49-F238E27FC236}">
                <a16:creationId xmlns:a16="http://schemas.microsoft.com/office/drawing/2014/main" id="{560C89EF-5EB9-4C1D-9E7E-E6D3DB7E420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official_ReferenceLigand_46">
            <a:extLst>
              <a:ext uri="{FF2B5EF4-FFF2-40B4-BE49-F238E27FC236}">
                <a16:creationId xmlns:a16="http://schemas.microsoft.com/office/drawing/2014/main" id="{521FCDA1-6446-474C-BFF1-B5A821C7EE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official_ReferenceLigand_47">
            <a:extLst>
              <a:ext uri="{FF2B5EF4-FFF2-40B4-BE49-F238E27FC236}">
                <a16:creationId xmlns:a16="http://schemas.microsoft.com/office/drawing/2014/main" id="{DFB4B8E9-3C5C-4F84-93B2-B8EA849269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official_ReferenceLigand_48">
            <a:extLst>
              <a:ext uri="{FF2B5EF4-FFF2-40B4-BE49-F238E27FC236}">
                <a16:creationId xmlns:a16="http://schemas.microsoft.com/office/drawing/2014/main" id="{2C73DEBD-1113-44D0-9E59-AAB898EEC9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official_ReferenceLigand_49">
            <a:extLst>
              <a:ext uri="{FF2B5EF4-FFF2-40B4-BE49-F238E27FC236}">
                <a16:creationId xmlns:a16="http://schemas.microsoft.com/office/drawing/2014/main" id="{B353049B-6719-4BE2-995D-4EDA2D9D9F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official_ReferenceLigand_50">
            <a:extLst>
              <a:ext uri="{FF2B5EF4-FFF2-40B4-BE49-F238E27FC236}">
                <a16:creationId xmlns:a16="http://schemas.microsoft.com/office/drawing/2014/main" id="{2D05C9CB-95F8-4B0B-BAC2-AEC52B06932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official_ReferenceLigand_51">
            <a:extLst>
              <a:ext uri="{FF2B5EF4-FFF2-40B4-BE49-F238E27FC236}">
                <a16:creationId xmlns:a16="http://schemas.microsoft.com/office/drawing/2014/main" id="{2D880AE0-5E4E-4223-8F93-A9FA5419CE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official_ReferenceLigand_52">
            <a:extLst>
              <a:ext uri="{FF2B5EF4-FFF2-40B4-BE49-F238E27FC236}">
                <a16:creationId xmlns:a16="http://schemas.microsoft.com/office/drawing/2014/main" id="{59C73C21-E034-4151-8A69-BABE8B67E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official_ReferenceLigand_53">
            <a:extLst>
              <a:ext uri="{FF2B5EF4-FFF2-40B4-BE49-F238E27FC236}">
                <a16:creationId xmlns:a16="http://schemas.microsoft.com/office/drawing/2014/main" id="{79773A6B-F38F-455B-A730-FC68E3F0EF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official_ReferenceLigand_54">
            <a:extLst>
              <a:ext uri="{FF2B5EF4-FFF2-40B4-BE49-F238E27FC236}">
                <a16:creationId xmlns:a16="http://schemas.microsoft.com/office/drawing/2014/main" id="{C501819B-C89D-42A8-9B38-BB122EC14C2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official_ReferenceLigand_55">
            <a:extLst>
              <a:ext uri="{FF2B5EF4-FFF2-40B4-BE49-F238E27FC236}">
                <a16:creationId xmlns:a16="http://schemas.microsoft.com/office/drawing/2014/main" id="{4745730E-C4BB-40E7-8931-2118B482705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official_ReferenceLigand_56">
            <a:extLst>
              <a:ext uri="{FF2B5EF4-FFF2-40B4-BE49-F238E27FC236}">
                <a16:creationId xmlns:a16="http://schemas.microsoft.com/office/drawing/2014/main" id="{4EE00398-435F-439A-9F5D-6B72AEC4A37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official_ReferenceLigand_57">
            <a:extLst>
              <a:ext uri="{FF2B5EF4-FFF2-40B4-BE49-F238E27FC236}">
                <a16:creationId xmlns:a16="http://schemas.microsoft.com/office/drawing/2014/main" id="{B85FEC8D-8637-41B5-94BA-D5CCF6785E5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official_PredictedLigand_0">
            <a:extLst>
              <a:ext uri="{FF2B5EF4-FFF2-40B4-BE49-F238E27FC236}">
                <a16:creationId xmlns:a16="http://schemas.microsoft.com/office/drawing/2014/main" id="{C48C9828-A666-42C9-B98C-D3537CB1CC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8" name="9wup_2_official_PredictedLigand_1">
            <a:extLst>
              <a:ext uri="{FF2B5EF4-FFF2-40B4-BE49-F238E27FC236}">
                <a16:creationId xmlns:a16="http://schemas.microsoft.com/office/drawing/2014/main" id="{9D19762E-2236-4DDE-A969-83FEBAAEC1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9" name="9wup_2_official_PredictedLigand_2">
            <a:extLst>
              <a:ext uri="{FF2B5EF4-FFF2-40B4-BE49-F238E27FC236}">
                <a16:creationId xmlns:a16="http://schemas.microsoft.com/office/drawing/2014/main" id="{A2F93EEC-DCA9-401F-A250-7414966CBC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0" name="9wup_2_official_PredictedLigand_3">
            <a:extLst>
              <a:ext uri="{FF2B5EF4-FFF2-40B4-BE49-F238E27FC236}">
                <a16:creationId xmlns:a16="http://schemas.microsoft.com/office/drawing/2014/main" id="{B425D695-9FDD-4490-B8FB-D57DB70192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1" name="9wup_2_official_PredictedLigand_4">
            <a:extLst>
              <a:ext uri="{FF2B5EF4-FFF2-40B4-BE49-F238E27FC236}">
                <a16:creationId xmlns:a16="http://schemas.microsoft.com/office/drawing/2014/main" id="{F78603A8-F2C8-4897-9FD3-5D9FE189D31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2" name="9wup_2_official_PredictedLigand_5">
            <a:extLst>
              <a:ext uri="{FF2B5EF4-FFF2-40B4-BE49-F238E27FC236}">
                <a16:creationId xmlns:a16="http://schemas.microsoft.com/office/drawing/2014/main" id="{F2B2A298-1A86-43C6-AD2F-F24806EB747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3" name="9wup_2_official_PredictedLigand_6">
            <a:extLst>
              <a:ext uri="{FF2B5EF4-FFF2-40B4-BE49-F238E27FC236}">
                <a16:creationId xmlns:a16="http://schemas.microsoft.com/office/drawing/2014/main" id="{33B72282-F510-4A4E-882F-A02AC78D903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4" name="9wup_2_official_PredictedLigand_7">
            <a:extLst>
              <a:ext uri="{FF2B5EF4-FFF2-40B4-BE49-F238E27FC236}">
                <a16:creationId xmlns:a16="http://schemas.microsoft.com/office/drawing/2014/main" id="{F93B08E1-2A62-498F-9F79-3448DD08740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5" name="9wup_2_official_PredictedLigand_8">
            <a:extLst>
              <a:ext uri="{FF2B5EF4-FFF2-40B4-BE49-F238E27FC236}">
                <a16:creationId xmlns:a16="http://schemas.microsoft.com/office/drawing/2014/main" id="{6A7BA3B2-964E-410B-9431-59E78E5C9C8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6" name="9wup_2_official_PredictedLigand_9">
            <a:extLst>
              <a:ext uri="{FF2B5EF4-FFF2-40B4-BE49-F238E27FC236}">
                <a16:creationId xmlns:a16="http://schemas.microsoft.com/office/drawing/2014/main" id="{6B0590B4-7ED5-4892-8CA3-7453890B5EF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7" name="9wup_2_official_PredictedLigand_10">
            <a:extLst>
              <a:ext uri="{FF2B5EF4-FFF2-40B4-BE49-F238E27FC236}">
                <a16:creationId xmlns:a16="http://schemas.microsoft.com/office/drawing/2014/main" id="{48107B9C-5C7F-4671-91AD-C0784114EA3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8" name="9wup_2_official_PredictedLigand_11">
            <a:extLst>
              <a:ext uri="{FF2B5EF4-FFF2-40B4-BE49-F238E27FC236}">
                <a16:creationId xmlns:a16="http://schemas.microsoft.com/office/drawing/2014/main" id="{C3E4343F-376C-4998-ACB5-09CD62D44D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9" name="9wup_2_official_PredictedLigand_12">
            <a:extLst>
              <a:ext uri="{FF2B5EF4-FFF2-40B4-BE49-F238E27FC236}">
                <a16:creationId xmlns:a16="http://schemas.microsoft.com/office/drawing/2014/main" id="{7FD7B24C-6730-469B-8033-998177AA01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0" name="9wup_2_official_PredictedLigand_13">
            <a:extLst>
              <a:ext uri="{FF2B5EF4-FFF2-40B4-BE49-F238E27FC236}">
                <a16:creationId xmlns:a16="http://schemas.microsoft.com/office/drawing/2014/main" id="{B6CF4F6E-AC24-4F7E-9D83-920C6D0C9B8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1" name="9wup_2_official_PredictedLigand_14">
            <a:extLst>
              <a:ext uri="{FF2B5EF4-FFF2-40B4-BE49-F238E27FC236}">
                <a16:creationId xmlns:a16="http://schemas.microsoft.com/office/drawing/2014/main" id="{CCED4BC3-E074-43A1-B7CD-2B3382EF72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2" name="9wup_2_official_PredictedLigand_15">
            <a:extLst>
              <a:ext uri="{FF2B5EF4-FFF2-40B4-BE49-F238E27FC236}">
                <a16:creationId xmlns:a16="http://schemas.microsoft.com/office/drawing/2014/main" id="{60E9B90C-B53B-4D5A-AC6C-4B66445398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3" name="9wup_2_official_PredictedLigand_16">
            <a:extLst>
              <a:ext uri="{FF2B5EF4-FFF2-40B4-BE49-F238E27FC236}">
                <a16:creationId xmlns:a16="http://schemas.microsoft.com/office/drawing/2014/main" id="{638EF19E-9E68-4023-A5D8-B658722A39F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4" name="9wup_2_official_PredictedLigand_17">
            <a:extLst>
              <a:ext uri="{FF2B5EF4-FFF2-40B4-BE49-F238E27FC236}">
                <a16:creationId xmlns:a16="http://schemas.microsoft.com/office/drawing/2014/main" id="{605EAC9C-25F3-475C-B855-4D8AC0EF3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5" name="9wup_2_official_PredictedLigand_18">
            <a:extLst>
              <a:ext uri="{FF2B5EF4-FFF2-40B4-BE49-F238E27FC236}">
                <a16:creationId xmlns:a16="http://schemas.microsoft.com/office/drawing/2014/main" id="{854F6D79-887E-4452-8ADF-ED78CF2B0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6" name="9wup_2_official_PredictedLigand_19">
            <a:extLst>
              <a:ext uri="{FF2B5EF4-FFF2-40B4-BE49-F238E27FC236}">
                <a16:creationId xmlns:a16="http://schemas.microsoft.com/office/drawing/2014/main" id="{4DB6B062-B134-4E09-AE76-DE59F11F568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7" name="9wup_2_official_PredictedLigand_20">
            <a:extLst>
              <a:ext uri="{FF2B5EF4-FFF2-40B4-BE49-F238E27FC236}">
                <a16:creationId xmlns:a16="http://schemas.microsoft.com/office/drawing/2014/main" id="{AEB493D6-60E8-4D5E-8393-AA6840C671B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8" name="9wup_2_official_PredictedLigand_21">
            <a:extLst>
              <a:ext uri="{FF2B5EF4-FFF2-40B4-BE49-F238E27FC236}">
                <a16:creationId xmlns:a16="http://schemas.microsoft.com/office/drawing/2014/main" id="{C5F86FFF-E73B-4340-99D8-93DEBA9098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9" name="9wup_2_official_PredictedLigand_22">
            <a:extLst>
              <a:ext uri="{FF2B5EF4-FFF2-40B4-BE49-F238E27FC236}">
                <a16:creationId xmlns:a16="http://schemas.microsoft.com/office/drawing/2014/main" id="{E4F04759-7546-4875-96A7-913855D45BA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0" name="9wup_2_official_PredictedLigand_23">
            <a:extLst>
              <a:ext uri="{FF2B5EF4-FFF2-40B4-BE49-F238E27FC236}">
                <a16:creationId xmlns:a16="http://schemas.microsoft.com/office/drawing/2014/main" id="{5C6E8C76-450E-4508-AF42-D8619F5628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1" name="9wup_2_official_PredictedLigand_24">
            <a:extLst>
              <a:ext uri="{FF2B5EF4-FFF2-40B4-BE49-F238E27FC236}">
                <a16:creationId xmlns:a16="http://schemas.microsoft.com/office/drawing/2014/main" id="{02FEBA89-C125-4C09-A5E1-532C0D5357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2" name="9wup_2_official_PredictedLigand_25">
            <a:extLst>
              <a:ext uri="{FF2B5EF4-FFF2-40B4-BE49-F238E27FC236}">
                <a16:creationId xmlns:a16="http://schemas.microsoft.com/office/drawing/2014/main" id="{CFA1B413-26ED-4005-9EEA-9B6A7E1C6A0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3" name="9wup_2_official_PredictedLigand_26">
            <a:extLst>
              <a:ext uri="{FF2B5EF4-FFF2-40B4-BE49-F238E27FC236}">
                <a16:creationId xmlns:a16="http://schemas.microsoft.com/office/drawing/2014/main" id="{50092581-B6DC-4764-BBDC-274FBC96CD6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4" name="9wup_2_official_PredictedLigand_27">
            <a:extLst>
              <a:ext uri="{FF2B5EF4-FFF2-40B4-BE49-F238E27FC236}">
                <a16:creationId xmlns:a16="http://schemas.microsoft.com/office/drawing/2014/main" id="{B8B69B7A-B04E-4903-AFB4-B6FB504FF9B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5" name="9wup_2_official_PredictedLigand_28">
            <a:extLst>
              <a:ext uri="{FF2B5EF4-FFF2-40B4-BE49-F238E27FC236}">
                <a16:creationId xmlns:a16="http://schemas.microsoft.com/office/drawing/2014/main" id="{89B0C367-89A9-4A35-9627-3FA91ED467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6" name="9wup_2_official_PredictedLigand_29">
            <a:extLst>
              <a:ext uri="{FF2B5EF4-FFF2-40B4-BE49-F238E27FC236}">
                <a16:creationId xmlns:a16="http://schemas.microsoft.com/office/drawing/2014/main" id="{3142F5DF-28E1-40E1-BCED-CB737438E71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7" name="9wup_2_official_PredictedLigand_30">
            <a:extLst>
              <a:ext uri="{FF2B5EF4-FFF2-40B4-BE49-F238E27FC236}">
                <a16:creationId xmlns:a16="http://schemas.microsoft.com/office/drawing/2014/main" id="{2A533CF9-F637-4C29-9597-F802E76A8B6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8" name="9wup_2_official_PredictedLigand_31">
            <a:extLst>
              <a:ext uri="{FF2B5EF4-FFF2-40B4-BE49-F238E27FC236}">
                <a16:creationId xmlns:a16="http://schemas.microsoft.com/office/drawing/2014/main" id="{06D6C86B-4C3E-431B-B633-45586D8E9E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9" name="9wup_2_official_PredictedLigand_32">
            <a:extLst>
              <a:ext uri="{FF2B5EF4-FFF2-40B4-BE49-F238E27FC236}">
                <a16:creationId xmlns:a16="http://schemas.microsoft.com/office/drawing/2014/main" id="{97E3E8F6-8DB9-4F59-B50F-8D854422488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0" name="9wup_2_official_PredictedLigand_33">
            <a:extLst>
              <a:ext uri="{FF2B5EF4-FFF2-40B4-BE49-F238E27FC236}">
                <a16:creationId xmlns:a16="http://schemas.microsoft.com/office/drawing/2014/main" id="{6EE6440F-22EB-4815-9FD1-120F393C63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1" name="9wup_2_official_PredictedLigand_34">
            <a:extLst>
              <a:ext uri="{FF2B5EF4-FFF2-40B4-BE49-F238E27FC236}">
                <a16:creationId xmlns:a16="http://schemas.microsoft.com/office/drawing/2014/main" id="{6072CC61-B7BC-4B4C-904B-AD60C94DF9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2" name="9wup_2_official_PredictedLigand_35">
            <a:extLst>
              <a:ext uri="{FF2B5EF4-FFF2-40B4-BE49-F238E27FC236}">
                <a16:creationId xmlns:a16="http://schemas.microsoft.com/office/drawing/2014/main" id="{739062CE-1CCA-4160-9B07-B84F1163CE1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3" name="9wup_2_official_PredictedLigand_36">
            <a:extLst>
              <a:ext uri="{FF2B5EF4-FFF2-40B4-BE49-F238E27FC236}">
                <a16:creationId xmlns:a16="http://schemas.microsoft.com/office/drawing/2014/main" id="{3509FF03-319F-4D38-940D-2CE07C803B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4" name="9wup_2_official_PredictedLigand_37">
            <a:extLst>
              <a:ext uri="{FF2B5EF4-FFF2-40B4-BE49-F238E27FC236}">
                <a16:creationId xmlns:a16="http://schemas.microsoft.com/office/drawing/2014/main" id="{1C0FC1C7-3458-4EBF-85CB-F15803400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5" name="9wup_2_official_PredictedLigand_38">
            <a:extLst>
              <a:ext uri="{FF2B5EF4-FFF2-40B4-BE49-F238E27FC236}">
                <a16:creationId xmlns:a16="http://schemas.microsoft.com/office/drawing/2014/main" id="{5CCF2FAB-975D-4106-A5F9-8F1EAC1E76F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6" name="9wup_2_official_PredictedLigand_39">
            <a:extLst>
              <a:ext uri="{FF2B5EF4-FFF2-40B4-BE49-F238E27FC236}">
                <a16:creationId xmlns:a16="http://schemas.microsoft.com/office/drawing/2014/main" id="{B6503A67-AAB9-466D-A1A5-2EB175FC77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7" name="9wup_2_official_PredictedLigand_40">
            <a:extLst>
              <a:ext uri="{FF2B5EF4-FFF2-40B4-BE49-F238E27FC236}">
                <a16:creationId xmlns:a16="http://schemas.microsoft.com/office/drawing/2014/main" id="{5D07C715-23AC-4161-9EC3-71BE8F19B2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8" name="9wup_2_official_PredictedLigand_41">
            <a:extLst>
              <a:ext uri="{FF2B5EF4-FFF2-40B4-BE49-F238E27FC236}">
                <a16:creationId xmlns:a16="http://schemas.microsoft.com/office/drawing/2014/main" id="{C720A7F8-DCB3-405A-AD7D-8D37F42C7E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9" name="9wup_2_official_PredictedLigand_42">
            <a:extLst>
              <a:ext uri="{FF2B5EF4-FFF2-40B4-BE49-F238E27FC236}">
                <a16:creationId xmlns:a16="http://schemas.microsoft.com/office/drawing/2014/main" id="{8B9D4D33-7B13-464D-BE00-3866EA28DE0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0" name="9wup_2_official_PredictedLigand_43">
            <a:extLst>
              <a:ext uri="{FF2B5EF4-FFF2-40B4-BE49-F238E27FC236}">
                <a16:creationId xmlns:a16="http://schemas.microsoft.com/office/drawing/2014/main" id="{99CC6DB1-0AC6-4408-B302-61202807DA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1" name="9wup_2_official_PredictedLigand_44">
            <a:extLst>
              <a:ext uri="{FF2B5EF4-FFF2-40B4-BE49-F238E27FC236}">
                <a16:creationId xmlns:a16="http://schemas.microsoft.com/office/drawing/2014/main" id="{3F14B647-0423-4847-B432-30751CD24BD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2" name="9wup_2_official_PredictedLigand_45">
            <a:extLst>
              <a:ext uri="{FF2B5EF4-FFF2-40B4-BE49-F238E27FC236}">
                <a16:creationId xmlns:a16="http://schemas.microsoft.com/office/drawing/2014/main" id="{8BF79344-7A7F-47D5-8844-A711CAC2F1A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3" name="9wup_2_official_PredictedLigand_46">
            <a:extLst>
              <a:ext uri="{FF2B5EF4-FFF2-40B4-BE49-F238E27FC236}">
                <a16:creationId xmlns:a16="http://schemas.microsoft.com/office/drawing/2014/main" id="{0BE69D23-D6ED-4631-847C-CD984F4221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4" name="9wup_2_official_PredictedLigand_47">
            <a:extLst>
              <a:ext uri="{FF2B5EF4-FFF2-40B4-BE49-F238E27FC236}">
                <a16:creationId xmlns:a16="http://schemas.microsoft.com/office/drawing/2014/main" id="{EF01E71E-B7C9-4CA9-B8D2-E809351231E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5" name="9wup_2_official_PredictedLigand_48">
            <a:extLst>
              <a:ext uri="{FF2B5EF4-FFF2-40B4-BE49-F238E27FC236}">
                <a16:creationId xmlns:a16="http://schemas.microsoft.com/office/drawing/2014/main" id="{244526C7-9790-43B4-B33E-EFAA950E304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6" name="9wup_2_official_PredictedLigand_49">
            <a:extLst>
              <a:ext uri="{FF2B5EF4-FFF2-40B4-BE49-F238E27FC236}">
                <a16:creationId xmlns:a16="http://schemas.microsoft.com/office/drawing/2014/main" id="{900D0B32-848C-470F-9CC7-27A68F1D77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7" name="9wup_2_official_PredictedLigand_50">
            <a:extLst>
              <a:ext uri="{FF2B5EF4-FFF2-40B4-BE49-F238E27FC236}">
                <a16:creationId xmlns:a16="http://schemas.microsoft.com/office/drawing/2014/main" id="{576FC722-E8AB-4AAE-9010-2E29E3FDDC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8" name="9wup_2_official_PredictedLigand_51">
            <a:extLst>
              <a:ext uri="{FF2B5EF4-FFF2-40B4-BE49-F238E27FC236}">
                <a16:creationId xmlns:a16="http://schemas.microsoft.com/office/drawing/2014/main" id="{9A067310-3D96-4E8A-9FE4-3E4D7F6A76A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9" name="9wup_2_official_PredictedLigand_52">
            <a:extLst>
              <a:ext uri="{FF2B5EF4-FFF2-40B4-BE49-F238E27FC236}">
                <a16:creationId xmlns:a16="http://schemas.microsoft.com/office/drawing/2014/main" id="{DA198795-3E81-48F0-9C9D-207C7134FD0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0" name="9wup_2_official_PredictedLigand_53">
            <a:extLst>
              <a:ext uri="{FF2B5EF4-FFF2-40B4-BE49-F238E27FC236}">
                <a16:creationId xmlns:a16="http://schemas.microsoft.com/office/drawing/2014/main" id="{88231951-EEB6-4F66-B375-ECC43EDB4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1" name="9wup_2_official_PredictedLigand_54">
            <a:extLst>
              <a:ext uri="{FF2B5EF4-FFF2-40B4-BE49-F238E27FC236}">
                <a16:creationId xmlns:a16="http://schemas.microsoft.com/office/drawing/2014/main" id="{11DC46C7-3FF2-4F40-8FA6-ED742C0A201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2" name="9wup_2_official_PredictedLigand_55">
            <a:extLst>
              <a:ext uri="{FF2B5EF4-FFF2-40B4-BE49-F238E27FC236}">
                <a16:creationId xmlns:a16="http://schemas.microsoft.com/office/drawing/2014/main" id="{6D740091-3FDA-4EB4-9A49-4048BC323BB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3" name="9wup_2_official_PredictedLigand_56">
            <a:extLst>
              <a:ext uri="{FF2B5EF4-FFF2-40B4-BE49-F238E27FC236}">
                <a16:creationId xmlns:a16="http://schemas.microsoft.com/office/drawing/2014/main" id="{1CCF9791-B395-49D3-98BE-ED6344C0944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4" name="9wup_2_official_PredictedLigand_57">
            <a:extLst>
              <a:ext uri="{FF2B5EF4-FFF2-40B4-BE49-F238E27FC236}">
                <a16:creationId xmlns:a16="http://schemas.microsoft.com/office/drawing/2014/main" id="{0F6E1F30-C29D-425A-829B-8ABC5B480D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5" name="9wup_2_official_PredictedAtoms_0">
            <a:extLst>
              <a:ext uri="{FF2B5EF4-FFF2-40B4-BE49-F238E27FC236}">
                <a16:creationId xmlns:a16="http://schemas.microsoft.com/office/drawing/2014/main" id="{135F0E3A-92F8-4CA7-A7DE-EF63F5AD1AE9}"/>
              </a:ext>
            </a:extLst>
          </p:cNvPr>
          <p:cNvSpPr>
            <a:spLocks noGrp="1"/>
          </p:cNvSpPr>
          <p:nvPr/>
        </p:nvSpPr>
        <p:spPr>
          <a:xfrm>
            <a:off x="1267328" y="8533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6" name="9wup_2_official_PredictedAtoms_1">
            <a:extLst>
              <a:ext uri="{FF2B5EF4-FFF2-40B4-BE49-F238E27FC236}">
                <a16:creationId xmlns:a16="http://schemas.microsoft.com/office/drawing/2014/main" id="{EE6D6DCC-EC37-4C13-B1A2-99B0B147A54C}"/>
              </a:ext>
            </a:extLst>
          </p:cNvPr>
          <p:cNvSpPr>
            <a:spLocks noGrp="1"/>
          </p:cNvSpPr>
          <p:nvPr/>
        </p:nvSpPr>
        <p:spPr>
          <a:xfrm>
            <a:off x="1369074" y="85746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7" name="9wup_2_official_PredictedAtoms_2">
            <a:extLst>
              <a:ext uri="{FF2B5EF4-FFF2-40B4-BE49-F238E27FC236}">
                <a16:creationId xmlns:a16="http://schemas.microsoft.com/office/drawing/2014/main" id="{0558A315-918B-4B12-BA5D-C0382F4EAD97}"/>
              </a:ext>
            </a:extLst>
          </p:cNvPr>
          <p:cNvSpPr>
            <a:spLocks noGrp="1"/>
          </p:cNvSpPr>
          <p:nvPr/>
        </p:nvSpPr>
        <p:spPr>
          <a:xfrm>
            <a:off x="1477402" y="8525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8" name="9wup_2_official_PredictedAtoms_3">
            <a:extLst>
              <a:ext uri="{FF2B5EF4-FFF2-40B4-BE49-F238E27FC236}">
                <a16:creationId xmlns:a16="http://schemas.microsoft.com/office/drawing/2014/main" id="{94B7C72E-70D9-46C0-85F1-CE9FAEDCF51F}"/>
              </a:ext>
            </a:extLst>
          </p:cNvPr>
          <p:cNvSpPr>
            <a:spLocks noGrp="1"/>
          </p:cNvSpPr>
          <p:nvPr/>
        </p:nvSpPr>
        <p:spPr>
          <a:xfrm>
            <a:off x="1504555" y="860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9" name="9wup_2_official_PredictedAtoms_4">
            <a:extLst>
              <a:ext uri="{FF2B5EF4-FFF2-40B4-BE49-F238E27FC236}">
                <a16:creationId xmlns:a16="http://schemas.microsoft.com/office/drawing/2014/main" id="{75409A4B-D286-430A-B301-0200E759F829}"/>
              </a:ext>
            </a:extLst>
          </p:cNvPr>
          <p:cNvSpPr>
            <a:spLocks noGrp="1"/>
          </p:cNvSpPr>
          <p:nvPr/>
        </p:nvSpPr>
        <p:spPr>
          <a:xfrm>
            <a:off x="1600372" y="8570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0" name="9wup_2_official_PredictedAtoms_5">
            <a:extLst>
              <a:ext uri="{FF2B5EF4-FFF2-40B4-BE49-F238E27FC236}">
                <a16:creationId xmlns:a16="http://schemas.microsoft.com/office/drawing/2014/main" id="{AA4727EF-F328-43A3-A1A2-41A6CCF9480F}"/>
              </a:ext>
            </a:extLst>
          </p:cNvPr>
          <p:cNvSpPr>
            <a:spLocks noGrp="1"/>
          </p:cNvSpPr>
          <p:nvPr/>
        </p:nvSpPr>
        <p:spPr>
          <a:xfrm>
            <a:off x="1586329" y="86333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1" name="9wup_2_official_PredictedAtoms_6">
            <a:extLst>
              <a:ext uri="{FF2B5EF4-FFF2-40B4-BE49-F238E27FC236}">
                <a16:creationId xmlns:a16="http://schemas.microsoft.com/office/drawing/2014/main" id="{9A274E9A-ECD9-47E0-9F87-C2CEC8DB489D}"/>
              </a:ext>
            </a:extLst>
          </p:cNvPr>
          <p:cNvSpPr>
            <a:spLocks noGrp="1"/>
          </p:cNvSpPr>
          <p:nvPr/>
        </p:nvSpPr>
        <p:spPr>
          <a:xfrm>
            <a:off x="1592672" y="8439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2" name="9wup_2_official_PredictedAtoms_7">
            <a:extLst>
              <a:ext uri="{FF2B5EF4-FFF2-40B4-BE49-F238E27FC236}">
                <a16:creationId xmlns:a16="http://schemas.microsoft.com/office/drawing/2014/main" id="{9F18CA06-2F99-49E6-AEDB-6CE734B78A19}"/>
              </a:ext>
            </a:extLst>
          </p:cNvPr>
          <p:cNvSpPr>
            <a:spLocks noGrp="1"/>
          </p:cNvSpPr>
          <p:nvPr/>
        </p:nvSpPr>
        <p:spPr>
          <a:xfrm>
            <a:off x="1721796" y="861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3" name="9wup_2_official_PredictedAtoms_8">
            <a:extLst>
              <a:ext uri="{FF2B5EF4-FFF2-40B4-BE49-F238E27FC236}">
                <a16:creationId xmlns:a16="http://schemas.microsoft.com/office/drawing/2014/main" id="{CDDFB4BF-98B1-44D3-8817-62511809BA7A}"/>
              </a:ext>
            </a:extLst>
          </p:cNvPr>
          <p:cNvSpPr>
            <a:spLocks noGrp="1"/>
          </p:cNvSpPr>
          <p:nvPr/>
        </p:nvSpPr>
        <p:spPr>
          <a:xfrm>
            <a:off x="1793988" y="8738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4" name="9wup_2_official_PredictedAtoms_9">
            <a:extLst>
              <a:ext uri="{FF2B5EF4-FFF2-40B4-BE49-F238E27FC236}">
                <a16:creationId xmlns:a16="http://schemas.microsoft.com/office/drawing/2014/main" id="{9CA5EF47-6FF8-46A0-93B6-22B24AAD20FB}"/>
              </a:ext>
            </a:extLst>
          </p:cNvPr>
          <p:cNvSpPr>
            <a:spLocks noGrp="1"/>
          </p:cNvSpPr>
          <p:nvPr/>
        </p:nvSpPr>
        <p:spPr>
          <a:xfrm>
            <a:off x="1713315" y="8837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5" name="9wup_2_official_PredictedAtoms_10">
            <a:extLst>
              <a:ext uri="{FF2B5EF4-FFF2-40B4-BE49-F238E27FC236}">
                <a16:creationId xmlns:a16="http://schemas.microsoft.com/office/drawing/2014/main" id="{EB73DC64-C2DE-47DB-BB48-4D57D51B073B}"/>
              </a:ext>
            </a:extLst>
          </p:cNvPr>
          <p:cNvSpPr>
            <a:spLocks noGrp="1"/>
          </p:cNvSpPr>
          <p:nvPr/>
        </p:nvSpPr>
        <p:spPr>
          <a:xfrm>
            <a:off x="1888884" y="8726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6" name="9wup_2_official_PredictedAtoms_11">
            <a:extLst>
              <a:ext uri="{FF2B5EF4-FFF2-40B4-BE49-F238E27FC236}">
                <a16:creationId xmlns:a16="http://schemas.microsoft.com/office/drawing/2014/main" id="{E233A769-F97A-42EA-9E90-EEFC68CC047A}"/>
              </a:ext>
            </a:extLst>
          </p:cNvPr>
          <p:cNvSpPr>
            <a:spLocks noGrp="1"/>
          </p:cNvSpPr>
          <p:nvPr/>
        </p:nvSpPr>
        <p:spPr>
          <a:xfrm>
            <a:off x="1851532" y="87664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7" name="9wup_2_official_PredictedAtoms_12">
            <a:extLst>
              <a:ext uri="{FF2B5EF4-FFF2-40B4-BE49-F238E27FC236}">
                <a16:creationId xmlns:a16="http://schemas.microsoft.com/office/drawing/2014/main" id="{FAEC1FEB-7463-4DB6-BA7D-7947DD0993D5}"/>
              </a:ext>
            </a:extLst>
          </p:cNvPr>
          <p:cNvSpPr>
            <a:spLocks noGrp="1"/>
          </p:cNvSpPr>
          <p:nvPr/>
        </p:nvSpPr>
        <p:spPr>
          <a:xfrm>
            <a:off x="1828786" y="8866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8" name="9wup_2_official_PredictedAtoms_13">
            <a:extLst>
              <a:ext uri="{FF2B5EF4-FFF2-40B4-BE49-F238E27FC236}">
                <a16:creationId xmlns:a16="http://schemas.microsoft.com/office/drawing/2014/main" id="{7B86A68E-598B-4DDC-8A75-4CE2B57936D8}"/>
              </a:ext>
            </a:extLst>
          </p:cNvPr>
          <p:cNvSpPr>
            <a:spLocks noGrp="1"/>
          </p:cNvSpPr>
          <p:nvPr/>
        </p:nvSpPr>
        <p:spPr>
          <a:xfrm>
            <a:off x="1883385" y="8862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9" name="9wup_2_official_PredictedAtoms_14">
            <a:extLst>
              <a:ext uri="{FF2B5EF4-FFF2-40B4-BE49-F238E27FC236}">
                <a16:creationId xmlns:a16="http://schemas.microsoft.com/office/drawing/2014/main" id="{25D0DA81-E173-4810-A322-7CEF260E0EA3}"/>
              </a:ext>
            </a:extLst>
          </p:cNvPr>
          <p:cNvSpPr>
            <a:spLocks noGrp="1"/>
          </p:cNvSpPr>
          <p:nvPr/>
        </p:nvSpPr>
        <p:spPr>
          <a:xfrm>
            <a:off x="1989957" y="8804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0" name="9wup_2_official_PredictedAtoms_15">
            <a:extLst>
              <a:ext uri="{FF2B5EF4-FFF2-40B4-BE49-F238E27FC236}">
                <a16:creationId xmlns:a16="http://schemas.microsoft.com/office/drawing/2014/main" id="{0FE3605E-90A3-4F95-9FFE-6D6112F5623E}"/>
              </a:ext>
            </a:extLst>
          </p:cNvPr>
          <p:cNvSpPr>
            <a:spLocks noGrp="1"/>
          </p:cNvSpPr>
          <p:nvPr/>
        </p:nvSpPr>
        <p:spPr>
          <a:xfrm>
            <a:off x="2006242" y="8757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1" name="9wup_2_official_PredictedAtoms_16">
            <a:extLst>
              <a:ext uri="{FF2B5EF4-FFF2-40B4-BE49-F238E27FC236}">
                <a16:creationId xmlns:a16="http://schemas.microsoft.com/office/drawing/2014/main" id="{288FE18E-6CEA-4987-B473-D54EAB245536}"/>
              </a:ext>
            </a:extLst>
          </p:cNvPr>
          <p:cNvSpPr>
            <a:spLocks noGrp="1"/>
          </p:cNvSpPr>
          <p:nvPr/>
        </p:nvSpPr>
        <p:spPr>
          <a:xfrm>
            <a:off x="2073282" y="8648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2" name="9wup_2_official_PredictedAtoms_17">
            <a:extLst>
              <a:ext uri="{FF2B5EF4-FFF2-40B4-BE49-F238E27FC236}">
                <a16:creationId xmlns:a16="http://schemas.microsoft.com/office/drawing/2014/main" id="{2822A8C8-A2ED-4C52-9BEE-36D6C17334C4}"/>
              </a:ext>
            </a:extLst>
          </p:cNvPr>
          <p:cNvSpPr>
            <a:spLocks noGrp="1"/>
          </p:cNvSpPr>
          <p:nvPr/>
        </p:nvSpPr>
        <p:spPr>
          <a:xfrm>
            <a:off x="2032238" y="85550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3" name="9wup_2_official_PredictedAtoms_18">
            <a:extLst>
              <a:ext uri="{FF2B5EF4-FFF2-40B4-BE49-F238E27FC236}">
                <a16:creationId xmlns:a16="http://schemas.microsoft.com/office/drawing/2014/main" id="{F5132AA7-C748-45AF-B222-38FCFEB1594A}"/>
              </a:ext>
            </a:extLst>
          </p:cNvPr>
          <p:cNvSpPr>
            <a:spLocks noGrp="1"/>
          </p:cNvSpPr>
          <p:nvPr/>
        </p:nvSpPr>
        <p:spPr>
          <a:xfrm>
            <a:off x="2113265" y="84702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4" name="9wup_2_official_PredictedAtoms_19">
            <a:extLst>
              <a:ext uri="{FF2B5EF4-FFF2-40B4-BE49-F238E27FC236}">
                <a16:creationId xmlns:a16="http://schemas.microsoft.com/office/drawing/2014/main" id="{D915B1E8-5ABE-46DA-AD4F-5F285FE925B5}"/>
              </a:ext>
            </a:extLst>
          </p:cNvPr>
          <p:cNvSpPr>
            <a:spLocks noGrp="1"/>
          </p:cNvSpPr>
          <p:nvPr/>
        </p:nvSpPr>
        <p:spPr>
          <a:xfrm>
            <a:off x="2213232" y="8510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5" name="9wup_2_official_PredictedAtoms_20">
            <a:extLst>
              <a:ext uri="{FF2B5EF4-FFF2-40B4-BE49-F238E27FC236}">
                <a16:creationId xmlns:a16="http://schemas.microsoft.com/office/drawing/2014/main" id="{B004B095-C194-4EC3-B878-7548BB3C83A7}"/>
              </a:ext>
            </a:extLst>
          </p:cNvPr>
          <p:cNvSpPr>
            <a:spLocks noGrp="1"/>
          </p:cNvSpPr>
          <p:nvPr/>
        </p:nvSpPr>
        <p:spPr>
          <a:xfrm>
            <a:off x="2324726" y="8459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6" name="9wup_2_official_PredictedAtoms_21">
            <a:extLst>
              <a:ext uri="{FF2B5EF4-FFF2-40B4-BE49-F238E27FC236}">
                <a16:creationId xmlns:a16="http://schemas.microsoft.com/office/drawing/2014/main" id="{18E1B343-FB2F-40F3-AE6C-F8259566977F}"/>
              </a:ext>
            </a:extLst>
          </p:cNvPr>
          <p:cNvSpPr>
            <a:spLocks noGrp="1"/>
          </p:cNvSpPr>
          <p:nvPr/>
        </p:nvSpPr>
        <p:spPr>
          <a:xfrm>
            <a:off x="2357678" y="8345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7" name="9wup_2_official_PredictedAtoms_22">
            <a:extLst>
              <a:ext uri="{FF2B5EF4-FFF2-40B4-BE49-F238E27FC236}">
                <a16:creationId xmlns:a16="http://schemas.microsoft.com/office/drawing/2014/main" id="{F16DE3FA-EC10-483A-A820-8D56D3C5F159}"/>
              </a:ext>
            </a:extLst>
          </p:cNvPr>
          <p:cNvSpPr>
            <a:spLocks noGrp="1"/>
          </p:cNvSpPr>
          <p:nvPr/>
        </p:nvSpPr>
        <p:spPr>
          <a:xfrm>
            <a:off x="2406987" y="85301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8" name="9wup_2_official_PredictedAtoms_23">
            <a:extLst>
              <a:ext uri="{FF2B5EF4-FFF2-40B4-BE49-F238E27FC236}">
                <a16:creationId xmlns:a16="http://schemas.microsoft.com/office/drawing/2014/main" id="{80CBFFBA-9425-490E-AF89-7BC895405CF7}"/>
              </a:ext>
            </a:extLst>
          </p:cNvPr>
          <p:cNvSpPr>
            <a:spLocks noGrp="1"/>
          </p:cNvSpPr>
          <p:nvPr/>
        </p:nvSpPr>
        <p:spPr>
          <a:xfrm>
            <a:off x="2372389" y="8638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9" name="9wup_2_official_PredictedAtoms_24">
            <a:extLst>
              <a:ext uri="{FF2B5EF4-FFF2-40B4-BE49-F238E27FC236}">
                <a16:creationId xmlns:a16="http://schemas.microsoft.com/office/drawing/2014/main" id="{400A81B6-9CB2-44F7-9FCF-4AF479798EA1}"/>
              </a:ext>
            </a:extLst>
          </p:cNvPr>
          <p:cNvSpPr>
            <a:spLocks noGrp="1"/>
          </p:cNvSpPr>
          <p:nvPr/>
        </p:nvSpPr>
        <p:spPr>
          <a:xfrm>
            <a:off x="2268713" y="8686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0" name="9wup_2_official_PredictedAtoms_25">
            <a:extLst>
              <a:ext uri="{FF2B5EF4-FFF2-40B4-BE49-F238E27FC236}">
                <a16:creationId xmlns:a16="http://schemas.microsoft.com/office/drawing/2014/main" id="{70D74C06-336D-4268-979B-E827169828FF}"/>
              </a:ext>
            </a:extLst>
          </p:cNvPr>
          <p:cNvSpPr>
            <a:spLocks noGrp="1"/>
          </p:cNvSpPr>
          <p:nvPr/>
        </p:nvSpPr>
        <p:spPr>
          <a:xfrm>
            <a:off x="2187417" y="8623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1" name="9wup_2_official_PredictedAtoms_26">
            <a:extLst>
              <a:ext uri="{FF2B5EF4-FFF2-40B4-BE49-F238E27FC236}">
                <a16:creationId xmlns:a16="http://schemas.microsoft.com/office/drawing/2014/main" id="{057A6359-E9D6-4363-ADC4-6BEB8E920A7F}"/>
              </a:ext>
            </a:extLst>
          </p:cNvPr>
          <p:cNvSpPr>
            <a:spLocks noGrp="1"/>
          </p:cNvSpPr>
          <p:nvPr/>
        </p:nvSpPr>
        <p:spPr>
          <a:xfrm>
            <a:off x="1888505" y="87722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2" name="9wup_2_official_PredictedAtoms_27">
            <a:extLst>
              <a:ext uri="{FF2B5EF4-FFF2-40B4-BE49-F238E27FC236}">
                <a16:creationId xmlns:a16="http://schemas.microsoft.com/office/drawing/2014/main" id="{77097CAA-0636-47B9-905C-58C71B82BD43}"/>
              </a:ext>
            </a:extLst>
          </p:cNvPr>
          <p:cNvSpPr>
            <a:spLocks noGrp="1"/>
          </p:cNvSpPr>
          <p:nvPr/>
        </p:nvSpPr>
        <p:spPr>
          <a:xfrm>
            <a:off x="1892573" y="8854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3" name="9wup_2_official_PredictedAtoms_28">
            <a:extLst>
              <a:ext uri="{FF2B5EF4-FFF2-40B4-BE49-F238E27FC236}">
                <a16:creationId xmlns:a16="http://schemas.microsoft.com/office/drawing/2014/main" id="{0DAF29F8-5C39-440D-A4F3-0518010DF545}"/>
              </a:ext>
            </a:extLst>
          </p:cNvPr>
          <p:cNvSpPr>
            <a:spLocks noGrp="1"/>
          </p:cNvSpPr>
          <p:nvPr/>
        </p:nvSpPr>
        <p:spPr>
          <a:xfrm>
            <a:off x="1804896" y="8816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4" name="9wup_2_official_PredictedAtoms_29">
            <a:extLst>
              <a:ext uri="{FF2B5EF4-FFF2-40B4-BE49-F238E27FC236}">
                <a16:creationId xmlns:a16="http://schemas.microsoft.com/office/drawing/2014/main" id="{A1609424-72FD-419F-806A-A2DDD073BA43}"/>
              </a:ext>
            </a:extLst>
          </p:cNvPr>
          <p:cNvSpPr>
            <a:spLocks noGrp="1"/>
          </p:cNvSpPr>
          <p:nvPr/>
        </p:nvSpPr>
        <p:spPr>
          <a:xfrm>
            <a:off x="1722088" y="8905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5" name="9wup_2_official_PredictedAtoms_30">
            <a:extLst>
              <a:ext uri="{FF2B5EF4-FFF2-40B4-BE49-F238E27FC236}">
                <a16:creationId xmlns:a16="http://schemas.microsoft.com/office/drawing/2014/main" id="{5B620136-82DA-4872-A460-541677069B76}"/>
              </a:ext>
            </a:extLst>
          </p:cNvPr>
          <p:cNvSpPr>
            <a:spLocks noGrp="1"/>
          </p:cNvSpPr>
          <p:nvPr/>
        </p:nvSpPr>
        <p:spPr>
          <a:xfrm>
            <a:off x="1389196" y="8703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6" name="9wup_2_official_PredictedAtoms_31">
            <a:extLst>
              <a:ext uri="{FF2B5EF4-FFF2-40B4-BE49-F238E27FC236}">
                <a16:creationId xmlns:a16="http://schemas.microsoft.com/office/drawing/2014/main" id="{EA960C20-B848-442C-839C-9E9FB1F68F2E}"/>
              </a:ext>
            </a:extLst>
          </p:cNvPr>
          <p:cNvSpPr>
            <a:spLocks noGrp="1"/>
          </p:cNvSpPr>
          <p:nvPr/>
        </p:nvSpPr>
        <p:spPr>
          <a:xfrm>
            <a:off x="1471237" y="8731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7" name="9wup_2_official_PredictedAtoms_32">
            <a:extLst>
              <a:ext uri="{FF2B5EF4-FFF2-40B4-BE49-F238E27FC236}">
                <a16:creationId xmlns:a16="http://schemas.microsoft.com/office/drawing/2014/main" id="{81434295-EDE8-4F70-AA7C-8C7679E09410}"/>
              </a:ext>
            </a:extLst>
          </p:cNvPr>
          <p:cNvSpPr>
            <a:spLocks noGrp="1"/>
          </p:cNvSpPr>
          <p:nvPr/>
        </p:nvSpPr>
        <p:spPr>
          <a:xfrm>
            <a:off x="1276705" y="87739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8" name="9wup_2_official_PredictedAtoms_33">
            <a:extLst>
              <a:ext uri="{FF2B5EF4-FFF2-40B4-BE49-F238E27FC236}">
                <a16:creationId xmlns:a16="http://schemas.microsoft.com/office/drawing/2014/main" id="{644F4FC0-DA2D-40EF-B5AB-FD3F0796810F}"/>
              </a:ext>
            </a:extLst>
          </p:cNvPr>
          <p:cNvSpPr>
            <a:spLocks noGrp="1"/>
          </p:cNvSpPr>
          <p:nvPr/>
        </p:nvSpPr>
        <p:spPr>
          <a:xfrm>
            <a:off x="1296568" y="88845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9" name="9wup_2_official_PredictedAtoms_34">
            <a:extLst>
              <a:ext uri="{FF2B5EF4-FFF2-40B4-BE49-F238E27FC236}">
                <a16:creationId xmlns:a16="http://schemas.microsoft.com/office/drawing/2014/main" id="{A6CB6A98-4899-48C4-ADCF-7F1B1FBE062B}"/>
              </a:ext>
            </a:extLst>
          </p:cNvPr>
          <p:cNvSpPr>
            <a:spLocks noGrp="1"/>
          </p:cNvSpPr>
          <p:nvPr/>
        </p:nvSpPr>
        <p:spPr>
          <a:xfrm>
            <a:off x="1230398" y="8805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0" name="9wup_2_official_PredictedAtoms_35">
            <a:extLst>
              <a:ext uri="{FF2B5EF4-FFF2-40B4-BE49-F238E27FC236}">
                <a16:creationId xmlns:a16="http://schemas.microsoft.com/office/drawing/2014/main" id="{F62FB93C-CF91-45EC-A662-4A415AAB4088}"/>
              </a:ext>
            </a:extLst>
          </p:cNvPr>
          <p:cNvSpPr>
            <a:spLocks noGrp="1"/>
          </p:cNvSpPr>
          <p:nvPr/>
        </p:nvSpPr>
        <p:spPr>
          <a:xfrm>
            <a:off x="1104902" y="880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1" name="9wup_2_official_PredictedAtoms_36">
            <a:extLst>
              <a:ext uri="{FF2B5EF4-FFF2-40B4-BE49-F238E27FC236}">
                <a16:creationId xmlns:a16="http://schemas.microsoft.com/office/drawing/2014/main" id="{9317518B-6F68-4156-9223-E431B59D0BD5}"/>
              </a:ext>
            </a:extLst>
          </p:cNvPr>
          <p:cNvSpPr>
            <a:spLocks noGrp="1"/>
          </p:cNvSpPr>
          <p:nvPr/>
        </p:nvSpPr>
        <p:spPr>
          <a:xfrm>
            <a:off x="1038692" y="88988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2" name="9wup_2_official_PredictedAtoms_37">
            <a:extLst>
              <a:ext uri="{FF2B5EF4-FFF2-40B4-BE49-F238E27FC236}">
                <a16:creationId xmlns:a16="http://schemas.microsoft.com/office/drawing/2014/main" id="{380DD4A4-902B-4F53-BB8D-8FCC491F5BCC}"/>
              </a:ext>
            </a:extLst>
          </p:cNvPr>
          <p:cNvSpPr>
            <a:spLocks noGrp="1"/>
          </p:cNvSpPr>
          <p:nvPr/>
        </p:nvSpPr>
        <p:spPr>
          <a:xfrm>
            <a:off x="1081015" y="90056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3" name="9wup_2_official_PredictedAtoms_38">
            <a:extLst>
              <a:ext uri="{FF2B5EF4-FFF2-40B4-BE49-F238E27FC236}">
                <a16:creationId xmlns:a16="http://schemas.microsoft.com/office/drawing/2014/main" id="{2855D038-BC77-446B-B570-DFD102BEF26F}"/>
              </a:ext>
            </a:extLst>
          </p:cNvPr>
          <p:cNvSpPr>
            <a:spLocks noGrp="1"/>
          </p:cNvSpPr>
          <p:nvPr/>
        </p:nvSpPr>
        <p:spPr>
          <a:xfrm>
            <a:off x="1015275" y="910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4" name="9wup_2_official_PredictedAtoms_39">
            <a:extLst>
              <a:ext uri="{FF2B5EF4-FFF2-40B4-BE49-F238E27FC236}">
                <a16:creationId xmlns:a16="http://schemas.microsoft.com/office/drawing/2014/main" id="{4DDCCDE8-6EAE-41E5-BD85-C079880C0C99}"/>
              </a:ext>
            </a:extLst>
          </p:cNvPr>
          <p:cNvSpPr>
            <a:spLocks noGrp="1"/>
          </p:cNvSpPr>
          <p:nvPr/>
        </p:nvSpPr>
        <p:spPr>
          <a:xfrm>
            <a:off x="1053113" y="9201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5" name="9wup_2_official_PredictedAtoms_40">
            <a:extLst>
              <a:ext uri="{FF2B5EF4-FFF2-40B4-BE49-F238E27FC236}">
                <a16:creationId xmlns:a16="http://schemas.microsoft.com/office/drawing/2014/main" id="{EBA214A0-AA9A-4330-8160-913457275D89}"/>
              </a:ext>
            </a:extLst>
          </p:cNvPr>
          <p:cNvSpPr>
            <a:spLocks noGrp="1"/>
          </p:cNvSpPr>
          <p:nvPr/>
        </p:nvSpPr>
        <p:spPr>
          <a:xfrm>
            <a:off x="902127" y="9101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6" name="9wup_2_official_PredictedAtoms_41">
            <a:extLst>
              <a:ext uri="{FF2B5EF4-FFF2-40B4-BE49-F238E27FC236}">
                <a16:creationId xmlns:a16="http://schemas.microsoft.com/office/drawing/2014/main" id="{A3DF04BF-F699-4E72-8F70-95FD2C86C3C0}"/>
              </a:ext>
            </a:extLst>
          </p:cNvPr>
          <p:cNvSpPr>
            <a:spLocks noGrp="1"/>
          </p:cNvSpPr>
          <p:nvPr/>
        </p:nvSpPr>
        <p:spPr>
          <a:xfrm>
            <a:off x="850605" y="8995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7" name="9wup_2_official_PredictedAtoms_42">
            <a:extLst>
              <a:ext uri="{FF2B5EF4-FFF2-40B4-BE49-F238E27FC236}">
                <a16:creationId xmlns:a16="http://schemas.microsoft.com/office/drawing/2014/main" id="{768DC593-C0F9-4DB0-8FF2-A16B5999995C}"/>
              </a:ext>
            </a:extLst>
          </p:cNvPr>
          <p:cNvSpPr>
            <a:spLocks noGrp="1"/>
          </p:cNvSpPr>
          <p:nvPr/>
        </p:nvSpPr>
        <p:spPr>
          <a:xfrm>
            <a:off x="746572" y="8994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8" name="9wup_2_official_PredictedAtoms_43">
            <a:extLst>
              <a:ext uri="{FF2B5EF4-FFF2-40B4-BE49-F238E27FC236}">
                <a16:creationId xmlns:a16="http://schemas.microsoft.com/office/drawing/2014/main" id="{27B2B6BB-225C-48D4-A019-7C4FB62839A0}"/>
              </a:ext>
            </a:extLst>
          </p:cNvPr>
          <p:cNvSpPr>
            <a:spLocks noGrp="1"/>
          </p:cNvSpPr>
          <p:nvPr/>
        </p:nvSpPr>
        <p:spPr>
          <a:xfrm>
            <a:off x="920947" y="8891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9" name="9wup_2_official_PredictedAtoms_44">
            <a:extLst>
              <a:ext uri="{FF2B5EF4-FFF2-40B4-BE49-F238E27FC236}">
                <a16:creationId xmlns:a16="http://schemas.microsoft.com/office/drawing/2014/main" id="{7125B5B1-42F7-4AAA-B4ED-C2A289D8A2E4}"/>
              </a:ext>
            </a:extLst>
          </p:cNvPr>
          <p:cNvSpPr>
            <a:spLocks noGrp="1"/>
          </p:cNvSpPr>
          <p:nvPr/>
        </p:nvSpPr>
        <p:spPr>
          <a:xfrm>
            <a:off x="870586" y="8784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0" name="9wup_2_official_PredictedAtoms_45">
            <a:extLst>
              <a:ext uri="{FF2B5EF4-FFF2-40B4-BE49-F238E27FC236}">
                <a16:creationId xmlns:a16="http://schemas.microsoft.com/office/drawing/2014/main" id="{9DAC653F-EFEF-40AD-BA67-910F64DA2DBC}"/>
              </a:ext>
            </a:extLst>
          </p:cNvPr>
          <p:cNvSpPr>
            <a:spLocks noGrp="1"/>
          </p:cNvSpPr>
          <p:nvPr/>
        </p:nvSpPr>
        <p:spPr>
          <a:xfrm>
            <a:off x="932904" y="86869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1" name="9wup_2_official_PredictedAtoms_46">
            <a:extLst>
              <a:ext uri="{FF2B5EF4-FFF2-40B4-BE49-F238E27FC236}">
                <a16:creationId xmlns:a16="http://schemas.microsoft.com/office/drawing/2014/main" id="{2B6B927B-8440-4AC9-80FA-DF7180E4A88E}"/>
              </a:ext>
            </a:extLst>
          </p:cNvPr>
          <p:cNvSpPr>
            <a:spLocks noGrp="1"/>
          </p:cNvSpPr>
          <p:nvPr/>
        </p:nvSpPr>
        <p:spPr>
          <a:xfrm>
            <a:off x="879725" y="857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2" name="9wup_2_official_PredictedAtoms_47">
            <a:extLst>
              <a:ext uri="{FF2B5EF4-FFF2-40B4-BE49-F238E27FC236}">
                <a16:creationId xmlns:a16="http://schemas.microsoft.com/office/drawing/2014/main" id="{F56040C2-2EF9-4562-818E-0BA38FB81025}"/>
              </a:ext>
            </a:extLst>
          </p:cNvPr>
          <p:cNvSpPr>
            <a:spLocks noGrp="1"/>
          </p:cNvSpPr>
          <p:nvPr/>
        </p:nvSpPr>
        <p:spPr>
          <a:xfrm>
            <a:off x="940311" y="8472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3" name="9wup_2_official_PredictedAtoms_48">
            <a:extLst>
              <a:ext uri="{FF2B5EF4-FFF2-40B4-BE49-F238E27FC236}">
                <a16:creationId xmlns:a16="http://schemas.microsoft.com/office/drawing/2014/main" id="{0B238BF1-AF6F-4EA9-B499-954DA95AA9F9}"/>
              </a:ext>
            </a:extLst>
          </p:cNvPr>
          <p:cNvSpPr>
            <a:spLocks noGrp="1"/>
          </p:cNvSpPr>
          <p:nvPr/>
        </p:nvSpPr>
        <p:spPr>
          <a:xfrm>
            <a:off x="873885" y="8359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4" name="9wup_2_official_PredictedAtoms_49">
            <a:extLst>
              <a:ext uri="{FF2B5EF4-FFF2-40B4-BE49-F238E27FC236}">
                <a16:creationId xmlns:a16="http://schemas.microsoft.com/office/drawing/2014/main" id="{34A98A10-1857-42F5-8AFE-311465E53D57}"/>
              </a:ext>
            </a:extLst>
          </p:cNvPr>
          <p:cNvSpPr>
            <a:spLocks noGrp="1"/>
          </p:cNvSpPr>
          <p:nvPr/>
        </p:nvSpPr>
        <p:spPr>
          <a:xfrm>
            <a:off x="1062213" y="84758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5" name="9wup_2_official_PredictedAtoms_50">
            <a:extLst>
              <a:ext uri="{FF2B5EF4-FFF2-40B4-BE49-F238E27FC236}">
                <a16:creationId xmlns:a16="http://schemas.microsoft.com/office/drawing/2014/main" id="{3B2CEA8A-E194-4122-B0C3-AE271CDC6978}"/>
              </a:ext>
            </a:extLst>
          </p:cNvPr>
          <p:cNvSpPr>
            <a:spLocks noGrp="1"/>
          </p:cNvSpPr>
          <p:nvPr/>
        </p:nvSpPr>
        <p:spPr>
          <a:xfrm>
            <a:off x="1126175" y="83656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6" name="9wup_2_official_PredictedAtoms_51">
            <a:extLst>
              <a:ext uri="{FF2B5EF4-FFF2-40B4-BE49-F238E27FC236}">
                <a16:creationId xmlns:a16="http://schemas.microsoft.com/office/drawing/2014/main" id="{A7B31BAE-32BA-4B25-B0E7-E602AE74844B}"/>
              </a:ext>
            </a:extLst>
          </p:cNvPr>
          <p:cNvSpPr>
            <a:spLocks noGrp="1"/>
          </p:cNvSpPr>
          <p:nvPr/>
        </p:nvSpPr>
        <p:spPr>
          <a:xfrm>
            <a:off x="1114009" y="85859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7" name="9wup_2_official_PredictedAtoms_52">
            <a:extLst>
              <a:ext uri="{FF2B5EF4-FFF2-40B4-BE49-F238E27FC236}">
                <a16:creationId xmlns:a16="http://schemas.microsoft.com/office/drawing/2014/main" id="{CEEC73FB-C6DC-47F0-8AE6-6232C46FBE79}"/>
              </a:ext>
            </a:extLst>
          </p:cNvPr>
          <p:cNvSpPr>
            <a:spLocks noGrp="1"/>
          </p:cNvSpPr>
          <p:nvPr/>
        </p:nvSpPr>
        <p:spPr>
          <a:xfrm>
            <a:off x="1054224" y="8692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8" name="stage3-cases-main_43">
            <a:extLst>
              <a:ext uri="{FF2B5EF4-FFF2-40B4-BE49-F238E27FC236}">
                <a16:creationId xmlns:a16="http://schemas.microsoft.com/office/drawing/2014/main" id="{CA745820-DE91-4432-A40A-3DB476623687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529" name="9wup_2_tuned_Receptor">
            <a:extLst>
              <a:ext uri="{FF2B5EF4-FFF2-40B4-BE49-F238E27FC236}">
                <a16:creationId xmlns:a16="http://schemas.microsoft.com/office/drawing/2014/main" id="{8A18F68F-6880-405A-94BA-2550C694F9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30" name="9wup_2_tuned_ExperimentalDensity">
            <a:extLst>
              <a:ext uri="{FF2B5EF4-FFF2-40B4-BE49-F238E27FC236}">
                <a16:creationId xmlns:a16="http://schemas.microsoft.com/office/drawing/2014/main" id="{DB12CF76-2F1D-4F06-A498-53C75F66FE7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31" name="9wup_2_tuned_ReferenceLigand_0">
            <a:extLst>
              <a:ext uri="{FF2B5EF4-FFF2-40B4-BE49-F238E27FC236}">
                <a16:creationId xmlns:a16="http://schemas.microsoft.com/office/drawing/2014/main" id="{FFAB52DC-62D3-4F25-A81A-49A5333CA4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tuned_ReferenceLigand_1">
            <a:extLst>
              <a:ext uri="{FF2B5EF4-FFF2-40B4-BE49-F238E27FC236}">
                <a16:creationId xmlns:a16="http://schemas.microsoft.com/office/drawing/2014/main" id="{C5E7EEF9-F494-4EB1-BA13-C359D226287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tuned_ReferenceLigand_2">
            <a:extLst>
              <a:ext uri="{FF2B5EF4-FFF2-40B4-BE49-F238E27FC236}">
                <a16:creationId xmlns:a16="http://schemas.microsoft.com/office/drawing/2014/main" id="{33DB45BA-FFF2-4F08-A6EE-87ADAD45C3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tuned_ReferenceLigand_3">
            <a:extLst>
              <a:ext uri="{FF2B5EF4-FFF2-40B4-BE49-F238E27FC236}">
                <a16:creationId xmlns:a16="http://schemas.microsoft.com/office/drawing/2014/main" id="{798CF543-BAF2-41A7-BA29-B939BE7DD5B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tuned_ReferenceLigand_4">
            <a:extLst>
              <a:ext uri="{FF2B5EF4-FFF2-40B4-BE49-F238E27FC236}">
                <a16:creationId xmlns:a16="http://schemas.microsoft.com/office/drawing/2014/main" id="{CC4A57FD-C4FF-40A6-A464-32B2A512818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tuned_ReferenceLigand_5">
            <a:extLst>
              <a:ext uri="{FF2B5EF4-FFF2-40B4-BE49-F238E27FC236}">
                <a16:creationId xmlns:a16="http://schemas.microsoft.com/office/drawing/2014/main" id="{870DAACE-9DE7-41B3-A492-29D997142C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tuned_ReferenceLigand_6">
            <a:extLst>
              <a:ext uri="{FF2B5EF4-FFF2-40B4-BE49-F238E27FC236}">
                <a16:creationId xmlns:a16="http://schemas.microsoft.com/office/drawing/2014/main" id="{C62DF9DE-A3BA-414A-B57F-607BF27B1D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tuned_ReferenceLigand_7">
            <a:extLst>
              <a:ext uri="{FF2B5EF4-FFF2-40B4-BE49-F238E27FC236}">
                <a16:creationId xmlns:a16="http://schemas.microsoft.com/office/drawing/2014/main" id="{69C3EC13-BCBF-4524-80FE-5D65B00074E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tuned_ReferenceLigand_8">
            <a:extLst>
              <a:ext uri="{FF2B5EF4-FFF2-40B4-BE49-F238E27FC236}">
                <a16:creationId xmlns:a16="http://schemas.microsoft.com/office/drawing/2014/main" id="{6A02CC50-6FAF-4131-AF36-372B450B0D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tuned_ReferenceLigand_9">
            <a:extLst>
              <a:ext uri="{FF2B5EF4-FFF2-40B4-BE49-F238E27FC236}">
                <a16:creationId xmlns:a16="http://schemas.microsoft.com/office/drawing/2014/main" id="{58203356-FE2D-4196-BF83-953A354013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tuned_ReferenceLigand_10">
            <a:extLst>
              <a:ext uri="{FF2B5EF4-FFF2-40B4-BE49-F238E27FC236}">
                <a16:creationId xmlns:a16="http://schemas.microsoft.com/office/drawing/2014/main" id="{7FF7EF9E-0606-497C-B1DA-36F7A08F47F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tuned_ReferenceLigand_11">
            <a:extLst>
              <a:ext uri="{FF2B5EF4-FFF2-40B4-BE49-F238E27FC236}">
                <a16:creationId xmlns:a16="http://schemas.microsoft.com/office/drawing/2014/main" id="{1B06614F-6DCD-43F0-8E5F-368261A372E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tuned_ReferenceLigand_12">
            <a:extLst>
              <a:ext uri="{FF2B5EF4-FFF2-40B4-BE49-F238E27FC236}">
                <a16:creationId xmlns:a16="http://schemas.microsoft.com/office/drawing/2014/main" id="{82920CCC-1818-48CA-BC86-03A4972B2F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tuned_ReferenceLigand_13">
            <a:extLst>
              <a:ext uri="{FF2B5EF4-FFF2-40B4-BE49-F238E27FC236}">
                <a16:creationId xmlns:a16="http://schemas.microsoft.com/office/drawing/2014/main" id="{F5230FD8-236E-47FD-8E62-5640B1FBF7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tuned_ReferenceLigand_14">
            <a:extLst>
              <a:ext uri="{FF2B5EF4-FFF2-40B4-BE49-F238E27FC236}">
                <a16:creationId xmlns:a16="http://schemas.microsoft.com/office/drawing/2014/main" id="{13D3EBFA-3918-4CFD-84E9-16A54EDB49E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tuned_ReferenceLigand_15">
            <a:extLst>
              <a:ext uri="{FF2B5EF4-FFF2-40B4-BE49-F238E27FC236}">
                <a16:creationId xmlns:a16="http://schemas.microsoft.com/office/drawing/2014/main" id="{8A016D66-5107-4FED-BA0F-122CCE777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tuned_ReferenceLigand_16">
            <a:extLst>
              <a:ext uri="{FF2B5EF4-FFF2-40B4-BE49-F238E27FC236}">
                <a16:creationId xmlns:a16="http://schemas.microsoft.com/office/drawing/2014/main" id="{8A2F80D0-54A0-4130-801D-D830E4AA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tuned_ReferenceLigand_17">
            <a:extLst>
              <a:ext uri="{FF2B5EF4-FFF2-40B4-BE49-F238E27FC236}">
                <a16:creationId xmlns:a16="http://schemas.microsoft.com/office/drawing/2014/main" id="{ADD6B92B-AC2D-450C-895F-087B9636876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tuned_ReferenceLigand_18">
            <a:extLst>
              <a:ext uri="{FF2B5EF4-FFF2-40B4-BE49-F238E27FC236}">
                <a16:creationId xmlns:a16="http://schemas.microsoft.com/office/drawing/2014/main" id="{858BA19D-18A5-4488-AD48-BB8361D2FD5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tuned_ReferenceLigand_19">
            <a:extLst>
              <a:ext uri="{FF2B5EF4-FFF2-40B4-BE49-F238E27FC236}">
                <a16:creationId xmlns:a16="http://schemas.microsoft.com/office/drawing/2014/main" id="{85F70F5F-2E6A-4299-8725-464929A6790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tuned_ReferenceLigand_20">
            <a:extLst>
              <a:ext uri="{FF2B5EF4-FFF2-40B4-BE49-F238E27FC236}">
                <a16:creationId xmlns:a16="http://schemas.microsoft.com/office/drawing/2014/main" id="{5034870B-D17A-43C5-AC3E-E0A668C6D84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tuned_ReferenceLigand_21">
            <a:extLst>
              <a:ext uri="{FF2B5EF4-FFF2-40B4-BE49-F238E27FC236}">
                <a16:creationId xmlns:a16="http://schemas.microsoft.com/office/drawing/2014/main" id="{2F3299D4-3F27-4288-8C54-7091E07267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tuned_ReferenceLigand_22">
            <a:extLst>
              <a:ext uri="{FF2B5EF4-FFF2-40B4-BE49-F238E27FC236}">
                <a16:creationId xmlns:a16="http://schemas.microsoft.com/office/drawing/2014/main" id="{AED05C6F-8A58-45A4-B469-F0A6140A4D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tuned_ReferenceLigand_23">
            <a:extLst>
              <a:ext uri="{FF2B5EF4-FFF2-40B4-BE49-F238E27FC236}">
                <a16:creationId xmlns:a16="http://schemas.microsoft.com/office/drawing/2014/main" id="{EC002C8E-7322-419C-8B11-6B1BD4CBCCA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tuned_ReferenceLigand_24">
            <a:extLst>
              <a:ext uri="{FF2B5EF4-FFF2-40B4-BE49-F238E27FC236}">
                <a16:creationId xmlns:a16="http://schemas.microsoft.com/office/drawing/2014/main" id="{BC9F8C18-F0E9-45F9-8AB5-1BBB2214AE3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tuned_ReferenceLigand_25">
            <a:extLst>
              <a:ext uri="{FF2B5EF4-FFF2-40B4-BE49-F238E27FC236}">
                <a16:creationId xmlns:a16="http://schemas.microsoft.com/office/drawing/2014/main" id="{57DA81A3-D1ED-4DE8-90DF-E812B3D6988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tuned_ReferenceLigand_26">
            <a:extLst>
              <a:ext uri="{FF2B5EF4-FFF2-40B4-BE49-F238E27FC236}">
                <a16:creationId xmlns:a16="http://schemas.microsoft.com/office/drawing/2014/main" id="{996BD6E9-2371-482C-B0D4-085A76790E7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tuned_ReferenceLigand_27">
            <a:extLst>
              <a:ext uri="{FF2B5EF4-FFF2-40B4-BE49-F238E27FC236}">
                <a16:creationId xmlns:a16="http://schemas.microsoft.com/office/drawing/2014/main" id="{A2F3C916-BC2C-4859-87CA-6A37AB0A7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tuned_ReferenceLigand_28">
            <a:extLst>
              <a:ext uri="{FF2B5EF4-FFF2-40B4-BE49-F238E27FC236}">
                <a16:creationId xmlns:a16="http://schemas.microsoft.com/office/drawing/2014/main" id="{F5B98759-2768-49C9-843C-C0ECC81DFF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tuned_ReferenceLigand_29">
            <a:extLst>
              <a:ext uri="{FF2B5EF4-FFF2-40B4-BE49-F238E27FC236}">
                <a16:creationId xmlns:a16="http://schemas.microsoft.com/office/drawing/2014/main" id="{1B5B75B3-FFDA-4B8B-A21D-DB66A004D9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tuned_ReferenceLigand_30">
            <a:extLst>
              <a:ext uri="{FF2B5EF4-FFF2-40B4-BE49-F238E27FC236}">
                <a16:creationId xmlns:a16="http://schemas.microsoft.com/office/drawing/2014/main" id="{3CEFA2B1-0E98-4839-BC3E-D5ECC010D05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tuned_ReferenceLigand_31">
            <a:extLst>
              <a:ext uri="{FF2B5EF4-FFF2-40B4-BE49-F238E27FC236}">
                <a16:creationId xmlns:a16="http://schemas.microsoft.com/office/drawing/2014/main" id="{4B9E6B2B-25C0-4E21-B973-EFA7F5BD91E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tuned_ReferenceLigand_32">
            <a:extLst>
              <a:ext uri="{FF2B5EF4-FFF2-40B4-BE49-F238E27FC236}">
                <a16:creationId xmlns:a16="http://schemas.microsoft.com/office/drawing/2014/main" id="{0CA54015-3670-4021-8A00-7BB90A35BC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tuned_ReferenceLigand_33">
            <a:extLst>
              <a:ext uri="{FF2B5EF4-FFF2-40B4-BE49-F238E27FC236}">
                <a16:creationId xmlns:a16="http://schemas.microsoft.com/office/drawing/2014/main" id="{1DB676DB-7A15-4E49-BFD5-B04B08EF974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tuned_ReferenceLigand_34">
            <a:extLst>
              <a:ext uri="{FF2B5EF4-FFF2-40B4-BE49-F238E27FC236}">
                <a16:creationId xmlns:a16="http://schemas.microsoft.com/office/drawing/2014/main" id="{D43A242B-13C7-4DD7-A873-58ED64DC3DA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tuned_ReferenceLigand_35">
            <a:extLst>
              <a:ext uri="{FF2B5EF4-FFF2-40B4-BE49-F238E27FC236}">
                <a16:creationId xmlns:a16="http://schemas.microsoft.com/office/drawing/2014/main" id="{FAEDA8FC-6520-4512-B8FB-BBEAA8AD2B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tuned_ReferenceLigand_36">
            <a:extLst>
              <a:ext uri="{FF2B5EF4-FFF2-40B4-BE49-F238E27FC236}">
                <a16:creationId xmlns:a16="http://schemas.microsoft.com/office/drawing/2014/main" id="{CF115EBE-B3A5-4810-AB77-C0C54160853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tuned_ReferenceLigand_37">
            <a:extLst>
              <a:ext uri="{FF2B5EF4-FFF2-40B4-BE49-F238E27FC236}">
                <a16:creationId xmlns:a16="http://schemas.microsoft.com/office/drawing/2014/main" id="{19E36DD3-1E32-400B-94AF-7452437DDF3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tuned_ReferenceLigand_38">
            <a:extLst>
              <a:ext uri="{FF2B5EF4-FFF2-40B4-BE49-F238E27FC236}">
                <a16:creationId xmlns:a16="http://schemas.microsoft.com/office/drawing/2014/main" id="{E3A89DFE-B441-4AD6-AE41-A1F54B3B0EA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tuned_ReferenceLigand_39">
            <a:extLst>
              <a:ext uri="{FF2B5EF4-FFF2-40B4-BE49-F238E27FC236}">
                <a16:creationId xmlns:a16="http://schemas.microsoft.com/office/drawing/2014/main" id="{24C7C821-497B-4EBF-8438-5B1BA5083CA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tuned_ReferenceLigand_40">
            <a:extLst>
              <a:ext uri="{FF2B5EF4-FFF2-40B4-BE49-F238E27FC236}">
                <a16:creationId xmlns:a16="http://schemas.microsoft.com/office/drawing/2014/main" id="{FC65F98D-BA2E-4DBB-8022-7681D696576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tuned_ReferenceLigand_41">
            <a:extLst>
              <a:ext uri="{FF2B5EF4-FFF2-40B4-BE49-F238E27FC236}">
                <a16:creationId xmlns:a16="http://schemas.microsoft.com/office/drawing/2014/main" id="{1877FA7F-83C0-4C58-AD57-58928D7A10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tuned_ReferenceLigand_42">
            <a:extLst>
              <a:ext uri="{FF2B5EF4-FFF2-40B4-BE49-F238E27FC236}">
                <a16:creationId xmlns:a16="http://schemas.microsoft.com/office/drawing/2014/main" id="{D429A784-AF22-41CD-A798-BFFC34060E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tuned_ReferenceLigand_43">
            <a:extLst>
              <a:ext uri="{FF2B5EF4-FFF2-40B4-BE49-F238E27FC236}">
                <a16:creationId xmlns:a16="http://schemas.microsoft.com/office/drawing/2014/main" id="{DE1E39B9-9D4E-450D-B0DA-A3F827583C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tuned_ReferenceLigand_44">
            <a:extLst>
              <a:ext uri="{FF2B5EF4-FFF2-40B4-BE49-F238E27FC236}">
                <a16:creationId xmlns:a16="http://schemas.microsoft.com/office/drawing/2014/main" id="{7345E335-B59D-4416-91C2-9993C3A908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tuned_ReferenceLigand_45">
            <a:extLst>
              <a:ext uri="{FF2B5EF4-FFF2-40B4-BE49-F238E27FC236}">
                <a16:creationId xmlns:a16="http://schemas.microsoft.com/office/drawing/2014/main" id="{69DEAADB-5115-4896-AB04-A2CFF3CE94B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tuned_ReferenceLigand_46">
            <a:extLst>
              <a:ext uri="{FF2B5EF4-FFF2-40B4-BE49-F238E27FC236}">
                <a16:creationId xmlns:a16="http://schemas.microsoft.com/office/drawing/2014/main" id="{9D25F654-E66B-41DD-AD21-40539F4DF59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tuned_ReferenceLigand_47">
            <a:extLst>
              <a:ext uri="{FF2B5EF4-FFF2-40B4-BE49-F238E27FC236}">
                <a16:creationId xmlns:a16="http://schemas.microsoft.com/office/drawing/2014/main" id="{302025E6-08CE-459F-88DC-DDD519BEAC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wup_2_tuned_ReferenceLigand_48">
            <a:extLst>
              <a:ext uri="{FF2B5EF4-FFF2-40B4-BE49-F238E27FC236}">
                <a16:creationId xmlns:a16="http://schemas.microsoft.com/office/drawing/2014/main" id="{71B53BBA-BB99-401F-BB92-92889503FA0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wup_2_tuned_ReferenceLigand_49">
            <a:extLst>
              <a:ext uri="{FF2B5EF4-FFF2-40B4-BE49-F238E27FC236}">
                <a16:creationId xmlns:a16="http://schemas.microsoft.com/office/drawing/2014/main" id="{7F86F41D-851B-4320-95E0-9DC0B6C5E71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wup_2_tuned_ReferenceLigand_50">
            <a:extLst>
              <a:ext uri="{FF2B5EF4-FFF2-40B4-BE49-F238E27FC236}">
                <a16:creationId xmlns:a16="http://schemas.microsoft.com/office/drawing/2014/main" id="{D6A8F7A1-FEEB-4886-9BEC-83A96E89330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wup_2_tuned_ReferenceLigand_51">
            <a:extLst>
              <a:ext uri="{FF2B5EF4-FFF2-40B4-BE49-F238E27FC236}">
                <a16:creationId xmlns:a16="http://schemas.microsoft.com/office/drawing/2014/main" id="{E440168D-0004-44E8-8CCA-0A729EE22B1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wup_2_tuned_ReferenceLigand_52">
            <a:extLst>
              <a:ext uri="{FF2B5EF4-FFF2-40B4-BE49-F238E27FC236}">
                <a16:creationId xmlns:a16="http://schemas.microsoft.com/office/drawing/2014/main" id="{0AC1EC03-59BA-4F95-9D87-538FE55DF4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wup_2_tuned_ReferenceLigand_53">
            <a:extLst>
              <a:ext uri="{FF2B5EF4-FFF2-40B4-BE49-F238E27FC236}">
                <a16:creationId xmlns:a16="http://schemas.microsoft.com/office/drawing/2014/main" id="{19F161C8-F01C-4054-A675-42F41A0571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wup_2_tuned_ReferenceLigand_54">
            <a:extLst>
              <a:ext uri="{FF2B5EF4-FFF2-40B4-BE49-F238E27FC236}">
                <a16:creationId xmlns:a16="http://schemas.microsoft.com/office/drawing/2014/main" id="{255D36CD-F5BF-460E-AF9F-BDAA34CBADA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wup_2_tuned_ReferenceLigand_55">
            <a:extLst>
              <a:ext uri="{FF2B5EF4-FFF2-40B4-BE49-F238E27FC236}">
                <a16:creationId xmlns:a16="http://schemas.microsoft.com/office/drawing/2014/main" id="{0854F403-5562-480A-A5A4-914FD3F520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wup_2_tuned_ReferenceLigand_56">
            <a:extLst>
              <a:ext uri="{FF2B5EF4-FFF2-40B4-BE49-F238E27FC236}">
                <a16:creationId xmlns:a16="http://schemas.microsoft.com/office/drawing/2014/main" id="{DC26E3B5-EAAB-4977-B90F-225F733BDB3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wup_2_tuned_ReferenceLigand_57">
            <a:extLst>
              <a:ext uri="{FF2B5EF4-FFF2-40B4-BE49-F238E27FC236}">
                <a16:creationId xmlns:a16="http://schemas.microsoft.com/office/drawing/2014/main" id="{4D2590C0-3E94-4E03-93E7-D9CB2C083B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wup_2_tuned_PredictedLigand_0">
            <a:extLst>
              <a:ext uri="{FF2B5EF4-FFF2-40B4-BE49-F238E27FC236}">
                <a16:creationId xmlns:a16="http://schemas.microsoft.com/office/drawing/2014/main" id="{E3B1C1DC-76F9-4563-BDAE-4E3A6B789F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0" name="9wup_2_tuned_PredictedLigand_1">
            <a:extLst>
              <a:ext uri="{FF2B5EF4-FFF2-40B4-BE49-F238E27FC236}">
                <a16:creationId xmlns:a16="http://schemas.microsoft.com/office/drawing/2014/main" id="{49B8EEA1-8B9C-4ED8-AAB3-80748D3A57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1" name="9wup_2_tuned_PredictedLigand_2">
            <a:extLst>
              <a:ext uri="{FF2B5EF4-FFF2-40B4-BE49-F238E27FC236}">
                <a16:creationId xmlns:a16="http://schemas.microsoft.com/office/drawing/2014/main" id="{3EECDC2B-09CA-4507-8882-C5101EF781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2" name="9wup_2_tuned_PredictedLigand_3">
            <a:extLst>
              <a:ext uri="{FF2B5EF4-FFF2-40B4-BE49-F238E27FC236}">
                <a16:creationId xmlns:a16="http://schemas.microsoft.com/office/drawing/2014/main" id="{776D0DA8-633B-415A-9543-9F4E775C81D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3" name="9wup_2_tuned_PredictedLigand_4">
            <a:extLst>
              <a:ext uri="{FF2B5EF4-FFF2-40B4-BE49-F238E27FC236}">
                <a16:creationId xmlns:a16="http://schemas.microsoft.com/office/drawing/2014/main" id="{58D7715D-FFDD-4122-9073-3B96F9A80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4" name="9wup_2_tuned_PredictedLigand_5">
            <a:extLst>
              <a:ext uri="{FF2B5EF4-FFF2-40B4-BE49-F238E27FC236}">
                <a16:creationId xmlns:a16="http://schemas.microsoft.com/office/drawing/2014/main" id="{80D4104E-F155-40F5-B8F5-04C5DBFB40C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5" name="9wup_2_tuned_PredictedLigand_6">
            <a:extLst>
              <a:ext uri="{FF2B5EF4-FFF2-40B4-BE49-F238E27FC236}">
                <a16:creationId xmlns:a16="http://schemas.microsoft.com/office/drawing/2014/main" id="{F4F36C61-6A2E-455E-8A18-5C0DFF42B4B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6" name="9wup_2_tuned_PredictedLigand_7">
            <a:extLst>
              <a:ext uri="{FF2B5EF4-FFF2-40B4-BE49-F238E27FC236}">
                <a16:creationId xmlns:a16="http://schemas.microsoft.com/office/drawing/2014/main" id="{DEF755BB-A9AF-4733-9777-06724F84A87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7" name="9wup_2_tuned_PredictedLigand_8">
            <a:extLst>
              <a:ext uri="{FF2B5EF4-FFF2-40B4-BE49-F238E27FC236}">
                <a16:creationId xmlns:a16="http://schemas.microsoft.com/office/drawing/2014/main" id="{0347D3A0-F6A2-4C5A-BAD4-406233B756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8" name="9wup_2_tuned_PredictedLigand_9">
            <a:extLst>
              <a:ext uri="{FF2B5EF4-FFF2-40B4-BE49-F238E27FC236}">
                <a16:creationId xmlns:a16="http://schemas.microsoft.com/office/drawing/2014/main" id="{09EF0009-5D41-483B-9C39-2AB86A5C60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9" name="9wup_2_tuned_PredictedLigand_10">
            <a:extLst>
              <a:ext uri="{FF2B5EF4-FFF2-40B4-BE49-F238E27FC236}">
                <a16:creationId xmlns:a16="http://schemas.microsoft.com/office/drawing/2014/main" id="{DDF6C8FE-32AE-4B84-8CBB-F2A5D013E8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0" name="9wup_2_tuned_PredictedLigand_11">
            <a:extLst>
              <a:ext uri="{FF2B5EF4-FFF2-40B4-BE49-F238E27FC236}">
                <a16:creationId xmlns:a16="http://schemas.microsoft.com/office/drawing/2014/main" id="{73A4012C-7CA4-43FA-ACE4-6CB2AF7E2E4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1" name="9wup_2_tuned_PredictedLigand_12">
            <a:extLst>
              <a:ext uri="{FF2B5EF4-FFF2-40B4-BE49-F238E27FC236}">
                <a16:creationId xmlns:a16="http://schemas.microsoft.com/office/drawing/2014/main" id="{2F811C8A-52E9-43C7-9DA3-3FBB783FA7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2" name="9wup_2_tuned_PredictedLigand_13">
            <a:extLst>
              <a:ext uri="{FF2B5EF4-FFF2-40B4-BE49-F238E27FC236}">
                <a16:creationId xmlns:a16="http://schemas.microsoft.com/office/drawing/2014/main" id="{1B06327C-4F21-48BF-8967-D01F115B9AE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3" name="9wup_2_tuned_PredictedLigand_14">
            <a:extLst>
              <a:ext uri="{FF2B5EF4-FFF2-40B4-BE49-F238E27FC236}">
                <a16:creationId xmlns:a16="http://schemas.microsoft.com/office/drawing/2014/main" id="{D5A41DDC-CAF3-4A08-A2CF-FC9A0BA1D1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4" name="9wup_2_tuned_PredictedLigand_15">
            <a:extLst>
              <a:ext uri="{FF2B5EF4-FFF2-40B4-BE49-F238E27FC236}">
                <a16:creationId xmlns:a16="http://schemas.microsoft.com/office/drawing/2014/main" id="{CF7862C1-94BE-465A-A609-6D39E4B3FD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5" name="9wup_2_tuned_PredictedLigand_16">
            <a:extLst>
              <a:ext uri="{FF2B5EF4-FFF2-40B4-BE49-F238E27FC236}">
                <a16:creationId xmlns:a16="http://schemas.microsoft.com/office/drawing/2014/main" id="{1B009E8C-B356-400F-A965-FB86B3F33D1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6" name="9wup_2_tuned_PredictedLigand_17">
            <a:extLst>
              <a:ext uri="{FF2B5EF4-FFF2-40B4-BE49-F238E27FC236}">
                <a16:creationId xmlns:a16="http://schemas.microsoft.com/office/drawing/2014/main" id="{BE077FE6-AF7B-47E2-8549-E5C2B482EA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7" name="9wup_2_tuned_PredictedLigand_18">
            <a:extLst>
              <a:ext uri="{FF2B5EF4-FFF2-40B4-BE49-F238E27FC236}">
                <a16:creationId xmlns:a16="http://schemas.microsoft.com/office/drawing/2014/main" id="{5B55BC8B-722A-45CC-8C07-D752509262E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8" name="9wup_2_tuned_PredictedLigand_19">
            <a:extLst>
              <a:ext uri="{FF2B5EF4-FFF2-40B4-BE49-F238E27FC236}">
                <a16:creationId xmlns:a16="http://schemas.microsoft.com/office/drawing/2014/main" id="{F648C62C-1187-460E-8A2A-C4838D17E42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9" name="9wup_2_tuned_PredictedLigand_20">
            <a:extLst>
              <a:ext uri="{FF2B5EF4-FFF2-40B4-BE49-F238E27FC236}">
                <a16:creationId xmlns:a16="http://schemas.microsoft.com/office/drawing/2014/main" id="{6D73E4E3-A9B4-496A-B613-9B3BEF6F3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0" name="9wup_2_tuned_PredictedLigand_21">
            <a:extLst>
              <a:ext uri="{FF2B5EF4-FFF2-40B4-BE49-F238E27FC236}">
                <a16:creationId xmlns:a16="http://schemas.microsoft.com/office/drawing/2014/main" id="{8AF2D7B4-149F-403C-B9FE-66B32F4670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1" name="9wup_2_tuned_PredictedLigand_22">
            <a:extLst>
              <a:ext uri="{FF2B5EF4-FFF2-40B4-BE49-F238E27FC236}">
                <a16:creationId xmlns:a16="http://schemas.microsoft.com/office/drawing/2014/main" id="{B6809938-1F7F-4AA9-AC96-1CB89E14EE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2" name="9wup_2_tuned_PredictedLigand_23">
            <a:extLst>
              <a:ext uri="{FF2B5EF4-FFF2-40B4-BE49-F238E27FC236}">
                <a16:creationId xmlns:a16="http://schemas.microsoft.com/office/drawing/2014/main" id="{E2154628-380E-402F-9B1C-475B51F4D7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3" name="9wup_2_tuned_PredictedLigand_24">
            <a:extLst>
              <a:ext uri="{FF2B5EF4-FFF2-40B4-BE49-F238E27FC236}">
                <a16:creationId xmlns:a16="http://schemas.microsoft.com/office/drawing/2014/main" id="{DEADE78C-F6AB-48F4-81AE-00B55B044E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4" name="9wup_2_tuned_PredictedLigand_25">
            <a:extLst>
              <a:ext uri="{FF2B5EF4-FFF2-40B4-BE49-F238E27FC236}">
                <a16:creationId xmlns:a16="http://schemas.microsoft.com/office/drawing/2014/main" id="{7E27029E-1A0C-46A8-88A0-B4E1A22CA7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5" name="9wup_2_tuned_PredictedLigand_26">
            <a:extLst>
              <a:ext uri="{FF2B5EF4-FFF2-40B4-BE49-F238E27FC236}">
                <a16:creationId xmlns:a16="http://schemas.microsoft.com/office/drawing/2014/main" id="{C596FE87-C685-4265-AD20-E512FA48193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6" name="9wup_2_tuned_PredictedLigand_27">
            <a:extLst>
              <a:ext uri="{FF2B5EF4-FFF2-40B4-BE49-F238E27FC236}">
                <a16:creationId xmlns:a16="http://schemas.microsoft.com/office/drawing/2014/main" id="{46B718C4-A775-4F37-801E-A98E5BE76EB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7" name="9wup_2_tuned_PredictedLigand_28">
            <a:extLst>
              <a:ext uri="{FF2B5EF4-FFF2-40B4-BE49-F238E27FC236}">
                <a16:creationId xmlns:a16="http://schemas.microsoft.com/office/drawing/2014/main" id="{B52E4390-487B-4832-961E-924BFBE62A7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8" name="9wup_2_tuned_PredictedLigand_29">
            <a:extLst>
              <a:ext uri="{FF2B5EF4-FFF2-40B4-BE49-F238E27FC236}">
                <a16:creationId xmlns:a16="http://schemas.microsoft.com/office/drawing/2014/main" id="{5C5E7FA6-4159-4372-9C3E-B7DE25D6563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9" name="9wup_2_tuned_PredictedLigand_30">
            <a:extLst>
              <a:ext uri="{FF2B5EF4-FFF2-40B4-BE49-F238E27FC236}">
                <a16:creationId xmlns:a16="http://schemas.microsoft.com/office/drawing/2014/main" id="{90374918-51D6-4534-AD82-8AF5037A88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0" name="9wup_2_tuned_PredictedLigand_31">
            <a:extLst>
              <a:ext uri="{FF2B5EF4-FFF2-40B4-BE49-F238E27FC236}">
                <a16:creationId xmlns:a16="http://schemas.microsoft.com/office/drawing/2014/main" id="{AE7B850E-8308-402C-9532-3DAE7C0A51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1" name="9wup_2_tuned_PredictedLigand_32">
            <a:extLst>
              <a:ext uri="{FF2B5EF4-FFF2-40B4-BE49-F238E27FC236}">
                <a16:creationId xmlns:a16="http://schemas.microsoft.com/office/drawing/2014/main" id="{64E88692-C6DB-4EB2-8CE6-8EC6F5892C9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2" name="9wup_2_tuned_PredictedLigand_33">
            <a:extLst>
              <a:ext uri="{FF2B5EF4-FFF2-40B4-BE49-F238E27FC236}">
                <a16:creationId xmlns:a16="http://schemas.microsoft.com/office/drawing/2014/main" id="{4A7868AD-E70A-4880-93B0-C51FA6B7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3" name="9wup_2_tuned_PredictedLigand_34">
            <a:extLst>
              <a:ext uri="{FF2B5EF4-FFF2-40B4-BE49-F238E27FC236}">
                <a16:creationId xmlns:a16="http://schemas.microsoft.com/office/drawing/2014/main" id="{0CBA104E-C91F-418E-8182-A7AE5B3124A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4" name="9wup_2_tuned_PredictedLigand_35">
            <a:extLst>
              <a:ext uri="{FF2B5EF4-FFF2-40B4-BE49-F238E27FC236}">
                <a16:creationId xmlns:a16="http://schemas.microsoft.com/office/drawing/2014/main" id="{1B67567C-4C39-4D80-916B-D55287BF036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5" name="9wup_2_tuned_PredictedLigand_36">
            <a:extLst>
              <a:ext uri="{FF2B5EF4-FFF2-40B4-BE49-F238E27FC236}">
                <a16:creationId xmlns:a16="http://schemas.microsoft.com/office/drawing/2014/main" id="{1440FD33-9D06-435D-8CC0-74607135202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6" name="9wup_2_tuned_PredictedLigand_37">
            <a:extLst>
              <a:ext uri="{FF2B5EF4-FFF2-40B4-BE49-F238E27FC236}">
                <a16:creationId xmlns:a16="http://schemas.microsoft.com/office/drawing/2014/main" id="{2610EB5E-1894-43C1-840D-3E7EDBB457A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7" name="9wup_2_tuned_PredictedLigand_38">
            <a:extLst>
              <a:ext uri="{FF2B5EF4-FFF2-40B4-BE49-F238E27FC236}">
                <a16:creationId xmlns:a16="http://schemas.microsoft.com/office/drawing/2014/main" id="{CBDD3B73-D1F9-4896-9841-CBA7B247E9F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8" name="9wup_2_tuned_PredictedLigand_39">
            <a:extLst>
              <a:ext uri="{FF2B5EF4-FFF2-40B4-BE49-F238E27FC236}">
                <a16:creationId xmlns:a16="http://schemas.microsoft.com/office/drawing/2014/main" id="{160A5693-7B02-44B0-9EF4-61AB99ED7CA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9" name="9wup_2_tuned_PredictedLigand_40">
            <a:extLst>
              <a:ext uri="{FF2B5EF4-FFF2-40B4-BE49-F238E27FC236}">
                <a16:creationId xmlns:a16="http://schemas.microsoft.com/office/drawing/2014/main" id="{8A5ED7ED-C7FF-44E4-ACED-C20A1193260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0" name="9wup_2_tuned_PredictedLigand_41">
            <a:extLst>
              <a:ext uri="{FF2B5EF4-FFF2-40B4-BE49-F238E27FC236}">
                <a16:creationId xmlns:a16="http://schemas.microsoft.com/office/drawing/2014/main" id="{E9D92051-F4BF-4008-9586-529C960487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1" name="9wup_2_tuned_PredictedLigand_42">
            <a:extLst>
              <a:ext uri="{FF2B5EF4-FFF2-40B4-BE49-F238E27FC236}">
                <a16:creationId xmlns:a16="http://schemas.microsoft.com/office/drawing/2014/main" id="{424A1D2F-9E1C-4B45-AF9F-E33597C120F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2" name="9wup_2_tuned_PredictedLigand_43">
            <a:extLst>
              <a:ext uri="{FF2B5EF4-FFF2-40B4-BE49-F238E27FC236}">
                <a16:creationId xmlns:a16="http://schemas.microsoft.com/office/drawing/2014/main" id="{54890772-0351-4EC2-850E-5466FB413F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3" name="9wup_2_tuned_PredictedLigand_44">
            <a:extLst>
              <a:ext uri="{FF2B5EF4-FFF2-40B4-BE49-F238E27FC236}">
                <a16:creationId xmlns:a16="http://schemas.microsoft.com/office/drawing/2014/main" id="{7C131F00-1AB3-4A5F-B009-8C5E336A832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4" name="9wup_2_tuned_PredictedLigand_45">
            <a:extLst>
              <a:ext uri="{FF2B5EF4-FFF2-40B4-BE49-F238E27FC236}">
                <a16:creationId xmlns:a16="http://schemas.microsoft.com/office/drawing/2014/main" id="{11B1B820-9528-436F-9F65-5B7C48146B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5" name="9wup_2_tuned_PredictedLigand_46">
            <a:extLst>
              <a:ext uri="{FF2B5EF4-FFF2-40B4-BE49-F238E27FC236}">
                <a16:creationId xmlns:a16="http://schemas.microsoft.com/office/drawing/2014/main" id="{5F3CF0CD-6B78-4FCF-97C9-B7A333C331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6" name="9wup_2_tuned_PredictedLigand_47">
            <a:extLst>
              <a:ext uri="{FF2B5EF4-FFF2-40B4-BE49-F238E27FC236}">
                <a16:creationId xmlns:a16="http://schemas.microsoft.com/office/drawing/2014/main" id="{7AE6D5D7-73EC-4B75-BA88-44FC29070F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7" name="9wup_2_tuned_PredictedLigand_48">
            <a:extLst>
              <a:ext uri="{FF2B5EF4-FFF2-40B4-BE49-F238E27FC236}">
                <a16:creationId xmlns:a16="http://schemas.microsoft.com/office/drawing/2014/main" id="{1A60839D-D886-4E54-B972-3AF5FA62AF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8" name="9wup_2_tuned_PredictedLigand_49">
            <a:extLst>
              <a:ext uri="{FF2B5EF4-FFF2-40B4-BE49-F238E27FC236}">
                <a16:creationId xmlns:a16="http://schemas.microsoft.com/office/drawing/2014/main" id="{8965E5C3-D9A2-4192-9619-106C2FC50E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9" name="9wup_2_tuned_PredictedLigand_50">
            <a:extLst>
              <a:ext uri="{FF2B5EF4-FFF2-40B4-BE49-F238E27FC236}">
                <a16:creationId xmlns:a16="http://schemas.microsoft.com/office/drawing/2014/main" id="{F515CC51-26D7-4961-A054-C309F443AA6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0" name="9wup_2_tuned_PredictedLigand_51">
            <a:extLst>
              <a:ext uri="{FF2B5EF4-FFF2-40B4-BE49-F238E27FC236}">
                <a16:creationId xmlns:a16="http://schemas.microsoft.com/office/drawing/2014/main" id="{A02FBF4D-31CD-44BD-8139-CA0799E117E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1" name="9wup_2_tuned_PredictedLigand_52">
            <a:extLst>
              <a:ext uri="{FF2B5EF4-FFF2-40B4-BE49-F238E27FC236}">
                <a16:creationId xmlns:a16="http://schemas.microsoft.com/office/drawing/2014/main" id="{EB18F226-7C79-4028-B462-2FFDA94EFAD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2" name="9wup_2_tuned_PredictedLigand_53">
            <a:extLst>
              <a:ext uri="{FF2B5EF4-FFF2-40B4-BE49-F238E27FC236}">
                <a16:creationId xmlns:a16="http://schemas.microsoft.com/office/drawing/2014/main" id="{AE6D3B4D-11D6-4117-B182-5DC3CE2B0E0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3" name="9wup_2_tuned_PredictedLigand_54">
            <a:extLst>
              <a:ext uri="{FF2B5EF4-FFF2-40B4-BE49-F238E27FC236}">
                <a16:creationId xmlns:a16="http://schemas.microsoft.com/office/drawing/2014/main" id="{3121C0E0-91A3-4ADB-9C09-0AC33825F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4" name="9wup_2_tuned_PredictedLigand_55">
            <a:extLst>
              <a:ext uri="{FF2B5EF4-FFF2-40B4-BE49-F238E27FC236}">
                <a16:creationId xmlns:a16="http://schemas.microsoft.com/office/drawing/2014/main" id="{2109E601-67B9-4061-881C-F2D43039E0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5" name="9wup_2_tuned_PredictedLigand_56">
            <a:extLst>
              <a:ext uri="{FF2B5EF4-FFF2-40B4-BE49-F238E27FC236}">
                <a16:creationId xmlns:a16="http://schemas.microsoft.com/office/drawing/2014/main" id="{BF8AD017-42E7-442B-AD19-A4C466E93B8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6" name="9wup_2_tuned_PredictedLigand_57">
            <a:extLst>
              <a:ext uri="{FF2B5EF4-FFF2-40B4-BE49-F238E27FC236}">
                <a16:creationId xmlns:a16="http://schemas.microsoft.com/office/drawing/2014/main" id="{0F4BCD13-310C-4D22-83A0-9EADCCF884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7" name="9wup_2_tuned_PredictedAtoms_0">
            <a:extLst>
              <a:ext uri="{FF2B5EF4-FFF2-40B4-BE49-F238E27FC236}">
                <a16:creationId xmlns:a16="http://schemas.microsoft.com/office/drawing/2014/main" id="{8A99AC1D-71A3-41A4-90DD-058ECDD3ED6E}"/>
              </a:ext>
            </a:extLst>
          </p:cNvPr>
          <p:cNvSpPr>
            <a:spLocks noGrp="1"/>
          </p:cNvSpPr>
          <p:nvPr/>
        </p:nvSpPr>
        <p:spPr>
          <a:xfrm>
            <a:off x="4234447" y="8398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8" name="9wup_2_tuned_PredictedAtoms_1">
            <a:extLst>
              <a:ext uri="{FF2B5EF4-FFF2-40B4-BE49-F238E27FC236}">
                <a16:creationId xmlns:a16="http://schemas.microsoft.com/office/drawing/2014/main" id="{11DB14C0-6078-4FDE-99A5-7E477D8C604D}"/>
              </a:ext>
            </a:extLst>
          </p:cNvPr>
          <p:cNvSpPr>
            <a:spLocks noGrp="1"/>
          </p:cNvSpPr>
          <p:nvPr/>
        </p:nvSpPr>
        <p:spPr>
          <a:xfrm>
            <a:off x="4299699" y="8494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9" name="9wup_2_tuned_PredictedAtoms_2">
            <a:extLst>
              <a:ext uri="{FF2B5EF4-FFF2-40B4-BE49-F238E27FC236}">
                <a16:creationId xmlns:a16="http://schemas.microsoft.com/office/drawing/2014/main" id="{12385156-A774-4D2C-B014-114458BAA670}"/>
              </a:ext>
            </a:extLst>
          </p:cNvPr>
          <p:cNvSpPr>
            <a:spLocks noGrp="1"/>
          </p:cNvSpPr>
          <p:nvPr/>
        </p:nvSpPr>
        <p:spPr>
          <a:xfrm>
            <a:off x="4395684" y="84725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0" name="9wup_2_tuned_PredictedAtoms_3">
            <a:extLst>
              <a:ext uri="{FF2B5EF4-FFF2-40B4-BE49-F238E27FC236}">
                <a16:creationId xmlns:a16="http://schemas.microsoft.com/office/drawing/2014/main" id="{2BC7CC2A-040B-49B0-AF04-151400315F91}"/>
              </a:ext>
            </a:extLst>
          </p:cNvPr>
          <p:cNvSpPr>
            <a:spLocks noGrp="1"/>
          </p:cNvSpPr>
          <p:nvPr/>
        </p:nvSpPr>
        <p:spPr>
          <a:xfrm>
            <a:off x="4414894" y="8566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1" name="9wup_2_tuned_PredictedAtoms_4">
            <a:extLst>
              <a:ext uri="{FF2B5EF4-FFF2-40B4-BE49-F238E27FC236}">
                <a16:creationId xmlns:a16="http://schemas.microsoft.com/office/drawing/2014/main" id="{60DFFAE5-F840-4920-93B1-35E2E6A44B0E}"/>
              </a:ext>
            </a:extLst>
          </p:cNvPr>
          <p:cNvSpPr>
            <a:spLocks noGrp="1"/>
          </p:cNvSpPr>
          <p:nvPr/>
        </p:nvSpPr>
        <p:spPr>
          <a:xfrm>
            <a:off x="4529416" y="8558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2" name="9wup_2_tuned_PredictedAtoms_5">
            <a:extLst>
              <a:ext uri="{FF2B5EF4-FFF2-40B4-BE49-F238E27FC236}">
                <a16:creationId xmlns:a16="http://schemas.microsoft.com/office/drawing/2014/main" id="{5B1627AF-D162-4CA9-ACCF-27E556C086EE}"/>
              </a:ext>
            </a:extLst>
          </p:cNvPr>
          <p:cNvSpPr>
            <a:spLocks noGrp="1"/>
          </p:cNvSpPr>
          <p:nvPr/>
        </p:nvSpPr>
        <p:spPr>
          <a:xfrm>
            <a:off x="4549221" y="8435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3" name="9wup_2_tuned_PredictedAtoms_6">
            <a:extLst>
              <a:ext uri="{FF2B5EF4-FFF2-40B4-BE49-F238E27FC236}">
                <a16:creationId xmlns:a16="http://schemas.microsoft.com/office/drawing/2014/main" id="{CA299420-4858-4D27-9D1A-7CF44D9B4398}"/>
              </a:ext>
            </a:extLst>
          </p:cNvPr>
          <p:cNvSpPr>
            <a:spLocks noGrp="1"/>
          </p:cNvSpPr>
          <p:nvPr/>
        </p:nvSpPr>
        <p:spPr>
          <a:xfrm>
            <a:off x="4527245" y="863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4" name="9wup_2_tuned_PredictedAtoms_7">
            <a:extLst>
              <a:ext uri="{FF2B5EF4-FFF2-40B4-BE49-F238E27FC236}">
                <a16:creationId xmlns:a16="http://schemas.microsoft.com/office/drawing/2014/main" id="{26E3F509-D8FD-4E58-B28B-0D291D2DF3F4}"/>
              </a:ext>
            </a:extLst>
          </p:cNvPr>
          <p:cNvSpPr>
            <a:spLocks noGrp="1"/>
          </p:cNvSpPr>
          <p:nvPr/>
        </p:nvSpPr>
        <p:spPr>
          <a:xfrm>
            <a:off x="4636419" y="8609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5" name="9wup_2_tuned_PredictedAtoms_8">
            <a:extLst>
              <a:ext uri="{FF2B5EF4-FFF2-40B4-BE49-F238E27FC236}">
                <a16:creationId xmlns:a16="http://schemas.microsoft.com/office/drawing/2014/main" id="{22E89990-C038-4A62-89F4-FBB4A2033FF3}"/>
              </a:ext>
            </a:extLst>
          </p:cNvPr>
          <p:cNvSpPr>
            <a:spLocks noGrp="1"/>
          </p:cNvSpPr>
          <p:nvPr/>
        </p:nvSpPr>
        <p:spPr>
          <a:xfrm>
            <a:off x="4731402" y="8712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6" name="9wup_2_tuned_PredictedAtoms_9">
            <a:extLst>
              <a:ext uri="{FF2B5EF4-FFF2-40B4-BE49-F238E27FC236}">
                <a16:creationId xmlns:a16="http://schemas.microsoft.com/office/drawing/2014/main" id="{D6B87298-B7BA-460B-8AB6-46C2D4F75B86}"/>
              </a:ext>
            </a:extLst>
          </p:cNvPr>
          <p:cNvSpPr>
            <a:spLocks noGrp="1"/>
          </p:cNvSpPr>
          <p:nvPr/>
        </p:nvSpPr>
        <p:spPr>
          <a:xfrm>
            <a:off x="4804994" y="8673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7" name="9wup_2_tuned_PredictedAtoms_10">
            <a:extLst>
              <a:ext uri="{FF2B5EF4-FFF2-40B4-BE49-F238E27FC236}">
                <a16:creationId xmlns:a16="http://schemas.microsoft.com/office/drawing/2014/main" id="{6CC7B1FD-39A6-4D91-BF7A-772E979E3BC9}"/>
              </a:ext>
            </a:extLst>
          </p:cNvPr>
          <p:cNvSpPr>
            <a:spLocks noGrp="1"/>
          </p:cNvSpPr>
          <p:nvPr/>
        </p:nvSpPr>
        <p:spPr>
          <a:xfrm>
            <a:off x="4665539" y="88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8" name="9wup_2_tuned_PredictedAtoms_11">
            <a:extLst>
              <a:ext uri="{FF2B5EF4-FFF2-40B4-BE49-F238E27FC236}">
                <a16:creationId xmlns:a16="http://schemas.microsoft.com/office/drawing/2014/main" id="{B959FE42-C88B-49E1-80F0-F436D040BDF0}"/>
              </a:ext>
            </a:extLst>
          </p:cNvPr>
          <p:cNvSpPr>
            <a:spLocks noGrp="1"/>
          </p:cNvSpPr>
          <p:nvPr/>
        </p:nvSpPr>
        <p:spPr>
          <a:xfrm>
            <a:off x="4807833" y="872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9" name="9wup_2_tuned_PredictedAtoms_12">
            <a:extLst>
              <a:ext uri="{FF2B5EF4-FFF2-40B4-BE49-F238E27FC236}">
                <a16:creationId xmlns:a16="http://schemas.microsoft.com/office/drawing/2014/main" id="{196CFE1F-901B-4F3B-B25A-20A23043A874}"/>
              </a:ext>
            </a:extLst>
          </p:cNvPr>
          <p:cNvSpPr>
            <a:spLocks noGrp="1"/>
          </p:cNvSpPr>
          <p:nvPr/>
        </p:nvSpPr>
        <p:spPr>
          <a:xfrm>
            <a:off x="4799977" y="88439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0" name="9wup_2_tuned_PredictedAtoms_13">
            <a:extLst>
              <a:ext uri="{FF2B5EF4-FFF2-40B4-BE49-F238E27FC236}">
                <a16:creationId xmlns:a16="http://schemas.microsoft.com/office/drawing/2014/main" id="{AA09193F-4304-4547-8D3E-4FAB59D6404C}"/>
              </a:ext>
            </a:extLst>
          </p:cNvPr>
          <p:cNvSpPr>
            <a:spLocks noGrp="1"/>
          </p:cNvSpPr>
          <p:nvPr/>
        </p:nvSpPr>
        <p:spPr>
          <a:xfrm>
            <a:off x="4886047" y="8852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1" name="9wup_2_tuned_PredictedAtoms_14">
            <a:extLst>
              <a:ext uri="{FF2B5EF4-FFF2-40B4-BE49-F238E27FC236}">
                <a16:creationId xmlns:a16="http://schemas.microsoft.com/office/drawing/2014/main" id="{6B08168D-25B5-478D-AED7-DD5AFB5289B6}"/>
              </a:ext>
            </a:extLst>
          </p:cNvPr>
          <p:cNvSpPr>
            <a:spLocks noGrp="1"/>
          </p:cNvSpPr>
          <p:nvPr/>
        </p:nvSpPr>
        <p:spPr>
          <a:xfrm>
            <a:off x="4999984" y="8796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2" name="9wup_2_tuned_PredictedAtoms_15">
            <a:extLst>
              <a:ext uri="{FF2B5EF4-FFF2-40B4-BE49-F238E27FC236}">
                <a16:creationId xmlns:a16="http://schemas.microsoft.com/office/drawing/2014/main" id="{145A170F-2E53-4AD8-B3EB-1C928F841869}"/>
              </a:ext>
            </a:extLst>
          </p:cNvPr>
          <p:cNvSpPr>
            <a:spLocks noGrp="1"/>
          </p:cNvSpPr>
          <p:nvPr/>
        </p:nvSpPr>
        <p:spPr>
          <a:xfrm>
            <a:off x="5029551" y="877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3" name="9wup_2_tuned_PredictedAtoms_16">
            <a:extLst>
              <a:ext uri="{FF2B5EF4-FFF2-40B4-BE49-F238E27FC236}">
                <a16:creationId xmlns:a16="http://schemas.microsoft.com/office/drawing/2014/main" id="{1896DCC2-7720-4F98-9E6E-9E4267325E93}"/>
              </a:ext>
            </a:extLst>
          </p:cNvPr>
          <p:cNvSpPr>
            <a:spLocks noGrp="1"/>
          </p:cNvSpPr>
          <p:nvPr/>
        </p:nvSpPr>
        <p:spPr>
          <a:xfrm>
            <a:off x="5091739" y="8654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4" name="9wup_2_tuned_PredictedAtoms_17">
            <a:extLst>
              <a:ext uri="{FF2B5EF4-FFF2-40B4-BE49-F238E27FC236}">
                <a16:creationId xmlns:a16="http://schemas.microsoft.com/office/drawing/2014/main" id="{434C26C2-35A4-441F-A4C6-539B4AFD2192}"/>
              </a:ext>
            </a:extLst>
          </p:cNvPr>
          <p:cNvSpPr>
            <a:spLocks noGrp="1"/>
          </p:cNvSpPr>
          <p:nvPr/>
        </p:nvSpPr>
        <p:spPr>
          <a:xfrm>
            <a:off x="5042875" y="8559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5" name="9wup_2_tuned_PredictedAtoms_18">
            <a:extLst>
              <a:ext uri="{FF2B5EF4-FFF2-40B4-BE49-F238E27FC236}">
                <a16:creationId xmlns:a16="http://schemas.microsoft.com/office/drawing/2014/main" id="{CC1DE2E3-C812-490C-8179-90F4F474BB4D}"/>
              </a:ext>
            </a:extLst>
          </p:cNvPr>
          <p:cNvSpPr>
            <a:spLocks noGrp="1"/>
          </p:cNvSpPr>
          <p:nvPr/>
        </p:nvSpPr>
        <p:spPr>
          <a:xfrm>
            <a:off x="5124121" y="8470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6" name="9wup_2_tuned_PredictedAtoms_19">
            <a:extLst>
              <a:ext uri="{FF2B5EF4-FFF2-40B4-BE49-F238E27FC236}">
                <a16:creationId xmlns:a16="http://schemas.microsoft.com/office/drawing/2014/main" id="{71030F3B-2D4E-4E14-9399-7A076851F25B}"/>
              </a:ext>
            </a:extLst>
          </p:cNvPr>
          <p:cNvSpPr>
            <a:spLocks noGrp="1"/>
          </p:cNvSpPr>
          <p:nvPr/>
        </p:nvSpPr>
        <p:spPr>
          <a:xfrm>
            <a:off x="5229418" y="85086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7" name="9wup_2_tuned_PredictedAtoms_20">
            <a:extLst>
              <a:ext uri="{FF2B5EF4-FFF2-40B4-BE49-F238E27FC236}">
                <a16:creationId xmlns:a16="http://schemas.microsoft.com/office/drawing/2014/main" id="{B09E2BDA-F16F-4F18-AD25-0D46839DEE72}"/>
              </a:ext>
            </a:extLst>
          </p:cNvPr>
          <p:cNvSpPr>
            <a:spLocks noGrp="1"/>
          </p:cNvSpPr>
          <p:nvPr/>
        </p:nvSpPr>
        <p:spPr>
          <a:xfrm>
            <a:off x="5345725" y="84603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8" name="9wup_2_tuned_PredictedAtoms_21">
            <a:extLst>
              <a:ext uri="{FF2B5EF4-FFF2-40B4-BE49-F238E27FC236}">
                <a16:creationId xmlns:a16="http://schemas.microsoft.com/office/drawing/2014/main" id="{240BF7AF-A8A3-4576-9836-38C09C030BFF}"/>
              </a:ext>
            </a:extLst>
          </p:cNvPr>
          <p:cNvSpPr>
            <a:spLocks noGrp="1"/>
          </p:cNvSpPr>
          <p:nvPr/>
        </p:nvSpPr>
        <p:spPr>
          <a:xfrm>
            <a:off x="5376598" y="83540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9" name="9wup_2_tuned_PredictedAtoms_22">
            <a:extLst>
              <a:ext uri="{FF2B5EF4-FFF2-40B4-BE49-F238E27FC236}">
                <a16:creationId xmlns:a16="http://schemas.microsoft.com/office/drawing/2014/main" id="{BDB9780A-EE62-4F88-A982-EBF43D0B516C}"/>
              </a:ext>
            </a:extLst>
          </p:cNvPr>
          <p:cNvSpPr>
            <a:spLocks noGrp="1"/>
          </p:cNvSpPr>
          <p:nvPr/>
        </p:nvSpPr>
        <p:spPr>
          <a:xfrm>
            <a:off x="5428655" y="8526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0" name="9wup_2_tuned_PredictedAtoms_23">
            <a:extLst>
              <a:ext uri="{FF2B5EF4-FFF2-40B4-BE49-F238E27FC236}">
                <a16:creationId xmlns:a16="http://schemas.microsoft.com/office/drawing/2014/main" id="{1EDF1753-987C-421C-8117-533F5B3E98B1}"/>
              </a:ext>
            </a:extLst>
          </p:cNvPr>
          <p:cNvSpPr>
            <a:spLocks noGrp="1"/>
          </p:cNvSpPr>
          <p:nvPr/>
        </p:nvSpPr>
        <p:spPr>
          <a:xfrm>
            <a:off x="5401312" y="863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1" name="9wup_2_tuned_PredictedAtoms_24">
            <a:extLst>
              <a:ext uri="{FF2B5EF4-FFF2-40B4-BE49-F238E27FC236}">
                <a16:creationId xmlns:a16="http://schemas.microsoft.com/office/drawing/2014/main" id="{428BEF34-7C66-45BC-A9A0-766A1ADF0864}"/>
              </a:ext>
            </a:extLst>
          </p:cNvPr>
          <p:cNvSpPr>
            <a:spLocks noGrp="1"/>
          </p:cNvSpPr>
          <p:nvPr/>
        </p:nvSpPr>
        <p:spPr>
          <a:xfrm>
            <a:off x="5290070" y="8682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2" name="9wup_2_tuned_PredictedAtoms_25">
            <a:extLst>
              <a:ext uri="{FF2B5EF4-FFF2-40B4-BE49-F238E27FC236}">
                <a16:creationId xmlns:a16="http://schemas.microsoft.com/office/drawing/2014/main" id="{FB6FE474-EE04-46C1-8739-3B45903EA8C6}"/>
              </a:ext>
            </a:extLst>
          </p:cNvPr>
          <p:cNvSpPr>
            <a:spLocks noGrp="1"/>
          </p:cNvSpPr>
          <p:nvPr/>
        </p:nvSpPr>
        <p:spPr>
          <a:xfrm>
            <a:off x="5206421" y="862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3" name="9wup_2_tuned_PredictedAtoms_26">
            <a:extLst>
              <a:ext uri="{FF2B5EF4-FFF2-40B4-BE49-F238E27FC236}">
                <a16:creationId xmlns:a16="http://schemas.microsoft.com/office/drawing/2014/main" id="{C51A6AE0-7DE3-481D-AB13-3DE82DD2E723}"/>
              </a:ext>
            </a:extLst>
          </p:cNvPr>
          <p:cNvSpPr>
            <a:spLocks noGrp="1"/>
          </p:cNvSpPr>
          <p:nvPr/>
        </p:nvSpPr>
        <p:spPr>
          <a:xfrm>
            <a:off x="4916846" y="87936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4" name="9wup_2_tuned_PredictedAtoms_27">
            <a:extLst>
              <a:ext uri="{FF2B5EF4-FFF2-40B4-BE49-F238E27FC236}">
                <a16:creationId xmlns:a16="http://schemas.microsoft.com/office/drawing/2014/main" id="{A2114F04-EF1A-4B88-9F2A-CE1BEBA8814D}"/>
              </a:ext>
            </a:extLst>
          </p:cNvPr>
          <p:cNvSpPr>
            <a:spLocks noGrp="1"/>
          </p:cNvSpPr>
          <p:nvPr/>
        </p:nvSpPr>
        <p:spPr>
          <a:xfrm>
            <a:off x="4924821" y="8880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5" name="9wup_2_tuned_PredictedAtoms_28">
            <a:extLst>
              <a:ext uri="{FF2B5EF4-FFF2-40B4-BE49-F238E27FC236}">
                <a16:creationId xmlns:a16="http://schemas.microsoft.com/office/drawing/2014/main" id="{EC35891F-1252-4460-96C5-C3373054A627}"/>
              </a:ext>
            </a:extLst>
          </p:cNvPr>
          <p:cNvSpPr>
            <a:spLocks noGrp="1"/>
          </p:cNvSpPr>
          <p:nvPr/>
        </p:nvSpPr>
        <p:spPr>
          <a:xfrm>
            <a:off x="4824684" y="8829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6" name="9wup_2_tuned_PredictedAtoms_29">
            <a:extLst>
              <a:ext uri="{FF2B5EF4-FFF2-40B4-BE49-F238E27FC236}">
                <a16:creationId xmlns:a16="http://schemas.microsoft.com/office/drawing/2014/main" id="{9067FDA3-8CCC-4D78-A71A-538076992C8B}"/>
              </a:ext>
            </a:extLst>
          </p:cNvPr>
          <p:cNvSpPr>
            <a:spLocks noGrp="1"/>
          </p:cNvSpPr>
          <p:nvPr/>
        </p:nvSpPr>
        <p:spPr>
          <a:xfrm>
            <a:off x="4761204" y="8930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7" name="9wup_2_tuned_PredictedAtoms_30">
            <a:extLst>
              <a:ext uri="{FF2B5EF4-FFF2-40B4-BE49-F238E27FC236}">
                <a16:creationId xmlns:a16="http://schemas.microsoft.com/office/drawing/2014/main" id="{C082DE87-6473-4786-B387-52C7C983076D}"/>
              </a:ext>
            </a:extLst>
          </p:cNvPr>
          <p:cNvSpPr>
            <a:spLocks noGrp="1"/>
          </p:cNvSpPr>
          <p:nvPr/>
        </p:nvSpPr>
        <p:spPr>
          <a:xfrm>
            <a:off x="4237764" y="8606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8" name="9wup_2_tuned_PredictedAtoms_31">
            <a:extLst>
              <a:ext uri="{FF2B5EF4-FFF2-40B4-BE49-F238E27FC236}">
                <a16:creationId xmlns:a16="http://schemas.microsoft.com/office/drawing/2014/main" id="{97B8A61C-FF1B-46F9-A617-9B6E04A72C1A}"/>
              </a:ext>
            </a:extLst>
          </p:cNvPr>
          <p:cNvSpPr>
            <a:spLocks noGrp="1"/>
          </p:cNvSpPr>
          <p:nvPr/>
        </p:nvSpPr>
        <p:spPr>
          <a:xfrm>
            <a:off x="4292793" y="87067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9" name="9wup_2_tuned_PredictedAtoms_32">
            <a:extLst>
              <a:ext uri="{FF2B5EF4-FFF2-40B4-BE49-F238E27FC236}">
                <a16:creationId xmlns:a16="http://schemas.microsoft.com/office/drawing/2014/main" id="{79004508-F83A-4FD3-8D20-CFB0E24BF574}"/>
              </a:ext>
            </a:extLst>
          </p:cNvPr>
          <p:cNvSpPr>
            <a:spLocks noGrp="1"/>
          </p:cNvSpPr>
          <p:nvPr/>
        </p:nvSpPr>
        <p:spPr>
          <a:xfrm>
            <a:off x="4100972" y="86087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0" name="9wup_2_tuned_PredictedAtoms_33">
            <a:extLst>
              <a:ext uri="{FF2B5EF4-FFF2-40B4-BE49-F238E27FC236}">
                <a16:creationId xmlns:a16="http://schemas.microsoft.com/office/drawing/2014/main" id="{1CC93B52-C6AB-4F2B-8D94-7A23337CC691}"/>
              </a:ext>
            </a:extLst>
          </p:cNvPr>
          <p:cNvSpPr>
            <a:spLocks noGrp="1"/>
          </p:cNvSpPr>
          <p:nvPr/>
        </p:nvSpPr>
        <p:spPr>
          <a:xfrm>
            <a:off x="4041739" y="8691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1" name="9wup_2_tuned_PredictedAtoms_34">
            <a:extLst>
              <a:ext uri="{FF2B5EF4-FFF2-40B4-BE49-F238E27FC236}">
                <a16:creationId xmlns:a16="http://schemas.microsoft.com/office/drawing/2014/main" id="{CCF2206A-632B-410F-8684-173F2F6AD33B}"/>
              </a:ext>
            </a:extLst>
          </p:cNvPr>
          <p:cNvSpPr>
            <a:spLocks noGrp="1"/>
          </p:cNvSpPr>
          <p:nvPr/>
        </p:nvSpPr>
        <p:spPr>
          <a:xfrm>
            <a:off x="4062418" y="8636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2" name="9wup_2_tuned_PredictedAtoms_35">
            <a:extLst>
              <a:ext uri="{FF2B5EF4-FFF2-40B4-BE49-F238E27FC236}">
                <a16:creationId xmlns:a16="http://schemas.microsoft.com/office/drawing/2014/main" id="{61C34637-6156-40C6-A576-4ED428120655}"/>
              </a:ext>
            </a:extLst>
          </p:cNvPr>
          <p:cNvSpPr>
            <a:spLocks noGrp="1"/>
          </p:cNvSpPr>
          <p:nvPr/>
        </p:nvSpPr>
        <p:spPr>
          <a:xfrm>
            <a:off x="3934490" y="8614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3" name="9wup_2_tuned_PredictedAtoms_36">
            <a:extLst>
              <a:ext uri="{FF2B5EF4-FFF2-40B4-BE49-F238E27FC236}">
                <a16:creationId xmlns:a16="http://schemas.microsoft.com/office/drawing/2014/main" id="{B237C9F2-FE99-41BE-89EC-378AA2B76BE2}"/>
              </a:ext>
            </a:extLst>
          </p:cNvPr>
          <p:cNvSpPr>
            <a:spLocks noGrp="1"/>
          </p:cNvSpPr>
          <p:nvPr/>
        </p:nvSpPr>
        <p:spPr>
          <a:xfrm>
            <a:off x="3905877" y="8497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4" name="9wup_2_tuned_PredictedAtoms_37">
            <a:extLst>
              <a:ext uri="{FF2B5EF4-FFF2-40B4-BE49-F238E27FC236}">
                <a16:creationId xmlns:a16="http://schemas.microsoft.com/office/drawing/2014/main" id="{70029C5B-E126-44ED-B745-AC45EA0FA023}"/>
              </a:ext>
            </a:extLst>
          </p:cNvPr>
          <p:cNvSpPr>
            <a:spLocks noGrp="1"/>
          </p:cNvSpPr>
          <p:nvPr/>
        </p:nvSpPr>
        <p:spPr>
          <a:xfrm>
            <a:off x="3986204" y="840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5" name="9wup_2_tuned_PredictedAtoms_38">
            <a:extLst>
              <a:ext uri="{FF2B5EF4-FFF2-40B4-BE49-F238E27FC236}">
                <a16:creationId xmlns:a16="http://schemas.microsoft.com/office/drawing/2014/main" id="{1FA12183-B3C7-49C8-981B-49C35D487A81}"/>
              </a:ext>
            </a:extLst>
          </p:cNvPr>
          <p:cNvSpPr>
            <a:spLocks noGrp="1"/>
          </p:cNvSpPr>
          <p:nvPr/>
        </p:nvSpPr>
        <p:spPr>
          <a:xfrm>
            <a:off x="3968643" y="82897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6" name="9wup_2_tuned_PredictedAtoms_39">
            <a:extLst>
              <a:ext uri="{FF2B5EF4-FFF2-40B4-BE49-F238E27FC236}">
                <a16:creationId xmlns:a16="http://schemas.microsoft.com/office/drawing/2014/main" id="{03F367EE-889C-4324-A238-8A8198C82343}"/>
              </a:ext>
            </a:extLst>
          </p:cNvPr>
          <p:cNvSpPr>
            <a:spLocks noGrp="1"/>
          </p:cNvSpPr>
          <p:nvPr/>
        </p:nvSpPr>
        <p:spPr>
          <a:xfrm>
            <a:off x="4051098" y="8208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7" name="9wup_2_tuned_PredictedAtoms_40">
            <a:extLst>
              <a:ext uri="{FF2B5EF4-FFF2-40B4-BE49-F238E27FC236}">
                <a16:creationId xmlns:a16="http://schemas.microsoft.com/office/drawing/2014/main" id="{DE6FB63B-7D61-4778-A427-44C427D0D1E3}"/>
              </a:ext>
            </a:extLst>
          </p:cNvPr>
          <p:cNvSpPr>
            <a:spLocks noGrp="1"/>
          </p:cNvSpPr>
          <p:nvPr/>
        </p:nvSpPr>
        <p:spPr>
          <a:xfrm>
            <a:off x="3851083" y="82564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8" name="9wup_2_tuned_PredictedAtoms_41">
            <a:extLst>
              <a:ext uri="{FF2B5EF4-FFF2-40B4-BE49-F238E27FC236}">
                <a16:creationId xmlns:a16="http://schemas.microsoft.com/office/drawing/2014/main" id="{E378D9D2-E4BA-460A-AB70-7279386501BE}"/>
              </a:ext>
            </a:extLst>
          </p:cNvPr>
          <p:cNvSpPr>
            <a:spLocks noGrp="1"/>
          </p:cNvSpPr>
          <p:nvPr/>
        </p:nvSpPr>
        <p:spPr>
          <a:xfrm>
            <a:off x="3757810" y="833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9" name="9wup_2_tuned_PredictedAtoms_42">
            <a:extLst>
              <a:ext uri="{FF2B5EF4-FFF2-40B4-BE49-F238E27FC236}">
                <a16:creationId xmlns:a16="http://schemas.microsoft.com/office/drawing/2014/main" id="{E2303A59-D3C9-490D-8BB8-2225B70A5D25}"/>
              </a:ext>
            </a:extLst>
          </p:cNvPr>
          <p:cNvSpPr>
            <a:spLocks noGrp="1"/>
          </p:cNvSpPr>
          <p:nvPr/>
        </p:nvSpPr>
        <p:spPr>
          <a:xfrm>
            <a:off x="3656538" y="829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0" name="9wup_2_tuned_PredictedAtoms_43">
            <a:extLst>
              <a:ext uri="{FF2B5EF4-FFF2-40B4-BE49-F238E27FC236}">
                <a16:creationId xmlns:a16="http://schemas.microsoft.com/office/drawing/2014/main" id="{A627A151-F9C0-43FE-A0CC-307F25B36467}"/>
              </a:ext>
            </a:extLst>
          </p:cNvPr>
          <p:cNvSpPr>
            <a:spLocks noGrp="1"/>
          </p:cNvSpPr>
          <p:nvPr/>
        </p:nvSpPr>
        <p:spPr>
          <a:xfrm>
            <a:off x="3788795" y="84617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1" name="9wup_2_tuned_PredictedAtoms_44">
            <a:extLst>
              <a:ext uri="{FF2B5EF4-FFF2-40B4-BE49-F238E27FC236}">
                <a16:creationId xmlns:a16="http://schemas.microsoft.com/office/drawing/2014/main" id="{5AD199F9-7333-4A56-86D1-DF1D7BA8EFB2}"/>
              </a:ext>
            </a:extLst>
          </p:cNvPr>
          <p:cNvSpPr>
            <a:spLocks noGrp="1"/>
          </p:cNvSpPr>
          <p:nvPr/>
        </p:nvSpPr>
        <p:spPr>
          <a:xfrm>
            <a:off x="3705042" y="85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2" name="9wup_2_tuned_PredictedAtoms_45">
            <a:extLst>
              <a:ext uri="{FF2B5EF4-FFF2-40B4-BE49-F238E27FC236}">
                <a16:creationId xmlns:a16="http://schemas.microsoft.com/office/drawing/2014/main" id="{53A41D22-8B26-482D-90D6-161F6F286534}"/>
              </a:ext>
            </a:extLst>
          </p:cNvPr>
          <p:cNvSpPr>
            <a:spLocks noGrp="1"/>
          </p:cNvSpPr>
          <p:nvPr/>
        </p:nvSpPr>
        <p:spPr>
          <a:xfrm>
            <a:off x="3733352" y="8666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3" name="9wup_2_tuned_PredictedAtoms_46">
            <a:extLst>
              <a:ext uri="{FF2B5EF4-FFF2-40B4-BE49-F238E27FC236}">
                <a16:creationId xmlns:a16="http://schemas.microsoft.com/office/drawing/2014/main" id="{9FFFFB00-E0D2-4D02-B19D-C4DAD11F0F2E}"/>
              </a:ext>
            </a:extLst>
          </p:cNvPr>
          <p:cNvSpPr>
            <a:spLocks noGrp="1"/>
          </p:cNvSpPr>
          <p:nvPr/>
        </p:nvSpPr>
        <p:spPr>
          <a:xfrm>
            <a:off x="3642843" y="8754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4" name="9wup_2_tuned_PredictedAtoms_47">
            <a:extLst>
              <a:ext uri="{FF2B5EF4-FFF2-40B4-BE49-F238E27FC236}">
                <a16:creationId xmlns:a16="http://schemas.microsoft.com/office/drawing/2014/main" id="{F41D1BAD-EE6F-4537-A09F-AD6B0CE8B500}"/>
              </a:ext>
            </a:extLst>
          </p:cNvPr>
          <p:cNvSpPr>
            <a:spLocks noGrp="1"/>
          </p:cNvSpPr>
          <p:nvPr/>
        </p:nvSpPr>
        <p:spPr>
          <a:xfrm>
            <a:off x="3665260" y="88757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5" name="9wup_2_tuned_PredictedAtoms_48">
            <a:extLst>
              <a:ext uri="{FF2B5EF4-FFF2-40B4-BE49-F238E27FC236}">
                <a16:creationId xmlns:a16="http://schemas.microsoft.com/office/drawing/2014/main" id="{E156E89A-6E8F-465D-B5D5-002E2343A2FE}"/>
              </a:ext>
            </a:extLst>
          </p:cNvPr>
          <p:cNvSpPr>
            <a:spLocks noGrp="1"/>
          </p:cNvSpPr>
          <p:nvPr/>
        </p:nvSpPr>
        <p:spPr>
          <a:xfrm>
            <a:off x="3566497" y="89643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6" name="9wup_2_tuned_PredictedAtoms_49">
            <a:extLst>
              <a:ext uri="{FF2B5EF4-FFF2-40B4-BE49-F238E27FC236}">
                <a16:creationId xmlns:a16="http://schemas.microsoft.com/office/drawing/2014/main" id="{CAF8798D-A5B0-426A-99D7-148363E595CB}"/>
              </a:ext>
            </a:extLst>
          </p:cNvPr>
          <p:cNvSpPr>
            <a:spLocks noGrp="1"/>
          </p:cNvSpPr>
          <p:nvPr/>
        </p:nvSpPr>
        <p:spPr>
          <a:xfrm>
            <a:off x="3781730" y="89176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7" name="9wup_2_tuned_PredictedAtoms_50">
            <a:extLst>
              <a:ext uri="{FF2B5EF4-FFF2-40B4-BE49-F238E27FC236}">
                <a16:creationId xmlns:a16="http://schemas.microsoft.com/office/drawing/2014/main" id="{EDC838F1-5F42-4D96-A9C5-908BA9E02458}"/>
              </a:ext>
            </a:extLst>
          </p:cNvPr>
          <p:cNvSpPr>
            <a:spLocks noGrp="1"/>
          </p:cNvSpPr>
          <p:nvPr/>
        </p:nvSpPr>
        <p:spPr>
          <a:xfrm>
            <a:off x="3815418" y="90455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8" name="9wup_2_tuned_PredictedAtoms_51">
            <a:extLst>
              <a:ext uri="{FF2B5EF4-FFF2-40B4-BE49-F238E27FC236}">
                <a16:creationId xmlns:a16="http://schemas.microsoft.com/office/drawing/2014/main" id="{6D67C976-C181-43D4-B465-EA8DE8122F38}"/>
              </a:ext>
            </a:extLst>
          </p:cNvPr>
          <p:cNvSpPr>
            <a:spLocks noGrp="1"/>
          </p:cNvSpPr>
          <p:nvPr/>
        </p:nvSpPr>
        <p:spPr>
          <a:xfrm>
            <a:off x="3871103" y="8828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9" name="9wup_2_tuned_PredictedAtoms_52">
            <a:extLst>
              <a:ext uri="{FF2B5EF4-FFF2-40B4-BE49-F238E27FC236}">
                <a16:creationId xmlns:a16="http://schemas.microsoft.com/office/drawing/2014/main" id="{96F438A6-92A5-48D7-8704-55FACB8089CD}"/>
              </a:ext>
            </a:extLst>
          </p:cNvPr>
          <p:cNvSpPr>
            <a:spLocks noGrp="1"/>
          </p:cNvSpPr>
          <p:nvPr/>
        </p:nvSpPr>
        <p:spPr>
          <a:xfrm>
            <a:off x="3849434" y="8702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0" name="stage3-cases-main_45">
            <a:extLst>
              <a:ext uri="{FF2B5EF4-FFF2-40B4-BE49-F238E27FC236}">
                <a16:creationId xmlns:a16="http://schemas.microsoft.com/office/drawing/2014/main" id="{3F6CE290-361F-46F5-9CE9-EC8565341AF4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701" name="9wup_2_build_Receptor">
            <a:extLst>
              <a:ext uri="{FF2B5EF4-FFF2-40B4-BE49-F238E27FC236}">
                <a16:creationId xmlns:a16="http://schemas.microsoft.com/office/drawing/2014/main" id="{0967B803-A843-499E-89A4-37491A736C6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702" name="9wup_2_build_ExperimentalDensity">
            <a:extLst>
              <a:ext uri="{FF2B5EF4-FFF2-40B4-BE49-F238E27FC236}">
                <a16:creationId xmlns:a16="http://schemas.microsoft.com/office/drawing/2014/main" id="{FCE5DC15-A776-45BB-8ACE-140EC37357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03" name="9wup_2_build_ReferenceLigand_0">
            <a:extLst>
              <a:ext uri="{FF2B5EF4-FFF2-40B4-BE49-F238E27FC236}">
                <a16:creationId xmlns:a16="http://schemas.microsoft.com/office/drawing/2014/main" id="{97CCCC92-C82C-412D-A9A3-5FAE8E82BE2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build_ReferenceLigand_1">
            <a:extLst>
              <a:ext uri="{FF2B5EF4-FFF2-40B4-BE49-F238E27FC236}">
                <a16:creationId xmlns:a16="http://schemas.microsoft.com/office/drawing/2014/main" id="{C7FA57F6-A5E7-4BE9-BD08-ABA1258C36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build_ReferenceLigand_2">
            <a:extLst>
              <a:ext uri="{FF2B5EF4-FFF2-40B4-BE49-F238E27FC236}">
                <a16:creationId xmlns:a16="http://schemas.microsoft.com/office/drawing/2014/main" id="{71E9B4E0-3C17-4739-ACED-E5467F4E5D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build_ReferenceLigand_3">
            <a:extLst>
              <a:ext uri="{FF2B5EF4-FFF2-40B4-BE49-F238E27FC236}">
                <a16:creationId xmlns:a16="http://schemas.microsoft.com/office/drawing/2014/main" id="{04943456-9782-4AF5-AC4F-33FA7EB8BE0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build_ReferenceLigand_4">
            <a:extLst>
              <a:ext uri="{FF2B5EF4-FFF2-40B4-BE49-F238E27FC236}">
                <a16:creationId xmlns:a16="http://schemas.microsoft.com/office/drawing/2014/main" id="{AF9F3CD1-A22C-4E45-83E1-6FE2443C44A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build_ReferenceLigand_5">
            <a:extLst>
              <a:ext uri="{FF2B5EF4-FFF2-40B4-BE49-F238E27FC236}">
                <a16:creationId xmlns:a16="http://schemas.microsoft.com/office/drawing/2014/main" id="{0E6133FD-7911-44A8-BE62-CCF2D833462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build_ReferenceLigand_6">
            <a:extLst>
              <a:ext uri="{FF2B5EF4-FFF2-40B4-BE49-F238E27FC236}">
                <a16:creationId xmlns:a16="http://schemas.microsoft.com/office/drawing/2014/main" id="{1AC08FA9-D3C3-40BA-9014-B67516CCF57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build_ReferenceLigand_7">
            <a:extLst>
              <a:ext uri="{FF2B5EF4-FFF2-40B4-BE49-F238E27FC236}">
                <a16:creationId xmlns:a16="http://schemas.microsoft.com/office/drawing/2014/main" id="{84F52100-D496-4456-AE2C-D360BBCACC1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build_ReferenceLigand_8">
            <a:extLst>
              <a:ext uri="{FF2B5EF4-FFF2-40B4-BE49-F238E27FC236}">
                <a16:creationId xmlns:a16="http://schemas.microsoft.com/office/drawing/2014/main" id="{A6AE0A80-5339-4961-9D1C-657D6FF3AA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build_ReferenceLigand_9">
            <a:extLst>
              <a:ext uri="{FF2B5EF4-FFF2-40B4-BE49-F238E27FC236}">
                <a16:creationId xmlns:a16="http://schemas.microsoft.com/office/drawing/2014/main" id="{E8F3D1BD-6BD9-45DD-9CE6-E42B43A9248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build_ReferenceLigand_10">
            <a:extLst>
              <a:ext uri="{FF2B5EF4-FFF2-40B4-BE49-F238E27FC236}">
                <a16:creationId xmlns:a16="http://schemas.microsoft.com/office/drawing/2014/main" id="{770ED52A-CD81-4E40-870D-3C7BE1EB1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build_ReferenceLigand_11">
            <a:extLst>
              <a:ext uri="{FF2B5EF4-FFF2-40B4-BE49-F238E27FC236}">
                <a16:creationId xmlns:a16="http://schemas.microsoft.com/office/drawing/2014/main" id="{C182B131-BD38-4C31-9A5D-DB7CB5D13F4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build_ReferenceLigand_12">
            <a:extLst>
              <a:ext uri="{FF2B5EF4-FFF2-40B4-BE49-F238E27FC236}">
                <a16:creationId xmlns:a16="http://schemas.microsoft.com/office/drawing/2014/main" id="{DCB70E83-46B1-4057-997A-96872BB589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build_ReferenceLigand_13">
            <a:extLst>
              <a:ext uri="{FF2B5EF4-FFF2-40B4-BE49-F238E27FC236}">
                <a16:creationId xmlns:a16="http://schemas.microsoft.com/office/drawing/2014/main" id="{3BA81603-AF8B-4557-994A-8DBCB497285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build_ReferenceLigand_14">
            <a:extLst>
              <a:ext uri="{FF2B5EF4-FFF2-40B4-BE49-F238E27FC236}">
                <a16:creationId xmlns:a16="http://schemas.microsoft.com/office/drawing/2014/main" id="{4898893C-EEF0-4142-87C6-1F88F379DA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build_ReferenceLigand_15">
            <a:extLst>
              <a:ext uri="{FF2B5EF4-FFF2-40B4-BE49-F238E27FC236}">
                <a16:creationId xmlns:a16="http://schemas.microsoft.com/office/drawing/2014/main" id="{FAF3AA4C-4A38-4F38-9D05-5416E242CB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build_ReferenceLigand_16">
            <a:extLst>
              <a:ext uri="{FF2B5EF4-FFF2-40B4-BE49-F238E27FC236}">
                <a16:creationId xmlns:a16="http://schemas.microsoft.com/office/drawing/2014/main" id="{85C24D34-A3B2-4594-AFDE-98976DDE796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build_ReferenceLigand_17">
            <a:extLst>
              <a:ext uri="{FF2B5EF4-FFF2-40B4-BE49-F238E27FC236}">
                <a16:creationId xmlns:a16="http://schemas.microsoft.com/office/drawing/2014/main" id="{DFB4FDF1-24F0-4F86-A150-EEBF3D9D22E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build_ReferenceLigand_18">
            <a:extLst>
              <a:ext uri="{FF2B5EF4-FFF2-40B4-BE49-F238E27FC236}">
                <a16:creationId xmlns:a16="http://schemas.microsoft.com/office/drawing/2014/main" id="{F295618C-9C3C-4F08-B718-F52E4E123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build_ReferenceLigand_19">
            <a:extLst>
              <a:ext uri="{FF2B5EF4-FFF2-40B4-BE49-F238E27FC236}">
                <a16:creationId xmlns:a16="http://schemas.microsoft.com/office/drawing/2014/main" id="{BEF62366-6D8C-4844-B1B3-962F0B75E4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build_ReferenceLigand_20">
            <a:extLst>
              <a:ext uri="{FF2B5EF4-FFF2-40B4-BE49-F238E27FC236}">
                <a16:creationId xmlns:a16="http://schemas.microsoft.com/office/drawing/2014/main" id="{07FB21B1-B884-421D-A3E1-A46EB0C756F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build_ReferenceLigand_21">
            <a:extLst>
              <a:ext uri="{FF2B5EF4-FFF2-40B4-BE49-F238E27FC236}">
                <a16:creationId xmlns:a16="http://schemas.microsoft.com/office/drawing/2014/main" id="{65D405E1-05EE-4CEA-B9DD-17E8A2F8D6C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build_ReferenceLigand_22">
            <a:extLst>
              <a:ext uri="{FF2B5EF4-FFF2-40B4-BE49-F238E27FC236}">
                <a16:creationId xmlns:a16="http://schemas.microsoft.com/office/drawing/2014/main" id="{604647D6-BD86-45AC-9FA5-41427AB212F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build_ReferenceLigand_23">
            <a:extLst>
              <a:ext uri="{FF2B5EF4-FFF2-40B4-BE49-F238E27FC236}">
                <a16:creationId xmlns:a16="http://schemas.microsoft.com/office/drawing/2014/main" id="{3AA55EC2-B68F-47DA-A8C9-E357FC8FF9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build_ReferenceLigand_24">
            <a:extLst>
              <a:ext uri="{FF2B5EF4-FFF2-40B4-BE49-F238E27FC236}">
                <a16:creationId xmlns:a16="http://schemas.microsoft.com/office/drawing/2014/main" id="{C01AF005-9F79-4F79-8727-7A47B6DFC65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build_ReferenceLigand_25">
            <a:extLst>
              <a:ext uri="{FF2B5EF4-FFF2-40B4-BE49-F238E27FC236}">
                <a16:creationId xmlns:a16="http://schemas.microsoft.com/office/drawing/2014/main" id="{6EA1A1AB-C286-4777-9C8F-632426B5C2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build_ReferenceLigand_26">
            <a:extLst>
              <a:ext uri="{FF2B5EF4-FFF2-40B4-BE49-F238E27FC236}">
                <a16:creationId xmlns:a16="http://schemas.microsoft.com/office/drawing/2014/main" id="{B5A1C3CB-7F35-4858-AC63-F81376CBE7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build_ReferenceLigand_27">
            <a:extLst>
              <a:ext uri="{FF2B5EF4-FFF2-40B4-BE49-F238E27FC236}">
                <a16:creationId xmlns:a16="http://schemas.microsoft.com/office/drawing/2014/main" id="{228E1627-A619-4046-A77B-769F80C6710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build_ReferenceLigand_28">
            <a:extLst>
              <a:ext uri="{FF2B5EF4-FFF2-40B4-BE49-F238E27FC236}">
                <a16:creationId xmlns:a16="http://schemas.microsoft.com/office/drawing/2014/main" id="{AD0C0CEB-F7F9-4B29-903D-215AF4C7A8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build_ReferenceLigand_29">
            <a:extLst>
              <a:ext uri="{FF2B5EF4-FFF2-40B4-BE49-F238E27FC236}">
                <a16:creationId xmlns:a16="http://schemas.microsoft.com/office/drawing/2014/main" id="{14DBDBBE-D2DC-4173-9278-CD67656CDE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build_ReferenceLigand_30">
            <a:extLst>
              <a:ext uri="{FF2B5EF4-FFF2-40B4-BE49-F238E27FC236}">
                <a16:creationId xmlns:a16="http://schemas.microsoft.com/office/drawing/2014/main" id="{37744BFC-14AA-4266-BFBE-3AC120F9349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build_ReferenceLigand_31">
            <a:extLst>
              <a:ext uri="{FF2B5EF4-FFF2-40B4-BE49-F238E27FC236}">
                <a16:creationId xmlns:a16="http://schemas.microsoft.com/office/drawing/2014/main" id="{5DCAE6C5-FF7F-445C-9579-DDC6C95435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build_ReferenceLigand_32">
            <a:extLst>
              <a:ext uri="{FF2B5EF4-FFF2-40B4-BE49-F238E27FC236}">
                <a16:creationId xmlns:a16="http://schemas.microsoft.com/office/drawing/2014/main" id="{8AABC842-21AB-4C0A-B914-8C03A9537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build_ReferenceLigand_33">
            <a:extLst>
              <a:ext uri="{FF2B5EF4-FFF2-40B4-BE49-F238E27FC236}">
                <a16:creationId xmlns:a16="http://schemas.microsoft.com/office/drawing/2014/main" id="{090996B2-9287-4D85-8059-3AB4E228E2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build_ReferenceLigand_34">
            <a:extLst>
              <a:ext uri="{FF2B5EF4-FFF2-40B4-BE49-F238E27FC236}">
                <a16:creationId xmlns:a16="http://schemas.microsoft.com/office/drawing/2014/main" id="{73D7D715-4698-46B6-BD13-90DD66E456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build_ReferenceLigand_35">
            <a:extLst>
              <a:ext uri="{FF2B5EF4-FFF2-40B4-BE49-F238E27FC236}">
                <a16:creationId xmlns:a16="http://schemas.microsoft.com/office/drawing/2014/main" id="{67E30DE9-330F-4B8F-A432-5960D61CC02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build_ReferenceLigand_36">
            <a:extLst>
              <a:ext uri="{FF2B5EF4-FFF2-40B4-BE49-F238E27FC236}">
                <a16:creationId xmlns:a16="http://schemas.microsoft.com/office/drawing/2014/main" id="{EE239C62-8F09-4B10-BB09-D79F45DD6A4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build_ReferenceLigand_37">
            <a:extLst>
              <a:ext uri="{FF2B5EF4-FFF2-40B4-BE49-F238E27FC236}">
                <a16:creationId xmlns:a16="http://schemas.microsoft.com/office/drawing/2014/main" id="{5200812F-8EBA-4AE5-A748-948AB1BE29B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build_ReferenceLigand_38">
            <a:extLst>
              <a:ext uri="{FF2B5EF4-FFF2-40B4-BE49-F238E27FC236}">
                <a16:creationId xmlns:a16="http://schemas.microsoft.com/office/drawing/2014/main" id="{F7F93C77-27AE-4092-8590-5CD6BFAEBEF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build_ReferenceLigand_39">
            <a:extLst>
              <a:ext uri="{FF2B5EF4-FFF2-40B4-BE49-F238E27FC236}">
                <a16:creationId xmlns:a16="http://schemas.microsoft.com/office/drawing/2014/main" id="{36184708-931F-4D51-A9CC-9777B0DF5F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build_ReferenceLigand_40">
            <a:extLst>
              <a:ext uri="{FF2B5EF4-FFF2-40B4-BE49-F238E27FC236}">
                <a16:creationId xmlns:a16="http://schemas.microsoft.com/office/drawing/2014/main" id="{D7397088-BC45-4EAA-9917-CB67EF77ADB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build_ReferenceLigand_41">
            <a:extLst>
              <a:ext uri="{FF2B5EF4-FFF2-40B4-BE49-F238E27FC236}">
                <a16:creationId xmlns:a16="http://schemas.microsoft.com/office/drawing/2014/main" id="{F14C9EB0-C376-4DCE-9395-AAF43E442E5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build_ReferenceLigand_42">
            <a:extLst>
              <a:ext uri="{FF2B5EF4-FFF2-40B4-BE49-F238E27FC236}">
                <a16:creationId xmlns:a16="http://schemas.microsoft.com/office/drawing/2014/main" id="{E3FFB54B-AA02-42EE-B021-DF32022B19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build_ReferenceLigand_43">
            <a:extLst>
              <a:ext uri="{FF2B5EF4-FFF2-40B4-BE49-F238E27FC236}">
                <a16:creationId xmlns:a16="http://schemas.microsoft.com/office/drawing/2014/main" id="{7A332346-555D-45FC-92DE-C9D647D4EEB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build_ReferenceLigand_44">
            <a:extLst>
              <a:ext uri="{FF2B5EF4-FFF2-40B4-BE49-F238E27FC236}">
                <a16:creationId xmlns:a16="http://schemas.microsoft.com/office/drawing/2014/main" id="{B9CD220E-1E25-48ED-883D-A4B88FF79B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build_ReferenceLigand_45">
            <a:extLst>
              <a:ext uri="{FF2B5EF4-FFF2-40B4-BE49-F238E27FC236}">
                <a16:creationId xmlns:a16="http://schemas.microsoft.com/office/drawing/2014/main" id="{F13F4C56-2418-4143-A6F1-7497F27648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build_ReferenceLigand_46">
            <a:extLst>
              <a:ext uri="{FF2B5EF4-FFF2-40B4-BE49-F238E27FC236}">
                <a16:creationId xmlns:a16="http://schemas.microsoft.com/office/drawing/2014/main" id="{7E085D23-FC06-4450-97A9-489EE79AAB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build_ReferenceLigand_47">
            <a:extLst>
              <a:ext uri="{FF2B5EF4-FFF2-40B4-BE49-F238E27FC236}">
                <a16:creationId xmlns:a16="http://schemas.microsoft.com/office/drawing/2014/main" id="{1C2B1EC4-BE50-4E4F-8D13-30AC2DAB30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up_2_build_ReferenceLigand_48">
            <a:extLst>
              <a:ext uri="{FF2B5EF4-FFF2-40B4-BE49-F238E27FC236}">
                <a16:creationId xmlns:a16="http://schemas.microsoft.com/office/drawing/2014/main" id="{848B48D5-B9F1-4CA7-A4BE-C336F63635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up_2_build_ReferenceLigand_49">
            <a:extLst>
              <a:ext uri="{FF2B5EF4-FFF2-40B4-BE49-F238E27FC236}">
                <a16:creationId xmlns:a16="http://schemas.microsoft.com/office/drawing/2014/main" id="{E48ACE5D-3422-4A01-BE59-AD8C8687AE4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up_2_build_ReferenceLigand_50">
            <a:extLst>
              <a:ext uri="{FF2B5EF4-FFF2-40B4-BE49-F238E27FC236}">
                <a16:creationId xmlns:a16="http://schemas.microsoft.com/office/drawing/2014/main" id="{CD49130C-2D6F-4694-9D4C-99B990657BB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up_2_build_ReferenceLigand_51">
            <a:extLst>
              <a:ext uri="{FF2B5EF4-FFF2-40B4-BE49-F238E27FC236}">
                <a16:creationId xmlns:a16="http://schemas.microsoft.com/office/drawing/2014/main" id="{5AFFF977-81CA-4316-8F73-74EE90E1460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up_2_build_ReferenceLigand_52">
            <a:extLst>
              <a:ext uri="{FF2B5EF4-FFF2-40B4-BE49-F238E27FC236}">
                <a16:creationId xmlns:a16="http://schemas.microsoft.com/office/drawing/2014/main" id="{1693E816-09CC-41F4-A9B5-1DB3EA0B739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up_2_build_ReferenceLigand_53">
            <a:extLst>
              <a:ext uri="{FF2B5EF4-FFF2-40B4-BE49-F238E27FC236}">
                <a16:creationId xmlns:a16="http://schemas.microsoft.com/office/drawing/2014/main" id="{85A06805-1D12-4C72-AAF8-D069BFE0B81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up_2_build_ReferenceLigand_54">
            <a:extLst>
              <a:ext uri="{FF2B5EF4-FFF2-40B4-BE49-F238E27FC236}">
                <a16:creationId xmlns:a16="http://schemas.microsoft.com/office/drawing/2014/main" id="{3D974A64-5E3D-4539-A34E-7924E9583E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up_2_build_ReferenceLigand_55">
            <a:extLst>
              <a:ext uri="{FF2B5EF4-FFF2-40B4-BE49-F238E27FC236}">
                <a16:creationId xmlns:a16="http://schemas.microsoft.com/office/drawing/2014/main" id="{606CDF2D-1782-4911-B7CD-D2C0873EA0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up_2_build_ReferenceLigand_56">
            <a:extLst>
              <a:ext uri="{FF2B5EF4-FFF2-40B4-BE49-F238E27FC236}">
                <a16:creationId xmlns:a16="http://schemas.microsoft.com/office/drawing/2014/main" id="{685A9F2A-DEC6-479B-9541-AB61C05F7F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up_2_build_ReferenceLigand_57">
            <a:extLst>
              <a:ext uri="{FF2B5EF4-FFF2-40B4-BE49-F238E27FC236}">
                <a16:creationId xmlns:a16="http://schemas.microsoft.com/office/drawing/2014/main" id="{4C70BEB0-93DD-469C-A666-1432934AD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up_2_build_PredictedLigand_0">
            <a:extLst>
              <a:ext uri="{FF2B5EF4-FFF2-40B4-BE49-F238E27FC236}">
                <a16:creationId xmlns:a16="http://schemas.microsoft.com/office/drawing/2014/main" id="{42D2DDD8-0090-41B6-B070-27B99F46D02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2" name="9wup_2_build_PredictedLigand_1">
            <a:extLst>
              <a:ext uri="{FF2B5EF4-FFF2-40B4-BE49-F238E27FC236}">
                <a16:creationId xmlns:a16="http://schemas.microsoft.com/office/drawing/2014/main" id="{8104824E-A677-4049-A027-E3660579A3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3" name="9wup_2_build_PredictedLigand_2">
            <a:extLst>
              <a:ext uri="{FF2B5EF4-FFF2-40B4-BE49-F238E27FC236}">
                <a16:creationId xmlns:a16="http://schemas.microsoft.com/office/drawing/2014/main" id="{E6E253E0-7443-4C71-8CE0-8C66C0E1564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4" name="9wup_2_build_PredictedLigand_3">
            <a:extLst>
              <a:ext uri="{FF2B5EF4-FFF2-40B4-BE49-F238E27FC236}">
                <a16:creationId xmlns:a16="http://schemas.microsoft.com/office/drawing/2014/main" id="{4B4A1E5E-BE1E-441B-82FF-F5184A4F908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5" name="9wup_2_build_PredictedLigand_4">
            <a:extLst>
              <a:ext uri="{FF2B5EF4-FFF2-40B4-BE49-F238E27FC236}">
                <a16:creationId xmlns:a16="http://schemas.microsoft.com/office/drawing/2014/main" id="{9DD7DC77-361E-458F-A845-5E73EBDA637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6" name="9wup_2_build_PredictedLigand_5">
            <a:extLst>
              <a:ext uri="{FF2B5EF4-FFF2-40B4-BE49-F238E27FC236}">
                <a16:creationId xmlns:a16="http://schemas.microsoft.com/office/drawing/2014/main" id="{AB709526-2338-4008-974F-2FC1DC41BB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7" name="9wup_2_build_PredictedLigand_6">
            <a:extLst>
              <a:ext uri="{FF2B5EF4-FFF2-40B4-BE49-F238E27FC236}">
                <a16:creationId xmlns:a16="http://schemas.microsoft.com/office/drawing/2014/main" id="{D9B25B73-341E-420C-AD36-DBEA264595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8" name="9wup_2_build_PredictedLigand_7">
            <a:extLst>
              <a:ext uri="{FF2B5EF4-FFF2-40B4-BE49-F238E27FC236}">
                <a16:creationId xmlns:a16="http://schemas.microsoft.com/office/drawing/2014/main" id="{BC9F0407-491A-4610-A881-C2B638E699E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9" name="9wup_2_build_PredictedLigand_8">
            <a:extLst>
              <a:ext uri="{FF2B5EF4-FFF2-40B4-BE49-F238E27FC236}">
                <a16:creationId xmlns:a16="http://schemas.microsoft.com/office/drawing/2014/main" id="{16D35727-1546-498F-9EE4-3C36F23B603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0" name="9wup_2_build_PredictedLigand_9">
            <a:extLst>
              <a:ext uri="{FF2B5EF4-FFF2-40B4-BE49-F238E27FC236}">
                <a16:creationId xmlns:a16="http://schemas.microsoft.com/office/drawing/2014/main" id="{FBD74153-F597-4813-8C8C-CE2480AE3B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1" name="9wup_2_build_PredictedLigand_10">
            <a:extLst>
              <a:ext uri="{FF2B5EF4-FFF2-40B4-BE49-F238E27FC236}">
                <a16:creationId xmlns:a16="http://schemas.microsoft.com/office/drawing/2014/main" id="{AF424482-CEFD-4240-AAAF-170397E53A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2" name="9wup_2_build_PredictedLigand_11">
            <a:extLst>
              <a:ext uri="{FF2B5EF4-FFF2-40B4-BE49-F238E27FC236}">
                <a16:creationId xmlns:a16="http://schemas.microsoft.com/office/drawing/2014/main" id="{CE02FFEA-ED6C-4D56-98C4-677A60B0432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3" name="9wup_2_build_PredictedLigand_12">
            <a:extLst>
              <a:ext uri="{FF2B5EF4-FFF2-40B4-BE49-F238E27FC236}">
                <a16:creationId xmlns:a16="http://schemas.microsoft.com/office/drawing/2014/main" id="{9FEAE9B9-DD3C-4BDE-89DB-E7D64AC4D11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4" name="9wup_2_build_PredictedLigand_13">
            <a:extLst>
              <a:ext uri="{FF2B5EF4-FFF2-40B4-BE49-F238E27FC236}">
                <a16:creationId xmlns:a16="http://schemas.microsoft.com/office/drawing/2014/main" id="{D67053B0-BAC8-476A-8740-88B980FDC2E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5" name="9wup_2_build_PredictedLigand_14">
            <a:extLst>
              <a:ext uri="{FF2B5EF4-FFF2-40B4-BE49-F238E27FC236}">
                <a16:creationId xmlns:a16="http://schemas.microsoft.com/office/drawing/2014/main" id="{A84AA61A-2143-4504-A74D-FD032A6680B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6" name="9wup_2_build_PredictedLigand_15">
            <a:extLst>
              <a:ext uri="{FF2B5EF4-FFF2-40B4-BE49-F238E27FC236}">
                <a16:creationId xmlns:a16="http://schemas.microsoft.com/office/drawing/2014/main" id="{6C69FFCD-934D-45B1-B13A-749D50476C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7" name="9wup_2_build_PredictedLigand_16">
            <a:extLst>
              <a:ext uri="{FF2B5EF4-FFF2-40B4-BE49-F238E27FC236}">
                <a16:creationId xmlns:a16="http://schemas.microsoft.com/office/drawing/2014/main" id="{1823D505-36CF-4FD5-B0CA-72E07E48FE9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8" name="9wup_2_build_PredictedLigand_17">
            <a:extLst>
              <a:ext uri="{FF2B5EF4-FFF2-40B4-BE49-F238E27FC236}">
                <a16:creationId xmlns:a16="http://schemas.microsoft.com/office/drawing/2014/main" id="{ACDAF8E4-2202-4431-9D09-57B8F34E22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9" name="9wup_2_build_PredictedLigand_18">
            <a:extLst>
              <a:ext uri="{FF2B5EF4-FFF2-40B4-BE49-F238E27FC236}">
                <a16:creationId xmlns:a16="http://schemas.microsoft.com/office/drawing/2014/main" id="{30813CC1-8740-460A-BA90-8674BDE981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0" name="9wup_2_build_PredictedLigand_19">
            <a:extLst>
              <a:ext uri="{FF2B5EF4-FFF2-40B4-BE49-F238E27FC236}">
                <a16:creationId xmlns:a16="http://schemas.microsoft.com/office/drawing/2014/main" id="{2B73AC36-091D-495C-B19C-6C08D83FA6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1" name="9wup_2_build_PredictedLigand_20">
            <a:extLst>
              <a:ext uri="{FF2B5EF4-FFF2-40B4-BE49-F238E27FC236}">
                <a16:creationId xmlns:a16="http://schemas.microsoft.com/office/drawing/2014/main" id="{58F1D094-A946-44A3-BF9F-5C17FCA8365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2" name="9wup_2_build_PredictedLigand_21">
            <a:extLst>
              <a:ext uri="{FF2B5EF4-FFF2-40B4-BE49-F238E27FC236}">
                <a16:creationId xmlns:a16="http://schemas.microsoft.com/office/drawing/2014/main" id="{B998AB0E-80BA-4B50-BB0F-3D0EEE2A92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3" name="9wup_2_build_PredictedLigand_22">
            <a:extLst>
              <a:ext uri="{FF2B5EF4-FFF2-40B4-BE49-F238E27FC236}">
                <a16:creationId xmlns:a16="http://schemas.microsoft.com/office/drawing/2014/main" id="{E6871178-D1A5-4F54-A880-30F3D1F266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4" name="9wup_2_build_PredictedLigand_23">
            <a:extLst>
              <a:ext uri="{FF2B5EF4-FFF2-40B4-BE49-F238E27FC236}">
                <a16:creationId xmlns:a16="http://schemas.microsoft.com/office/drawing/2014/main" id="{38E35D0C-58BD-4E9E-ACE0-B68F41450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5" name="9wup_2_build_PredictedLigand_24">
            <a:extLst>
              <a:ext uri="{FF2B5EF4-FFF2-40B4-BE49-F238E27FC236}">
                <a16:creationId xmlns:a16="http://schemas.microsoft.com/office/drawing/2014/main" id="{9BD9147F-8594-4220-B64E-D7685F7C6D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6" name="9wup_2_build_PredictedLigand_25">
            <a:extLst>
              <a:ext uri="{FF2B5EF4-FFF2-40B4-BE49-F238E27FC236}">
                <a16:creationId xmlns:a16="http://schemas.microsoft.com/office/drawing/2014/main" id="{4AB2B4C5-FB58-4909-8166-4B9F38F8C1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7" name="9wup_2_build_PredictedLigand_26">
            <a:extLst>
              <a:ext uri="{FF2B5EF4-FFF2-40B4-BE49-F238E27FC236}">
                <a16:creationId xmlns:a16="http://schemas.microsoft.com/office/drawing/2014/main" id="{1AE3FE36-DBFD-46D5-A098-B5831F2CB1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8" name="9wup_2_build_PredictedLigand_27">
            <a:extLst>
              <a:ext uri="{FF2B5EF4-FFF2-40B4-BE49-F238E27FC236}">
                <a16:creationId xmlns:a16="http://schemas.microsoft.com/office/drawing/2014/main" id="{515D1F31-5B88-46E9-A3A1-3965CBAB6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9" name="9wup_2_build_PredictedLigand_28">
            <a:extLst>
              <a:ext uri="{FF2B5EF4-FFF2-40B4-BE49-F238E27FC236}">
                <a16:creationId xmlns:a16="http://schemas.microsoft.com/office/drawing/2014/main" id="{F4C660B6-FE83-4541-A016-19BCB676B2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0" name="9wup_2_build_PredictedLigand_29">
            <a:extLst>
              <a:ext uri="{FF2B5EF4-FFF2-40B4-BE49-F238E27FC236}">
                <a16:creationId xmlns:a16="http://schemas.microsoft.com/office/drawing/2014/main" id="{DCF10F50-E600-45F3-8630-85FAFFDCBD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1" name="9wup_2_build_PredictedLigand_30">
            <a:extLst>
              <a:ext uri="{FF2B5EF4-FFF2-40B4-BE49-F238E27FC236}">
                <a16:creationId xmlns:a16="http://schemas.microsoft.com/office/drawing/2014/main" id="{BAE8CF3E-C1E0-448E-AD0C-9CEFBB96692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2" name="9wup_2_build_PredictedLigand_31">
            <a:extLst>
              <a:ext uri="{FF2B5EF4-FFF2-40B4-BE49-F238E27FC236}">
                <a16:creationId xmlns:a16="http://schemas.microsoft.com/office/drawing/2014/main" id="{628E043C-27AC-4A5D-9C65-711717F4D5B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3" name="9wup_2_build_PredictedLigand_32">
            <a:extLst>
              <a:ext uri="{FF2B5EF4-FFF2-40B4-BE49-F238E27FC236}">
                <a16:creationId xmlns:a16="http://schemas.microsoft.com/office/drawing/2014/main" id="{FB4FEF41-D24E-488C-ACB8-D78A975BC7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4" name="9wup_2_build_PredictedLigand_33">
            <a:extLst>
              <a:ext uri="{FF2B5EF4-FFF2-40B4-BE49-F238E27FC236}">
                <a16:creationId xmlns:a16="http://schemas.microsoft.com/office/drawing/2014/main" id="{EC638779-4067-448E-AACB-7153AF0437B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5" name="9wup_2_build_PredictedLigand_34">
            <a:extLst>
              <a:ext uri="{FF2B5EF4-FFF2-40B4-BE49-F238E27FC236}">
                <a16:creationId xmlns:a16="http://schemas.microsoft.com/office/drawing/2014/main" id="{6F7CD4EE-A39F-4AE1-ACDF-18EA3EE15BA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6" name="9wup_2_build_PredictedLigand_35">
            <a:extLst>
              <a:ext uri="{FF2B5EF4-FFF2-40B4-BE49-F238E27FC236}">
                <a16:creationId xmlns:a16="http://schemas.microsoft.com/office/drawing/2014/main" id="{7CFA9588-19E2-4985-B60C-65151A26B7F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7" name="9wup_2_build_PredictedLigand_36">
            <a:extLst>
              <a:ext uri="{FF2B5EF4-FFF2-40B4-BE49-F238E27FC236}">
                <a16:creationId xmlns:a16="http://schemas.microsoft.com/office/drawing/2014/main" id="{4F226C2F-2E28-487B-A236-D66CBC792E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8" name="9wup_2_build_PredictedLigand_37">
            <a:extLst>
              <a:ext uri="{FF2B5EF4-FFF2-40B4-BE49-F238E27FC236}">
                <a16:creationId xmlns:a16="http://schemas.microsoft.com/office/drawing/2014/main" id="{9A89B2AB-05B9-452D-BA61-EC76EBB0878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9" name="9wup_2_build_PredictedLigand_38">
            <a:extLst>
              <a:ext uri="{FF2B5EF4-FFF2-40B4-BE49-F238E27FC236}">
                <a16:creationId xmlns:a16="http://schemas.microsoft.com/office/drawing/2014/main" id="{0E99253F-AC07-428D-8606-A045B0CE0D7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0" name="9wup_2_build_PredictedLigand_39">
            <a:extLst>
              <a:ext uri="{FF2B5EF4-FFF2-40B4-BE49-F238E27FC236}">
                <a16:creationId xmlns:a16="http://schemas.microsoft.com/office/drawing/2014/main" id="{C798E3FB-1A3B-4929-91A0-F88CA0141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1" name="9wup_2_build_PredictedLigand_40">
            <a:extLst>
              <a:ext uri="{FF2B5EF4-FFF2-40B4-BE49-F238E27FC236}">
                <a16:creationId xmlns:a16="http://schemas.microsoft.com/office/drawing/2014/main" id="{218CB934-D608-4F39-90E1-6C3EEA5A656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2" name="9wup_2_build_PredictedLigand_41">
            <a:extLst>
              <a:ext uri="{FF2B5EF4-FFF2-40B4-BE49-F238E27FC236}">
                <a16:creationId xmlns:a16="http://schemas.microsoft.com/office/drawing/2014/main" id="{529FA321-79AE-4FE4-97E3-A7D1AC2A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3" name="9wup_2_build_PredictedLigand_42">
            <a:extLst>
              <a:ext uri="{FF2B5EF4-FFF2-40B4-BE49-F238E27FC236}">
                <a16:creationId xmlns:a16="http://schemas.microsoft.com/office/drawing/2014/main" id="{307AB3A0-03C0-4B9C-BE10-833FA521DF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4" name="9wup_2_build_PredictedLigand_43">
            <a:extLst>
              <a:ext uri="{FF2B5EF4-FFF2-40B4-BE49-F238E27FC236}">
                <a16:creationId xmlns:a16="http://schemas.microsoft.com/office/drawing/2014/main" id="{426B9F73-20FB-441F-963A-0A8E14377E9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5" name="9wup_2_build_PredictedLigand_44">
            <a:extLst>
              <a:ext uri="{FF2B5EF4-FFF2-40B4-BE49-F238E27FC236}">
                <a16:creationId xmlns:a16="http://schemas.microsoft.com/office/drawing/2014/main" id="{1EA63C80-5357-41DF-A483-CFF6DBDFE45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6" name="9wup_2_build_PredictedLigand_45">
            <a:extLst>
              <a:ext uri="{FF2B5EF4-FFF2-40B4-BE49-F238E27FC236}">
                <a16:creationId xmlns:a16="http://schemas.microsoft.com/office/drawing/2014/main" id="{616D52F4-AE00-4A2E-93D3-4E4A1B23C65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7" name="9wup_2_build_PredictedLigand_46">
            <a:extLst>
              <a:ext uri="{FF2B5EF4-FFF2-40B4-BE49-F238E27FC236}">
                <a16:creationId xmlns:a16="http://schemas.microsoft.com/office/drawing/2014/main" id="{9F936996-0B90-4BFE-B901-8B3C686D58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8" name="9wup_2_build_PredictedLigand_47">
            <a:extLst>
              <a:ext uri="{FF2B5EF4-FFF2-40B4-BE49-F238E27FC236}">
                <a16:creationId xmlns:a16="http://schemas.microsoft.com/office/drawing/2014/main" id="{C121A12D-3892-4B27-8DCF-D14F444E67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9" name="9wup_2_build_PredictedLigand_48">
            <a:extLst>
              <a:ext uri="{FF2B5EF4-FFF2-40B4-BE49-F238E27FC236}">
                <a16:creationId xmlns:a16="http://schemas.microsoft.com/office/drawing/2014/main" id="{3478421A-A6C3-48BB-B07A-A937AC2F397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0" name="9wup_2_build_PredictedLigand_49">
            <a:extLst>
              <a:ext uri="{FF2B5EF4-FFF2-40B4-BE49-F238E27FC236}">
                <a16:creationId xmlns:a16="http://schemas.microsoft.com/office/drawing/2014/main" id="{D517F2BA-4A5E-4BD6-BEB4-76F1BC3B6FB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1" name="9wup_2_build_PredictedLigand_50">
            <a:extLst>
              <a:ext uri="{FF2B5EF4-FFF2-40B4-BE49-F238E27FC236}">
                <a16:creationId xmlns:a16="http://schemas.microsoft.com/office/drawing/2014/main" id="{33B09B43-FB41-4CD2-AC91-533898334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2" name="9wup_2_build_PredictedLigand_51">
            <a:extLst>
              <a:ext uri="{FF2B5EF4-FFF2-40B4-BE49-F238E27FC236}">
                <a16:creationId xmlns:a16="http://schemas.microsoft.com/office/drawing/2014/main" id="{7B74FF70-8600-4DE0-AE37-AB95A0A0E9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3" name="9wup_2_build_PredictedLigand_52">
            <a:extLst>
              <a:ext uri="{FF2B5EF4-FFF2-40B4-BE49-F238E27FC236}">
                <a16:creationId xmlns:a16="http://schemas.microsoft.com/office/drawing/2014/main" id="{9E0216F7-DAF1-4105-A0A4-B46D6D9DD63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4" name="9wup_2_build_PredictedLigand_53">
            <a:extLst>
              <a:ext uri="{FF2B5EF4-FFF2-40B4-BE49-F238E27FC236}">
                <a16:creationId xmlns:a16="http://schemas.microsoft.com/office/drawing/2014/main" id="{E1C4A224-B376-4D43-AD1B-814F4D686B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5" name="9wup_2_build_PredictedLigand_54">
            <a:extLst>
              <a:ext uri="{FF2B5EF4-FFF2-40B4-BE49-F238E27FC236}">
                <a16:creationId xmlns:a16="http://schemas.microsoft.com/office/drawing/2014/main" id="{62EE8C32-C991-4F3B-8AF7-3BCDB2059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6" name="9wup_2_build_PredictedLigand_55">
            <a:extLst>
              <a:ext uri="{FF2B5EF4-FFF2-40B4-BE49-F238E27FC236}">
                <a16:creationId xmlns:a16="http://schemas.microsoft.com/office/drawing/2014/main" id="{50B537FC-F626-42CB-97F6-59F210C81E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7" name="9wup_2_build_PredictedLigand_56">
            <a:extLst>
              <a:ext uri="{FF2B5EF4-FFF2-40B4-BE49-F238E27FC236}">
                <a16:creationId xmlns:a16="http://schemas.microsoft.com/office/drawing/2014/main" id="{47CFA757-3100-4BA4-B277-23BD2EBF4C1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8" name="9wup_2_build_PredictedLigand_57">
            <a:extLst>
              <a:ext uri="{FF2B5EF4-FFF2-40B4-BE49-F238E27FC236}">
                <a16:creationId xmlns:a16="http://schemas.microsoft.com/office/drawing/2014/main" id="{AC6EC53B-E151-43B1-8B71-FAE7708E421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9" name="9wup_2_build_PredictedAtoms_0">
            <a:extLst>
              <a:ext uri="{FF2B5EF4-FFF2-40B4-BE49-F238E27FC236}">
                <a16:creationId xmlns:a16="http://schemas.microsoft.com/office/drawing/2014/main" id="{8E37FE16-7C6A-49F9-A70E-EDC5F1ECD94A}"/>
              </a:ext>
            </a:extLst>
          </p:cNvPr>
          <p:cNvSpPr>
            <a:spLocks noGrp="1"/>
          </p:cNvSpPr>
          <p:nvPr/>
        </p:nvSpPr>
        <p:spPr>
          <a:xfrm>
            <a:off x="7167704" y="8572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0" name="9wup_2_build_PredictedAtoms_1">
            <a:extLst>
              <a:ext uri="{FF2B5EF4-FFF2-40B4-BE49-F238E27FC236}">
                <a16:creationId xmlns:a16="http://schemas.microsoft.com/office/drawing/2014/main" id="{00D8DCC3-5FFA-4EFF-962E-A6F4AB626ED4}"/>
              </a:ext>
            </a:extLst>
          </p:cNvPr>
          <p:cNvSpPr>
            <a:spLocks noGrp="1"/>
          </p:cNvSpPr>
          <p:nvPr/>
        </p:nvSpPr>
        <p:spPr>
          <a:xfrm>
            <a:off x="7247469" y="8614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1" name="9wup_2_build_PredictedAtoms_2">
            <a:extLst>
              <a:ext uri="{FF2B5EF4-FFF2-40B4-BE49-F238E27FC236}">
                <a16:creationId xmlns:a16="http://schemas.microsoft.com/office/drawing/2014/main" id="{190BE1D4-8523-4FBC-B128-F6A036D9B113}"/>
              </a:ext>
            </a:extLst>
          </p:cNvPr>
          <p:cNvSpPr>
            <a:spLocks noGrp="1"/>
          </p:cNvSpPr>
          <p:nvPr/>
        </p:nvSpPr>
        <p:spPr>
          <a:xfrm>
            <a:off x="7369481" y="8568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2" name="9wup_2_build_PredictedAtoms_3">
            <a:extLst>
              <a:ext uri="{FF2B5EF4-FFF2-40B4-BE49-F238E27FC236}">
                <a16:creationId xmlns:a16="http://schemas.microsoft.com/office/drawing/2014/main" id="{51C03358-0620-4B35-BC83-97F4B51189AE}"/>
              </a:ext>
            </a:extLst>
          </p:cNvPr>
          <p:cNvSpPr>
            <a:spLocks noGrp="1"/>
          </p:cNvSpPr>
          <p:nvPr/>
        </p:nvSpPr>
        <p:spPr>
          <a:xfrm>
            <a:off x="7350554" y="85526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3" name="9wup_2_build_PredictedAtoms_4">
            <a:extLst>
              <a:ext uri="{FF2B5EF4-FFF2-40B4-BE49-F238E27FC236}">
                <a16:creationId xmlns:a16="http://schemas.microsoft.com/office/drawing/2014/main" id="{390BA90D-9530-409A-A093-4586EBDF44A8}"/>
              </a:ext>
            </a:extLst>
          </p:cNvPr>
          <p:cNvSpPr>
            <a:spLocks noGrp="1"/>
          </p:cNvSpPr>
          <p:nvPr/>
        </p:nvSpPr>
        <p:spPr>
          <a:xfrm>
            <a:off x="7473144" y="85539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4" name="9wup_2_build_PredictedAtoms_5">
            <a:extLst>
              <a:ext uri="{FF2B5EF4-FFF2-40B4-BE49-F238E27FC236}">
                <a16:creationId xmlns:a16="http://schemas.microsoft.com/office/drawing/2014/main" id="{C1D67F0F-1874-4714-804A-03F2A22627F1}"/>
              </a:ext>
            </a:extLst>
          </p:cNvPr>
          <p:cNvSpPr>
            <a:spLocks noGrp="1"/>
          </p:cNvSpPr>
          <p:nvPr/>
        </p:nvSpPr>
        <p:spPr>
          <a:xfrm>
            <a:off x="7457682" y="86077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5" name="9wup_2_build_PredictedAtoms_6">
            <a:extLst>
              <a:ext uri="{FF2B5EF4-FFF2-40B4-BE49-F238E27FC236}">
                <a16:creationId xmlns:a16="http://schemas.microsoft.com/office/drawing/2014/main" id="{91C313E2-AB72-4399-B76D-A041EC3F53E9}"/>
              </a:ext>
            </a:extLst>
          </p:cNvPr>
          <p:cNvSpPr>
            <a:spLocks noGrp="1"/>
          </p:cNvSpPr>
          <p:nvPr/>
        </p:nvSpPr>
        <p:spPr>
          <a:xfrm>
            <a:off x="7517282" y="8425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6" name="9wup_2_build_PredictedAtoms_7">
            <a:extLst>
              <a:ext uri="{FF2B5EF4-FFF2-40B4-BE49-F238E27FC236}">
                <a16:creationId xmlns:a16="http://schemas.microsoft.com/office/drawing/2014/main" id="{96E842C8-E2A1-4005-B48D-D9171D8F6DF7}"/>
              </a:ext>
            </a:extLst>
          </p:cNvPr>
          <p:cNvSpPr>
            <a:spLocks noGrp="1"/>
          </p:cNvSpPr>
          <p:nvPr/>
        </p:nvSpPr>
        <p:spPr>
          <a:xfrm>
            <a:off x="7561684" y="8603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7" name="9wup_2_build_PredictedAtoms_8">
            <a:extLst>
              <a:ext uri="{FF2B5EF4-FFF2-40B4-BE49-F238E27FC236}">
                <a16:creationId xmlns:a16="http://schemas.microsoft.com/office/drawing/2014/main" id="{3D1192D6-5F99-4561-BA73-BD1AA7743E3A}"/>
              </a:ext>
            </a:extLst>
          </p:cNvPr>
          <p:cNvSpPr>
            <a:spLocks noGrp="1"/>
          </p:cNvSpPr>
          <p:nvPr/>
        </p:nvSpPr>
        <p:spPr>
          <a:xfrm>
            <a:off x="7652182" y="87056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8" name="9wup_2_build_PredictedAtoms_9">
            <a:extLst>
              <a:ext uri="{FF2B5EF4-FFF2-40B4-BE49-F238E27FC236}">
                <a16:creationId xmlns:a16="http://schemas.microsoft.com/office/drawing/2014/main" id="{48D5259E-A5DA-40CC-A329-50949DB8D2F7}"/>
              </a:ext>
            </a:extLst>
          </p:cNvPr>
          <p:cNvSpPr>
            <a:spLocks noGrp="1"/>
          </p:cNvSpPr>
          <p:nvPr/>
        </p:nvSpPr>
        <p:spPr>
          <a:xfrm>
            <a:off x="7597227" y="88165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9" name="9wup_2_build_PredictedAtoms_10">
            <a:extLst>
              <a:ext uri="{FF2B5EF4-FFF2-40B4-BE49-F238E27FC236}">
                <a16:creationId xmlns:a16="http://schemas.microsoft.com/office/drawing/2014/main" id="{601A00AB-3F59-4F13-8883-1129B5783E67}"/>
              </a:ext>
            </a:extLst>
          </p:cNvPr>
          <p:cNvSpPr>
            <a:spLocks noGrp="1"/>
          </p:cNvSpPr>
          <p:nvPr/>
        </p:nvSpPr>
        <p:spPr>
          <a:xfrm>
            <a:off x="7747493" y="86829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0" name="9wup_2_build_PredictedAtoms_11">
            <a:extLst>
              <a:ext uri="{FF2B5EF4-FFF2-40B4-BE49-F238E27FC236}">
                <a16:creationId xmlns:a16="http://schemas.microsoft.com/office/drawing/2014/main" id="{7D443C99-8E5D-4D2A-BB3E-7D8F15B9B520}"/>
              </a:ext>
            </a:extLst>
          </p:cNvPr>
          <p:cNvSpPr>
            <a:spLocks noGrp="1"/>
          </p:cNvSpPr>
          <p:nvPr/>
        </p:nvSpPr>
        <p:spPr>
          <a:xfrm>
            <a:off x="7684165" y="8700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1" name="9wup_2_build_PredictedAtoms_12">
            <a:extLst>
              <a:ext uri="{FF2B5EF4-FFF2-40B4-BE49-F238E27FC236}">
                <a16:creationId xmlns:a16="http://schemas.microsoft.com/office/drawing/2014/main" id="{CAF0DE0E-CA53-4DCF-A58C-6B1BBD872641}"/>
              </a:ext>
            </a:extLst>
          </p:cNvPr>
          <p:cNvSpPr>
            <a:spLocks noGrp="1"/>
          </p:cNvSpPr>
          <p:nvPr/>
        </p:nvSpPr>
        <p:spPr>
          <a:xfrm>
            <a:off x="7802927" y="8692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2" name="9wup_2_build_PredictedAtoms_13">
            <a:extLst>
              <a:ext uri="{FF2B5EF4-FFF2-40B4-BE49-F238E27FC236}">
                <a16:creationId xmlns:a16="http://schemas.microsoft.com/office/drawing/2014/main" id="{4BB50156-33F5-47E0-A23F-40D2348944A0}"/>
              </a:ext>
            </a:extLst>
          </p:cNvPr>
          <p:cNvSpPr>
            <a:spLocks noGrp="1"/>
          </p:cNvSpPr>
          <p:nvPr/>
        </p:nvSpPr>
        <p:spPr>
          <a:xfrm>
            <a:off x="7816284" y="87224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3" name="9wup_2_build_PredictedAtoms_14">
            <a:extLst>
              <a:ext uri="{FF2B5EF4-FFF2-40B4-BE49-F238E27FC236}">
                <a16:creationId xmlns:a16="http://schemas.microsoft.com/office/drawing/2014/main" id="{6501C1BA-DC61-4AD4-970E-8AB572A9566C}"/>
              </a:ext>
            </a:extLst>
          </p:cNvPr>
          <p:cNvSpPr>
            <a:spLocks noGrp="1"/>
          </p:cNvSpPr>
          <p:nvPr/>
        </p:nvSpPr>
        <p:spPr>
          <a:xfrm>
            <a:off x="7894439" y="8637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4" name="9wup_2_build_PredictedAtoms_15">
            <a:extLst>
              <a:ext uri="{FF2B5EF4-FFF2-40B4-BE49-F238E27FC236}">
                <a16:creationId xmlns:a16="http://schemas.microsoft.com/office/drawing/2014/main" id="{69840F22-3F4C-477B-B62C-5B3C22CA39E7}"/>
              </a:ext>
            </a:extLst>
          </p:cNvPr>
          <p:cNvSpPr>
            <a:spLocks noGrp="1"/>
          </p:cNvSpPr>
          <p:nvPr/>
        </p:nvSpPr>
        <p:spPr>
          <a:xfrm>
            <a:off x="7994594" y="869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5" name="9wup_2_build_PredictedAtoms_16">
            <a:extLst>
              <a:ext uri="{FF2B5EF4-FFF2-40B4-BE49-F238E27FC236}">
                <a16:creationId xmlns:a16="http://schemas.microsoft.com/office/drawing/2014/main" id="{68610842-5C49-4711-B7C1-D852B2CB216C}"/>
              </a:ext>
            </a:extLst>
          </p:cNvPr>
          <p:cNvSpPr>
            <a:spLocks noGrp="1"/>
          </p:cNvSpPr>
          <p:nvPr/>
        </p:nvSpPr>
        <p:spPr>
          <a:xfrm>
            <a:off x="8011935" y="8665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6" name="9wup_2_build_PredictedAtoms_17">
            <a:extLst>
              <a:ext uri="{FF2B5EF4-FFF2-40B4-BE49-F238E27FC236}">
                <a16:creationId xmlns:a16="http://schemas.microsoft.com/office/drawing/2014/main" id="{75CB1241-8D66-4D08-8725-ED74C1604D44}"/>
              </a:ext>
            </a:extLst>
          </p:cNvPr>
          <p:cNvSpPr>
            <a:spLocks noGrp="1"/>
          </p:cNvSpPr>
          <p:nvPr/>
        </p:nvSpPr>
        <p:spPr>
          <a:xfrm>
            <a:off x="8049412" y="84804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7" name="9wup_2_build_PredictedAtoms_18">
            <a:extLst>
              <a:ext uri="{FF2B5EF4-FFF2-40B4-BE49-F238E27FC236}">
                <a16:creationId xmlns:a16="http://schemas.microsoft.com/office/drawing/2014/main" id="{5C57C340-1F79-4A73-864E-136EA02E527F}"/>
              </a:ext>
            </a:extLst>
          </p:cNvPr>
          <p:cNvSpPr>
            <a:spLocks noGrp="1"/>
          </p:cNvSpPr>
          <p:nvPr/>
        </p:nvSpPr>
        <p:spPr>
          <a:xfrm>
            <a:off x="8148224" y="8389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8" name="9wup_2_build_PredictedAtoms_19">
            <a:extLst>
              <a:ext uri="{FF2B5EF4-FFF2-40B4-BE49-F238E27FC236}">
                <a16:creationId xmlns:a16="http://schemas.microsoft.com/office/drawing/2014/main" id="{BC4F07CA-4245-4545-BAF0-F812EF8F3F92}"/>
              </a:ext>
            </a:extLst>
          </p:cNvPr>
          <p:cNvSpPr>
            <a:spLocks noGrp="1"/>
          </p:cNvSpPr>
          <p:nvPr/>
        </p:nvSpPr>
        <p:spPr>
          <a:xfrm>
            <a:off x="8293842" y="8481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9" name="9wup_2_build_PredictedAtoms_20">
            <a:extLst>
              <a:ext uri="{FF2B5EF4-FFF2-40B4-BE49-F238E27FC236}">
                <a16:creationId xmlns:a16="http://schemas.microsoft.com/office/drawing/2014/main" id="{8BE22BA1-57A6-4090-AB52-F4F24B7D9835}"/>
              </a:ext>
            </a:extLst>
          </p:cNvPr>
          <p:cNvSpPr>
            <a:spLocks noGrp="1"/>
          </p:cNvSpPr>
          <p:nvPr/>
        </p:nvSpPr>
        <p:spPr>
          <a:xfrm>
            <a:off x="8357523" y="84449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0" name="9wup_2_build_PredictedAtoms_21">
            <a:extLst>
              <a:ext uri="{FF2B5EF4-FFF2-40B4-BE49-F238E27FC236}">
                <a16:creationId xmlns:a16="http://schemas.microsoft.com/office/drawing/2014/main" id="{726B54AF-C5C7-4887-B533-41EA3B613DB1}"/>
              </a:ext>
            </a:extLst>
          </p:cNvPr>
          <p:cNvSpPr>
            <a:spLocks noGrp="1"/>
          </p:cNvSpPr>
          <p:nvPr/>
        </p:nvSpPr>
        <p:spPr>
          <a:xfrm>
            <a:off x="8346916" y="8323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1" name="9wup_2_build_PredictedAtoms_22">
            <a:extLst>
              <a:ext uri="{FF2B5EF4-FFF2-40B4-BE49-F238E27FC236}">
                <a16:creationId xmlns:a16="http://schemas.microsoft.com/office/drawing/2014/main" id="{BE859AE2-C39B-46EA-9C71-E1046931CBE0}"/>
              </a:ext>
            </a:extLst>
          </p:cNvPr>
          <p:cNvSpPr>
            <a:spLocks noGrp="1"/>
          </p:cNvSpPr>
          <p:nvPr/>
        </p:nvSpPr>
        <p:spPr>
          <a:xfrm>
            <a:off x="8449594" y="85958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2" name="9wup_2_build_PredictedAtoms_23">
            <a:extLst>
              <a:ext uri="{FF2B5EF4-FFF2-40B4-BE49-F238E27FC236}">
                <a16:creationId xmlns:a16="http://schemas.microsoft.com/office/drawing/2014/main" id="{07C3E706-D44A-4265-8F98-8EABF274B4CA}"/>
              </a:ext>
            </a:extLst>
          </p:cNvPr>
          <p:cNvSpPr>
            <a:spLocks noGrp="1"/>
          </p:cNvSpPr>
          <p:nvPr/>
        </p:nvSpPr>
        <p:spPr>
          <a:xfrm>
            <a:off x="8406855" y="86223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3" name="9wup_2_build_PredictedAtoms_24">
            <a:extLst>
              <a:ext uri="{FF2B5EF4-FFF2-40B4-BE49-F238E27FC236}">
                <a16:creationId xmlns:a16="http://schemas.microsoft.com/office/drawing/2014/main" id="{2031BD68-9C70-4A21-898E-A89AE61E217C}"/>
              </a:ext>
            </a:extLst>
          </p:cNvPr>
          <p:cNvSpPr>
            <a:spLocks noGrp="1"/>
          </p:cNvSpPr>
          <p:nvPr/>
        </p:nvSpPr>
        <p:spPr>
          <a:xfrm>
            <a:off x="8307389" y="868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4" name="9wup_2_build_PredictedAtoms_25">
            <a:extLst>
              <a:ext uri="{FF2B5EF4-FFF2-40B4-BE49-F238E27FC236}">
                <a16:creationId xmlns:a16="http://schemas.microsoft.com/office/drawing/2014/main" id="{12082E9D-6A04-431E-AA93-2ECDF85CF828}"/>
              </a:ext>
            </a:extLst>
          </p:cNvPr>
          <p:cNvSpPr>
            <a:spLocks noGrp="1"/>
          </p:cNvSpPr>
          <p:nvPr/>
        </p:nvSpPr>
        <p:spPr>
          <a:xfrm>
            <a:off x="8257819" y="8573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5" name="9wup_2_build_PredictedAtoms_26">
            <a:extLst>
              <a:ext uri="{FF2B5EF4-FFF2-40B4-BE49-F238E27FC236}">
                <a16:creationId xmlns:a16="http://schemas.microsoft.com/office/drawing/2014/main" id="{75059EDF-B380-477D-A0FD-A32198B59CAC}"/>
              </a:ext>
            </a:extLst>
          </p:cNvPr>
          <p:cNvSpPr>
            <a:spLocks noGrp="1"/>
          </p:cNvSpPr>
          <p:nvPr/>
        </p:nvSpPr>
        <p:spPr>
          <a:xfrm>
            <a:off x="7996707" y="88174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6" name="9wup_2_build_PredictedAtoms_27">
            <a:extLst>
              <a:ext uri="{FF2B5EF4-FFF2-40B4-BE49-F238E27FC236}">
                <a16:creationId xmlns:a16="http://schemas.microsoft.com/office/drawing/2014/main" id="{BB34E637-5F93-4B12-AD9F-941EF5244416}"/>
              </a:ext>
            </a:extLst>
          </p:cNvPr>
          <p:cNvSpPr>
            <a:spLocks noGrp="1"/>
          </p:cNvSpPr>
          <p:nvPr/>
        </p:nvSpPr>
        <p:spPr>
          <a:xfrm>
            <a:off x="8027245" y="88954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7" name="9wup_2_build_PredictedAtoms_28">
            <a:extLst>
              <a:ext uri="{FF2B5EF4-FFF2-40B4-BE49-F238E27FC236}">
                <a16:creationId xmlns:a16="http://schemas.microsoft.com/office/drawing/2014/main" id="{80CF4C3A-F709-4C3A-9F6D-E8B8FEB2DF72}"/>
              </a:ext>
            </a:extLst>
          </p:cNvPr>
          <p:cNvSpPr>
            <a:spLocks noGrp="1"/>
          </p:cNvSpPr>
          <p:nvPr/>
        </p:nvSpPr>
        <p:spPr>
          <a:xfrm>
            <a:off x="7866178" y="8845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8" name="9wup_2_build_PredictedAtoms_29">
            <a:extLst>
              <a:ext uri="{FF2B5EF4-FFF2-40B4-BE49-F238E27FC236}">
                <a16:creationId xmlns:a16="http://schemas.microsoft.com/office/drawing/2014/main" id="{7EE7B4D1-B95E-48EE-B1F7-39CA04D0CDCC}"/>
              </a:ext>
            </a:extLst>
          </p:cNvPr>
          <p:cNvSpPr>
            <a:spLocks noGrp="1"/>
          </p:cNvSpPr>
          <p:nvPr/>
        </p:nvSpPr>
        <p:spPr>
          <a:xfrm>
            <a:off x="7802977" y="890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9" name="9wup_2_build_PredictedAtoms_30">
            <a:extLst>
              <a:ext uri="{FF2B5EF4-FFF2-40B4-BE49-F238E27FC236}">
                <a16:creationId xmlns:a16="http://schemas.microsoft.com/office/drawing/2014/main" id="{4A45F224-5113-467E-B798-A3B98B7B141D}"/>
              </a:ext>
            </a:extLst>
          </p:cNvPr>
          <p:cNvSpPr>
            <a:spLocks noGrp="1"/>
          </p:cNvSpPr>
          <p:nvPr/>
        </p:nvSpPr>
        <p:spPr>
          <a:xfrm>
            <a:off x="7244307" y="8652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0" name="9wup_2_build_PredictedAtoms_31">
            <a:extLst>
              <a:ext uri="{FF2B5EF4-FFF2-40B4-BE49-F238E27FC236}">
                <a16:creationId xmlns:a16="http://schemas.microsoft.com/office/drawing/2014/main" id="{6EC26426-8B8E-4D80-AB8C-DA8AD5DB1FE8}"/>
              </a:ext>
            </a:extLst>
          </p:cNvPr>
          <p:cNvSpPr>
            <a:spLocks noGrp="1"/>
          </p:cNvSpPr>
          <p:nvPr/>
        </p:nvSpPr>
        <p:spPr>
          <a:xfrm>
            <a:off x="7252022" y="876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1" name="9wup_2_build_PredictedAtoms_32">
            <a:extLst>
              <a:ext uri="{FF2B5EF4-FFF2-40B4-BE49-F238E27FC236}">
                <a16:creationId xmlns:a16="http://schemas.microsoft.com/office/drawing/2014/main" id="{F5EC725E-E8B3-44EC-9046-A88E503F6A54}"/>
              </a:ext>
            </a:extLst>
          </p:cNvPr>
          <p:cNvSpPr>
            <a:spLocks noGrp="1"/>
          </p:cNvSpPr>
          <p:nvPr/>
        </p:nvSpPr>
        <p:spPr>
          <a:xfrm>
            <a:off x="7130792" y="85913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2" name="9wup_2_build_PredictedAtoms_33">
            <a:extLst>
              <a:ext uri="{FF2B5EF4-FFF2-40B4-BE49-F238E27FC236}">
                <a16:creationId xmlns:a16="http://schemas.microsoft.com/office/drawing/2014/main" id="{B7D65334-B6D3-4CD2-AEC0-ACEE59938518}"/>
              </a:ext>
            </a:extLst>
          </p:cNvPr>
          <p:cNvSpPr>
            <a:spLocks noGrp="1"/>
          </p:cNvSpPr>
          <p:nvPr/>
        </p:nvSpPr>
        <p:spPr>
          <a:xfrm>
            <a:off x="7182800" y="8499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3" name="9wup_2_build_PredictedAtoms_34">
            <a:extLst>
              <a:ext uri="{FF2B5EF4-FFF2-40B4-BE49-F238E27FC236}">
                <a16:creationId xmlns:a16="http://schemas.microsoft.com/office/drawing/2014/main" id="{0C95E597-2EC4-45D4-9B95-76F961B84028}"/>
              </a:ext>
            </a:extLst>
          </p:cNvPr>
          <p:cNvSpPr>
            <a:spLocks noGrp="1"/>
          </p:cNvSpPr>
          <p:nvPr/>
        </p:nvSpPr>
        <p:spPr>
          <a:xfrm>
            <a:off x="7048859" y="864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4" name="9wup_2_build_PredictedAtoms_35">
            <a:extLst>
              <a:ext uri="{FF2B5EF4-FFF2-40B4-BE49-F238E27FC236}">
                <a16:creationId xmlns:a16="http://schemas.microsoft.com/office/drawing/2014/main" id="{8CA111D4-1EE2-427D-B009-9D68B152BFA9}"/>
              </a:ext>
            </a:extLst>
          </p:cNvPr>
          <p:cNvSpPr>
            <a:spLocks noGrp="1"/>
          </p:cNvSpPr>
          <p:nvPr/>
        </p:nvSpPr>
        <p:spPr>
          <a:xfrm>
            <a:off x="6922065" y="862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5" name="9wup_2_build_PredictedAtoms_36">
            <a:extLst>
              <a:ext uri="{FF2B5EF4-FFF2-40B4-BE49-F238E27FC236}">
                <a16:creationId xmlns:a16="http://schemas.microsoft.com/office/drawing/2014/main" id="{818687DD-C6DC-4F7D-91C3-08780EC3035A}"/>
              </a:ext>
            </a:extLst>
          </p:cNvPr>
          <p:cNvSpPr>
            <a:spLocks noGrp="1"/>
          </p:cNvSpPr>
          <p:nvPr/>
        </p:nvSpPr>
        <p:spPr>
          <a:xfrm>
            <a:off x="6708176" y="8761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6" name="9wup_2_build_PredictedAtoms_37">
            <a:extLst>
              <a:ext uri="{FF2B5EF4-FFF2-40B4-BE49-F238E27FC236}">
                <a16:creationId xmlns:a16="http://schemas.microsoft.com/office/drawing/2014/main" id="{2B8BE6B8-32C1-4AAB-A449-A676DEF722F1}"/>
              </a:ext>
            </a:extLst>
          </p:cNvPr>
          <p:cNvSpPr>
            <a:spLocks noGrp="1"/>
          </p:cNvSpPr>
          <p:nvPr/>
        </p:nvSpPr>
        <p:spPr>
          <a:xfrm>
            <a:off x="6881778" y="8791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7" name="9wup_2_build_PredictedAtoms_38">
            <a:extLst>
              <a:ext uri="{FF2B5EF4-FFF2-40B4-BE49-F238E27FC236}">
                <a16:creationId xmlns:a16="http://schemas.microsoft.com/office/drawing/2014/main" id="{659B7DEC-E4FC-4082-A78E-DCB9AA4C9DC4}"/>
              </a:ext>
            </a:extLst>
          </p:cNvPr>
          <p:cNvSpPr>
            <a:spLocks noGrp="1"/>
          </p:cNvSpPr>
          <p:nvPr/>
        </p:nvSpPr>
        <p:spPr>
          <a:xfrm>
            <a:off x="7174326" y="9052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8" name="9wup_2_build_PredictedAtoms_39">
            <a:extLst>
              <a:ext uri="{FF2B5EF4-FFF2-40B4-BE49-F238E27FC236}">
                <a16:creationId xmlns:a16="http://schemas.microsoft.com/office/drawing/2014/main" id="{56FB01C6-FEF4-412D-B918-53A8BC64AD2C}"/>
              </a:ext>
            </a:extLst>
          </p:cNvPr>
          <p:cNvSpPr>
            <a:spLocks noGrp="1"/>
          </p:cNvSpPr>
          <p:nvPr/>
        </p:nvSpPr>
        <p:spPr>
          <a:xfrm>
            <a:off x="7094964" y="90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9" name="9wup_2_build_PredictedAtoms_40">
            <a:extLst>
              <a:ext uri="{FF2B5EF4-FFF2-40B4-BE49-F238E27FC236}">
                <a16:creationId xmlns:a16="http://schemas.microsoft.com/office/drawing/2014/main" id="{C6B19295-F8DE-48BD-87F1-DAA578BCB25E}"/>
              </a:ext>
            </a:extLst>
          </p:cNvPr>
          <p:cNvSpPr>
            <a:spLocks noGrp="1"/>
          </p:cNvSpPr>
          <p:nvPr/>
        </p:nvSpPr>
        <p:spPr>
          <a:xfrm>
            <a:off x="6868306" y="90238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0" name="9wup_2_build_PredictedAtoms_41">
            <a:extLst>
              <a:ext uri="{FF2B5EF4-FFF2-40B4-BE49-F238E27FC236}">
                <a16:creationId xmlns:a16="http://schemas.microsoft.com/office/drawing/2014/main" id="{8CE98561-0653-4C9C-9B7A-AF18FA33DC73}"/>
              </a:ext>
            </a:extLst>
          </p:cNvPr>
          <p:cNvSpPr>
            <a:spLocks noGrp="1"/>
          </p:cNvSpPr>
          <p:nvPr/>
        </p:nvSpPr>
        <p:spPr>
          <a:xfrm>
            <a:off x="6688478" y="8797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1" name="9wup_2_build_PredictedAtoms_42">
            <a:extLst>
              <a:ext uri="{FF2B5EF4-FFF2-40B4-BE49-F238E27FC236}">
                <a16:creationId xmlns:a16="http://schemas.microsoft.com/office/drawing/2014/main" id="{98A1EB7D-FC06-4DCD-B3FB-596FB8269F65}"/>
              </a:ext>
            </a:extLst>
          </p:cNvPr>
          <p:cNvSpPr>
            <a:spLocks noGrp="1"/>
          </p:cNvSpPr>
          <p:nvPr/>
        </p:nvSpPr>
        <p:spPr>
          <a:xfrm>
            <a:off x="6605073" y="8800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2" name="9wup_2_build_PredictedAtoms_43">
            <a:extLst>
              <a:ext uri="{FF2B5EF4-FFF2-40B4-BE49-F238E27FC236}">
                <a16:creationId xmlns:a16="http://schemas.microsoft.com/office/drawing/2014/main" id="{1313EC2A-5CB0-4576-AB88-18E720CC3E26}"/>
              </a:ext>
            </a:extLst>
          </p:cNvPr>
          <p:cNvSpPr>
            <a:spLocks noGrp="1"/>
          </p:cNvSpPr>
          <p:nvPr/>
        </p:nvSpPr>
        <p:spPr>
          <a:xfrm>
            <a:off x="6717769" y="8763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3" name="9wup_2_build_PredictedAtoms_44">
            <a:extLst>
              <a:ext uri="{FF2B5EF4-FFF2-40B4-BE49-F238E27FC236}">
                <a16:creationId xmlns:a16="http://schemas.microsoft.com/office/drawing/2014/main" id="{9F40DC81-5F98-4296-8FA6-C5C5C7BA833C}"/>
              </a:ext>
            </a:extLst>
          </p:cNvPr>
          <p:cNvSpPr>
            <a:spLocks noGrp="1"/>
          </p:cNvSpPr>
          <p:nvPr/>
        </p:nvSpPr>
        <p:spPr>
          <a:xfrm>
            <a:off x="6705089" y="8507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4" name="9wup_2_build_PredictedAtoms_45">
            <a:extLst>
              <a:ext uri="{FF2B5EF4-FFF2-40B4-BE49-F238E27FC236}">
                <a16:creationId xmlns:a16="http://schemas.microsoft.com/office/drawing/2014/main" id="{22E60D45-77E2-4CC7-B31B-A1B8CE6EC858}"/>
              </a:ext>
            </a:extLst>
          </p:cNvPr>
          <p:cNvSpPr>
            <a:spLocks noGrp="1"/>
          </p:cNvSpPr>
          <p:nvPr/>
        </p:nvSpPr>
        <p:spPr>
          <a:xfrm>
            <a:off x="6770936" y="84216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5" name="9wup_2_build_PredictedAtoms_46">
            <a:extLst>
              <a:ext uri="{FF2B5EF4-FFF2-40B4-BE49-F238E27FC236}">
                <a16:creationId xmlns:a16="http://schemas.microsoft.com/office/drawing/2014/main" id="{BE7189BA-9AE4-481A-A67A-690652942320}"/>
              </a:ext>
            </a:extLst>
          </p:cNvPr>
          <p:cNvSpPr>
            <a:spLocks noGrp="1"/>
          </p:cNvSpPr>
          <p:nvPr/>
        </p:nvSpPr>
        <p:spPr>
          <a:xfrm>
            <a:off x="6733061" y="8320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6" name="9wup_2_build_PredictedAtoms_47">
            <a:extLst>
              <a:ext uri="{FF2B5EF4-FFF2-40B4-BE49-F238E27FC236}">
                <a16:creationId xmlns:a16="http://schemas.microsoft.com/office/drawing/2014/main" id="{68E39489-7865-4489-A1A5-B1A33BC3488D}"/>
              </a:ext>
            </a:extLst>
          </p:cNvPr>
          <p:cNvSpPr>
            <a:spLocks noGrp="1"/>
          </p:cNvSpPr>
          <p:nvPr/>
        </p:nvSpPr>
        <p:spPr>
          <a:xfrm>
            <a:off x="6751380" y="8138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7" name="9wup_2_build_PredictedAtoms_48">
            <a:extLst>
              <a:ext uri="{FF2B5EF4-FFF2-40B4-BE49-F238E27FC236}">
                <a16:creationId xmlns:a16="http://schemas.microsoft.com/office/drawing/2014/main" id="{F53881CA-8966-4E9E-9CAA-EFEF5FD088A9}"/>
              </a:ext>
            </a:extLst>
          </p:cNvPr>
          <p:cNvSpPr>
            <a:spLocks noGrp="1"/>
          </p:cNvSpPr>
          <p:nvPr/>
        </p:nvSpPr>
        <p:spPr>
          <a:xfrm>
            <a:off x="6747916" y="80780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8" name="9wup_2_build_PredictedAtoms_49">
            <a:extLst>
              <a:ext uri="{FF2B5EF4-FFF2-40B4-BE49-F238E27FC236}">
                <a16:creationId xmlns:a16="http://schemas.microsoft.com/office/drawing/2014/main" id="{4C0A7745-BA79-43EC-B8E5-DA24AD9FBA95}"/>
              </a:ext>
            </a:extLst>
          </p:cNvPr>
          <p:cNvSpPr>
            <a:spLocks noGrp="1"/>
          </p:cNvSpPr>
          <p:nvPr/>
        </p:nvSpPr>
        <p:spPr>
          <a:xfrm>
            <a:off x="7077865" y="8122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9" name="9wup_2_build_PredictedAtoms_50">
            <a:extLst>
              <a:ext uri="{FF2B5EF4-FFF2-40B4-BE49-F238E27FC236}">
                <a16:creationId xmlns:a16="http://schemas.microsoft.com/office/drawing/2014/main" id="{502A45B8-7B06-4A01-B98A-95EBFD69CBE7}"/>
              </a:ext>
            </a:extLst>
          </p:cNvPr>
          <p:cNvSpPr>
            <a:spLocks noGrp="1"/>
          </p:cNvSpPr>
          <p:nvPr/>
        </p:nvSpPr>
        <p:spPr>
          <a:xfrm>
            <a:off x="7096683" y="8115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0" name="9wup_2_build_PredictedAtoms_51">
            <a:extLst>
              <a:ext uri="{FF2B5EF4-FFF2-40B4-BE49-F238E27FC236}">
                <a16:creationId xmlns:a16="http://schemas.microsoft.com/office/drawing/2014/main" id="{3BA4BD3D-FB13-41BF-98D7-5C76691EA6CD}"/>
              </a:ext>
            </a:extLst>
          </p:cNvPr>
          <p:cNvSpPr>
            <a:spLocks noGrp="1"/>
          </p:cNvSpPr>
          <p:nvPr/>
        </p:nvSpPr>
        <p:spPr>
          <a:xfrm>
            <a:off x="6984097" y="83296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1" name="9wup_2_build_PredictedAtoms_52">
            <a:extLst>
              <a:ext uri="{FF2B5EF4-FFF2-40B4-BE49-F238E27FC236}">
                <a16:creationId xmlns:a16="http://schemas.microsoft.com/office/drawing/2014/main" id="{FED9378A-2CA6-4BC5-9905-1AFA86E7A178}"/>
              </a:ext>
            </a:extLst>
          </p:cNvPr>
          <p:cNvSpPr>
            <a:spLocks noGrp="1"/>
          </p:cNvSpPr>
          <p:nvPr/>
        </p:nvSpPr>
        <p:spPr>
          <a:xfrm>
            <a:off x="6911108" y="844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2" name="9wup_2_build_Clashes_0">
            <a:extLst>
              <a:ext uri="{FF2B5EF4-FFF2-40B4-BE49-F238E27FC236}">
                <a16:creationId xmlns:a16="http://schemas.microsoft.com/office/drawing/2014/main" id="{1412EB6C-8E5D-460D-9BBD-3139CCD7242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3" name="9wup_2_build_Clashes_1">
            <a:extLst>
              <a:ext uri="{FF2B5EF4-FFF2-40B4-BE49-F238E27FC236}">
                <a16:creationId xmlns:a16="http://schemas.microsoft.com/office/drawing/2014/main" id="{22C61557-B037-47B4-99CE-13BD4BCB8C2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4" name="9wup_2_build_Clashes_2">
            <a:extLst>
              <a:ext uri="{FF2B5EF4-FFF2-40B4-BE49-F238E27FC236}">
                <a16:creationId xmlns:a16="http://schemas.microsoft.com/office/drawing/2014/main" id="{49BDA244-262C-4D98-8FD1-C73153EC96D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5" name="9wup_2_build_Clashes_3">
            <a:extLst>
              <a:ext uri="{FF2B5EF4-FFF2-40B4-BE49-F238E27FC236}">
                <a16:creationId xmlns:a16="http://schemas.microsoft.com/office/drawing/2014/main" id="{DF11EEA6-5930-441A-B2FF-B8610686FA6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6" name="9wup_2_build_Clashes_4">
            <a:extLst>
              <a:ext uri="{FF2B5EF4-FFF2-40B4-BE49-F238E27FC236}">
                <a16:creationId xmlns:a16="http://schemas.microsoft.com/office/drawing/2014/main" id="{1A9481A0-B416-40AC-8B22-18DEB23F8C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7" name="9wup_2_build_Clashes_5">
            <a:extLst>
              <a:ext uri="{FF2B5EF4-FFF2-40B4-BE49-F238E27FC236}">
                <a16:creationId xmlns:a16="http://schemas.microsoft.com/office/drawing/2014/main" id="{1964F7AB-2E52-429E-93B3-CDFEA3243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8" name="9wup_2_build_Clashes_6">
            <a:extLst>
              <a:ext uri="{FF2B5EF4-FFF2-40B4-BE49-F238E27FC236}">
                <a16:creationId xmlns:a16="http://schemas.microsoft.com/office/drawing/2014/main" id="{F16B60F9-6841-428E-845A-16B4CA79AB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9" name="9wup_2_build_Clashes_7">
            <a:extLst>
              <a:ext uri="{FF2B5EF4-FFF2-40B4-BE49-F238E27FC236}">
                <a16:creationId xmlns:a16="http://schemas.microsoft.com/office/drawing/2014/main" id="{F1F89BCB-ECE1-4B7F-917C-38E18447C8E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0" name="9wup_2_build_Clashes_8">
            <a:extLst>
              <a:ext uri="{FF2B5EF4-FFF2-40B4-BE49-F238E27FC236}">
                <a16:creationId xmlns:a16="http://schemas.microsoft.com/office/drawing/2014/main" id="{22CFA506-E090-4C6D-A2E4-AC0068E93C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1" name="9wup_2_build_Clashes_9">
            <a:extLst>
              <a:ext uri="{FF2B5EF4-FFF2-40B4-BE49-F238E27FC236}">
                <a16:creationId xmlns:a16="http://schemas.microsoft.com/office/drawing/2014/main" id="{092295C3-DAC1-4044-8453-0E4888FFE5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2" name="9wup_2_build_Clashes_10">
            <a:extLst>
              <a:ext uri="{FF2B5EF4-FFF2-40B4-BE49-F238E27FC236}">
                <a16:creationId xmlns:a16="http://schemas.microsoft.com/office/drawing/2014/main" id="{0E42EC9E-409B-4AA1-BB23-64EF58C0AB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3" name="9wup_2_build_Clashes_11">
            <a:extLst>
              <a:ext uri="{FF2B5EF4-FFF2-40B4-BE49-F238E27FC236}">
                <a16:creationId xmlns:a16="http://schemas.microsoft.com/office/drawing/2014/main" id="{BC316B09-A592-44F4-87BB-E63E80E865F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4" name="9wup_2_build_Clashes_12">
            <a:extLst>
              <a:ext uri="{FF2B5EF4-FFF2-40B4-BE49-F238E27FC236}">
                <a16:creationId xmlns:a16="http://schemas.microsoft.com/office/drawing/2014/main" id="{EBE3DAE9-7E2D-4F65-96FE-5185639B46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5" name="9wup_2_build_Clashes_13">
            <a:extLst>
              <a:ext uri="{FF2B5EF4-FFF2-40B4-BE49-F238E27FC236}">
                <a16:creationId xmlns:a16="http://schemas.microsoft.com/office/drawing/2014/main" id="{BEE2A8C4-61B4-4F36-AE0B-18FB8540D3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6" name="9wup_2_build_Clashes_14">
            <a:extLst>
              <a:ext uri="{FF2B5EF4-FFF2-40B4-BE49-F238E27FC236}">
                <a16:creationId xmlns:a16="http://schemas.microsoft.com/office/drawing/2014/main" id="{15051722-4CDF-4959-91A5-10C851283AA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7" name="9wup_2_build_ClashingReceptorAtoms_0">
            <a:extLst>
              <a:ext uri="{FF2B5EF4-FFF2-40B4-BE49-F238E27FC236}">
                <a16:creationId xmlns:a16="http://schemas.microsoft.com/office/drawing/2014/main" id="{23DEF916-DEB0-4A55-AD5B-6A19F115F2E4}"/>
              </a:ext>
            </a:extLst>
          </p:cNvPr>
          <p:cNvSpPr>
            <a:spLocks noGrp="1"/>
          </p:cNvSpPr>
          <p:nvPr/>
        </p:nvSpPr>
        <p:spPr>
          <a:xfrm>
            <a:off x="6752134" y="801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8" name="9wup_2_build_ClashingReceptorAtoms_1">
            <a:extLst>
              <a:ext uri="{FF2B5EF4-FFF2-40B4-BE49-F238E27FC236}">
                <a16:creationId xmlns:a16="http://schemas.microsoft.com/office/drawing/2014/main" id="{47470EED-FAFB-4B85-B09F-503763B91977}"/>
              </a:ext>
            </a:extLst>
          </p:cNvPr>
          <p:cNvSpPr>
            <a:spLocks noGrp="1"/>
          </p:cNvSpPr>
          <p:nvPr/>
        </p:nvSpPr>
        <p:spPr>
          <a:xfrm>
            <a:off x="7111290" y="79561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9" name="9wup_2_build_ClashingReceptorAtoms_2">
            <a:extLst>
              <a:ext uri="{FF2B5EF4-FFF2-40B4-BE49-F238E27FC236}">
                <a16:creationId xmlns:a16="http://schemas.microsoft.com/office/drawing/2014/main" id="{27D9A855-7D0D-4D90-A32C-7920CEAA91DE}"/>
              </a:ext>
            </a:extLst>
          </p:cNvPr>
          <p:cNvSpPr>
            <a:spLocks noGrp="1"/>
          </p:cNvSpPr>
          <p:nvPr/>
        </p:nvSpPr>
        <p:spPr>
          <a:xfrm>
            <a:off x="7224450" y="79671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0" name="9wup_2_build_ClashingReceptorAtoms_3">
            <a:extLst>
              <a:ext uri="{FF2B5EF4-FFF2-40B4-BE49-F238E27FC236}">
                <a16:creationId xmlns:a16="http://schemas.microsoft.com/office/drawing/2014/main" id="{BC49D319-33A6-4CBD-AF7B-F594B5464560}"/>
              </a:ext>
            </a:extLst>
          </p:cNvPr>
          <p:cNvSpPr>
            <a:spLocks noGrp="1"/>
          </p:cNvSpPr>
          <p:nvPr/>
        </p:nvSpPr>
        <p:spPr>
          <a:xfrm>
            <a:off x="6880855" y="80024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1" name="9wup_2_build_ClashingReceptorAtoms_4">
            <a:extLst>
              <a:ext uri="{FF2B5EF4-FFF2-40B4-BE49-F238E27FC236}">
                <a16:creationId xmlns:a16="http://schemas.microsoft.com/office/drawing/2014/main" id="{9732C282-95CE-4E75-BD88-995586E9C7C2}"/>
              </a:ext>
            </a:extLst>
          </p:cNvPr>
          <p:cNvSpPr>
            <a:spLocks noGrp="1"/>
          </p:cNvSpPr>
          <p:nvPr/>
        </p:nvSpPr>
        <p:spPr>
          <a:xfrm>
            <a:off x="6738479" y="8309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2" name="9wup_2_build_ClashingReceptorAtoms_5">
            <a:extLst>
              <a:ext uri="{FF2B5EF4-FFF2-40B4-BE49-F238E27FC236}">
                <a16:creationId xmlns:a16="http://schemas.microsoft.com/office/drawing/2014/main" id="{0CCE908F-607F-496E-897C-F5209079C642}"/>
              </a:ext>
            </a:extLst>
          </p:cNvPr>
          <p:cNvSpPr>
            <a:spLocks noGrp="1"/>
          </p:cNvSpPr>
          <p:nvPr/>
        </p:nvSpPr>
        <p:spPr>
          <a:xfrm>
            <a:off x="7018505" y="90231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3" name="9wup_2_build_ClashingReceptorAtoms_6">
            <a:extLst>
              <a:ext uri="{FF2B5EF4-FFF2-40B4-BE49-F238E27FC236}">
                <a16:creationId xmlns:a16="http://schemas.microsoft.com/office/drawing/2014/main" id="{F29961A3-9468-4312-A72D-760B1DDB9843}"/>
              </a:ext>
            </a:extLst>
          </p:cNvPr>
          <p:cNvSpPr>
            <a:spLocks noGrp="1"/>
          </p:cNvSpPr>
          <p:nvPr/>
        </p:nvSpPr>
        <p:spPr>
          <a:xfrm>
            <a:off x="7126958" y="90932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4" name="9wup_2_build_ClashingReceptorAtoms_7">
            <a:extLst>
              <a:ext uri="{FF2B5EF4-FFF2-40B4-BE49-F238E27FC236}">
                <a16:creationId xmlns:a16="http://schemas.microsoft.com/office/drawing/2014/main" id="{668F5F96-43D0-46D8-A9E9-3BCA99C0C514}"/>
              </a:ext>
            </a:extLst>
          </p:cNvPr>
          <p:cNvSpPr>
            <a:spLocks noGrp="1"/>
          </p:cNvSpPr>
          <p:nvPr/>
        </p:nvSpPr>
        <p:spPr>
          <a:xfrm>
            <a:off x="7226835" y="90173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5" name="9wup_2_build_ClashingReceptorAtoms_8">
            <a:extLst>
              <a:ext uri="{FF2B5EF4-FFF2-40B4-BE49-F238E27FC236}">
                <a16:creationId xmlns:a16="http://schemas.microsoft.com/office/drawing/2014/main" id="{243743A2-E376-4CBC-B11D-1DBE933E5DE4}"/>
              </a:ext>
            </a:extLst>
          </p:cNvPr>
          <p:cNvSpPr>
            <a:spLocks noGrp="1"/>
          </p:cNvSpPr>
          <p:nvPr/>
        </p:nvSpPr>
        <p:spPr>
          <a:xfrm>
            <a:off x="7213436" y="8963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6" name="9wup_2_build_ClashingReceptorAtoms_9">
            <a:extLst>
              <a:ext uri="{FF2B5EF4-FFF2-40B4-BE49-F238E27FC236}">
                <a16:creationId xmlns:a16="http://schemas.microsoft.com/office/drawing/2014/main" id="{001484A4-60A8-43BD-B3AA-425B85C8634B}"/>
              </a:ext>
            </a:extLst>
          </p:cNvPr>
          <p:cNvSpPr>
            <a:spLocks noGrp="1"/>
          </p:cNvSpPr>
          <p:nvPr/>
        </p:nvSpPr>
        <p:spPr>
          <a:xfrm>
            <a:off x="7108340" y="92036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7" name="stage3-cases-main_47">
            <a:extLst>
              <a:ext uri="{FF2B5EF4-FFF2-40B4-BE49-F238E27FC236}">
                <a16:creationId xmlns:a16="http://schemas.microsoft.com/office/drawing/2014/main" id="{9604ECC4-9118-426C-9375-B43EEE8B4056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898" name="stage3-cases-main_48">
            <a:extLst>
              <a:ext uri="{FF2B5EF4-FFF2-40B4-BE49-F238E27FC236}">
                <a16:creationId xmlns:a16="http://schemas.microsoft.com/office/drawing/2014/main" id="{67D9BB8F-7AE9-4421-A892-6A806B787232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899" name="stage3-cases-main_49">
            <a:extLst>
              <a:ext uri="{FF2B5EF4-FFF2-40B4-BE49-F238E27FC236}">
                <a16:creationId xmlns:a16="http://schemas.microsoft.com/office/drawing/2014/main" id="{C1FAE2D4-0243-477F-AD2F-B6849C58D0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900" name="stage3-cases-main_50">
            <a:extLst>
              <a:ext uri="{FF2B5EF4-FFF2-40B4-BE49-F238E27FC236}">
                <a16:creationId xmlns:a16="http://schemas.microsoft.com/office/drawing/2014/main" id="{3153667B-E822-4B8B-8BB7-BEE0B1B7FFCD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901" name="9wq3_5_official_Receptor">
            <a:extLst>
              <a:ext uri="{FF2B5EF4-FFF2-40B4-BE49-F238E27FC236}">
                <a16:creationId xmlns:a16="http://schemas.microsoft.com/office/drawing/2014/main" id="{6305FB89-7DCC-4B9F-BAE5-8E10C22410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02" name="9wq3_5_official_ExperimentalDensity">
            <a:extLst>
              <a:ext uri="{FF2B5EF4-FFF2-40B4-BE49-F238E27FC236}">
                <a16:creationId xmlns:a16="http://schemas.microsoft.com/office/drawing/2014/main" id="{9EE955F4-9E9E-4DC5-A53F-90E58AFEFF2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03" name="9wq3_5_official_ReferenceLigand_0">
            <a:extLst>
              <a:ext uri="{FF2B5EF4-FFF2-40B4-BE49-F238E27FC236}">
                <a16:creationId xmlns:a16="http://schemas.microsoft.com/office/drawing/2014/main" id="{F704766F-65E1-46DB-9DAF-8ED2413776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official_ReferenceLigand_1">
            <a:extLst>
              <a:ext uri="{FF2B5EF4-FFF2-40B4-BE49-F238E27FC236}">
                <a16:creationId xmlns:a16="http://schemas.microsoft.com/office/drawing/2014/main" id="{4B7F81F0-BBA1-4FCD-84D7-CD6FB6BF10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official_ReferenceLigand_2">
            <a:extLst>
              <a:ext uri="{FF2B5EF4-FFF2-40B4-BE49-F238E27FC236}">
                <a16:creationId xmlns:a16="http://schemas.microsoft.com/office/drawing/2014/main" id="{565402C1-7ACC-4DA5-9F68-BC54AD57C7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official_ReferenceLigand_3">
            <a:extLst>
              <a:ext uri="{FF2B5EF4-FFF2-40B4-BE49-F238E27FC236}">
                <a16:creationId xmlns:a16="http://schemas.microsoft.com/office/drawing/2014/main" id="{5EFC56D1-EC2E-4C87-8FC0-2632B2E971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official_ReferenceLigand_4">
            <a:extLst>
              <a:ext uri="{FF2B5EF4-FFF2-40B4-BE49-F238E27FC236}">
                <a16:creationId xmlns:a16="http://schemas.microsoft.com/office/drawing/2014/main" id="{4C45FDC9-F4A8-4E6C-B6DD-F76F6C6F696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official_ReferenceLigand_5">
            <a:extLst>
              <a:ext uri="{FF2B5EF4-FFF2-40B4-BE49-F238E27FC236}">
                <a16:creationId xmlns:a16="http://schemas.microsoft.com/office/drawing/2014/main" id="{681161F9-09DA-4901-A3F1-290420960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official_ReferenceLigand_6">
            <a:extLst>
              <a:ext uri="{FF2B5EF4-FFF2-40B4-BE49-F238E27FC236}">
                <a16:creationId xmlns:a16="http://schemas.microsoft.com/office/drawing/2014/main" id="{160D5D20-84D9-4C0F-ADD0-5C0099E489A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official_ReferenceLigand_7">
            <a:extLst>
              <a:ext uri="{FF2B5EF4-FFF2-40B4-BE49-F238E27FC236}">
                <a16:creationId xmlns:a16="http://schemas.microsoft.com/office/drawing/2014/main" id="{7D471BC5-015B-4AB2-B22D-993E0DE3831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official_ReferenceLigand_8">
            <a:extLst>
              <a:ext uri="{FF2B5EF4-FFF2-40B4-BE49-F238E27FC236}">
                <a16:creationId xmlns:a16="http://schemas.microsoft.com/office/drawing/2014/main" id="{D1D345E2-F604-45D5-8FCC-2AA4274136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official_ReferenceLigand_9">
            <a:extLst>
              <a:ext uri="{FF2B5EF4-FFF2-40B4-BE49-F238E27FC236}">
                <a16:creationId xmlns:a16="http://schemas.microsoft.com/office/drawing/2014/main" id="{DF5DC120-2F4D-42F8-A471-847BA697258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official_ReferenceLigand_10">
            <a:extLst>
              <a:ext uri="{FF2B5EF4-FFF2-40B4-BE49-F238E27FC236}">
                <a16:creationId xmlns:a16="http://schemas.microsoft.com/office/drawing/2014/main" id="{676F9745-2F43-4AFF-BA61-3299037A49F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official_ReferenceLigand_11">
            <a:extLst>
              <a:ext uri="{FF2B5EF4-FFF2-40B4-BE49-F238E27FC236}">
                <a16:creationId xmlns:a16="http://schemas.microsoft.com/office/drawing/2014/main" id="{D220E072-A7FD-47E4-88BB-908628E908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official_ReferenceLigand_12">
            <a:extLst>
              <a:ext uri="{FF2B5EF4-FFF2-40B4-BE49-F238E27FC236}">
                <a16:creationId xmlns:a16="http://schemas.microsoft.com/office/drawing/2014/main" id="{95F91BF8-C218-4AD2-B921-04905C74B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official_ReferenceLigand_13">
            <a:extLst>
              <a:ext uri="{FF2B5EF4-FFF2-40B4-BE49-F238E27FC236}">
                <a16:creationId xmlns:a16="http://schemas.microsoft.com/office/drawing/2014/main" id="{485EDFE8-A029-48DE-8EA8-28D871B00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official_ReferenceLigand_14">
            <a:extLst>
              <a:ext uri="{FF2B5EF4-FFF2-40B4-BE49-F238E27FC236}">
                <a16:creationId xmlns:a16="http://schemas.microsoft.com/office/drawing/2014/main" id="{8A343B4A-D6DA-4DB2-ACDB-7B9B24CD6A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official_ReferenceLigand_15">
            <a:extLst>
              <a:ext uri="{FF2B5EF4-FFF2-40B4-BE49-F238E27FC236}">
                <a16:creationId xmlns:a16="http://schemas.microsoft.com/office/drawing/2014/main" id="{3F81F378-8A7F-4DE6-B9BE-F9A0D22C57A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official_ReferenceLigand_16">
            <a:extLst>
              <a:ext uri="{FF2B5EF4-FFF2-40B4-BE49-F238E27FC236}">
                <a16:creationId xmlns:a16="http://schemas.microsoft.com/office/drawing/2014/main" id="{29CF9E35-BE00-4A3F-99CF-CA965F3B1BF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official_ReferenceLigand_17">
            <a:extLst>
              <a:ext uri="{FF2B5EF4-FFF2-40B4-BE49-F238E27FC236}">
                <a16:creationId xmlns:a16="http://schemas.microsoft.com/office/drawing/2014/main" id="{E230F53D-95B4-4347-A3F9-597B8A14BDD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official_ReferenceLigand_18">
            <a:extLst>
              <a:ext uri="{FF2B5EF4-FFF2-40B4-BE49-F238E27FC236}">
                <a16:creationId xmlns:a16="http://schemas.microsoft.com/office/drawing/2014/main" id="{8B2819ED-1919-4AD9-B2C1-002D03CDD2E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official_ReferenceLigand_19">
            <a:extLst>
              <a:ext uri="{FF2B5EF4-FFF2-40B4-BE49-F238E27FC236}">
                <a16:creationId xmlns:a16="http://schemas.microsoft.com/office/drawing/2014/main" id="{F060B928-689C-4019-8BDF-6B7366D1265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official_ReferenceLigand_20">
            <a:extLst>
              <a:ext uri="{FF2B5EF4-FFF2-40B4-BE49-F238E27FC236}">
                <a16:creationId xmlns:a16="http://schemas.microsoft.com/office/drawing/2014/main" id="{3427185D-BF33-4E9D-939D-F5CE83FB31D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official_ReferenceLigand_21">
            <a:extLst>
              <a:ext uri="{FF2B5EF4-FFF2-40B4-BE49-F238E27FC236}">
                <a16:creationId xmlns:a16="http://schemas.microsoft.com/office/drawing/2014/main" id="{0E196EA9-27C9-4CFF-984E-28595FF6FB6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official_ReferenceLigand_22">
            <a:extLst>
              <a:ext uri="{FF2B5EF4-FFF2-40B4-BE49-F238E27FC236}">
                <a16:creationId xmlns:a16="http://schemas.microsoft.com/office/drawing/2014/main" id="{7E677A33-341F-40CB-8C61-2AA1A1E1A57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official_ReferenceLigand_23">
            <a:extLst>
              <a:ext uri="{FF2B5EF4-FFF2-40B4-BE49-F238E27FC236}">
                <a16:creationId xmlns:a16="http://schemas.microsoft.com/office/drawing/2014/main" id="{95BE93D7-77EE-457D-B94C-E5BAF0A43A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official_ReferenceLigand_24">
            <a:extLst>
              <a:ext uri="{FF2B5EF4-FFF2-40B4-BE49-F238E27FC236}">
                <a16:creationId xmlns:a16="http://schemas.microsoft.com/office/drawing/2014/main" id="{5C8F9C45-D9B2-4615-AAFB-A2CE79A0D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official_ReferenceLigand_25">
            <a:extLst>
              <a:ext uri="{FF2B5EF4-FFF2-40B4-BE49-F238E27FC236}">
                <a16:creationId xmlns:a16="http://schemas.microsoft.com/office/drawing/2014/main" id="{41489193-7DEA-4EE0-92B1-4CFFFBAFABC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official_ReferenceLigand_26">
            <a:extLst>
              <a:ext uri="{FF2B5EF4-FFF2-40B4-BE49-F238E27FC236}">
                <a16:creationId xmlns:a16="http://schemas.microsoft.com/office/drawing/2014/main" id="{15124494-E170-4D13-BC0F-50780CCE0F1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official_ReferenceLigand_27">
            <a:extLst>
              <a:ext uri="{FF2B5EF4-FFF2-40B4-BE49-F238E27FC236}">
                <a16:creationId xmlns:a16="http://schemas.microsoft.com/office/drawing/2014/main" id="{70234741-7102-4FB4-8D61-310A83A3599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official_ReferenceLigand_28">
            <a:extLst>
              <a:ext uri="{FF2B5EF4-FFF2-40B4-BE49-F238E27FC236}">
                <a16:creationId xmlns:a16="http://schemas.microsoft.com/office/drawing/2014/main" id="{370AA1D7-145F-42FC-8236-57DC2E41A2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official_ReferenceLigand_29">
            <a:extLst>
              <a:ext uri="{FF2B5EF4-FFF2-40B4-BE49-F238E27FC236}">
                <a16:creationId xmlns:a16="http://schemas.microsoft.com/office/drawing/2014/main" id="{1F3FAE82-376E-4579-9269-4B8D53A8CB1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official_ReferenceLigand_30">
            <a:extLst>
              <a:ext uri="{FF2B5EF4-FFF2-40B4-BE49-F238E27FC236}">
                <a16:creationId xmlns:a16="http://schemas.microsoft.com/office/drawing/2014/main" id="{8C5FDA75-C1FD-476B-AE90-636626FAD46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official_ReferenceLigand_31">
            <a:extLst>
              <a:ext uri="{FF2B5EF4-FFF2-40B4-BE49-F238E27FC236}">
                <a16:creationId xmlns:a16="http://schemas.microsoft.com/office/drawing/2014/main" id="{77EA9E93-9FF9-4F80-B69D-E55D18D22D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official_ReferenceLigand_32">
            <a:extLst>
              <a:ext uri="{FF2B5EF4-FFF2-40B4-BE49-F238E27FC236}">
                <a16:creationId xmlns:a16="http://schemas.microsoft.com/office/drawing/2014/main" id="{A093BD0A-0C91-4F04-ACED-1C5CCE8A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official_ReferenceLigand_33">
            <a:extLst>
              <a:ext uri="{FF2B5EF4-FFF2-40B4-BE49-F238E27FC236}">
                <a16:creationId xmlns:a16="http://schemas.microsoft.com/office/drawing/2014/main" id="{14187909-AD2B-4C2A-A1D1-F309B4DE57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official_ReferenceLigand_34">
            <a:extLst>
              <a:ext uri="{FF2B5EF4-FFF2-40B4-BE49-F238E27FC236}">
                <a16:creationId xmlns:a16="http://schemas.microsoft.com/office/drawing/2014/main" id="{2A8F556F-E433-4AC2-A993-49DA4D26B3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8" name="9wq3_5_official_ReferenceLigand_35">
            <a:extLst>
              <a:ext uri="{FF2B5EF4-FFF2-40B4-BE49-F238E27FC236}">
                <a16:creationId xmlns:a16="http://schemas.microsoft.com/office/drawing/2014/main" id="{4659E0C6-5EAE-4F2A-9A5C-4A1EFCC40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9" name="9wq3_5_official_ReferenceLigand_36">
            <a:extLst>
              <a:ext uri="{FF2B5EF4-FFF2-40B4-BE49-F238E27FC236}">
                <a16:creationId xmlns:a16="http://schemas.microsoft.com/office/drawing/2014/main" id="{5E4F90B4-BE9D-420D-B539-CF8A0833E98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0" name="9wq3_5_official_ReferenceLigand_37">
            <a:extLst>
              <a:ext uri="{FF2B5EF4-FFF2-40B4-BE49-F238E27FC236}">
                <a16:creationId xmlns:a16="http://schemas.microsoft.com/office/drawing/2014/main" id="{6942476A-78C3-4871-AFC4-3D8D93AE8BE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1" name="9wq3_5_official_ReferenceLigand_38">
            <a:extLst>
              <a:ext uri="{FF2B5EF4-FFF2-40B4-BE49-F238E27FC236}">
                <a16:creationId xmlns:a16="http://schemas.microsoft.com/office/drawing/2014/main" id="{8C290492-9CCD-44AF-96AD-50A1B32D2F9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2" name="9wq3_5_official_ReferenceLigand_39">
            <a:extLst>
              <a:ext uri="{FF2B5EF4-FFF2-40B4-BE49-F238E27FC236}">
                <a16:creationId xmlns:a16="http://schemas.microsoft.com/office/drawing/2014/main" id="{7AF6E9C9-577F-43E8-B7D8-231B37B9828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3" name="9wq3_5_official_ReferenceLigand_40">
            <a:extLst>
              <a:ext uri="{FF2B5EF4-FFF2-40B4-BE49-F238E27FC236}">
                <a16:creationId xmlns:a16="http://schemas.microsoft.com/office/drawing/2014/main" id="{E1563DFA-7EF4-4902-89C1-E42AC905954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4" name="9wq3_5_official_ReferenceLigand_41">
            <a:extLst>
              <a:ext uri="{FF2B5EF4-FFF2-40B4-BE49-F238E27FC236}">
                <a16:creationId xmlns:a16="http://schemas.microsoft.com/office/drawing/2014/main" id="{2720CE7D-B636-48A5-87A5-642A5885B2C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5" name="9wq3_5_official_ReferenceLigand_42">
            <a:extLst>
              <a:ext uri="{FF2B5EF4-FFF2-40B4-BE49-F238E27FC236}">
                <a16:creationId xmlns:a16="http://schemas.microsoft.com/office/drawing/2014/main" id="{8B051773-29D5-4A38-A568-318A67039F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6" name="9wq3_5_official_ReferenceLigand_43">
            <a:extLst>
              <a:ext uri="{FF2B5EF4-FFF2-40B4-BE49-F238E27FC236}">
                <a16:creationId xmlns:a16="http://schemas.microsoft.com/office/drawing/2014/main" id="{0E811042-3A51-4E26-925B-F2E25D0F4D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7" name="9wq3_5_official_ReferenceLigand_44">
            <a:extLst>
              <a:ext uri="{FF2B5EF4-FFF2-40B4-BE49-F238E27FC236}">
                <a16:creationId xmlns:a16="http://schemas.microsoft.com/office/drawing/2014/main" id="{5BCA1193-3A9A-4048-845B-6491596CF2C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8" name="9wq3_5_official_ReferenceLigand_45">
            <a:extLst>
              <a:ext uri="{FF2B5EF4-FFF2-40B4-BE49-F238E27FC236}">
                <a16:creationId xmlns:a16="http://schemas.microsoft.com/office/drawing/2014/main" id="{31EA2442-59EA-4347-B54B-CC3A7FA7927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9" name="9wq3_5_official_ReferenceLigand_46">
            <a:extLst>
              <a:ext uri="{FF2B5EF4-FFF2-40B4-BE49-F238E27FC236}">
                <a16:creationId xmlns:a16="http://schemas.microsoft.com/office/drawing/2014/main" id="{DD27F807-8BB3-428F-8032-29F5B4AD38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0" name="9wq3_5_official_ReferenceLigand_47">
            <a:extLst>
              <a:ext uri="{FF2B5EF4-FFF2-40B4-BE49-F238E27FC236}">
                <a16:creationId xmlns:a16="http://schemas.microsoft.com/office/drawing/2014/main" id="{A134F362-B5C7-4635-9103-2467CFED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1" name="9wq3_5_official_ReferenceLigand_48">
            <a:extLst>
              <a:ext uri="{FF2B5EF4-FFF2-40B4-BE49-F238E27FC236}">
                <a16:creationId xmlns:a16="http://schemas.microsoft.com/office/drawing/2014/main" id="{714B345C-9313-41C0-9482-DF9FAAF61B2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2" name="9wq3_5_official_ReferenceLigand_49">
            <a:extLst>
              <a:ext uri="{FF2B5EF4-FFF2-40B4-BE49-F238E27FC236}">
                <a16:creationId xmlns:a16="http://schemas.microsoft.com/office/drawing/2014/main" id="{F3319E26-5DC9-4A14-A6CC-C0719BC0A5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3" name="9wq3_5_official_ReferenceLigand_50">
            <a:extLst>
              <a:ext uri="{FF2B5EF4-FFF2-40B4-BE49-F238E27FC236}">
                <a16:creationId xmlns:a16="http://schemas.microsoft.com/office/drawing/2014/main" id="{F5C6362E-0017-473C-AADB-D46B3698883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4" name="9wq3_5_official_PredictedLigand_0">
            <a:extLst>
              <a:ext uri="{FF2B5EF4-FFF2-40B4-BE49-F238E27FC236}">
                <a16:creationId xmlns:a16="http://schemas.microsoft.com/office/drawing/2014/main" id="{62DBA811-938B-4EE7-A093-0917881C72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5" name="9wq3_5_official_PredictedLigand_1">
            <a:extLst>
              <a:ext uri="{FF2B5EF4-FFF2-40B4-BE49-F238E27FC236}">
                <a16:creationId xmlns:a16="http://schemas.microsoft.com/office/drawing/2014/main" id="{FD287CCC-468F-4822-B5E7-CEF0FF7CF3B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6" name="9wq3_5_official_PredictedLigand_2">
            <a:extLst>
              <a:ext uri="{FF2B5EF4-FFF2-40B4-BE49-F238E27FC236}">
                <a16:creationId xmlns:a16="http://schemas.microsoft.com/office/drawing/2014/main" id="{30233676-F11B-43E1-A3CE-9EC2A00054D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7" name="9wq3_5_official_PredictedLigand_3">
            <a:extLst>
              <a:ext uri="{FF2B5EF4-FFF2-40B4-BE49-F238E27FC236}">
                <a16:creationId xmlns:a16="http://schemas.microsoft.com/office/drawing/2014/main" id="{681F14B4-4E27-4BDA-86B1-763F5F7DEC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8" name="9wq3_5_official_PredictedLigand_4">
            <a:extLst>
              <a:ext uri="{FF2B5EF4-FFF2-40B4-BE49-F238E27FC236}">
                <a16:creationId xmlns:a16="http://schemas.microsoft.com/office/drawing/2014/main" id="{82F3326E-2A7C-4E17-99A6-8F1E31F68B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9" name="9wq3_5_official_PredictedLigand_5">
            <a:extLst>
              <a:ext uri="{FF2B5EF4-FFF2-40B4-BE49-F238E27FC236}">
                <a16:creationId xmlns:a16="http://schemas.microsoft.com/office/drawing/2014/main" id="{F79623EA-3915-4851-A4BE-D357D1C1A0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0" name="9wq3_5_official_PredictedLigand_6">
            <a:extLst>
              <a:ext uri="{FF2B5EF4-FFF2-40B4-BE49-F238E27FC236}">
                <a16:creationId xmlns:a16="http://schemas.microsoft.com/office/drawing/2014/main" id="{19D0A17A-B0E5-429A-88B3-EBDD4B7788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1" name="9wq3_5_official_PredictedLigand_7">
            <a:extLst>
              <a:ext uri="{FF2B5EF4-FFF2-40B4-BE49-F238E27FC236}">
                <a16:creationId xmlns:a16="http://schemas.microsoft.com/office/drawing/2014/main" id="{79E3400E-13B4-4080-AD71-B8B067633D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2" name="9wq3_5_official_PredictedLigand_8">
            <a:extLst>
              <a:ext uri="{FF2B5EF4-FFF2-40B4-BE49-F238E27FC236}">
                <a16:creationId xmlns:a16="http://schemas.microsoft.com/office/drawing/2014/main" id="{2C3B7524-FB22-4F45-86A1-593E541C23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3" name="9wq3_5_official_PredictedLigand_9">
            <a:extLst>
              <a:ext uri="{FF2B5EF4-FFF2-40B4-BE49-F238E27FC236}">
                <a16:creationId xmlns:a16="http://schemas.microsoft.com/office/drawing/2014/main" id="{81D11569-4AA3-462D-A807-DA9E5CAA4A0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4" name="9wq3_5_official_PredictedLigand_10">
            <a:extLst>
              <a:ext uri="{FF2B5EF4-FFF2-40B4-BE49-F238E27FC236}">
                <a16:creationId xmlns:a16="http://schemas.microsoft.com/office/drawing/2014/main" id="{8101F602-8F77-4271-9DC9-702BE6A8B39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5" name="9wq3_5_official_PredictedLigand_11">
            <a:extLst>
              <a:ext uri="{FF2B5EF4-FFF2-40B4-BE49-F238E27FC236}">
                <a16:creationId xmlns:a16="http://schemas.microsoft.com/office/drawing/2014/main" id="{DCC64A53-051E-44FB-92DB-60AE7AF943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6" name="9wq3_5_official_PredictedLigand_12">
            <a:extLst>
              <a:ext uri="{FF2B5EF4-FFF2-40B4-BE49-F238E27FC236}">
                <a16:creationId xmlns:a16="http://schemas.microsoft.com/office/drawing/2014/main" id="{46DC5DB6-2106-4C19-BBE1-32A65479074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7" name="9wq3_5_official_PredictedLigand_13">
            <a:extLst>
              <a:ext uri="{FF2B5EF4-FFF2-40B4-BE49-F238E27FC236}">
                <a16:creationId xmlns:a16="http://schemas.microsoft.com/office/drawing/2014/main" id="{097717FD-DA7B-47BD-A83F-2EAEEE30E59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8" name="9wq3_5_official_PredictedLigand_14">
            <a:extLst>
              <a:ext uri="{FF2B5EF4-FFF2-40B4-BE49-F238E27FC236}">
                <a16:creationId xmlns:a16="http://schemas.microsoft.com/office/drawing/2014/main" id="{0DC18DBC-4FDC-4E17-AF4A-45C88BD5F3C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9" name="9wq3_5_official_PredictedLigand_15">
            <a:extLst>
              <a:ext uri="{FF2B5EF4-FFF2-40B4-BE49-F238E27FC236}">
                <a16:creationId xmlns:a16="http://schemas.microsoft.com/office/drawing/2014/main" id="{930D5D68-818B-4B4A-AB70-8A4AD055AF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0" name="9wq3_5_official_PredictedLigand_16">
            <a:extLst>
              <a:ext uri="{FF2B5EF4-FFF2-40B4-BE49-F238E27FC236}">
                <a16:creationId xmlns:a16="http://schemas.microsoft.com/office/drawing/2014/main" id="{617B6EE4-422C-464E-B893-7EE23DC82B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1" name="9wq3_5_official_PredictedLigand_17">
            <a:extLst>
              <a:ext uri="{FF2B5EF4-FFF2-40B4-BE49-F238E27FC236}">
                <a16:creationId xmlns:a16="http://schemas.microsoft.com/office/drawing/2014/main" id="{2CA23C93-7D9C-4632-B1EE-289C252A43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2" name="9wq3_5_official_PredictedLigand_18">
            <a:extLst>
              <a:ext uri="{FF2B5EF4-FFF2-40B4-BE49-F238E27FC236}">
                <a16:creationId xmlns:a16="http://schemas.microsoft.com/office/drawing/2014/main" id="{947B9C74-4161-4804-B7FD-FEC5118FA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3" name="9wq3_5_official_PredictedLigand_19">
            <a:extLst>
              <a:ext uri="{FF2B5EF4-FFF2-40B4-BE49-F238E27FC236}">
                <a16:creationId xmlns:a16="http://schemas.microsoft.com/office/drawing/2014/main" id="{406355F4-4AAC-49CA-B2BB-40E4BB3A6D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4" name="9wq3_5_official_PredictedLigand_20">
            <a:extLst>
              <a:ext uri="{FF2B5EF4-FFF2-40B4-BE49-F238E27FC236}">
                <a16:creationId xmlns:a16="http://schemas.microsoft.com/office/drawing/2014/main" id="{CD6AC9C1-0766-4CCA-BB76-38B18CA1F19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5" name="9wq3_5_official_PredictedLigand_21">
            <a:extLst>
              <a:ext uri="{FF2B5EF4-FFF2-40B4-BE49-F238E27FC236}">
                <a16:creationId xmlns:a16="http://schemas.microsoft.com/office/drawing/2014/main" id="{FB687279-6FDD-4793-985C-10FAEFD9E1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6" name="9wq3_5_official_PredictedLigand_22">
            <a:extLst>
              <a:ext uri="{FF2B5EF4-FFF2-40B4-BE49-F238E27FC236}">
                <a16:creationId xmlns:a16="http://schemas.microsoft.com/office/drawing/2014/main" id="{FC157051-D5B1-4935-9B5B-8DDA04DBC3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7" name="9wq3_5_official_PredictedLigand_23">
            <a:extLst>
              <a:ext uri="{FF2B5EF4-FFF2-40B4-BE49-F238E27FC236}">
                <a16:creationId xmlns:a16="http://schemas.microsoft.com/office/drawing/2014/main" id="{9F2F808D-EA53-4D68-90E2-3DB27C504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8" name="9wq3_5_official_PredictedLigand_24">
            <a:extLst>
              <a:ext uri="{FF2B5EF4-FFF2-40B4-BE49-F238E27FC236}">
                <a16:creationId xmlns:a16="http://schemas.microsoft.com/office/drawing/2014/main" id="{463292FD-05A1-41C9-81BA-32A778E96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9" name="9wq3_5_official_PredictedLigand_25">
            <a:extLst>
              <a:ext uri="{FF2B5EF4-FFF2-40B4-BE49-F238E27FC236}">
                <a16:creationId xmlns:a16="http://schemas.microsoft.com/office/drawing/2014/main" id="{4BB696B0-26E1-4D3F-8D8C-563FA41A41F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0" name="9wq3_5_official_PredictedLigand_26">
            <a:extLst>
              <a:ext uri="{FF2B5EF4-FFF2-40B4-BE49-F238E27FC236}">
                <a16:creationId xmlns:a16="http://schemas.microsoft.com/office/drawing/2014/main" id="{EB6228DD-FA2E-4E64-9D8E-F9A3C0C4B5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1" name="9wq3_5_official_PredictedLigand_27">
            <a:extLst>
              <a:ext uri="{FF2B5EF4-FFF2-40B4-BE49-F238E27FC236}">
                <a16:creationId xmlns:a16="http://schemas.microsoft.com/office/drawing/2014/main" id="{FCAB1FD8-5EF5-43DE-9FB8-CF57D35C13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2" name="9wq3_5_official_PredictedLigand_28">
            <a:extLst>
              <a:ext uri="{FF2B5EF4-FFF2-40B4-BE49-F238E27FC236}">
                <a16:creationId xmlns:a16="http://schemas.microsoft.com/office/drawing/2014/main" id="{B663333D-1470-4255-974F-AB3551A3158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3" name="9wq3_5_official_PredictedLigand_29">
            <a:extLst>
              <a:ext uri="{FF2B5EF4-FFF2-40B4-BE49-F238E27FC236}">
                <a16:creationId xmlns:a16="http://schemas.microsoft.com/office/drawing/2014/main" id="{3428D208-FBAF-4525-8C28-FC36154034B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4" name="9wq3_5_official_PredictedLigand_30">
            <a:extLst>
              <a:ext uri="{FF2B5EF4-FFF2-40B4-BE49-F238E27FC236}">
                <a16:creationId xmlns:a16="http://schemas.microsoft.com/office/drawing/2014/main" id="{6C2FDD99-17DC-44E5-9102-991EA7E6643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5" name="9wq3_5_official_PredictedLigand_31">
            <a:extLst>
              <a:ext uri="{FF2B5EF4-FFF2-40B4-BE49-F238E27FC236}">
                <a16:creationId xmlns:a16="http://schemas.microsoft.com/office/drawing/2014/main" id="{256A1B11-709F-473C-A326-E18F1CA53B5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6" name="9wq3_5_official_PredictedLigand_32">
            <a:extLst>
              <a:ext uri="{FF2B5EF4-FFF2-40B4-BE49-F238E27FC236}">
                <a16:creationId xmlns:a16="http://schemas.microsoft.com/office/drawing/2014/main" id="{29CA6811-384C-4FB1-9B61-3B0EE4D02E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7" name="9wq3_5_official_PredictedLigand_33">
            <a:extLst>
              <a:ext uri="{FF2B5EF4-FFF2-40B4-BE49-F238E27FC236}">
                <a16:creationId xmlns:a16="http://schemas.microsoft.com/office/drawing/2014/main" id="{CBED340E-14ED-42B3-B9A6-016CC6B5319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8" name="9wq3_5_official_PredictedLigand_34">
            <a:extLst>
              <a:ext uri="{FF2B5EF4-FFF2-40B4-BE49-F238E27FC236}">
                <a16:creationId xmlns:a16="http://schemas.microsoft.com/office/drawing/2014/main" id="{BA03CE89-0ABB-4C06-9E49-1A71BDFD2C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9" name="9wq3_5_official_PredictedLigand_35">
            <a:extLst>
              <a:ext uri="{FF2B5EF4-FFF2-40B4-BE49-F238E27FC236}">
                <a16:creationId xmlns:a16="http://schemas.microsoft.com/office/drawing/2014/main" id="{DEFB6A31-939F-4C03-9346-649E2560599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0" name="9wq3_5_official_PredictedLigand_36">
            <a:extLst>
              <a:ext uri="{FF2B5EF4-FFF2-40B4-BE49-F238E27FC236}">
                <a16:creationId xmlns:a16="http://schemas.microsoft.com/office/drawing/2014/main" id="{7CC4E154-2884-4810-AF91-C75ED3A0D5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1" name="9wq3_5_official_PredictedLigand_37">
            <a:extLst>
              <a:ext uri="{FF2B5EF4-FFF2-40B4-BE49-F238E27FC236}">
                <a16:creationId xmlns:a16="http://schemas.microsoft.com/office/drawing/2014/main" id="{E53075E8-E2DC-45A9-AD7B-72509DF444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2" name="9wq3_5_official_PredictedLigand_38">
            <a:extLst>
              <a:ext uri="{FF2B5EF4-FFF2-40B4-BE49-F238E27FC236}">
                <a16:creationId xmlns:a16="http://schemas.microsoft.com/office/drawing/2014/main" id="{2ABDCEF8-DC64-4CA0-A3ED-4ABF9C1A609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3" name="9wq3_5_official_PredictedLigand_39">
            <a:extLst>
              <a:ext uri="{FF2B5EF4-FFF2-40B4-BE49-F238E27FC236}">
                <a16:creationId xmlns:a16="http://schemas.microsoft.com/office/drawing/2014/main" id="{92D08DB0-B1D7-4DCB-BA71-1290C52EEE6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4" name="9wq3_5_official_PredictedLigand_40">
            <a:extLst>
              <a:ext uri="{FF2B5EF4-FFF2-40B4-BE49-F238E27FC236}">
                <a16:creationId xmlns:a16="http://schemas.microsoft.com/office/drawing/2014/main" id="{06549C14-F33E-4439-AA88-63C83677FDB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5" name="9wq3_5_official_PredictedLigand_41">
            <a:extLst>
              <a:ext uri="{FF2B5EF4-FFF2-40B4-BE49-F238E27FC236}">
                <a16:creationId xmlns:a16="http://schemas.microsoft.com/office/drawing/2014/main" id="{95AA799D-A0D4-459D-A95C-EFD561D265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6" name="9wq3_5_official_PredictedLigand_42">
            <a:extLst>
              <a:ext uri="{FF2B5EF4-FFF2-40B4-BE49-F238E27FC236}">
                <a16:creationId xmlns:a16="http://schemas.microsoft.com/office/drawing/2014/main" id="{2182F5D5-D5D9-4D36-9742-A00EBAE06E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7" name="9wq3_5_official_PredictedLigand_43">
            <a:extLst>
              <a:ext uri="{FF2B5EF4-FFF2-40B4-BE49-F238E27FC236}">
                <a16:creationId xmlns:a16="http://schemas.microsoft.com/office/drawing/2014/main" id="{70759280-71BA-46D5-936F-4642482A10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8" name="9wq3_5_official_PredictedLigand_44">
            <a:extLst>
              <a:ext uri="{FF2B5EF4-FFF2-40B4-BE49-F238E27FC236}">
                <a16:creationId xmlns:a16="http://schemas.microsoft.com/office/drawing/2014/main" id="{BCCE58C2-6463-4244-B0FC-D92422B9C9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9" name="9wq3_5_official_PredictedLigand_45">
            <a:extLst>
              <a:ext uri="{FF2B5EF4-FFF2-40B4-BE49-F238E27FC236}">
                <a16:creationId xmlns:a16="http://schemas.microsoft.com/office/drawing/2014/main" id="{5CD87199-2B56-4330-8DAB-A9E0034DC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0" name="9wq3_5_official_PredictedLigand_46">
            <a:extLst>
              <a:ext uri="{FF2B5EF4-FFF2-40B4-BE49-F238E27FC236}">
                <a16:creationId xmlns:a16="http://schemas.microsoft.com/office/drawing/2014/main" id="{C3A418F5-E504-4167-98E4-088344C111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1" name="9wq3_5_official_PredictedLigand_47">
            <a:extLst>
              <a:ext uri="{FF2B5EF4-FFF2-40B4-BE49-F238E27FC236}">
                <a16:creationId xmlns:a16="http://schemas.microsoft.com/office/drawing/2014/main" id="{171FBD1F-BD65-4B09-9C74-7BF1FC706C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2" name="9wq3_5_official_PredictedLigand_48">
            <a:extLst>
              <a:ext uri="{FF2B5EF4-FFF2-40B4-BE49-F238E27FC236}">
                <a16:creationId xmlns:a16="http://schemas.microsoft.com/office/drawing/2014/main" id="{3AC4A81E-9BF8-43B6-9E6F-AD1AE2F4FC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3" name="9wq3_5_official_PredictedAtoms_0">
            <a:extLst>
              <a:ext uri="{FF2B5EF4-FFF2-40B4-BE49-F238E27FC236}">
                <a16:creationId xmlns:a16="http://schemas.microsoft.com/office/drawing/2014/main" id="{81EBE3FC-5906-4057-AC9A-92189EE1C5DF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4" name="9wq3_5_official_PredictedAtoms_1">
            <a:extLst>
              <a:ext uri="{FF2B5EF4-FFF2-40B4-BE49-F238E27FC236}">
                <a16:creationId xmlns:a16="http://schemas.microsoft.com/office/drawing/2014/main" id="{E86AB033-C097-49E6-9894-180DB899A79E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5" name="9wq3_5_official_PredictedAtoms_2">
            <a:extLst>
              <a:ext uri="{FF2B5EF4-FFF2-40B4-BE49-F238E27FC236}">
                <a16:creationId xmlns:a16="http://schemas.microsoft.com/office/drawing/2014/main" id="{816841F4-2D3D-4D51-A11C-D8FB236AF548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6" name="9wq3_5_official_PredictedAtoms_3">
            <a:extLst>
              <a:ext uri="{FF2B5EF4-FFF2-40B4-BE49-F238E27FC236}">
                <a16:creationId xmlns:a16="http://schemas.microsoft.com/office/drawing/2014/main" id="{A96508BA-5230-4AC4-996E-C92ED5F914A3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7" name="9wq3_5_official_PredictedAtoms_4">
            <a:extLst>
              <a:ext uri="{FF2B5EF4-FFF2-40B4-BE49-F238E27FC236}">
                <a16:creationId xmlns:a16="http://schemas.microsoft.com/office/drawing/2014/main" id="{8B5F7FE2-46B8-41AF-BB41-5F6F7B44C4A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8" name="9wq3_5_official_PredictedAtoms_5">
            <a:extLst>
              <a:ext uri="{FF2B5EF4-FFF2-40B4-BE49-F238E27FC236}">
                <a16:creationId xmlns:a16="http://schemas.microsoft.com/office/drawing/2014/main" id="{04B700EC-8917-47DE-A47D-1F0BEED51E12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9" name="9wq3_5_official_PredictedAtoms_6">
            <a:extLst>
              <a:ext uri="{FF2B5EF4-FFF2-40B4-BE49-F238E27FC236}">
                <a16:creationId xmlns:a16="http://schemas.microsoft.com/office/drawing/2014/main" id="{160644A1-8D6D-4111-A8E2-B552E46CA7B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0" name="9wq3_5_official_PredictedAtoms_7">
            <a:extLst>
              <a:ext uri="{FF2B5EF4-FFF2-40B4-BE49-F238E27FC236}">
                <a16:creationId xmlns:a16="http://schemas.microsoft.com/office/drawing/2014/main" id="{D5893194-5D28-483B-99AD-AF2BDA7C2C61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1" name="9wq3_5_official_PredictedAtoms_8">
            <a:extLst>
              <a:ext uri="{FF2B5EF4-FFF2-40B4-BE49-F238E27FC236}">
                <a16:creationId xmlns:a16="http://schemas.microsoft.com/office/drawing/2014/main" id="{DE150560-4DB1-472C-873E-E5353F744826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2" name="9wq3_5_official_PredictedAtoms_9">
            <a:extLst>
              <a:ext uri="{FF2B5EF4-FFF2-40B4-BE49-F238E27FC236}">
                <a16:creationId xmlns:a16="http://schemas.microsoft.com/office/drawing/2014/main" id="{38C3F548-202E-4CF5-A349-527C4C4C9C4B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3" name="9wq3_5_official_PredictedAtoms_10">
            <a:extLst>
              <a:ext uri="{FF2B5EF4-FFF2-40B4-BE49-F238E27FC236}">
                <a16:creationId xmlns:a16="http://schemas.microsoft.com/office/drawing/2014/main" id="{35C0696A-745B-4E37-AD14-027CB38FE8F9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4" name="9wq3_5_official_PredictedAtoms_11">
            <a:extLst>
              <a:ext uri="{FF2B5EF4-FFF2-40B4-BE49-F238E27FC236}">
                <a16:creationId xmlns:a16="http://schemas.microsoft.com/office/drawing/2014/main" id="{EB06F909-97B3-4691-AABA-48C438ECD823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5" name="9wq3_5_official_PredictedAtoms_12">
            <a:extLst>
              <a:ext uri="{FF2B5EF4-FFF2-40B4-BE49-F238E27FC236}">
                <a16:creationId xmlns:a16="http://schemas.microsoft.com/office/drawing/2014/main" id="{1AA5F83C-64C4-4A6C-A9F5-534D37814965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6" name="9wq3_5_official_PredictedAtoms_13">
            <a:extLst>
              <a:ext uri="{FF2B5EF4-FFF2-40B4-BE49-F238E27FC236}">
                <a16:creationId xmlns:a16="http://schemas.microsoft.com/office/drawing/2014/main" id="{DCE63AEE-A1B2-4C2F-8C71-5E1DA3AA7F0E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7" name="9wq3_5_official_PredictedAtoms_14">
            <a:extLst>
              <a:ext uri="{FF2B5EF4-FFF2-40B4-BE49-F238E27FC236}">
                <a16:creationId xmlns:a16="http://schemas.microsoft.com/office/drawing/2014/main" id="{8C396464-6BFD-4FE1-BFA2-96B44B1CC08E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8" name="9wq3_5_official_PredictedAtoms_15">
            <a:extLst>
              <a:ext uri="{FF2B5EF4-FFF2-40B4-BE49-F238E27FC236}">
                <a16:creationId xmlns:a16="http://schemas.microsoft.com/office/drawing/2014/main" id="{DBB60F49-C2CC-4B42-A3D8-DE9C3C27FF92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9" name="9wq3_5_official_PredictedAtoms_16">
            <a:extLst>
              <a:ext uri="{FF2B5EF4-FFF2-40B4-BE49-F238E27FC236}">
                <a16:creationId xmlns:a16="http://schemas.microsoft.com/office/drawing/2014/main" id="{664062A8-6832-45A3-92FC-651329C4E29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0" name="9wq3_5_official_PredictedAtoms_17">
            <a:extLst>
              <a:ext uri="{FF2B5EF4-FFF2-40B4-BE49-F238E27FC236}">
                <a16:creationId xmlns:a16="http://schemas.microsoft.com/office/drawing/2014/main" id="{1E1972F7-1A62-479B-B0E6-07CB6DDF11E2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1" name="9wq3_5_official_PredictedAtoms_18">
            <a:extLst>
              <a:ext uri="{FF2B5EF4-FFF2-40B4-BE49-F238E27FC236}">
                <a16:creationId xmlns:a16="http://schemas.microsoft.com/office/drawing/2014/main" id="{56778473-63EB-4F22-A7CA-066DC476B95D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2" name="9wq3_5_official_PredictedAtoms_19">
            <a:extLst>
              <a:ext uri="{FF2B5EF4-FFF2-40B4-BE49-F238E27FC236}">
                <a16:creationId xmlns:a16="http://schemas.microsoft.com/office/drawing/2014/main" id="{A1FFE90C-079E-4569-B7B4-2141C2138E6B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3" name="9wq3_5_official_PredictedAtoms_20">
            <a:extLst>
              <a:ext uri="{FF2B5EF4-FFF2-40B4-BE49-F238E27FC236}">
                <a16:creationId xmlns:a16="http://schemas.microsoft.com/office/drawing/2014/main" id="{C2C82ABB-3760-465B-BA2C-8DB20E5767C2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4" name="9wq3_5_official_PredictedAtoms_21">
            <a:extLst>
              <a:ext uri="{FF2B5EF4-FFF2-40B4-BE49-F238E27FC236}">
                <a16:creationId xmlns:a16="http://schemas.microsoft.com/office/drawing/2014/main" id="{2C3C85DD-325B-4473-8D96-F2DB9D7C90FD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5" name="9wq3_5_official_PredictedAtoms_22">
            <a:extLst>
              <a:ext uri="{FF2B5EF4-FFF2-40B4-BE49-F238E27FC236}">
                <a16:creationId xmlns:a16="http://schemas.microsoft.com/office/drawing/2014/main" id="{32F36755-CAE5-4340-BB06-5052BCFE7E77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6" name="9wq3_5_official_PredictedAtoms_23">
            <a:extLst>
              <a:ext uri="{FF2B5EF4-FFF2-40B4-BE49-F238E27FC236}">
                <a16:creationId xmlns:a16="http://schemas.microsoft.com/office/drawing/2014/main" id="{6A736AE7-F884-46C5-A19D-2FB82A53A90C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7" name="9wq3_5_official_PredictedAtoms_24">
            <a:extLst>
              <a:ext uri="{FF2B5EF4-FFF2-40B4-BE49-F238E27FC236}">
                <a16:creationId xmlns:a16="http://schemas.microsoft.com/office/drawing/2014/main" id="{B9F1B2A2-9C13-4ECE-9677-9A52D1978D86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8" name="9wq3_5_official_PredictedAtoms_25">
            <a:extLst>
              <a:ext uri="{FF2B5EF4-FFF2-40B4-BE49-F238E27FC236}">
                <a16:creationId xmlns:a16="http://schemas.microsoft.com/office/drawing/2014/main" id="{833AC016-BB86-4DB7-A5AB-4E743E9312D1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9" name="9wq3_5_official_PredictedAtoms_26">
            <a:extLst>
              <a:ext uri="{FF2B5EF4-FFF2-40B4-BE49-F238E27FC236}">
                <a16:creationId xmlns:a16="http://schemas.microsoft.com/office/drawing/2014/main" id="{BAD3C82C-0CC8-4B8F-B818-75E6A9529392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0" name="9wq3_5_official_PredictedAtoms_31">
            <a:extLst>
              <a:ext uri="{FF2B5EF4-FFF2-40B4-BE49-F238E27FC236}">
                <a16:creationId xmlns:a16="http://schemas.microsoft.com/office/drawing/2014/main" id="{BAD027A2-DCE1-4EA8-9A27-48696D029216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1" name="9wq3_5_official_PredictedAtoms_32">
            <a:extLst>
              <a:ext uri="{FF2B5EF4-FFF2-40B4-BE49-F238E27FC236}">
                <a16:creationId xmlns:a16="http://schemas.microsoft.com/office/drawing/2014/main" id="{17639974-17AF-473C-B880-DCE1F4B9FF71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2" name="9wq3_5_official_PredictedAtoms_33">
            <a:extLst>
              <a:ext uri="{FF2B5EF4-FFF2-40B4-BE49-F238E27FC236}">
                <a16:creationId xmlns:a16="http://schemas.microsoft.com/office/drawing/2014/main" id="{10B9CCB0-3ADC-42C0-B56B-D1736988C529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3" name="9wq3_5_official_PredictedAtoms_34">
            <a:extLst>
              <a:ext uri="{FF2B5EF4-FFF2-40B4-BE49-F238E27FC236}">
                <a16:creationId xmlns:a16="http://schemas.microsoft.com/office/drawing/2014/main" id="{46A99F6D-7505-4BC3-8FBC-300581BE2B1D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4" name="9wq3_5_official_PredictedAtoms_35">
            <a:extLst>
              <a:ext uri="{FF2B5EF4-FFF2-40B4-BE49-F238E27FC236}">
                <a16:creationId xmlns:a16="http://schemas.microsoft.com/office/drawing/2014/main" id="{E80A3B24-B939-4E4D-BED2-7708DE970B8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5" name="9wq3_5_official_PredictedAtoms_36">
            <a:extLst>
              <a:ext uri="{FF2B5EF4-FFF2-40B4-BE49-F238E27FC236}">
                <a16:creationId xmlns:a16="http://schemas.microsoft.com/office/drawing/2014/main" id="{6483853E-765E-4D96-8A0E-30B0459753A6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6" name="9wq3_5_official_PredictedAtoms_37">
            <a:extLst>
              <a:ext uri="{FF2B5EF4-FFF2-40B4-BE49-F238E27FC236}">
                <a16:creationId xmlns:a16="http://schemas.microsoft.com/office/drawing/2014/main" id="{554410ED-54F0-475A-885A-9B3591E35198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7" name="9wq3_5_official_PredictedAtoms_38">
            <a:extLst>
              <a:ext uri="{FF2B5EF4-FFF2-40B4-BE49-F238E27FC236}">
                <a16:creationId xmlns:a16="http://schemas.microsoft.com/office/drawing/2014/main" id="{C0F0BF21-DE17-45CC-9DA0-FE3A541BD1EF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8" name="9wq3_5_official_PredictedAtoms_39">
            <a:extLst>
              <a:ext uri="{FF2B5EF4-FFF2-40B4-BE49-F238E27FC236}">
                <a16:creationId xmlns:a16="http://schemas.microsoft.com/office/drawing/2014/main" id="{0CC2D4BE-1095-4EBE-BBDD-EA65B027CAD8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9" name="9wq3_5_official_PredictedAtoms_40">
            <a:extLst>
              <a:ext uri="{FF2B5EF4-FFF2-40B4-BE49-F238E27FC236}">
                <a16:creationId xmlns:a16="http://schemas.microsoft.com/office/drawing/2014/main" id="{11857754-04DD-4A8D-A491-C747D798AF29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0" name="9wq3_5_official_PredictedAtoms_41">
            <a:extLst>
              <a:ext uri="{FF2B5EF4-FFF2-40B4-BE49-F238E27FC236}">
                <a16:creationId xmlns:a16="http://schemas.microsoft.com/office/drawing/2014/main" id="{BF3DE4E3-1B04-4D7D-91F2-A0095CB0F03E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1" name="9wq3_5_official_PredictedAtoms_42">
            <a:extLst>
              <a:ext uri="{FF2B5EF4-FFF2-40B4-BE49-F238E27FC236}">
                <a16:creationId xmlns:a16="http://schemas.microsoft.com/office/drawing/2014/main" id="{19BEC9FF-1D18-44F3-8DAC-6BDBCDACE961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2" name="9wq3_5_official_PredictedAtoms_43">
            <a:extLst>
              <a:ext uri="{FF2B5EF4-FFF2-40B4-BE49-F238E27FC236}">
                <a16:creationId xmlns:a16="http://schemas.microsoft.com/office/drawing/2014/main" id="{3F630BDA-1BFF-4C12-938D-130B93CB47FB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3" name="9wq3_5_official_PredictedAtoms_44">
            <a:extLst>
              <a:ext uri="{FF2B5EF4-FFF2-40B4-BE49-F238E27FC236}">
                <a16:creationId xmlns:a16="http://schemas.microsoft.com/office/drawing/2014/main" id="{B73725AA-BFBC-435E-A8A7-D1BDF9AE389E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4" name="stage3-cases-main_52">
            <a:extLst>
              <a:ext uri="{FF2B5EF4-FFF2-40B4-BE49-F238E27FC236}">
                <a16:creationId xmlns:a16="http://schemas.microsoft.com/office/drawing/2014/main" id="{B1F4880E-6520-4302-B67C-621397D8EB48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045" name="9wq3_5_tuned_Receptor">
            <a:extLst>
              <a:ext uri="{FF2B5EF4-FFF2-40B4-BE49-F238E27FC236}">
                <a16:creationId xmlns:a16="http://schemas.microsoft.com/office/drawing/2014/main" id="{26E60827-C150-42FC-86C6-0B4B8E2EBCC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46" name="9wq3_5_tuned_ExperimentalDensity">
            <a:extLst>
              <a:ext uri="{FF2B5EF4-FFF2-40B4-BE49-F238E27FC236}">
                <a16:creationId xmlns:a16="http://schemas.microsoft.com/office/drawing/2014/main" id="{AE94E8BC-0C99-42E2-A241-55077856F0F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47" name="9wq3_5_tuned_ReferenceLigand_0">
            <a:extLst>
              <a:ext uri="{FF2B5EF4-FFF2-40B4-BE49-F238E27FC236}">
                <a16:creationId xmlns:a16="http://schemas.microsoft.com/office/drawing/2014/main" id="{BC41A1BE-56F1-44C4-9D35-49929B542F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wq3_5_tuned_ReferenceLigand_1">
            <a:extLst>
              <a:ext uri="{FF2B5EF4-FFF2-40B4-BE49-F238E27FC236}">
                <a16:creationId xmlns:a16="http://schemas.microsoft.com/office/drawing/2014/main" id="{987BAE4D-8B7E-4DA6-9DED-7A497EF2936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wq3_5_tuned_ReferenceLigand_2">
            <a:extLst>
              <a:ext uri="{FF2B5EF4-FFF2-40B4-BE49-F238E27FC236}">
                <a16:creationId xmlns:a16="http://schemas.microsoft.com/office/drawing/2014/main" id="{4F5F3D89-D3CD-4DA5-B92F-E285899A6A1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wq3_5_tuned_ReferenceLigand_3">
            <a:extLst>
              <a:ext uri="{FF2B5EF4-FFF2-40B4-BE49-F238E27FC236}">
                <a16:creationId xmlns:a16="http://schemas.microsoft.com/office/drawing/2014/main" id="{6935B149-A933-42C9-AB86-50E2678B75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wq3_5_tuned_ReferenceLigand_4">
            <a:extLst>
              <a:ext uri="{FF2B5EF4-FFF2-40B4-BE49-F238E27FC236}">
                <a16:creationId xmlns:a16="http://schemas.microsoft.com/office/drawing/2014/main" id="{0B81A99F-595B-4046-82E2-1CB55356B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wq3_5_tuned_ReferenceLigand_5">
            <a:extLst>
              <a:ext uri="{FF2B5EF4-FFF2-40B4-BE49-F238E27FC236}">
                <a16:creationId xmlns:a16="http://schemas.microsoft.com/office/drawing/2014/main" id="{76C48C4B-1117-4626-970F-36B79F1FFC2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wq3_5_tuned_ReferenceLigand_6">
            <a:extLst>
              <a:ext uri="{FF2B5EF4-FFF2-40B4-BE49-F238E27FC236}">
                <a16:creationId xmlns:a16="http://schemas.microsoft.com/office/drawing/2014/main" id="{DCE3F81B-A2F9-443A-A9D5-D33FC70E0A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wq3_5_tuned_ReferenceLigand_7">
            <a:extLst>
              <a:ext uri="{FF2B5EF4-FFF2-40B4-BE49-F238E27FC236}">
                <a16:creationId xmlns:a16="http://schemas.microsoft.com/office/drawing/2014/main" id="{E073728C-C0FA-48DC-BCF6-C176B10414A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wq3_5_tuned_ReferenceLigand_8">
            <a:extLst>
              <a:ext uri="{FF2B5EF4-FFF2-40B4-BE49-F238E27FC236}">
                <a16:creationId xmlns:a16="http://schemas.microsoft.com/office/drawing/2014/main" id="{331F4469-D726-4256-8E76-C4932B66B7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6" name="9wq3_5_tuned_ReferenceLigand_9">
            <a:extLst>
              <a:ext uri="{FF2B5EF4-FFF2-40B4-BE49-F238E27FC236}">
                <a16:creationId xmlns:a16="http://schemas.microsoft.com/office/drawing/2014/main" id="{D821A1AE-B01A-4EDC-9D71-4C6A3C8006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7" name="9wq3_5_tuned_ReferenceLigand_10">
            <a:extLst>
              <a:ext uri="{FF2B5EF4-FFF2-40B4-BE49-F238E27FC236}">
                <a16:creationId xmlns:a16="http://schemas.microsoft.com/office/drawing/2014/main" id="{578E7FE0-DD19-4FEF-8A36-2C297512177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8" name="9wq3_5_tuned_ReferenceLigand_11">
            <a:extLst>
              <a:ext uri="{FF2B5EF4-FFF2-40B4-BE49-F238E27FC236}">
                <a16:creationId xmlns:a16="http://schemas.microsoft.com/office/drawing/2014/main" id="{E9300573-782E-420A-AB03-F41F3753BB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9" name="9wq3_5_tuned_ReferenceLigand_12">
            <a:extLst>
              <a:ext uri="{FF2B5EF4-FFF2-40B4-BE49-F238E27FC236}">
                <a16:creationId xmlns:a16="http://schemas.microsoft.com/office/drawing/2014/main" id="{F2B7E9C6-7252-42F2-B82E-1624D0DE881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0" name="9wq3_5_tuned_ReferenceLigand_13">
            <a:extLst>
              <a:ext uri="{FF2B5EF4-FFF2-40B4-BE49-F238E27FC236}">
                <a16:creationId xmlns:a16="http://schemas.microsoft.com/office/drawing/2014/main" id="{AC3461A1-DB09-4A33-9B9D-6C62AF8F31B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1" name="9wq3_5_tuned_ReferenceLigand_14">
            <a:extLst>
              <a:ext uri="{FF2B5EF4-FFF2-40B4-BE49-F238E27FC236}">
                <a16:creationId xmlns:a16="http://schemas.microsoft.com/office/drawing/2014/main" id="{42B2DA70-542A-4024-BAE6-B8C24041C3D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2" name="9wq3_5_tuned_ReferenceLigand_15">
            <a:extLst>
              <a:ext uri="{FF2B5EF4-FFF2-40B4-BE49-F238E27FC236}">
                <a16:creationId xmlns:a16="http://schemas.microsoft.com/office/drawing/2014/main" id="{15D2A012-AD7D-45E0-8F39-2B9EDE1508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3" name="9wq3_5_tuned_ReferenceLigand_16">
            <a:extLst>
              <a:ext uri="{FF2B5EF4-FFF2-40B4-BE49-F238E27FC236}">
                <a16:creationId xmlns:a16="http://schemas.microsoft.com/office/drawing/2014/main" id="{D09BC31D-41BE-4717-A2E6-887F42183E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tuned_ReferenceLigand_17">
            <a:extLst>
              <a:ext uri="{FF2B5EF4-FFF2-40B4-BE49-F238E27FC236}">
                <a16:creationId xmlns:a16="http://schemas.microsoft.com/office/drawing/2014/main" id="{A3DA6B5D-C180-40F4-985E-5F132F62FBF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tuned_ReferenceLigand_18">
            <a:extLst>
              <a:ext uri="{FF2B5EF4-FFF2-40B4-BE49-F238E27FC236}">
                <a16:creationId xmlns:a16="http://schemas.microsoft.com/office/drawing/2014/main" id="{6D73E1C1-4C99-48F8-AA34-A2A1D0AA7F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tuned_ReferenceLigand_19">
            <a:extLst>
              <a:ext uri="{FF2B5EF4-FFF2-40B4-BE49-F238E27FC236}">
                <a16:creationId xmlns:a16="http://schemas.microsoft.com/office/drawing/2014/main" id="{3AAC181E-5D80-4360-878E-FF59FAADE1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tuned_ReferenceLigand_20">
            <a:extLst>
              <a:ext uri="{FF2B5EF4-FFF2-40B4-BE49-F238E27FC236}">
                <a16:creationId xmlns:a16="http://schemas.microsoft.com/office/drawing/2014/main" id="{8F9DFFA3-11F3-4BE1-8067-AAE38B0594E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tuned_ReferenceLigand_21">
            <a:extLst>
              <a:ext uri="{FF2B5EF4-FFF2-40B4-BE49-F238E27FC236}">
                <a16:creationId xmlns:a16="http://schemas.microsoft.com/office/drawing/2014/main" id="{C90FD176-A3C3-48AF-8DC4-54A3BDC7BE9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tuned_ReferenceLigand_22">
            <a:extLst>
              <a:ext uri="{FF2B5EF4-FFF2-40B4-BE49-F238E27FC236}">
                <a16:creationId xmlns:a16="http://schemas.microsoft.com/office/drawing/2014/main" id="{87EFC7B0-4CC7-49E3-8168-5082FBCCE4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tuned_ReferenceLigand_23">
            <a:extLst>
              <a:ext uri="{FF2B5EF4-FFF2-40B4-BE49-F238E27FC236}">
                <a16:creationId xmlns:a16="http://schemas.microsoft.com/office/drawing/2014/main" id="{FB15D614-D7E1-47A7-A5D6-FD2C0B41CC3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tuned_ReferenceLigand_24">
            <a:extLst>
              <a:ext uri="{FF2B5EF4-FFF2-40B4-BE49-F238E27FC236}">
                <a16:creationId xmlns:a16="http://schemas.microsoft.com/office/drawing/2014/main" id="{22426D9B-9815-4BE6-8111-FE4523E4DBC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tuned_ReferenceLigand_25">
            <a:extLst>
              <a:ext uri="{FF2B5EF4-FFF2-40B4-BE49-F238E27FC236}">
                <a16:creationId xmlns:a16="http://schemas.microsoft.com/office/drawing/2014/main" id="{D961EAC3-6C41-4D04-B305-69C6443F961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tuned_ReferenceLigand_26">
            <a:extLst>
              <a:ext uri="{FF2B5EF4-FFF2-40B4-BE49-F238E27FC236}">
                <a16:creationId xmlns:a16="http://schemas.microsoft.com/office/drawing/2014/main" id="{0C2C3BE5-CCA4-4C62-9C92-0853D1050F5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tuned_ReferenceLigand_27">
            <a:extLst>
              <a:ext uri="{FF2B5EF4-FFF2-40B4-BE49-F238E27FC236}">
                <a16:creationId xmlns:a16="http://schemas.microsoft.com/office/drawing/2014/main" id="{ED06893D-C0C4-4AFB-BFFC-3D8F2799FFE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tuned_ReferenceLigand_28">
            <a:extLst>
              <a:ext uri="{FF2B5EF4-FFF2-40B4-BE49-F238E27FC236}">
                <a16:creationId xmlns:a16="http://schemas.microsoft.com/office/drawing/2014/main" id="{2407D984-DE98-49BE-99C4-DFE8A2FD446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tuned_ReferenceLigand_29">
            <a:extLst>
              <a:ext uri="{FF2B5EF4-FFF2-40B4-BE49-F238E27FC236}">
                <a16:creationId xmlns:a16="http://schemas.microsoft.com/office/drawing/2014/main" id="{DF689AE1-777C-471C-8C90-772768F043E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tuned_ReferenceLigand_30">
            <a:extLst>
              <a:ext uri="{FF2B5EF4-FFF2-40B4-BE49-F238E27FC236}">
                <a16:creationId xmlns:a16="http://schemas.microsoft.com/office/drawing/2014/main" id="{20484F2A-3BEE-43AA-A5DB-5E19930724E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tuned_ReferenceLigand_31">
            <a:extLst>
              <a:ext uri="{FF2B5EF4-FFF2-40B4-BE49-F238E27FC236}">
                <a16:creationId xmlns:a16="http://schemas.microsoft.com/office/drawing/2014/main" id="{970CC99F-483E-4281-BFE8-1F93EFDA17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tuned_ReferenceLigand_32">
            <a:extLst>
              <a:ext uri="{FF2B5EF4-FFF2-40B4-BE49-F238E27FC236}">
                <a16:creationId xmlns:a16="http://schemas.microsoft.com/office/drawing/2014/main" id="{79283B67-134C-4476-B107-4AA6DA76F9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tuned_ReferenceLigand_33">
            <a:extLst>
              <a:ext uri="{FF2B5EF4-FFF2-40B4-BE49-F238E27FC236}">
                <a16:creationId xmlns:a16="http://schemas.microsoft.com/office/drawing/2014/main" id="{16948D63-0CBC-4665-875D-45CDC16D533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tuned_ReferenceLigand_34">
            <a:extLst>
              <a:ext uri="{FF2B5EF4-FFF2-40B4-BE49-F238E27FC236}">
                <a16:creationId xmlns:a16="http://schemas.microsoft.com/office/drawing/2014/main" id="{8DD5417C-7463-42EC-A314-6AC6DD7D358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tuned_ReferenceLigand_35">
            <a:extLst>
              <a:ext uri="{FF2B5EF4-FFF2-40B4-BE49-F238E27FC236}">
                <a16:creationId xmlns:a16="http://schemas.microsoft.com/office/drawing/2014/main" id="{FCB5A905-7771-44EA-8F92-01CDB361FA8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tuned_ReferenceLigand_36">
            <a:extLst>
              <a:ext uri="{FF2B5EF4-FFF2-40B4-BE49-F238E27FC236}">
                <a16:creationId xmlns:a16="http://schemas.microsoft.com/office/drawing/2014/main" id="{251B61D4-A1F2-4B27-80C3-DFA4F7066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tuned_ReferenceLigand_37">
            <a:extLst>
              <a:ext uri="{FF2B5EF4-FFF2-40B4-BE49-F238E27FC236}">
                <a16:creationId xmlns:a16="http://schemas.microsoft.com/office/drawing/2014/main" id="{69D5ED44-F173-46DE-A84E-FF99D70A82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tuned_ReferenceLigand_38">
            <a:extLst>
              <a:ext uri="{FF2B5EF4-FFF2-40B4-BE49-F238E27FC236}">
                <a16:creationId xmlns:a16="http://schemas.microsoft.com/office/drawing/2014/main" id="{8E68608F-0A90-47D3-87CA-DB5327474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tuned_ReferenceLigand_39">
            <a:extLst>
              <a:ext uri="{FF2B5EF4-FFF2-40B4-BE49-F238E27FC236}">
                <a16:creationId xmlns:a16="http://schemas.microsoft.com/office/drawing/2014/main" id="{CF711BE3-A16B-42F9-BA2B-D4BC0102BE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tuned_ReferenceLigand_40">
            <a:extLst>
              <a:ext uri="{FF2B5EF4-FFF2-40B4-BE49-F238E27FC236}">
                <a16:creationId xmlns:a16="http://schemas.microsoft.com/office/drawing/2014/main" id="{C0209A5A-B869-47BB-B069-899453176A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tuned_ReferenceLigand_41">
            <a:extLst>
              <a:ext uri="{FF2B5EF4-FFF2-40B4-BE49-F238E27FC236}">
                <a16:creationId xmlns:a16="http://schemas.microsoft.com/office/drawing/2014/main" id="{D8973FBA-126B-43DA-B4A7-A0FCE1CB387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tuned_ReferenceLigand_42">
            <a:extLst>
              <a:ext uri="{FF2B5EF4-FFF2-40B4-BE49-F238E27FC236}">
                <a16:creationId xmlns:a16="http://schemas.microsoft.com/office/drawing/2014/main" id="{1AF56DA2-88BF-4324-9F68-5FD1FCDCB6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tuned_ReferenceLigand_43">
            <a:extLst>
              <a:ext uri="{FF2B5EF4-FFF2-40B4-BE49-F238E27FC236}">
                <a16:creationId xmlns:a16="http://schemas.microsoft.com/office/drawing/2014/main" id="{FEE3ACE3-BFAE-4ABF-91A4-C4FAA809BC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tuned_ReferenceLigand_44">
            <a:extLst>
              <a:ext uri="{FF2B5EF4-FFF2-40B4-BE49-F238E27FC236}">
                <a16:creationId xmlns:a16="http://schemas.microsoft.com/office/drawing/2014/main" id="{1F7ABCAF-9E96-4116-9289-F77C8A93C4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tuned_ReferenceLigand_45">
            <a:extLst>
              <a:ext uri="{FF2B5EF4-FFF2-40B4-BE49-F238E27FC236}">
                <a16:creationId xmlns:a16="http://schemas.microsoft.com/office/drawing/2014/main" id="{79EFE63F-3504-4C84-B5CD-CB9597BBAB2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tuned_ReferenceLigand_46">
            <a:extLst>
              <a:ext uri="{FF2B5EF4-FFF2-40B4-BE49-F238E27FC236}">
                <a16:creationId xmlns:a16="http://schemas.microsoft.com/office/drawing/2014/main" id="{42783EDF-074F-473B-85FA-46A51F1DC7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tuned_ReferenceLigand_47">
            <a:extLst>
              <a:ext uri="{FF2B5EF4-FFF2-40B4-BE49-F238E27FC236}">
                <a16:creationId xmlns:a16="http://schemas.microsoft.com/office/drawing/2014/main" id="{C6B3C0E6-77D7-4929-8651-F3C3C951E1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tuned_ReferenceLigand_48">
            <a:extLst>
              <a:ext uri="{FF2B5EF4-FFF2-40B4-BE49-F238E27FC236}">
                <a16:creationId xmlns:a16="http://schemas.microsoft.com/office/drawing/2014/main" id="{0ED6B5E2-772F-413D-8EDE-B913C4CEF5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tuned_ReferenceLigand_49">
            <a:extLst>
              <a:ext uri="{FF2B5EF4-FFF2-40B4-BE49-F238E27FC236}">
                <a16:creationId xmlns:a16="http://schemas.microsoft.com/office/drawing/2014/main" id="{FD39FF3B-2F99-4DFF-8729-E05CC1A67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tuned_ReferenceLigand_50">
            <a:extLst>
              <a:ext uri="{FF2B5EF4-FFF2-40B4-BE49-F238E27FC236}">
                <a16:creationId xmlns:a16="http://schemas.microsoft.com/office/drawing/2014/main" id="{E925CCE5-BCC4-4CF5-B7B9-9E3252B21E3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tuned_PredictedLigand_0">
            <a:extLst>
              <a:ext uri="{FF2B5EF4-FFF2-40B4-BE49-F238E27FC236}">
                <a16:creationId xmlns:a16="http://schemas.microsoft.com/office/drawing/2014/main" id="{0DD069CF-CAFE-4F2F-BDF5-00F2518B1C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99" name="9wq3_5_tuned_PredictedLigand_1">
            <a:extLst>
              <a:ext uri="{FF2B5EF4-FFF2-40B4-BE49-F238E27FC236}">
                <a16:creationId xmlns:a16="http://schemas.microsoft.com/office/drawing/2014/main" id="{0AD6982C-5AC5-4623-A3E6-957D8B9810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0" name="9wq3_5_tuned_PredictedLigand_2">
            <a:extLst>
              <a:ext uri="{FF2B5EF4-FFF2-40B4-BE49-F238E27FC236}">
                <a16:creationId xmlns:a16="http://schemas.microsoft.com/office/drawing/2014/main" id="{CE0A6607-4677-428E-B154-400DDF97B77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1" name="9wq3_5_tuned_PredictedLigand_3">
            <a:extLst>
              <a:ext uri="{FF2B5EF4-FFF2-40B4-BE49-F238E27FC236}">
                <a16:creationId xmlns:a16="http://schemas.microsoft.com/office/drawing/2014/main" id="{4F2AB593-C60D-4970-9475-1F172FEBCC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2" name="9wq3_5_tuned_PredictedLigand_4">
            <a:extLst>
              <a:ext uri="{FF2B5EF4-FFF2-40B4-BE49-F238E27FC236}">
                <a16:creationId xmlns:a16="http://schemas.microsoft.com/office/drawing/2014/main" id="{E7957DA4-265B-4F85-8A3B-31F0F598C8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3" name="9wq3_5_tuned_PredictedLigand_5">
            <a:extLst>
              <a:ext uri="{FF2B5EF4-FFF2-40B4-BE49-F238E27FC236}">
                <a16:creationId xmlns:a16="http://schemas.microsoft.com/office/drawing/2014/main" id="{87490F3B-9A60-4D36-BCC8-000A709ECA8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4" name="9wq3_5_tuned_PredictedLigand_6">
            <a:extLst>
              <a:ext uri="{FF2B5EF4-FFF2-40B4-BE49-F238E27FC236}">
                <a16:creationId xmlns:a16="http://schemas.microsoft.com/office/drawing/2014/main" id="{2D92DF03-1CCA-46F1-B7E9-B121F63BFC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5" name="9wq3_5_tuned_PredictedLigand_7">
            <a:extLst>
              <a:ext uri="{FF2B5EF4-FFF2-40B4-BE49-F238E27FC236}">
                <a16:creationId xmlns:a16="http://schemas.microsoft.com/office/drawing/2014/main" id="{8AAE5A2A-633E-4ED8-A88E-07E0374533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6" name="9wq3_5_tuned_PredictedLigand_8">
            <a:extLst>
              <a:ext uri="{FF2B5EF4-FFF2-40B4-BE49-F238E27FC236}">
                <a16:creationId xmlns:a16="http://schemas.microsoft.com/office/drawing/2014/main" id="{AA1F6F87-FFA8-4660-93E2-408FFBCC8D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7" name="9wq3_5_tuned_PredictedLigand_9">
            <a:extLst>
              <a:ext uri="{FF2B5EF4-FFF2-40B4-BE49-F238E27FC236}">
                <a16:creationId xmlns:a16="http://schemas.microsoft.com/office/drawing/2014/main" id="{AEEAC7E9-F845-4DC2-B036-37EC7415522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8" name="9wq3_5_tuned_PredictedLigand_10">
            <a:extLst>
              <a:ext uri="{FF2B5EF4-FFF2-40B4-BE49-F238E27FC236}">
                <a16:creationId xmlns:a16="http://schemas.microsoft.com/office/drawing/2014/main" id="{DB7141DB-C213-4103-9258-98DFC88ABF0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9" name="9wq3_5_tuned_PredictedLigand_11">
            <a:extLst>
              <a:ext uri="{FF2B5EF4-FFF2-40B4-BE49-F238E27FC236}">
                <a16:creationId xmlns:a16="http://schemas.microsoft.com/office/drawing/2014/main" id="{C627487F-902C-4BAA-9861-717DEE60BB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0" name="9wq3_5_tuned_PredictedLigand_12">
            <a:extLst>
              <a:ext uri="{FF2B5EF4-FFF2-40B4-BE49-F238E27FC236}">
                <a16:creationId xmlns:a16="http://schemas.microsoft.com/office/drawing/2014/main" id="{83164918-1FE1-4DEF-87E7-2D0DA3E6F3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1" name="9wq3_5_tuned_PredictedLigand_13">
            <a:extLst>
              <a:ext uri="{FF2B5EF4-FFF2-40B4-BE49-F238E27FC236}">
                <a16:creationId xmlns:a16="http://schemas.microsoft.com/office/drawing/2014/main" id="{51B30A38-EB64-4276-81CE-D700209B26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2" name="9wq3_5_tuned_PredictedLigand_14">
            <a:extLst>
              <a:ext uri="{FF2B5EF4-FFF2-40B4-BE49-F238E27FC236}">
                <a16:creationId xmlns:a16="http://schemas.microsoft.com/office/drawing/2014/main" id="{E358292C-D86B-4BEF-A613-A333B48037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3" name="9wq3_5_tuned_PredictedLigand_15">
            <a:extLst>
              <a:ext uri="{FF2B5EF4-FFF2-40B4-BE49-F238E27FC236}">
                <a16:creationId xmlns:a16="http://schemas.microsoft.com/office/drawing/2014/main" id="{6D871EC7-6E3A-4688-9926-F5BD8490FA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4" name="9wq3_5_tuned_PredictedLigand_16">
            <a:extLst>
              <a:ext uri="{FF2B5EF4-FFF2-40B4-BE49-F238E27FC236}">
                <a16:creationId xmlns:a16="http://schemas.microsoft.com/office/drawing/2014/main" id="{061158ED-AC6D-477A-880C-86CD5942292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5" name="9wq3_5_tuned_PredictedLigand_17">
            <a:extLst>
              <a:ext uri="{FF2B5EF4-FFF2-40B4-BE49-F238E27FC236}">
                <a16:creationId xmlns:a16="http://schemas.microsoft.com/office/drawing/2014/main" id="{3E0669E6-ED7D-49BD-A336-6819CFD9F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6" name="9wq3_5_tuned_PredictedLigand_18">
            <a:extLst>
              <a:ext uri="{FF2B5EF4-FFF2-40B4-BE49-F238E27FC236}">
                <a16:creationId xmlns:a16="http://schemas.microsoft.com/office/drawing/2014/main" id="{B1E7DECC-B0A3-43CF-8CE0-9984A9D96B8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7" name="9wq3_5_tuned_PredictedLigand_19">
            <a:extLst>
              <a:ext uri="{FF2B5EF4-FFF2-40B4-BE49-F238E27FC236}">
                <a16:creationId xmlns:a16="http://schemas.microsoft.com/office/drawing/2014/main" id="{8E923A5F-C2A5-4374-97AB-781915B568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8" name="9wq3_5_tuned_PredictedLigand_20">
            <a:extLst>
              <a:ext uri="{FF2B5EF4-FFF2-40B4-BE49-F238E27FC236}">
                <a16:creationId xmlns:a16="http://schemas.microsoft.com/office/drawing/2014/main" id="{2ACCFB60-DFE3-4A93-8C09-874FCD384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9" name="9wq3_5_tuned_PredictedLigand_21">
            <a:extLst>
              <a:ext uri="{FF2B5EF4-FFF2-40B4-BE49-F238E27FC236}">
                <a16:creationId xmlns:a16="http://schemas.microsoft.com/office/drawing/2014/main" id="{81BC469B-C9BB-4385-8CCE-A2D972B50B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0" name="9wq3_5_tuned_PredictedLigand_22">
            <a:extLst>
              <a:ext uri="{FF2B5EF4-FFF2-40B4-BE49-F238E27FC236}">
                <a16:creationId xmlns:a16="http://schemas.microsoft.com/office/drawing/2014/main" id="{B92A193E-5972-4E13-BFD0-68FAECE6D2D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1" name="9wq3_5_tuned_PredictedLigand_23">
            <a:extLst>
              <a:ext uri="{FF2B5EF4-FFF2-40B4-BE49-F238E27FC236}">
                <a16:creationId xmlns:a16="http://schemas.microsoft.com/office/drawing/2014/main" id="{F2CFFF99-20FE-45B8-AA39-F044D7578E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2" name="9wq3_5_tuned_PredictedLigand_24">
            <a:extLst>
              <a:ext uri="{FF2B5EF4-FFF2-40B4-BE49-F238E27FC236}">
                <a16:creationId xmlns:a16="http://schemas.microsoft.com/office/drawing/2014/main" id="{85730C27-E371-4626-A49D-AEFBAF5559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3" name="9wq3_5_tuned_PredictedLigand_25">
            <a:extLst>
              <a:ext uri="{FF2B5EF4-FFF2-40B4-BE49-F238E27FC236}">
                <a16:creationId xmlns:a16="http://schemas.microsoft.com/office/drawing/2014/main" id="{DCD72AFB-EF8E-4C24-B084-E46664A538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4" name="9wq3_5_tuned_PredictedLigand_26">
            <a:extLst>
              <a:ext uri="{FF2B5EF4-FFF2-40B4-BE49-F238E27FC236}">
                <a16:creationId xmlns:a16="http://schemas.microsoft.com/office/drawing/2014/main" id="{28388E37-AD4F-41CF-9379-BC63253734F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5" name="9wq3_5_tuned_PredictedLigand_27">
            <a:extLst>
              <a:ext uri="{FF2B5EF4-FFF2-40B4-BE49-F238E27FC236}">
                <a16:creationId xmlns:a16="http://schemas.microsoft.com/office/drawing/2014/main" id="{146BAE9C-C885-4FBD-82D8-E3BBC45B3FC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6" name="9wq3_5_tuned_PredictedLigand_28">
            <a:extLst>
              <a:ext uri="{FF2B5EF4-FFF2-40B4-BE49-F238E27FC236}">
                <a16:creationId xmlns:a16="http://schemas.microsoft.com/office/drawing/2014/main" id="{7B7109AE-1E94-4C0C-AD94-BB8115DF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7" name="9wq3_5_tuned_PredictedLigand_29">
            <a:extLst>
              <a:ext uri="{FF2B5EF4-FFF2-40B4-BE49-F238E27FC236}">
                <a16:creationId xmlns:a16="http://schemas.microsoft.com/office/drawing/2014/main" id="{82B5C924-31F6-4A10-984D-4A597E40794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8" name="9wq3_5_tuned_PredictedLigand_30">
            <a:extLst>
              <a:ext uri="{FF2B5EF4-FFF2-40B4-BE49-F238E27FC236}">
                <a16:creationId xmlns:a16="http://schemas.microsoft.com/office/drawing/2014/main" id="{E00204F3-7B94-4948-BEEF-55EB9B3BB5F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9" name="9wq3_5_tuned_PredictedLigand_31">
            <a:extLst>
              <a:ext uri="{FF2B5EF4-FFF2-40B4-BE49-F238E27FC236}">
                <a16:creationId xmlns:a16="http://schemas.microsoft.com/office/drawing/2014/main" id="{9699B090-F1B0-48DC-AA65-911CBDFA41D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0" name="9wq3_5_tuned_PredictedLigand_32">
            <a:extLst>
              <a:ext uri="{FF2B5EF4-FFF2-40B4-BE49-F238E27FC236}">
                <a16:creationId xmlns:a16="http://schemas.microsoft.com/office/drawing/2014/main" id="{8626AAC9-6D8A-4E10-9395-9A25BB560CA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1" name="9wq3_5_tuned_PredictedLigand_33">
            <a:extLst>
              <a:ext uri="{FF2B5EF4-FFF2-40B4-BE49-F238E27FC236}">
                <a16:creationId xmlns:a16="http://schemas.microsoft.com/office/drawing/2014/main" id="{16BBD5EA-3897-4E2B-BAAE-874BD7D3347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2" name="9wq3_5_tuned_PredictedLigand_34">
            <a:extLst>
              <a:ext uri="{FF2B5EF4-FFF2-40B4-BE49-F238E27FC236}">
                <a16:creationId xmlns:a16="http://schemas.microsoft.com/office/drawing/2014/main" id="{267C3BC6-5A42-4384-9A81-D3BBD877CA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3" name="9wq3_5_tuned_PredictedLigand_35">
            <a:extLst>
              <a:ext uri="{FF2B5EF4-FFF2-40B4-BE49-F238E27FC236}">
                <a16:creationId xmlns:a16="http://schemas.microsoft.com/office/drawing/2014/main" id="{54C632EE-ADD4-4719-A6A9-7680BE8F7C3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4" name="9wq3_5_tuned_PredictedLigand_36">
            <a:extLst>
              <a:ext uri="{FF2B5EF4-FFF2-40B4-BE49-F238E27FC236}">
                <a16:creationId xmlns:a16="http://schemas.microsoft.com/office/drawing/2014/main" id="{EA7C4996-6B9C-4B30-BB66-F242825A78F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5" name="9wq3_5_tuned_PredictedLigand_37">
            <a:extLst>
              <a:ext uri="{FF2B5EF4-FFF2-40B4-BE49-F238E27FC236}">
                <a16:creationId xmlns:a16="http://schemas.microsoft.com/office/drawing/2014/main" id="{277DEE4F-3ABF-4E28-87E3-2EFC9E06BE1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6" name="9wq3_5_tuned_PredictedLigand_38">
            <a:extLst>
              <a:ext uri="{FF2B5EF4-FFF2-40B4-BE49-F238E27FC236}">
                <a16:creationId xmlns:a16="http://schemas.microsoft.com/office/drawing/2014/main" id="{7ACB5F00-B9B3-4C37-B9A1-F9792B3EC1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7" name="9wq3_5_tuned_PredictedLigand_39">
            <a:extLst>
              <a:ext uri="{FF2B5EF4-FFF2-40B4-BE49-F238E27FC236}">
                <a16:creationId xmlns:a16="http://schemas.microsoft.com/office/drawing/2014/main" id="{2C51C838-48D5-4482-9F8B-0756A1C9945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8" name="9wq3_5_tuned_PredictedLigand_40">
            <a:extLst>
              <a:ext uri="{FF2B5EF4-FFF2-40B4-BE49-F238E27FC236}">
                <a16:creationId xmlns:a16="http://schemas.microsoft.com/office/drawing/2014/main" id="{99ED0DED-D349-4BCD-9048-8A0705D2E93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9" name="9wq3_5_tuned_PredictedLigand_41">
            <a:extLst>
              <a:ext uri="{FF2B5EF4-FFF2-40B4-BE49-F238E27FC236}">
                <a16:creationId xmlns:a16="http://schemas.microsoft.com/office/drawing/2014/main" id="{DA20BA2A-90D1-46BC-AB71-6C90F01E2A3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0" name="9wq3_5_tuned_PredictedLigand_42">
            <a:extLst>
              <a:ext uri="{FF2B5EF4-FFF2-40B4-BE49-F238E27FC236}">
                <a16:creationId xmlns:a16="http://schemas.microsoft.com/office/drawing/2014/main" id="{6E3B54B9-86A2-4570-8C75-627F41B3864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1" name="9wq3_5_tuned_PredictedLigand_43">
            <a:extLst>
              <a:ext uri="{FF2B5EF4-FFF2-40B4-BE49-F238E27FC236}">
                <a16:creationId xmlns:a16="http://schemas.microsoft.com/office/drawing/2014/main" id="{F5705D92-5903-45D4-9F4C-0D9B46C9C2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2" name="9wq3_5_tuned_PredictedLigand_44">
            <a:extLst>
              <a:ext uri="{FF2B5EF4-FFF2-40B4-BE49-F238E27FC236}">
                <a16:creationId xmlns:a16="http://schemas.microsoft.com/office/drawing/2014/main" id="{24DF32EA-1C5A-4360-9553-0CA64E24AA3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3" name="9wq3_5_tuned_PredictedLigand_45">
            <a:extLst>
              <a:ext uri="{FF2B5EF4-FFF2-40B4-BE49-F238E27FC236}">
                <a16:creationId xmlns:a16="http://schemas.microsoft.com/office/drawing/2014/main" id="{AC2B1205-8938-4813-AAA5-4DA0E12DDD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4" name="9wq3_5_tuned_PredictedLigand_46">
            <a:extLst>
              <a:ext uri="{FF2B5EF4-FFF2-40B4-BE49-F238E27FC236}">
                <a16:creationId xmlns:a16="http://schemas.microsoft.com/office/drawing/2014/main" id="{B68FB53F-F1C2-4D8B-81D0-0816259C00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5" name="9wq3_5_tuned_PredictedLigand_47">
            <a:extLst>
              <a:ext uri="{FF2B5EF4-FFF2-40B4-BE49-F238E27FC236}">
                <a16:creationId xmlns:a16="http://schemas.microsoft.com/office/drawing/2014/main" id="{B0A30ED5-0D23-460F-AA52-4DE1BAAD73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6" name="9wq3_5_tuned_PredictedLigand_48">
            <a:extLst>
              <a:ext uri="{FF2B5EF4-FFF2-40B4-BE49-F238E27FC236}">
                <a16:creationId xmlns:a16="http://schemas.microsoft.com/office/drawing/2014/main" id="{5BB38590-14CD-40F0-BFCF-F865DD23B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7" name="9wq3_5_tuned_PredictedLigand_49">
            <a:extLst>
              <a:ext uri="{FF2B5EF4-FFF2-40B4-BE49-F238E27FC236}">
                <a16:creationId xmlns:a16="http://schemas.microsoft.com/office/drawing/2014/main" id="{D3B3106D-342F-4F00-A015-D8C8A987250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8" name="9wq3_5_tuned_PredictedLigand_50">
            <a:extLst>
              <a:ext uri="{FF2B5EF4-FFF2-40B4-BE49-F238E27FC236}">
                <a16:creationId xmlns:a16="http://schemas.microsoft.com/office/drawing/2014/main" id="{3DE91C14-4F55-4820-BCCC-5F27D1C748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9" name="9wq3_5_tuned_PredictedAtoms_0">
            <a:extLst>
              <a:ext uri="{FF2B5EF4-FFF2-40B4-BE49-F238E27FC236}">
                <a16:creationId xmlns:a16="http://schemas.microsoft.com/office/drawing/2014/main" id="{C5E1A51C-6D33-4CFC-9654-4DD49487E698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0" name="9wq3_5_tuned_PredictedAtoms_1">
            <a:extLst>
              <a:ext uri="{FF2B5EF4-FFF2-40B4-BE49-F238E27FC236}">
                <a16:creationId xmlns:a16="http://schemas.microsoft.com/office/drawing/2014/main" id="{56998435-A497-4E9C-A115-E62BD492D757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1" name="9wq3_5_tuned_PredictedAtoms_2">
            <a:extLst>
              <a:ext uri="{FF2B5EF4-FFF2-40B4-BE49-F238E27FC236}">
                <a16:creationId xmlns:a16="http://schemas.microsoft.com/office/drawing/2014/main" id="{FA6839D0-F05B-4DFA-8635-03D0FEBA413A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2" name="9wq3_5_tuned_PredictedAtoms_3">
            <a:extLst>
              <a:ext uri="{FF2B5EF4-FFF2-40B4-BE49-F238E27FC236}">
                <a16:creationId xmlns:a16="http://schemas.microsoft.com/office/drawing/2014/main" id="{80F72A92-5A9C-43CD-8958-8ECCECE65269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3" name="9wq3_5_tuned_PredictedAtoms_4">
            <a:extLst>
              <a:ext uri="{FF2B5EF4-FFF2-40B4-BE49-F238E27FC236}">
                <a16:creationId xmlns:a16="http://schemas.microsoft.com/office/drawing/2014/main" id="{D62655B9-97CD-46C8-8CBA-9D8217564E77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4" name="9wq3_5_tuned_PredictedAtoms_5">
            <a:extLst>
              <a:ext uri="{FF2B5EF4-FFF2-40B4-BE49-F238E27FC236}">
                <a16:creationId xmlns:a16="http://schemas.microsoft.com/office/drawing/2014/main" id="{639271F1-CB4A-4D03-A5C3-D668CFB08EC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5" name="9wq3_5_tuned_PredictedAtoms_6">
            <a:extLst>
              <a:ext uri="{FF2B5EF4-FFF2-40B4-BE49-F238E27FC236}">
                <a16:creationId xmlns:a16="http://schemas.microsoft.com/office/drawing/2014/main" id="{7CFF4232-8702-45A4-961E-F541BBA27647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6" name="9wq3_5_tuned_PredictedAtoms_7">
            <a:extLst>
              <a:ext uri="{FF2B5EF4-FFF2-40B4-BE49-F238E27FC236}">
                <a16:creationId xmlns:a16="http://schemas.microsoft.com/office/drawing/2014/main" id="{C9328E72-AA2F-4568-8B41-F87BBFE41E03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7" name="9wq3_5_tuned_PredictedAtoms_8">
            <a:extLst>
              <a:ext uri="{FF2B5EF4-FFF2-40B4-BE49-F238E27FC236}">
                <a16:creationId xmlns:a16="http://schemas.microsoft.com/office/drawing/2014/main" id="{646A852A-328F-4C56-A7A9-221128BC07FA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8" name="9wq3_5_tuned_PredictedAtoms_9">
            <a:extLst>
              <a:ext uri="{FF2B5EF4-FFF2-40B4-BE49-F238E27FC236}">
                <a16:creationId xmlns:a16="http://schemas.microsoft.com/office/drawing/2014/main" id="{F743EC7B-4219-4BA5-B50C-838369276F10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9" name="9wq3_5_tuned_PredictedAtoms_10">
            <a:extLst>
              <a:ext uri="{FF2B5EF4-FFF2-40B4-BE49-F238E27FC236}">
                <a16:creationId xmlns:a16="http://schemas.microsoft.com/office/drawing/2014/main" id="{8B24FE8F-697E-4A22-A53B-4EC0E49F907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0" name="9wq3_5_tuned_PredictedAtoms_11">
            <a:extLst>
              <a:ext uri="{FF2B5EF4-FFF2-40B4-BE49-F238E27FC236}">
                <a16:creationId xmlns:a16="http://schemas.microsoft.com/office/drawing/2014/main" id="{14F1320F-A5A9-4C30-AC0F-5C8C0B88D1C6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1" name="9wq3_5_tuned_PredictedAtoms_12">
            <a:extLst>
              <a:ext uri="{FF2B5EF4-FFF2-40B4-BE49-F238E27FC236}">
                <a16:creationId xmlns:a16="http://schemas.microsoft.com/office/drawing/2014/main" id="{63ADE263-C96A-475B-98BF-C4FDB201B6CB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2" name="9wq3_5_tuned_PredictedAtoms_13">
            <a:extLst>
              <a:ext uri="{FF2B5EF4-FFF2-40B4-BE49-F238E27FC236}">
                <a16:creationId xmlns:a16="http://schemas.microsoft.com/office/drawing/2014/main" id="{54EFF8DD-1367-45FA-A2E3-468E7684F35B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3" name="9wq3_5_tuned_PredictedAtoms_14">
            <a:extLst>
              <a:ext uri="{FF2B5EF4-FFF2-40B4-BE49-F238E27FC236}">
                <a16:creationId xmlns:a16="http://schemas.microsoft.com/office/drawing/2014/main" id="{EEE04E8B-7383-4628-A47B-A13BDCDC71EC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4" name="9wq3_5_tuned_PredictedAtoms_15">
            <a:extLst>
              <a:ext uri="{FF2B5EF4-FFF2-40B4-BE49-F238E27FC236}">
                <a16:creationId xmlns:a16="http://schemas.microsoft.com/office/drawing/2014/main" id="{BFDD3B21-8564-4A1A-9172-9E643A7FB99C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5" name="9wq3_5_tuned_PredictedAtoms_16">
            <a:extLst>
              <a:ext uri="{FF2B5EF4-FFF2-40B4-BE49-F238E27FC236}">
                <a16:creationId xmlns:a16="http://schemas.microsoft.com/office/drawing/2014/main" id="{7C844E58-654A-4DCE-9812-2094DD4668CC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6" name="9wq3_5_tuned_PredictedAtoms_17">
            <a:extLst>
              <a:ext uri="{FF2B5EF4-FFF2-40B4-BE49-F238E27FC236}">
                <a16:creationId xmlns:a16="http://schemas.microsoft.com/office/drawing/2014/main" id="{F3146BE5-89E5-42ED-9605-3D5EC875A3DF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7" name="9wq3_5_tuned_PredictedAtoms_18">
            <a:extLst>
              <a:ext uri="{FF2B5EF4-FFF2-40B4-BE49-F238E27FC236}">
                <a16:creationId xmlns:a16="http://schemas.microsoft.com/office/drawing/2014/main" id="{D4FE16D9-69A3-4F2A-874A-D897F802C9A2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8" name="9wq3_5_tuned_PredictedAtoms_19">
            <a:extLst>
              <a:ext uri="{FF2B5EF4-FFF2-40B4-BE49-F238E27FC236}">
                <a16:creationId xmlns:a16="http://schemas.microsoft.com/office/drawing/2014/main" id="{70AC742A-54D2-4FED-A0A0-13262FC94C59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9" name="9wq3_5_tuned_PredictedAtoms_20">
            <a:extLst>
              <a:ext uri="{FF2B5EF4-FFF2-40B4-BE49-F238E27FC236}">
                <a16:creationId xmlns:a16="http://schemas.microsoft.com/office/drawing/2014/main" id="{A7423252-DC29-41BD-9C9E-A3080D959C00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0" name="9wq3_5_tuned_PredictedAtoms_21">
            <a:extLst>
              <a:ext uri="{FF2B5EF4-FFF2-40B4-BE49-F238E27FC236}">
                <a16:creationId xmlns:a16="http://schemas.microsoft.com/office/drawing/2014/main" id="{5298AA09-FFA5-459B-963B-15CE35FA144C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1" name="9wq3_5_tuned_PredictedAtoms_22">
            <a:extLst>
              <a:ext uri="{FF2B5EF4-FFF2-40B4-BE49-F238E27FC236}">
                <a16:creationId xmlns:a16="http://schemas.microsoft.com/office/drawing/2014/main" id="{9D88ED64-D8CD-4B48-B4C4-C0494079FE67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2" name="9wq3_5_tuned_PredictedAtoms_23">
            <a:extLst>
              <a:ext uri="{FF2B5EF4-FFF2-40B4-BE49-F238E27FC236}">
                <a16:creationId xmlns:a16="http://schemas.microsoft.com/office/drawing/2014/main" id="{16814731-2E48-4C4B-B8C0-8E221565DC3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3" name="9wq3_5_tuned_PredictedAtoms_24">
            <a:extLst>
              <a:ext uri="{FF2B5EF4-FFF2-40B4-BE49-F238E27FC236}">
                <a16:creationId xmlns:a16="http://schemas.microsoft.com/office/drawing/2014/main" id="{785DCE08-6EB9-4042-83B1-1FB949481BDE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4" name="9wq3_5_tuned_PredictedAtoms_25">
            <a:extLst>
              <a:ext uri="{FF2B5EF4-FFF2-40B4-BE49-F238E27FC236}">
                <a16:creationId xmlns:a16="http://schemas.microsoft.com/office/drawing/2014/main" id="{405C7E17-7D94-4411-AD5B-A0A74E63D5A4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5" name="9wq3_5_tuned_PredictedAtoms_26">
            <a:extLst>
              <a:ext uri="{FF2B5EF4-FFF2-40B4-BE49-F238E27FC236}">
                <a16:creationId xmlns:a16="http://schemas.microsoft.com/office/drawing/2014/main" id="{93C8E3E5-3051-45F9-84C2-AA30E79A0E00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6" name="9wq3_5_tuned_PredictedAtoms_27">
            <a:extLst>
              <a:ext uri="{FF2B5EF4-FFF2-40B4-BE49-F238E27FC236}">
                <a16:creationId xmlns:a16="http://schemas.microsoft.com/office/drawing/2014/main" id="{C9DE057A-C0AA-43EF-AC5D-3CC863023631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7" name="9wq3_5_tuned_PredictedAtoms_28">
            <a:extLst>
              <a:ext uri="{FF2B5EF4-FFF2-40B4-BE49-F238E27FC236}">
                <a16:creationId xmlns:a16="http://schemas.microsoft.com/office/drawing/2014/main" id="{E9603893-5318-43F7-B309-774EE9630B4D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8" name="9wq3_5_tuned_PredictedAtoms_29">
            <a:extLst>
              <a:ext uri="{FF2B5EF4-FFF2-40B4-BE49-F238E27FC236}">
                <a16:creationId xmlns:a16="http://schemas.microsoft.com/office/drawing/2014/main" id="{0303B709-485D-4B15-AE72-EA4E92DA3B4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9" name="9wq3_5_tuned_PredictedAtoms_30">
            <a:extLst>
              <a:ext uri="{FF2B5EF4-FFF2-40B4-BE49-F238E27FC236}">
                <a16:creationId xmlns:a16="http://schemas.microsoft.com/office/drawing/2014/main" id="{521B4A20-461A-4A66-BF6C-314649153632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0" name="9wq3_5_tuned_PredictedAtoms_31">
            <a:extLst>
              <a:ext uri="{FF2B5EF4-FFF2-40B4-BE49-F238E27FC236}">
                <a16:creationId xmlns:a16="http://schemas.microsoft.com/office/drawing/2014/main" id="{825DDC56-AD7A-4AE9-86A8-68D779815F83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1" name="9wq3_5_tuned_PredictedAtoms_32">
            <a:extLst>
              <a:ext uri="{FF2B5EF4-FFF2-40B4-BE49-F238E27FC236}">
                <a16:creationId xmlns:a16="http://schemas.microsoft.com/office/drawing/2014/main" id="{47B96075-47D9-4DE8-95AC-A1A52B395BFF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2" name="9wq3_5_tuned_PredictedAtoms_33">
            <a:extLst>
              <a:ext uri="{FF2B5EF4-FFF2-40B4-BE49-F238E27FC236}">
                <a16:creationId xmlns:a16="http://schemas.microsoft.com/office/drawing/2014/main" id="{B41D561B-6357-4C14-B9C1-AE4F6E4712EF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3" name="9wq3_5_tuned_PredictedAtoms_34">
            <a:extLst>
              <a:ext uri="{FF2B5EF4-FFF2-40B4-BE49-F238E27FC236}">
                <a16:creationId xmlns:a16="http://schemas.microsoft.com/office/drawing/2014/main" id="{F90D5057-7BA3-485E-964B-9A511090D150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4" name="9wq3_5_tuned_PredictedAtoms_35">
            <a:extLst>
              <a:ext uri="{FF2B5EF4-FFF2-40B4-BE49-F238E27FC236}">
                <a16:creationId xmlns:a16="http://schemas.microsoft.com/office/drawing/2014/main" id="{300AAA8F-D3F9-4B1A-8857-6191A5E6293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5" name="9wq3_5_tuned_PredictedAtoms_36">
            <a:extLst>
              <a:ext uri="{FF2B5EF4-FFF2-40B4-BE49-F238E27FC236}">
                <a16:creationId xmlns:a16="http://schemas.microsoft.com/office/drawing/2014/main" id="{4599F79C-0195-4595-915B-981000F495A1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6" name="9wq3_5_tuned_PredictedAtoms_37">
            <a:extLst>
              <a:ext uri="{FF2B5EF4-FFF2-40B4-BE49-F238E27FC236}">
                <a16:creationId xmlns:a16="http://schemas.microsoft.com/office/drawing/2014/main" id="{EEADFDE6-7D25-485F-B31F-0D0D070B779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7" name="9wq3_5_tuned_PredictedAtoms_38">
            <a:extLst>
              <a:ext uri="{FF2B5EF4-FFF2-40B4-BE49-F238E27FC236}">
                <a16:creationId xmlns:a16="http://schemas.microsoft.com/office/drawing/2014/main" id="{BC7C9FBD-27D0-41CC-99B2-97DA109EF6D0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8" name="9wq3_5_tuned_PredictedAtoms_39">
            <a:extLst>
              <a:ext uri="{FF2B5EF4-FFF2-40B4-BE49-F238E27FC236}">
                <a16:creationId xmlns:a16="http://schemas.microsoft.com/office/drawing/2014/main" id="{DE80E830-D8B6-4601-8FB8-F6EFC4EA9B7C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9" name="9wq3_5_tuned_PredictedAtoms_41">
            <a:extLst>
              <a:ext uri="{FF2B5EF4-FFF2-40B4-BE49-F238E27FC236}">
                <a16:creationId xmlns:a16="http://schemas.microsoft.com/office/drawing/2014/main" id="{96A2123E-E6F1-4533-AA8E-5692D9D6EB34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0" name="9wq3_5_tuned_PredictedAtoms_42">
            <a:extLst>
              <a:ext uri="{FF2B5EF4-FFF2-40B4-BE49-F238E27FC236}">
                <a16:creationId xmlns:a16="http://schemas.microsoft.com/office/drawing/2014/main" id="{19CF6259-0323-462C-A634-9DE1655F0057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1" name="9wq3_5_tuned_PredictedAtoms_43">
            <a:extLst>
              <a:ext uri="{FF2B5EF4-FFF2-40B4-BE49-F238E27FC236}">
                <a16:creationId xmlns:a16="http://schemas.microsoft.com/office/drawing/2014/main" id="{836B8E07-B3F2-495A-BC34-93EDFB2A9B69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2" name="9wq3_5_tuned_PredictedAtoms_44">
            <a:extLst>
              <a:ext uri="{FF2B5EF4-FFF2-40B4-BE49-F238E27FC236}">
                <a16:creationId xmlns:a16="http://schemas.microsoft.com/office/drawing/2014/main" id="{39E56DEC-C23B-4E25-96F7-1EC29782F32B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stage3-cases-main_54">
            <a:extLst>
              <a:ext uri="{FF2B5EF4-FFF2-40B4-BE49-F238E27FC236}">
                <a16:creationId xmlns:a16="http://schemas.microsoft.com/office/drawing/2014/main" id="{B69E2D8D-4638-4981-BA50-A105FA417FD9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194" name="9wq3_5_build_Receptor">
            <a:extLst>
              <a:ext uri="{FF2B5EF4-FFF2-40B4-BE49-F238E27FC236}">
                <a16:creationId xmlns:a16="http://schemas.microsoft.com/office/drawing/2014/main" id="{888C70D5-F2B1-470E-AE8A-E67945DF418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95" name="9wq3_5_build_ExperimentalDensity">
            <a:extLst>
              <a:ext uri="{FF2B5EF4-FFF2-40B4-BE49-F238E27FC236}">
                <a16:creationId xmlns:a16="http://schemas.microsoft.com/office/drawing/2014/main" id="{A36C9BCC-079B-44E9-A4B1-FA4DE01AF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96" name="9wq3_5_build_ReferenceLigand_0">
            <a:extLst>
              <a:ext uri="{FF2B5EF4-FFF2-40B4-BE49-F238E27FC236}">
                <a16:creationId xmlns:a16="http://schemas.microsoft.com/office/drawing/2014/main" id="{BE6F60C4-3B56-42AE-99AA-92DD58FE190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7" name="9wq3_5_build_ReferenceLigand_1">
            <a:extLst>
              <a:ext uri="{FF2B5EF4-FFF2-40B4-BE49-F238E27FC236}">
                <a16:creationId xmlns:a16="http://schemas.microsoft.com/office/drawing/2014/main" id="{1D22FBA8-F8C3-4E90-8583-9E73E89ED0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8" name="9wq3_5_build_ReferenceLigand_2">
            <a:extLst>
              <a:ext uri="{FF2B5EF4-FFF2-40B4-BE49-F238E27FC236}">
                <a16:creationId xmlns:a16="http://schemas.microsoft.com/office/drawing/2014/main" id="{2F7788EC-5817-4BBC-BA62-FAA2711CBEC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9" name="9wq3_5_build_ReferenceLigand_3">
            <a:extLst>
              <a:ext uri="{FF2B5EF4-FFF2-40B4-BE49-F238E27FC236}">
                <a16:creationId xmlns:a16="http://schemas.microsoft.com/office/drawing/2014/main" id="{025E57FB-B2F6-43A4-8F07-3E6CABF8C10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0" name="9wq3_5_build_ReferenceLigand_4">
            <a:extLst>
              <a:ext uri="{FF2B5EF4-FFF2-40B4-BE49-F238E27FC236}">
                <a16:creationId xmlns:a16="http://schemas.microsoft.com/office/drawing/2014/main" id="{82AFDE23-910F-482C-8DFF-4581F0B2368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1" name="9wq3_5_build_ReferenceLigand_5">
            <a:extLst>
              <a:ext uri="{FF2B5EF4-FFF2-40B4-BE49-F238E27FC236}">
                <a16:creationId xmlns:a16="http://schemas.microsoft.com/office/drawing/2014/main" id="{574150D7-643E-485C-A714-19121DF58C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2" name="9wq3_5_build_ReferenceLigand_6">
            <a:extLst>
              <a:ext uri="{FF2B5EF4-FFF2-40B4-BE49-F238E27FC236}">
                <a16:creationId xmlns:a16="http://schemas.microsoft.com/office/drawing/2014/main" id="{1B506E82-2BB9-4FBE-BCFE-282E497866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3" name="9wq3_5_build_ReferenceLigand_7">
            <a:extLst>
              <a:ext uri="{FF2B5EF4-FFF2-40B4-BE49-F238E27FC236}">
                <a16:creationId xmlns:a16="http://schemas.microsoft.com/office/drawing/2014/main" id="{2FB4189F-2128-445F-B4F1-88A86384AD0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4" name="9wq3_5_build_ReferenceLigand_8">
            <a:extLst>
              <a:ext uri="{FF2B5EF4-FFF2-40B4-BE49-F238E27FC236}">
                <a16:creationId xmlns:a16="http://schemas.microsoft.com/office/drawing/2014/main" id="{0232241B-ACB0-4B20-B528-AE464F63CB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5" name="9wq3_5_build_ReferenceLigand_9">
            <a:extLst>
              <a:ext uri="{FF2B5EF4-FFF2-40B4-BE49-F238E27FC236}">
                <a16:creationId xmlns:a16="http://schemas.microsoft.com/office/drawing/2014/main" id="{76A3905C-9B97-4B5B-AF88-A73ABDCED9C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6" name="9wq3_5_build_ReferenceLigand_10">
            <a:extLst>
              <a:ext uri="{FF2B5EF4-FFF2-40B4-BE49-F238E27FC236}">
                <a16:creationId xmlns:a16="http://schemas.microsoft.com/office/drawing/2014/main" id="{1598DD0B-4933-4DE0-9777-83174C9900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7" name="9wq3_5_build_ReferenceLigand_11">
            <a:extLst>
              <a:ext uri="{FF2B5EF4-FFF2-40B4-BE49-F238E27FC236}">
                <a16:creationId xmlns:a16="http://schemas.microsoft.com/office/drawing/2014/main" id="{B86CE70E-E204-4E4F-AF61-61E406BB339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8" name="9wq3_5_build_ReferenceLigand_12">
            <a:extLst>
              <a:ext uri="{FF2B5EF4-FFF2-40B4-BE49-F238E27FC236}">
                <a16:creationId xmlns:a16="http://schemas.microsoft.com/office/drawing/2014/main" id="{2A1B88C7-1AAE-4468-ACCD-F805B1077C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9" name="9wq3_5_build_ReferenceLigand_13">
            <a:extLst>
              <a:ext uri="{FF2B5EF4-FFF2-40B4-BE49-F238E27FC236}">
                <a16:creationId xmlns:a16="http://schemas.microsoft.com/office/drawing/2014/main" id="{0A2EE547-9756-4B7C-B2D3-6E715256155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build_ReferenceLigand_14">
            <a:extLst>
              <a:ext uri="{FF2B5EF4-FFF2-40B4-BE49-F238E27FC236}">
                <a16:creationId xmlns:a16="http://schemas.microsoft.com/office/drawing/2014/main" id="{FEA71441-08ED-4607-8D58-306822B552A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build_ReferenceLigand_15">
            <a:extLst>
              <a:ext uri="{FF2B5EF4-FFF2-40B4-BE49-F238E27FC236}">
                <a16:creationId xmlns:a16="http://schemas.microsoft.com/office/drawing/2014/main" id="{8673D9A3-A116-40FE-B3EA-A35BB9898D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build_ReferenceLigand_16">
            <a:extLst>
              <a:ext uri="{FF2B5EF4-FFF2-40B4-BE49-F238E27FC236}">
                <a16:creationId xmlns:a16="http://schemas.microsoft.com/office/drawing/2014/main" id="{B1DF4108-0636-4AD4-8814-1B188ECC97F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build_ReferenceLigand_17">
            <a:extLst>
              <a:ext uri="{FF2B5EF4-FFF2-40B4-BE49-F238E27FC236}">
                <a16:creationId xmlns:a16="http://schemas.microsoft.com/office/drawing/2014/main" id="{C6A09122-244C-42BA-856A-AF309AC36E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build_ReferenceLigand_18">
            <a:extLst>
              <a:ext uri="{FF2B5EF4-FFF2-40B4-BE49-F238E27FC236}">
                <a16:creationId xmlns:a16="http://schemas.microsoft.com/office/drawing/2014/main" id="{116E4C31-FA33-4EE1-96CD-FA0FC340E3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build_ReferenceLigand_19">
            <a:extLst>
              <a:ext uri="{FF2B5EF4-FFF2-40B4-BE49-F238E27FC236}">
                <a16:creationId xmlns:a16="http://schemas.microsoft.com/office/drawing/2014/main" id="{437FBE64-4CD0-45CB-BC27-746BDAE3CB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build_ReferenceLigand_20">
            <a:extLst>
              <a:ext uri="{FF2B5EF4-FFF2-40B4-BE49-F238E27FC236}">
                <a16:creationId xmlns:a16="http://schemas.microsoft.com/office/drawing/2014/main" id="{B5989A89-5518-4B8B-A384-708B4EEC3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build_ReferenceLigand_21">
            <a:extLst>
              <a:ext uri="{FF2B5EF4-FFF2-40B4-BE49-F238E27FC236}">
                <a16:creationId xmlns:a16="http://schemas.microsoft.com/office/drawing/2014/main" id="{1EEF1CE4-D1BB-4CE4-A847-FCA3C5E7631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build_ReferenceLigand_22">
            <a:extLst>
              <a:ext uri="{FF2B5EF4-FFF2-40B4-BE49-F238E27FC236}">
                <a16:creationId xmlns:a16="http://schemas.microsoft.com/office/drawing/2014/main" id="{A8D45DEF-D737-4BF3-9F3D-8439962F043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build_ReferenceLigand_23">
            <a:extLst>
              <a:ext uri="{FF2B5EF4-FFF2-40B4-BE49-F238E27FC236}">
                <a16:creationId xmlns:a16="http://schemas.microsoft.com/office/drawing/2014/main" id="{05F53B11-83DB-4023-8C5B-F6DAC4A60D1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build_ReferenceLigand_24">
            <a:extLst>
              <a:ext uri="{FF2B5EF4-FFF2-40B4-BE49-F238E27FC236}">
                <a16:creationId xmlns:a16="http://schemas.microsoft.com/office/drawing/2014/main" id="{34439B60-2F26-45CC-982B-DB69D67110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build_ReferenceLigand_25">
            <a:extLst>
              <a:ext uri="{FF2B5EF4-FFF2-40B4-BE49-F238E27FC236}">
                <a16:creationId xmlns:a16="http://schemas.microsoft.com/office/drawing/2014/main" id="{21FE4724-2E51-4D58-84F4-3E3B32AB0A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build_ReferenceLigand_26">
            <a:extLst>
              <a:ext uri="{FF2B5EF4-FFF2-40B4-BE49-F238E27FC236}">
                <a16:creationId xmlns:a16="http://schemas.microsoft.com/office/drawing/2014/main" id="{99B8DA14-300C-4A31-9F36-9DCDA0B8AA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build_ReferenceLigand_27">
            <a:extLst>
              <a:ext uri="{FF2B5EF4-FFF2-40B4-BE49-F238E27FC236}">
                <a16:creationId xmlns:a16="http://schemas.microsoft.com/office/drawing/2014/main" id="{0C95BAC5-9241-419E-BD1F-1398AB54A24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build_ReferenceLigand_28">
            <a:extLst>
              <a:ext uri="{FF2B5EF4-FFF2-40B4-BE49-F238E27FC236}">
                <a16:creationId xmlns:a16="http://schemas.microsoft.com/office/drawing/2014/main" id="{12910A2C-E556-49D6-9AA2-0AE0982B2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build_ReferenceLigand_29">
            <a:extLst>
              <a:ext uri="{FF2B5EF4-FFF2-40B4-BE49-F238E27FC236}">
                <a16:creationId xmlns:a16="http://schemas.microsoft.com/office/drawing/2014/main" id="{242A1FFE-5D98-4459-ACD3-AAB3140672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build_ReferenceLigand_30">
            <a:extLst>
              <a:ext uri="{FF2B5EF4-FFF2-40B4-BE49-F238E27FC236}">
                <a16:creationId xmlns:a16="http://schemas.microsoft.com/office/drawing/2014/main" id="{69D6A4B8-CD74-478E-9ABA-B60E45F66C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build_ReferenceLigand_31">
            <a:extLst>
              <a:ext uri="{FF2B5EF4-FFF2-40B4-BE49-F238E27FC236}">
                <a16:creationId xmlns:a16="http://schemas.microsoft.com/office/drawing/2014/main" id="{11F4C15F-8720-4215-AFA8-E0CBEEEFC81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build_ReferenceLigand_32">
            <a:extLst>
              <a:ext uri="{FF2B5EF4-FFF2-40B4-BE49-F238E27FC236}">
                <a16:creationId xmlns:a16="http://schemas.microsoft.com/office/drawing/2014/main" id="{89C356EC-6C1A-4C9B-8B22-4B4044DE55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build_ReferenceLigand_33">
            <a:extLst>
              <a:ext uri="{FF2B5EF4-FFF2-40B4-BE49-F238E27FC236}">
                <a16:creationId xmlns:a16="http://schemas.microsoft.com/office/drawing/2014/main" id="{685CB4CD-3F14-48FC-9F87-95BDE68F1E4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build_ReferenceLigand_34">
            <a:extLst>
              <a:ext uri="{FF2B5EF4-FFF2-40B4-BE49-F238E27FC236}">
                <a16:creationId xmlns:a16="http://schemas.microsoft.com/office/drawing/2014/main" id="{ADBD5501-3EB9-4289-96B9-9C48D1CC28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build_ReferenceLigand_35">
            <a:extLst>
              <a:ext uri="{FF2B5EF4-FFF2-40B4-BE49-F238E27FC236}">
                <a16:creationId xmlns:a16="http://schemas.microsoft.com/office/drawing/2014/main" id="{85314673-AE78-44A8-B98C-5FBABF3832A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build_ReferenceLigand_36">
            <a:extLst>
              <a:ext uri="{FF2B5EF4-FFF2-40B4-BE49-F238E27FC236}">
                <a16:creationId xmlns:a16="http://schemas.microsoft.com/office/drawing/2014/main" id="{CE6B32CA-03AC-4F2D-B060-650283993D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build_ReferenceLigand_37">
            <a:extLst>
              <a:ext uri="{FF2B5EF4-FFF2-40B4-BE49-F238E27FC236}">
                <a16:creationId xmlns:a16="http://schemas.microsoft.com/office/drawing/2014/main" id="{2C2C27B3-F896-4E85-A9E3-75BA936446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build_ReferenceLigand_38">
            <a:extLst>
              <a:ext uri="{FF2B5EF4-FFF2-40B4-BE49-F238E27FC236}">
                <a16:creationId xmlns:a16="http://schemas.microsoft.com/office/drawing/2014/main" id="{D13DCBDC-B132-4132-94EE-B472E33E88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build_ReferenceLigand_39">
            <a:extLst>
              <a:ext uri="{FF2B5EF4-FFF2-40B4-BE49-F238E27FC236}">
                <a16:creationId xmlns:a16="http://schemas.microsoft.com/office/drawing/2014/main" id="{65657995-C541-4114-8C01-10AAC533ADA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build_ReferenceLigand_40">
            <a:extLst>
              <a:ext uri="{FF2B5EF4-FFF2-40B4-BE49-F238E27FC236}">
                <a16:creationId xmlns:a16="http://schemas.microsoft.com/office/drawing/2014/main" id="{5A3E6249-B988-44EC-BDCA-E6FC66D4A1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build_ReferenceLigand_41">
            <a:extLst>
              <a:ext uri="{FF2B5EF4-FFF2-40B4-BE49-F238E27FC236}">
                <a16:creationId xmlns:a16="http://schemas.microsoft.com/office/drawing/2014/main" id="{53F31D5F-0C42-4BB6-AA5B-6B5E74425C7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build_ReferenceLigand_42">
            <a:extLst>
              <a:ext uri="{FF2B5EF4-FFF2-40B4-BE49-F238E27FC236}">
                <a16:creationId xmlns:a16="http://schemas.microsoft.com/office/drawing/2014/main" id="{5335B0E7-0AEB-4106-86C9-4AC1E8DC1C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build_ReferenceLigand_43">
            <a:extLst>
              <a:ext uri="{FF2B5EF4-FFF2-40B4-BE49-F238E27FC236}">
                <a16:creationId xmlns:a16="http://schemas.microsoft.com/office/drawing/2014/main" id="{9C7FA1B3-946A-4497-A8BA-729AC14B89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build_ReferenceLigand_44">
            <a:extLst>
              <a:ext uri="{FF2B5EF4-FFF2-40B4-BE49-F238E27FC236}">
                <a16:creationId xmlns:a16="http://schemas.microsoft.com/office/drawing/2014/main" id="{3D3C3781-56EA-46D2-8267-743ABA21A76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build_ReferenceLigand_45">
            <a:extLst>
              <a:ext uri="{FF2B5EF4-FFF2-40B4-BE49-F238E27FC236}">
                <a16:creationId xmlns:a16="http://schemas.microsoft.com/office/drawing/2014/main" id="{0587C0DE-41F0-4AC6-88A6-09054F8F8A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build_ReferenceLigand_46">
            <a:extLst>
              <a:ext uri="{FF2B5EF4-FFF2-40B4-BE49-F238E27FC236}">
                <a16:creationId xmlns:a16="http://schemas.microsoft.com/office/drawing/2014/main" id="{AFB27CAF-4CCB-40CD-B37B-B60600D316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build_ReferenceLigand_47">
            <a:extLst>
              <a:ext uri="{FF2B5EF4-FFF2-40B4-BE49-F238E27FC236}">
                <a16:creationId xmlns:a16="http://schemas.microsoft.com/office/drawing/2014/main" id="{8E1E4104-E885-4578-8159-C7ACC086479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build_ReferenceLigand_48">
            <a:extLst>
              <a:ext uri="{FF2B5EF4-FFF2-40B4-BE49-F238E27FC236}">
                <a16:creationId xmlns:a16="http://schemas.microsoft.com/office/drawing/2014/main" id="{9EB97A77-14D6-4C14-B142-2C949B44F82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build_ReferenceLigand_49">
            <a:extLst>
              <a:ext uri="{FF2B5EF4-FFF2-40B4-BE49-F238E27FC236}">
                <a16:creationId xmlns:a16="http://schemas.microsoft.com/office/drawing/2014/main" id="{B887B2E2-EBC6-427E-8B7D-4841E556E93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build_ReferenceLigand_50">
            <a:extLst>
              <a:ext uri="{FF2B5EF4-FFF2-40B4-BE49-F238E27FC236}">
                <a16:creationId xmlns:a16="http://schemas.microsoft.com/office/drawing/2014/main" id="{C22F5D77-5531-4905-9536-74B44D7AF8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build_PredictedLigand_0">
            <a:extLst>
              <a:ext uri="{FF2B5EF4-FFF2-40B4-BE49-F238E27FC236}">
                <a16:creationId xmlns:a16="http://schemas.microsoft.com/office/drawing/2014/main" id="{CF6CCAFA-3A0A-4EC2-B69F-D21A18F243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8" name="9wq3_5_build_PredictedLigand_1">
            <a:extLst>
              <a:ext uri="{FF2B5EF4-FFF2-40B4-BE49-F238E27FC236}">
                <a16:creationId xmlns:a16="http://schemas.microsoft.com/office/drawing/2014/main" id="{C99A7AD4-4296-44EB-AF40-EEAFDAA095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9" name="9wq3_5_build_PredictedLigand_2">
            <a:extLst>
              <a:ext uri="{FF2B5EF4-FFF2-40B4-BE49-F238E27FC236}">
                <a16:creationId xmlns:a16="http://schemas.microsoft.com/office/drawing/2014/main" id="{38EE12C1-764C-4D79-99A1-846873738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0" name="9wq3_5_build_PredictedLigand_3">
            <a:extLst>
              <a:ext uri="{FF2B5EF4-FFF2-40B4-BE49-F238E27FC236}">
                <a16:creationId xmlns:a16="http://schemas.microsoft.com/office/drawing/2014/main" id="{D401D7BE-CFD9-4CB5-9FD8-B2608AF73B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1" name="9wq3_5_build_PredictedLigand_4">
            <a:extLst>
              <a:ext uri="{FF2B5EF4-FFF2-40B4-BE49-F238E27FC236}">
                <a16:creationId xmlns:a16="http://schemas.microsoft.com/office/drawing/2014/main" id="{DD86545A-4841-44A3-A233-E5CDFC17F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2" name="9wq3_5_build_PredictedLigand_5">
            <a:extLst>
              <a:ext uri="{FF2B5EF4-FFF2-40B4-BE49-F238E27FC236}">
                <a16:creationId xmlns:a16="http://schemas.microsoft.com/office/drawing/2014/main" id="{CBF13D24-2990-445D-B6E5-613AFBF005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3" name="9wq3_5_build_PredictedLigand_6">
            <a:extLst>
              <a:ext uri="{FF2B5EF4-FFF2-40B4-BE49-F238E27FC236}">
                <a16:creationId xmlns:a16="http://schemas.microsoft.com/office/drawing/2014/main" id="{30F97795-FD74-4171-97FF-B0AD3FBABF3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4" name="9wq3_5_build_PredictedLigand_7">
            <a:extLst>
              <a:ext uri="{FF2B5EF4-FFF2-40B4-BE49-F238E27FC236}">
                <a16:creationId xmlns:a16="http://schemas.microsoft.com/office/drawing/2014/main" id="{ACAFA841-F71D-4729-8DFF-916628DC50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5" name="9wq3_5_build_PredictedLigand_8">
            <a:extLst>
              <a:ext uri="{FF2B5EF4-FFF2-40B4-BE49-F238E27FC236}">
                <a16:creationId xmlns:a16="http://schemas.microsoft.com/office/drawing/2014/main" id="{8E5BF5EC-8793-4A86-9B63-5001D8C8E9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6" name="9wq3_5_build_PredictedLigand_9">
            <a:extLst>
              <a:ext uri="{FF2B5EF4-FFF2-40B4-BE49-F238E27FC236}">
                <a16:creationId xmlns:a16="http://schemas.microsoft.com/office/drawing/2014/main" id="{01C356BA-8BC3-4806-BEA8-02536B1A01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7" name="9wq3_5_build_PredictedLigand_10">
            <a:extLst>
              <a:ext uri="{FF2B5EF4-FFF2-40B4-BE49-F238E27FC236}">
                <a16:creationId xmlns:a16="http://schemas.microsoft.com/office/drawing/2014/main" id="{0E22CA89-2185-4EA8-9FF2-0230782805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8" name="9wq3_5_build_PredictedLigand_11">
            <a:extLst>
              <a:ext uri="{FF2B5EF4-FFF2-40B4-BE49-F238E27FC236}">
                <a16:creationId xmlns:a16="http://schemas.microsoft.com/office/drawing/2014/main" id="{063FAA04-72D7-4851-BF52-D826663111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9" name="9wq3_5_build_PredictedLigand_12">
            <a:extLst>
              <a:ext uri="{FF2B5EF4-FFF2-40B4-BE49-F238E27FC236}">
                <a16:creationId xmlns:a16="http://schemas.microsoft.com/office/drawing/2014/main" id="{F69892A7-F912-460D-AC23-FF4E0E48D22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0" name="9wq3_5_build_PredictedLigand_13">
            <a:extLst>
              <a:ext uri="{FF2B5EF4-FFF2-40B4-BE49-F238E27FC236}">
                <a16:creationId xmlns:a16="http://schemas.microsoft.com/office/drawing/2014/main" id="{547AA837-EF79-45B4-A29A-DE7D3373BE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1" name="9wq3_5_build_PredictedLigand_14">
            <a:extLst>
              <a:ext uri="{FF2B5EF4-FFF2-40B4-BE49-F238E27FC236}">
                <a16:creationId xmlns:a16="http://schemas.microsoft.com/office/drawing/2014/main" id="{10BC0D1A-B236-4C6E-8043-AADE5AAE323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wq3_5_build_PredictedLigand_15">
            <a:extLst>
              <a:ext uri="{FF2B5EF4-FFF2-40B4-BE49-F238E27FC236}">
                <a16:creationId xmlns:a16="http://schemas.microsoft.com/office/drawing/2014/main" id="{FB0579BF-49EA-4517-B4D5-CF6F67FF92F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wq3_5_build_PredictedLigand_16">
            <a:extLst>
              <a:ext uri="{FF2B5EF4-FFF2-40B4-BE49-F238E27FC236}">
                <a16:creationId xmlns:a16="http://schemas.microsoft.com/office/drawing/2014/main" id="{591B8474-885E-4834-8EFA-3BA618A838D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wq3_5_build_PredictedLigand_17">
            <a:extLst>
              <a:ext uri="{FF2B5EF4-FFF2-40B4-BE49-F238E27FC236}">
                <a16:creationId xmlns:a16="http://schemas.microsoft.com/office/drawing/2014/main" id="{D61FDA40-7DCF-46FF-BFD6-1E19A58550E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wq3_5_build_PredictedLigand_18">
            <a:extLst>
              <a:ext uri="{FF2B5EF4-FFF2-40B4-BE49-F238E27FC236}">
                <a16:creationId xmlns:a16="http://schemas.microsoft.com/office/drawing/2014/main" id="{F08269E2-146A-4E9A-B451-FD667C5BE8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wq3_5_build_PredictedLigand_19">
            <a:extLst>
              <a:ext uri="{FF2B5EF4-FFF2-40B4-BE49-F238E27FC236}">
                <a16:creationId xmlns:a16="http://schemas.microsoft.com/office/drawing/2014/main" id="{A72FB83F-1E8C-4DCC-A2D2-D6C6BBD5771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wq3_5_build_PredictedLigand_20">
            <a:extLst>
              <a:ext uri="{FF2B5EF4-FFF2-40B4-BE49-F238E27FC236}">
                <a16:creationId xmlns:a16="http://schemas.microsoft.com/office/drawing/2014/main" id="{26421F48-D411-4B9F-8BF1-BBFA32EC79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wq3_5_build_PredictedLigand_21">
            <a:extLst>
              <a:ext uri="{FF2B5EF4-FFF2-40B4-BE49-F238E27FC236}">
                <a16:creationId xmlns:a16="http://schemas.microsoft.com/office/drawing/2014/main" id="{99623444-4356-493D-AB3C-B105E898AFC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wq3_5_build_PredictedLigand_22">
            <a:extLst>
              <a:ext uri="{FF2B5EF4-FFF2-40B4-BE49-F238E27FC236}">
                <a16:creationId xmlns:a16="http://schemas.microsoft.com/office/drawing/2014/main" id="{3DC77ADB-C785-411D-B325-582104F0FCC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wq3_5_build_PredictedLigand_23">
            <a:extLst>
              <a:ext uri="{FF2B5EF4-FFF2-40B4-BE49-F238E27FC236}">
                <a16:creationId xmlns:a16="http://schemas.microsoft.com/office/drawing/2014/main" id="{B0F91F14-9A87-4221-9EE5-8E935401DE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wq3_5_build_PredictedLigand_24">
            <a:extLst>
              <a:ext uri="{FF2B5EF4-FFF2-40B4-BE49-F238E27FC236}">
                <a16:creationId xmlns:a16="http://schemas.microsoft.com/office/drawing/2014/main" id="{A337332C-2578-4173-B380-1A607D8B1B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wq3_5_build_PredictedLigand_25">
            <a:extLst>
              <a:ext uri="{FF2B5EF4-FFF2-40B4-BE49-F238E27FC236}">
                <a16:creationId xmlns:a16="http://schemas.microsoft.com/office/drawing/2014/main" id="{3E2C6BBD-EADB-4A1D-A25B-8154931F3F8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wq3_5_build_PredictedLigand_26">
            <a:extLst>
              <a:ext uri="{FF2B5EF4-FFF2-40B4-BE49-F238E27FC236}">
                <a16:creationId xmlns:a16="http://schemas.microsoft.com/office/drawing/2014/main" id="{141303E1-F6C0-47D8-8554-BDBFB4BD1F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wq3_5_build_PredictedLigand_27">
            <a:extLst>
              <a:ext uri="{FF2B5EF4-FFF2-40B4-BE49-F238E27FC236}">
                <a16:creationId xmlns:a16="http://schemas.microsoft.com/office/drawing/2014/main" id="{2E2951A8-FD02-47BB-877E-412ABAF1F0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wq3_5_build_PredictedLigand_28">
            <a:extLst>
              <a:ext uri="{FF2B5EF4-FFF2-40B4-BE49-F238E27FC236}">
                <a16:creationId xmlns:a16="http://schemas.microsoft.com/office/drawing/2014/main" id="{EEBF8CF8-D08C-436A-A238-4906A4485D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wq3_5_build_PredictedLigand_29">
            <a:extLst>
              <a:ext uri="{FF2B5EF4-FFF2-40B4-BE49-F238E27FC236}">
                <a16:creationId xmlns:a16="http://schemas.microsoft.com/office/drawing/2014/main" id="{C21ECBB7-A6F7-4187-80B5-CEE11FB6652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wq3_5_build_PredictedLigand_30">
            <a:extLst>
              <a:ext uri="{FF2B5EF4-FFF2-40B4-BE49-F238E27FC236}">
                <a16:creationId xmlns:a16="http://schemas.microsoft.com/office/drawing/2014/main" id="{FE5234C9-1CA2-4F9B-825E-F87A628277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wq3_5_build_PredictedLigand_31">
            <a:extLst>
              <a:ext uri="{FF2B5EF4-FFF2-40B4-BE49-F238E27FC236}">
                <a16:creationId xmlns:a16="http://schemas.microsoft.com/office/drawing/2014/main" id="{18349760-132E-4C40-B18B-3FA831ECD9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wq3_5_build_PredictedLigand_32">
            <a:extLst>
              <a:ext uri="{FF2B5EF4-FFF2-40B4-BE49-F238E27FC236}">
                <a16:creationId xmlns:a16="http://schemas.microsoft.com/office/drawing/2014/main" id="{D9204FB3-A627-4CD9-82A3-AA33B1099D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wq3_5_build_PredictedLigand_33">
            <a:extLst>
              <a:ext uri="{FF2B5EF4-FFF2-40B4-BE49-F238E27FC236}">
                <a16:creationId xmlns:a16="http://schemas.microsoft.com/office/drawing/2014/main" id="{CF3ADA21-8920-4AB8-A152-831392F8B7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wq3_5_build_PredictedLigand_34">
            <a:extLst>
              <a:ext uri="{FF2B5EF4-FFF2-40B4-BE49-F238E27FC236}">
                <a16:creationId xmlns:a16="http://schemas.microsoft.com/office/drawing/2014/main" id="{F77A7070-C941-478F-84E8-3A9B4BE9E86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wq3_5_build_PredictedLigand_35">
            <a:extLst>
              <a:ext uri="{FF2B5EF4-FFF2-40B4-BE49-F238E27FC236}">
                <a16:creationId xmlns:a16="http://schemas.microsoft.com/office/drawing/2014/main" id="{D1DFE0C4-A51B-4D2D-A8BA-4FF50695E0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wq3_5_build_PredictedLigand_36">
            <a:extLst>
              <a:ext uri="{FF2B5EF4-FFF2-40B4-BE49-F238E27FC236}">
                <a16:creationId xmlns:a16="http://schemas.microsoft.com/office/drawing/2014/main" id="{6BBD33E5-E423-4C0D-8615-2B4E5209ABE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wq3_5_build_PredictedLigand_37">
            <a:extLst>
              <a:ext uri="{FF2B5EF4-FFF2-40B4-BE49-F238E27FC236}">
                <a16:creationId xmlns:a16="http://schemas.microsoft.com/office/drawing/2014/main" id="{AC93E002-3F19-4649-A403-E8F6FFAF73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wq3_5_build_PredictedLigand_38">
            <a:extLst>
              <a:ext uri="{FF2B5EF4-FFF2-40B4-BE49-F238E27FC236}">
                <a16:creationId xmlns:a16="http://schemas.microsoft.com/office/drawing/2014/main" id="{1F94112F-ACB1-47DA-BF62-95E8AE6C301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wq3_5_build_PredictedLigand_39">
            <a:extLst>
              <a:ext uri="{FF2B5EF4-FFF2-40B4-BE49-F238E27FC236}">
                <a16:creationId xmlns:a16="http://schemas.microsoft.com/office/drawing/2014/main" id="{6CD9CFAD-24D9-4F8D-89C7-6CF1ACBB12B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wq3_5_build_PredictedLigand_40">
            <a:extLst>
              <a:ext uri="{FF2B5EF4-FFF2-40B4-BE49-F238E27FC236}">
                <a16:creationId xmlns:a16="http://schemas.microsoft.com/office/drawing/2014/main" id="{EDD65DD6-DCFC-452B-A649-D5F16645BD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wq3_5_build_PredictedLigand_41">
            <a:extLst>
              <a:ext uri="{FF2B5EF4-FFF2-40B4-BE49-F238E27FC236}">
                <a16:creationId xmlns:a16="http://schemas.microsoft.com/office/drawing/2014/main" id="{182398C8-1C0F-4368-AA36-9E24916691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wq3_5_build_PredictedLigand_42">
            <a:extLst>
              <a:ext uri="{FF2B5EF4-FFF2-40B4-BE49-F238E27FC236}">
                <a16:creationId xmlns:a16="http://schemas.microsoft.com/office/drawing/2014/main" id="{86C64C13-2B98-49CF-B973-B56D961D655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wq3_5_build_PredictedLigand_43">
            <a:extLst>
              <a:ext uri="{FF2B5EF4-FFF2-40B4-BE49-F238E27FC236}">
                <a16:creationId xmlns:a16="http://schemas.microsoft.com/office/drawing/2014/main" id="{355C2D99-6409-4C93-AE2F-560C6ECACE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wq3_5_build_PredictedLigand_44">
            <a:extLst>
              <a:ext uri="{FF2B5EF4-FFF2-40B4-BE49-F238E27FC236}">
                <a16:creationId xmlns:a16="http://schemas.microsoft.com/office/drawing/2014/main" id="{8CD3EDCB-3A00-4516-A3B3-FAD6457586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wq3_5_build_PredictedLigand_45">
            <a:extLst>
              <a:ext uri="{FF2B5EF4-FFF2-40B4-BE49-F238E27FC236}">
                <a16:creationId xmlns:a16="http://schemas.microsoft.com/office/drawing/2014/main" id="{075DFC27-2088-40AB-8348-D68792F03D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wq3_5_build_PredictedLigand_46">
            <a:extLst>
              <a:ext uri="{FF2B5EF4-FFF2-40B4-BE49-F238E27FC236}">
                <a16:creationId xmlns:a16="http://schemas.microsoft.com/office/drawing/2014/main" id="{4E2CDAD0-41EF-4D21-AC48-A0D071AA30E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wq3_5_build_PredictedLigand_47">
            <a:extLst>
              <a:ext uri="{FF2B5EF4-FFF2-40B4-BE49-F238E27FC236}">
                <a16:creationId xmlns:a16="http://schemas.microsoft.com/office/drawing/2014/main" id="{C939351C-AEEC-4769-A2FF-382D10301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wq3_5_build_PredictedLigand_48">
            <a:extLst>
              <a:ext uri="{FF2B5EF4-FFF2-40B4-BE49-F238E27FC236}">
                <a16:creationId xmlns:a16="http://schemas.microsoft.com/office/drawing/2014/main" id="{AD03ACD1-DBAE-4CB9-BBAF-9E9BB0A0DF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6" name="9wq3_5_build_PredictedAtoms_0">
            <a:extLst>
              <a:ext uri="{FF2B5EF4-FFF2-40B4-BE49-F238E27FC236}">
                <a16:creationId xmlns:a16="http://schemas.microsoft.com/office/drawing/2014/main" id="{442FAE7C-B315-4360-A9D8-1B49DA5F676F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wq3_5_build_PredictedAtoms_1">
            <a:extLst>
              <a:ext uri="{FF2B5EF4-FFF2-40B4-BE49-F238E27FC236}">
                <a16:creationId xmlns:a16="http://schemas.microsoft.com/office/drawing/2014/main" id="{735A4A5F-3BA0-4E82-81E9-F18C3F45A0E2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wq3_5_build_PredictedAtoms_2">
            <a:extLst>
              <a:ext uri="{FF2B5EF4-FFF2-40B4-BE49-F238E27FC236}">
                <a16:creationId xmlns:a16="http://schemas.microsoft.com/office/drawing/2014/main" id="{8ECB43F0-4044-40FC-8A78-B5B5980F37DD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wq3_5_build_PredictedAtoms_3">
            <a:extLst>
              <a:ext uri="{FF2B5EF4-FFF2-40B4-BE49-F238E27FC236}">
                <a16:creationId xmlns:a16="http://schemas.microsoft.com/office/drawing/2014/main" id="{AE683867-A108-4D97-9CD4-D42C478ED638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wq3_5_build_PredictedAtoms_4">
            <a:extLst>
              <a:ext uri="{FF2B5EF4-FFF2-40B4-BE49-F238E27FC236}">
                <a16:creationId xmlns:a16="http://schemas.microsoft.com/office/drawing/2014/main" id="{1CD75414-7C6F-45D9-BB07-90114A49F268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wq3_5_build_PredictedAtoms_5">
            <a:extLst>
              <a:ext uri="{FF2B5EF4-FFF2-40B4-BE49-F238E27FC236}">
                <a16:creationId xmlns:a16="http://schemas.microsoft.com/office/drawing/2014/main" id="{10402120-7C4B-4C2D-A9A1-884501520E11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wq3_5_build_PredictedAtoms_6">
            <a:extLst>
              <a:ext uri="{FF2B5EF4-FFF2-40B4-BE49-F238E27FC236}">
                <a16:creationId xmlns:a16="http://schemas.microsoft.com/office/drawing/2014/main" id="{6E1FDAD9-D29B-4A80-BD5F-E4AC90171950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wq3_5_build_PredictedAtoms_7">
            <a:extLst>
              <a:ext uri="{FF2B5EF4-FFF2-40B4-BE49-F238E27FC236}">
                <a16:creationId xmlns:a16="http://schemas.microsoft.com/office/drawing/2014/main" id="{93B4BF00-B60B-478F-87CC-ECCD818055FF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wq3_5_build_PredictedAtoms_8">
            <a:extLst>
              <a:ext uri="{FF2B5EF4-FFF2-40B4-BE49-F238E27FC236}">
                <a16:creationId xmlns:a16="http://schemas.microsoft.com/office/drawing/2014/main" id="{3F96D1A7-D134-4E64-81F3-519B20BA4FA3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wq3_5_build_PredictedAtoms_9">
            <a:extLst>
              <a:ext uri="{FF2B5EF4-FFF2-40B4-BE49-F238E27FC236}">
                <a16:creationId xmlns:a16="http://schemas.microsoft.com/office/drawing/2014/main" id="{09D3D954-51AE-4E28-9F6E-302A90DF7D6E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wq3_5_build_PredictedAtoms_10">
            <a:extLst>
              <a:ext uri="{FF2B5EF4-FFF2-40B4-BE49-F238E27FC236}">
                <a16:creationId xmlns:a16="http://schemas.microsoft.com/office/drawing/2014/main" id="{19F08C01-61FF-4330-B547-A3E07861EA51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wq3_5_build_PredictedAtoms_11">
            <a:extLst>
              <a:ext uri="{FF2B5EF4-FFF2-40B4-BE49-F238E27FC236}">
                <a16:creationId xmlns:a16="http://schemas.microsoft.com/office/drawing/2014/main" id="{A5B705B0-1C12-405C-B165-3287A316F85E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wq3_5_build_PredictedAtoms_12">
            <a:extLst>
              <a:ext uri="{FF2B5EF4-FFF2-40B4-BE49-F238E27FC236}">
                <a16:creationId xmlns:a16="http://schemas.microsoft.com/office/drawing/2014/main" id="{E87CD575-D3B9-42FF-AED3-8B5D3D097A73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wq3_5_build_PredictedAtoms_13">
            <a:extLst>
              <a:ext uri="{FF2B5EF4-FFF2-40B4-BE49-F238E27FC236}">
                <a16:creationId xmlns:a16="http://schemas.microsoft.com/office/drawing/2014/main" id="{E25B4A65-6A66-4511-9AA5-EAA3E4AD248B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wq3_5_build_PredictedAtoms_14">
            <a:extLst>
              <a:ext uri="{FF2B5EF4-FFF2-40B4-BE49-F238E27FC236}">
                <a16:creationId xmlns:a16="http://schemas.microsoft.com/office/drawing/2014/main" id="{68037CC3-1E59-40A4-B1F1-716DB1AECC6D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wq3_5_build_PredictedAtoms_15">
            <a:extLst>
              <a:ext uri="{FF2B5EF4-FFF2-40B4-BE49-F238E27FC236}">
                <a16:creationId xmlns:a16="http://schemas.microsoft.com/office/drawing/2014/main" id="{0EB591B5-C403-4C6D-A1A5-1C9593AA731C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wq3_5_build_PredictedAtoms_16">
            <a:extLst>
              <a:ext uri="{FF2B5EF4-FFF2-40B4-BE49-F238E27FC236}">
                <a16:creationId xmlns:a16="http://schemas.microsoft.com/office/drawing/2014/main" id="{EB8CF7DB-F69E-4D7B-AEEE-3183A563EBEB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wq3_5_build_PredictedAtoms_17">
            <a:extLst>
              <a:ext uri="{FF2B5EF4-FFF2-40B4-BE49-F238E27FC236}">
                <a16:creationId xmlns:a16="http://schemas.microsoft.com/office/drawing/2014/main" id="{0E55546C-D552-4203-BBC0-A8A8DE32B586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wq3_5_build_PredictedAtoms_18">
            <a:extLst>
              <a:ext uri="{FF2B5EF4-FFF2-40B4-BE49-F238E27FC236}">
                <a16:creationId xmlns:a16="http://schemas.microsoft.com/office/drawing/2014/main" id="{874BEF3A-4830-4232-A5BB-779CB2FC3AE8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wq3_5_build_PredictedAtoms_19">
            <a:extLst>
              <a:ext uri="{FF2B5EF4-FFF2-40B4-BE49-F238E27FC236}">
                <a16:creationId xmlns:a16="http://schemas.microsoft.com/office/drawing/2014/main" id="{21253A60-EB16-4905-9131-FA1F5A479827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wq3_5_build_PredictedAtoms_20">
            <a:extLst>
              <a:ext uri="{FF2B5EF4-FFF2-40B4-BE49-F238E27FC236}">
                <a16:creationId xmlns:a16="http://schemas.microsoft.com/office/drawing/2014/main" id="{97E7B8FF-46DF-4D43-90DF-F7ECB0E0D797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wq3_5_build_PredictedAtoms_21">
            <a:extLst>
              <a:ext uri="{FF2B5EF4-FFF2-40B4-BE49-F238E27FC236}">
                <a16:creationId xmlns:a16="http://schemas.microsoft.com/office/drawing/2014/main" id="{E1556241-555F-4A1B-A4C0-9E3DC200BEAC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wq3_5_build_PredictedAtoms_22">
            <a:extLst>
              <a:ext uri="{FF2B5EF4-FFF2-40B4-BE49-F238E27FC236}">
                <a16:creationId xmlns:a16="http://schemas.microsoft.com/office/drawing/2014/main" id="{EFF9BD60-979A-4798-8F8B-CBA387F25CEA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wq3_5_build_PredictedAtoms_23">
            <a:extLst>
              <a:ext uri="{FF2B5EF4-FFF2-40B4-BE49-F238E27FC236}">
                <a16:creationId xmlns:a16="http://schemas.microsoft.com/office/drawing/2014/main" id="{4CD32DC5-B90F-4C29-AA43-244C5039650C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wq3_5_build_PredictedAtoms_24">
            <a:extLst>
              <a:ext uri="{FF2B5EF4-FFF2-40B4-BE49-F238E27FC236}">
                <a16:creationId xmlns:a16="http://schemas.microsoft.com/office/drawing/2014/main" id="{5199073D-17FC-4892-AA79-4786678DDC7C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wq3_5_build_PredictedAtoms_25">
            <a:extLst>
              <a:ext uri="{FF2B5EF4-FFF2-40B4-BE49-F238E27FC236}">
                <a16:creationId xmlns:a16="http://schemas.microsoft.com/office/drawing/2014/main" id="{4569E0A2-3EF0-410C-ABB8-5239763DFB7E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wq3_5_build_PredictedAtoms_26">
            <a:extLst>
              <a:ext uri="{FF2B5EF4-FFF2-40B4-BE49-F238E27FC236}">
                <a16:creationId xmlns:a16="http://schemas.microsoft.com/office/drawing/2014/main" id="{6A761CE9-E794-4F85-9356-F2C38C89C9B1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wq3_5_build_PredictedAtoms_27">
            <a:extLst>
              <a:ext uri="{FF2B5EF4-FFF2-40B4-BE49-F238E27FC236}">
                <a16:creationId xmlns:a16="http://schemas.microsoft.com/office/drawing/2014/main" id="{69F5E7AB-341A-44B5-9E22-21ED781B0E6B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wq3_5_build_PredictedAtoms_28">
            <a:extLst>
              <a:ext uri="{FF2B5EF4-FFF2-40B4-BE49-F238E27FC236}">
                <a16:creationId xmlns:a16="http://schemas.microsoft.com/office/drawing/2014/main" id="{CD9E96AB-F5D2-4702-B6D9-FD2B08310B7F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wq3_5_build_PredictedAtoms_29">
            <a:extLst>
              <a:ext uri="{FF2B5EF4-FFF2-40B4-BE49-F238E27FC236}">
                <a16:creationId xmlns:a16="http://schemas.microsoft.com/office/drawing/2014/main" id="{9E1D5316-0178-4F76-AFDC-3A92F7720407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wq3_5_build_PredictedAtoms_30">
            <a:extLst>
              <a:ext uri="{FF2B5EF4-FFF2-40B4-BE49-F238E27FC236}">
                <a16:creationId xmlns:a16="http://schemas.microsoft.com/office/drawing/2014/main" id="{587D035D-5E39-41BF-977E-42F589839897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wq3_5_build_PredictedAtoms_31">
            <a:extLst>
              <a:ext uri="{FF2B5EF4-FFF2-40B4-BE49-F238E27FC236}">
                <a16:creationId xmlns:a16="http://schemas.microsoft.com/office/drawing/2014/main" id="{3EAA9E41-C1E9-4152-8D9D-92082B63AFA0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8" name="9wq3_5_build_PredictedAtoms_32">
            <a:extLst>
              <a:ext uri="{FF2B5EF4-FFF2-40B4-BE49-F238E27FC236}">
                <a16:creationId xmlns:a16="http://schemas.microsoft.com/office/drawing/2014/main" id="{71D4C81F-0F1F-408D-9E02-DC150DDF9706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9" name="9wq3_5_build_PredictedAtoms_33">
            <a:extLst>
              <a:ext uri="{FF2B5EF4-FFF2-40B4-BE49-F238E27FC236}">
                <a16:creationId xmlns:a16="http://schemas.microsoft.com/office/drawing/2014/main" id="{3D316C9F-D8D3-42AA-8C30-401A337F5D56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0" name="9wq3_5_build_PredictedAtoms_34">
            <a:extLst>
              <a:ext uri="{FF2B5EF4-FFF2-40B4-BE49-F238E27FC236}">
                <a16:creationId xmlns:a16="http://schemas.microsoft.com/office/drawing/2014/main" id="{2D4870C1-A6EB-4356-A673-FDC00D29906D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1" name="9wq3_5_build_PredictedAtoms_35">
            <a:extLst>
              <a:ext uri="{FF2B5EF4-FFF2-40B4-BE49-F238E27FC236}">
                <a16:creationId xmlns:a16="http://schemas.microsoft.com/office/drawing/2014/main" id="{B1D17A1E-A778-410D-A7FF-D53E3D638771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2" name="9wq3_5_build_PredictedAtoms_36">
            <a:extLst>
              <a:ext uri="{FF2B5EF4-FFF2-40B4-BE49-F238E27FC236}">
                <a16:creationId xmlns:a16="http://schemas.microsoft.com/office/drawing/2014/main" id="{C4025550-4560-4B9F-A870-DA10C25450F2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3" name="9wq3_5_build_PredictedAtoms_37">
            <a:extLst>
              <a:ext uri="{FF2B5EF4-FFF2-40B4-BE49-F238E27FC236}">
                <a16:creationId xmlns:a16="http://schemas.microsoft.com/office/drawing/2014/main" id="{FE32C64E-0686-47E2-A6F0-F7EA0CEA43EE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4" name="9wq3_5_build_PredictedAtoms_41">
            <a:extLst>
              <a:ext uri="{FF2B5EF4-FFF2-40B4-BE49-F238E27FC236}">
                <a16:creationId xmlns:a16="http://schemas.microsoft.com/office/drawing/2014/main" id="{9BFA57B8-4B36-473F-8F56-04E432EEE9F4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5" name="9wq3_5_build_PredictedAtoms_42">
            <a:extLst>
              <a:ext uri="{FF2B5EF4-FFF2-40B4-BE49-F238E27FC236}">
                <a16:creationId xmlns:a16="http://schemas.microsoft.com/office/drawing/2014/main" id="{617BBDB3-BE0F-4307-BBE5-29DE936660BD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6" name="9wq3_5_build_PredictedAtoms_43">
            <a:extLst>
              <a:ext uri="{FF2B5EF4-FFF2-40B4-BE49-F238E27FC236}">
                <a16:creationId xmlns:a16="http://schemas.microsoft.com/office/drawing/2014/main" id="{0ECC068B-3D63-41AB-A9F1-6A2093F0DD2A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7" name="9wq3_5_build_PredictedAtoms_44">
            <a:extLst>
              <a:ext uri="{FF2B5EF4-FFF2-40B4-BE49-F238E27FC236}">
                <a16:creationId xmlns:a16="http://schemas.microsoft.com/office/drawing/2014/main" id="{3FC494D9-12D6-4378-9FA4-26B631D5C732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8" name="9wq3_5_build_Clashes_0">
            <a:extLst>
              <a:ext uri="{FF2B5EF4-FFF2-40B4-BE49-F238E27FC236}">
                <a16:creationId xmlns:a16="http://schemas.microsoft.com/office/drawing/2014/main" id="{E9BCB5B4-8890-45CC-B353-7C2A73AB38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9" name="9wq3_5_build_Clashes_1">
            <a:extLst>
              <a:ext uri="{FF2B5EF4-FFF2-40B4-BE49-F238E27FC236}">
                <a16:creationId xmlns:a16="http://schemas.microsoft.com/office/drawing/2014/main" id="{57345CB4-C842-4BEC-8365-FFD5F36B2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0" name="9wq3_5_build_Clashes_2">
            <a:extLst>
              <a:ext uri="{FF2B5EF4-FFF2-40B4-BE49-F238E27FC236}">
                <a16:creationId xmlns:a16="http://schemas.microsoft.com/office/drawing/2014/main" id="{9652392D-01CD-4A09-BFC0-35BCAA9617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1" name="9wq3_5_build_Clashes_3">
            <a:extLst>
              <a:ext uri="{FF2B5EF4-FFF2-40B4-BE49-F238E27FC236}">
                <a16:creationId xmlns:a16="http://schemas.microsoft.com/office/drawing/2014/main" id="{0B65F5FB-65C1-4B54-8BE0-610EA5F5B8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2" name="9wq3_5_build_Clashes_4">
            <a:extLst>
              <a:ext uri="{FF2B5EF4-FFF2-40B4-BE49-F238E27FC236}">
                <a16:creationId xmlns:a16="http://schemas.microsoft.com/office/drawing/2014/main" id="{0019E0A5-97FD-4206-AB4E-E5CDFD8DE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3" name="9wq3_5_build_Clashes_5">
            <a:extLst>
              <a:ext uri="{FF2B5EF4-FFF2-40B4-BE49-F238E27FC236}">
                <a16:creationId xmlns:a16="http://schemas.microsoft.com/office/drawing/2014/main" id="{6C820389-8E81-4EEC-854B-DC4FEC7F014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4" name="9wq3_5_build_Clashes_6">
            <a:extLst>
              <a:ext uri="{FF2B5EF4-FFF2-40B4-BE49-F238E27FC236}">
                <a16:creationId xmlns:a16="http://schemas.microsoft.com/office/drawing/2014/main" id="{8A72893F-84DD-446C-BECE-D4D8D97F99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5" name="9wq3_5_build_Clashes_7">
            <a:extLst>
              <a:ext uri="{FF2B5EF4-FFF2-40B4-BE49-F238E27FC236}">
                <a16:creationId xmlns:a16="http://schemas.microsoft.com/office/drawing/2014/main" id="{B3B9A6DB-2124-4EC0-9BBC-E63BFD6737E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6" name="9wq3_5_build_Clashes_8">
            <a:extLst>
              <a:ext uri="{FF2B5EF4-FFF2-40B4-BE49-F238E27FC236}">
                <a16:creationId xmlns:a16="http://schemas.microsoft.com/office/drawing/2014/main" id="{8B46A5A4-3B9F-4A74-A50F-A502BD82B5C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7" name="9wq3_5_build_Clashes_9">
            <a:extLst>
              <a:ext uri="{FF2B5EF4-FFF2-40B4-BE49-F238E27FC236}">
                <a16:creationId xmlns:a16="http://schemas.microsoft.com/office/drawing/2014/main" id="{C6720110-91A8-4D12-8166-A4FF2D491A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8" name="9wq3_5_build_ClashingReceptorAtoms_2">
            <a:extLst>
              <a:ext uri="{FF2B5EF4-FFF2-40B4-BE49-F238E27FC236}">
                <a16:creationId xmlns:a16="http://schemas.microsoft.com/office/drawing/2014/main" id="{90BCB3F7-C3A5-43B5-8F48-9E12E10FA00B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49" name="9wq3_5_build_ClashingReceptorAtoms_3">
            <a:extLst>
              <a:ext uri="{FF2B5EF4-FFF2-40B4-BE49-F238E27FC236}">
                <a16:creationId xmlns:a16="http://schemas.microsoft.com/office/drawing/2014/main" id="{1599B7AE-5410-4EA8-96C4-A9D2FD78E916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0" name="9wq3_5_build_ClashingReceptorAtoms_4">
            <a:extLst>
              <a:ext uri="{FF2B5EF4-FFF2-40B4-BE49-F238E27FC236}">
                <a16:creationId xmlns:a16="http://schemas.microsoft.com/office/drawing/2014/main" id="{D66870F4-EDD9-44E7-A207-3C3702848CBC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1" name="9wq3_5_build_ClashingReceptorAtoms_5">
            <a:extLst>
              <a:ext uri="{FF2B5EF4-FFF2-40B4-BE49-F238E27FC236}">
                <a16:creationId xmlns:a16="http://schemas.microsoft.com/office/drawing/2014/main" id="{1A69E4FC-EFEE-4E2B-B8F8-2EC624ED1AE5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2" name="9wq3_5_build_ClashingReceptorAtoms_6">
            <a:extLst>
              <a:ext uri="{FF2B5EF4-FFF2-40B4-BE49-F238E27FC236}">
                <a16:creationId xmlns:a16="http://schemas.microsoft.com/office/drawing/2014/main" id="{22E264F7-99D7-4061-840A-9BFDB98D306F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3" name="9wq3_5_build_ClashingReceptorAtoms_7">
            <a:extLst>
              <a:ext uri="{FF2B5EF4-FFF2-40B4-BE49-F238E27FC236}">
                <a16:creationId xmlns:a16="http://schemas.microsoft.com/office/drawing/2014/main" id="{0F29BE1D-214D-4EA4-B6D8-6E495A5DC729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4" name="9wq3_5_build_ClashingReceptorAtoms_8">
            <a:extLst>
              <a:ext uri="{FF2B5EF4-FFF2-40B4-BE49-F238E27FC236}">
                <a16:creationId xmlns:a16="http://schemas.microsoft.com/office/drawing/2014/main" id="{71C0E4BC-F465-41B8-8365-FC3969DA1AC2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5" name="9wq3_5_build_ClashingReceptorAtoms_9">
            <a:extLst>
              <a:ext uri="{FF2B5EF4-FFF2-40B4-BE49-F238E27FC236}">
                <a16:creationId xmlns:a16="http://schemas.microsoft.com/office/drawing/2014/main" id="{83000F03-3595-4ECC-B2C6-1BC8AC65E20B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6" name="stage3-cases-main_56">
            <a:extLst>
              <a:ext uri="{FF2B5EF4-FFF2-40B4-BE49-F238E27FC236}">
                <a16:creationId xmlns:a16="http://schemas.microsoft.com/office/drawing/2014/main" id="{7B2FF8DA-E7FA-4DFB-92E2-1DB79C4A230E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357" name="stage3-cases-main_57">
            <a:extLst>
              <a:ext uri="{FF2B5EF4-FFF2-40B4-BE49-F238E27FC236}">
                <a16:creationId xmlns:a16="http://schemas.microsoft.com/office/drawing/2014/main" id="{C6D2F9C6-C663-420D-8343-3C60EB26B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58" name="stage3-cases-main_58">
            <a:extLst>
              <a:ext uri="{FF2B5EF4-FFF2-40B4-BE49-F238E27FC236}">
                <a16:creationId xmlns:a16="http://schemas.microsoft.com/office/drawing/2014/main" id="{E9763B98-3B34-4F80-932E-2B11448A76DC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59" name="stage3-cases-main_59">
            <a:extLst>
              <a:ext uri="{FF2B5EF4-FFF2-40B4-BE49-F238E27FC236}">
                <a16:creationId xmlns:a16="http://schemas.microsoft.com/office/drawing/2014/main" id="{71A4627E-3B58-4677-ACCA-388A86937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60" name="stage3-cases-main_60">
            <a:extLst>
              <a:ext uri="{FF2B5EF4-FFF2-40B4-BE49-F238E27FC236}">
                <a16:creationId xmlns:a16="http://schemas.microsoft.com/office/drawing/2014/main" id="{827D38A2-FA65-4375-84CB-DF0FA2BEE1AB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61" name="stage3-cases-main_61">
            <a:extLst>
              <a:ext uri="{FF2B5EF4-FFF2-40B4-BE49-F238E27FC236}">
                <a16:creationId xmlns:a16="http://schemas.microsoft.com/office/drawing/2014/main" id="{6CA9A60D-2A83-4EAA-8118-18E405565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62" name="stage3-cases-main_62">
            <a:extLst>
              <a:ext uri="{FF2B5EF4-FFF2-40B4-BE49-F238E27FC236}">
                <a16:creationId xmlns:a16="http://schemas.microsoft.com/office/drawing/2014/main" id="{AE3B2D56-5003-4674-884D-63C684CD3E5D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63" name="stage3-cases-main_63">
            <a:extLst>
              <a:ext uri="{FF2B5EF4-FFF2-40B4-BE49-F238E27FC236}">
                <a16:creationId xmlns:a16="http://schemas.microsoft.com/office/drawing/2014/main" id="{087CA53B-6631-4C1A-8524-946685BB34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64" name="stage3-cases-main_64">
            <a:extLst>
              <a:ext uri="{FF2B5EF4-FFF2-40B4-BE49-F238E27FC236}">
                <a16:creationId xmlns:a16="http://schemas.microsoft.com/office/drawing/2014/main" id="{847C8AC1-16FA-44DB-89BD-64270C23A407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6220693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306C5B38-7D36-4BA3-8673-47A387C4A80D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A214C1D-2AFD-4079-9AA8-174A3E2D546A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D96708E9-8A16-4257-BA5F-50BBA1FB447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23E56B33-1A8A-4352-AE3E-6D12C66C4736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9DCE214A-EEC1-4187-89B8-139ED6605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896F3F4D-DF04-4656-8CDF-092E571856E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F407E7BB-D210-4FEA-88EC-1AC1409AE2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9BAE8A99-6317-4F08-83CD-1C2F5A2788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9D84589D-90BA-497A-BA76-88A7E405C3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36581A69-F0AF-4F62-945B-F996779B88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F582CC0C-B9EB-46E0-A0F1-5F889A95A0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ED296773-8C13-4035-83A7-DCAC8D5EFC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01BB928A-D8F1-45D7-9AC6-744E2D70F2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F567B77F-13A8-4B23-AFEE-44B063D981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6982DBE-E43B-4334-9AE5-C618B7B4E5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31476C4-29C0-479D-B117-576BCBE69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1966667-14BB-4E03-AB81-8780D4B20BE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AD1D741F-BE53-4740-B791-C03ED5A97C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57FA145E-84EB-4D33-9918-82EBD4E48E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743DDE8-759D-4163-A13B-22CCED86310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11B46D2D-4F0F-4FEE-A79A-C4832748C6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09ED0F93-23C8-4C78-91A3-D435ECA82B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D0F1EA2E-3A9B-479A-B5AA-AEA862052A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4AA48599-1841-45E3-80B1-E447631DFF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6E809EB-8ABF-4362-8370-F63FFA14A2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ED29F2DE-BFC2-4FDF-9447-15448785F9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B09F2CAC-BF6A-4518-B942-59CC509DA3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F6169674-9476-46B8-8AFD-C496CEFA4E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A53352FA-8031-41C4-8FFD-AF6E767AC1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A1AB1497-117F-4907-A60B-B83EF1EE83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DACB274-5C17-4EA4-9945-8002EBEAE6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C05F3039-88F6-4931-ADA1-EB8106D747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CA782AA5-8DA3-4C92-B294-2D2CD1E92B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938BE2B7-3D6E-43F0-AF5C-31D8C0FE7A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32DCD4D1-1F80-4772-B880-4BC4F206E5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DBCF4D7A-300E-41CC-B653-7C9FB16218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2AFD2962-7957-462A-A2FD-E53D9DEE5E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9B9E750-4C0E-4148-85FD-8EBF7E3A8F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96206F4-D5B5-4B1D-A7E8-CB011D43D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7E790D08-702F-4449-BAE5-F07C1D53FF9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D72F13CE-425A-4C0A-B171-386E76486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7F26B7C4-4949-4FD0-946F-5A9C3402F5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F9BF2265-9270-4EEC-B1DB-CC7FE6BE5C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B651D7A4-214D-4A9A-A653-3D50BCB4F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C35DC641-DCA0-41FA-BD25-3FC7FAD2EE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473C4A-3ECA-4D31-8B54-53B4542A10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A9A4B5F9-3F58-43E8-A7E5-98839E4690E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860949C6-5D85-4CBA-8C06-96723A37A3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C34A03CB-DD9B-41C5-A88A-04FD910F25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7F03E142-16C2-42C6-B311-BD040CE34D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2575874E-7787-49BD-ACD7-173053B974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189C4974-98BA-44BC-9353-61196E21DF7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D47C55B-0303-4512-9431-C56B991025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E51080BB-F77F-473E-819E-DA7A51A7B8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44FAA283-98E1-4F62-A40F-998C024D14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391C0D50-0903-418D-B9E7-C0F2D46DD8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B5EA362F-89EE-4C70-B0CB-A29A818A72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3EC46C5-0641-4EF2-8FD3-B148728356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FE0BFA8E-C453-4B30-850B-E71D794987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21F9F019-3667-4DD7-ADA4-5588B63695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8ACAFD90-F30B-4887-B1E3-E9EBD7EDD0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E2F89C9C-EE4A-4AFB-9789-59AA8D75BF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055DA71D-CE50-4124-9270-3A01D21CBF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8AC86335-CB47-419C-9D8F-FA9E5260C1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2F755D19-3C1C-4E06-9B73-E22183D2CD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8427E49-DAE2-4914-9CB8-E916745A06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820C57CD-DAF7-491D-A5BA-95EAEBD1DE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5E4E3BC4-8453-4DCD-981C-1521CEAF6C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CBB2B040-2405-4AB6-8F78-D218AA0D68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C51BF28-91E1-49D2-A3FF-6E17981D19D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FA0F5510-49C2-470F-9901-0832724745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1F1693FE-B79A-4593-92B4-E32FCF2463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5FE5D5DC-ACED-4D27-BA47-194E4DE165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BE24C052-EB78-4E85-A2B6-5FF66F341E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329A4CB3-A3DF-457C-B543-8044CA11785E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23B5CA22-1019-4B80-BBB8-C841511A4A7B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24338963-9983-41C2-99E3-79D9BFA2547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4255340-118C-48D1-8E6F-C238290CB012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D9E2F7EB-39C9-4566-AEAE-F50AF2A3BDD8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5BFB01A9-69C4-40E3-814B-DE5C4DA58CB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2B1D98A-21C2-4B0A-B726-6FE8F154B278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18CED94C-B0AB-470C-A58C-9A9936733D41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E57B8098-84D9-4EC6-9AB0-CD3C2172C3DD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067030F0-46DF-4EE2-97BC-40D8A199497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E0FEA2F5-A547-4E0D-AE3B-9AF686F53A6B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F0F43D72-84E6-412E-8692-AB3914AFBED0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9157749-BE44-4573-A89E-17F6F1137F97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B3753ACA-807C-4081-A242-8885A89C9EFA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4654372-D061-45EE-A8BD-6139DA1F4AC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49C850DE-C10A-48CD-BA39-7DD3FFDF281E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B79FAC9-921D-44D6-8E19-76C53991B8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535D94B-0FB3-4CCA-888F-1E9E91AA9552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C52E6E0-32F8-4B1E-B0DD-1EA59AABB5C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94278FB-CC1F-4FAD-947D-CC396C18BF45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7AACE8F1-43CA-4234-87AA-B2CC592A636A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9A1F5762-ED85-4017-9D9C-66F18915A741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EC6C86A6-6265-457C-84E3-7E614AF689D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C1F1B7FB-D851-46BA-9C8C-FBE106DB8C77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A3E0C4EC-C919-415E-9588-DEAE9572B3A4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EE02644-C612-4C6D-9D74-CA254BEEDF98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6F6B7BB4-D4C7-4FBD-B980-B20F15454531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C7059029-32BD-4D61-BEB8-001D1A7535C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AFC7B03-BA83-4282-B988-A40B1FD270FB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1D0EAAB7-8198-497B-997C-652FF072C4DD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0924354-709B-4907-9E50-EDCCCF145273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2083C1D9-AB0D-4826-B8C9-3E1CDD505CB4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EABEEE83-28DD-4F2D-9B42-0C7F2721ED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0651C3FC-E2E5-438B-AE4B-FAB7F32FA0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9F37EDB1-D9C5-4516-84DF-6FE5FBC611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E03B9984-829A-4A3B-AED1-03F26760F9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1E355B1A-DD41-4F5C-BDF6-75D674755A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382F7006-1A2D-47E5-B226-681341B379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A6642165-EC51-4719-8500-B48835D39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CA65C4D6-0C6F-4515-B483-871BD0F3D0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62EAB0EA-2C84-48FD-B337-546695AFFA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88009E0-9618-436A-91D8-CD1424D92BC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71977D0D-D350-4CC0-A345-B5595459B6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D5EF2930-F95D-4212-A015-73E4B963B1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9C7F4821-A855-4CE8-951F-A1B1E89A2E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67108E7-32D3-4A0C-B09B-84F05E70249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AF70F056-DAF2-4CD6-AD59-BD27148CFA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4C4EF59C-0A06-46AD-9957-39EA28974B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537B5F0-476B-44BF-82D1-448569A61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ADD47CF4-38B8-440A-BBFF-EBA978A4D1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A4838E9B-DCE2-4E0F-B8A7-94DA20A76C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5357D234-8698-46B8-80CC-C5EE144B69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010E6799-30DB-45DA-8615-0B7DB05ED8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9DE466E-63B9-487B-817F-5DE6BC90D7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5031C519-5856-49F4-B629-80AD0FADB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E0C391C-BB2A-4055-8200-3FAD260E07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59494B4F-8016-4978-9C3F-18ADDD2313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0FAEFC6D-C5DD-4985-B3E9-B841765CFF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E97C076B-AD4F-4538-B3C4-64A642D62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CF3E35D4-DB81-4F75-A614-9558C5CDA72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7B95DC9F-FC3B-4DD6-BF28-7D63FF9634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B9AD4B15-5F89-49BC-8232-136E84541D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8B7CA8C3-DDE9-45D3-BA85-6ACD003D63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A2481D5C-2539-44A0-B451-45987AD76A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A20CEC63-FE27-4EF9-BAD8-F30562A2E5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11FC778-5E60-44FB-8E9A-F32C286C57F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B46688B6-4548-4186-8D11-B0B72A837D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A9C58B93-F8C9-4831-BB39-DC4632F8AD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6BFC39F-55BC-45EE-9BEC-9C25CE10D9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2CC8E0D8-232E-44D6-A6AB-CFD968FDAC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930FB4F9-0FD4-4D84-8D45-34E56EFAD2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FDF80C80-08B1-40C3-B419-479D54F149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F7C4D90A-867D-4C52-82F0-21E934F8B9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CC327DA-8409-4BA3-925C-A766D92E0E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4E8261C2-771B-4FCF-89EC-893CDDDE48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8B895B2D-6BDF-470D-917B-9E446561B3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345145B5-E14B-466A-8032-96AB68A7EF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E1A6F962-FAB0-4C31-B313-6E3DE827E3C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960F028-A54B-4CB8-BCBF-CA14FBE273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C184D7F-B252-4D21-AC76-414953AA9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434EB27-ABAB-47D7-8F0A-C5BD5C2218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E52DB06C-179A-4BA2-8031-420F834A7E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74E0F28C-16D9-4E5D-A504-EC30F6E816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81D75483-D81A-4E90-91E4-6C1407617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7B3DFC1D-2D6E-419E-B201-E4DF04D5FB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1EAF750A-AC86-4A58-820A-05071E0D2C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62C3627C-00D2-4777-BF90-B7D5391EED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44290D0B-E6D0-4EC1-BB85-382C544DED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265CBC7D-E966-4E15-A8EA-FAD3B0D1BF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FB0C5EF8-89F2-43BB-8F03-A32DC96FDB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479FBEF2-66F3-4903-89AA-3787C3A85B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F816D1F9-5465-42D6-A2B3-EA8EEC82FC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04E7B83-8B05-47FA-B602-0586680431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68F2C00-8E81-4C4F-B3D2-D2DB0E78E8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7CF012A9-B16B-467E-9D29-DCAB0F5E17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893855C-EA13-4BCF-9F56-ECEB53E692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4E8385AC-5846-47B8-A6AB-C820E7C807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9CFF27F3-1971-4EDF-8034-12A1B4768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277E0D31-11F3-4DF3-87D2-D177948824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E134FDE-4881-43AB-BA9D-5B29CADB6E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47D38492-4A1B-4690-92AD-F4F5AE498D3F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4F3E12C-F9F2-4049-9E79-A79ACA0249AB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831958A4-A028-41EF-BE3E-7A4D72A7A37C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75769E4E-2D50-46D7-920B-AD0F5ABB9BA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3EDAE1D9-D9D8-42FA-A152-E069664D3419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859A8B89-F170-4674-935D-C80F88D1E012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1B2CD3-4735-4A0C-AF96-646BFC19CC43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3611AE5-438A-4E38-A0B3-D3BB6AAEA23C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307FA4B-4436-41D1-A3DA-FBB929826884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94AEC6B1-B110-455D-83D2-EB51590666FF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EEA18FBA-6A84-4F04-B179-E07A34EC580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2AC4F6EE-D36E-4F98-A3A1-538309307895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A1676EA-C238-4385-BBB2-799FF2A5743E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D1DB501-4EC1-45E1-812F-9A669B1AFA4F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E12AD1D-A97C-458F-8939-F130AAF43522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D8086BC9-2B5A-4CF0-8628-3F0DA231D5C2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16C97FCA-9590-4F3B-9323-2E61264CF11F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0B6F0AF3-6DBF-46DE-B279-9B58633754C1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2DF0091B-C6CA-438C-9A57-52137122E45D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3A2D3B24-D4F1-41C8-AA84-87CEF309A9E4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D5CB6495-1D3B-4858-864A-BB7370FD458C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DABA7CEF-58AB-498B-BFF2-5958A331A1F9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F21B145F-C913-4820-96DA-7889EB5BE896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681E8A15-0BAF-4142-BCC6-F5CAC11BDC37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E8A9F5D4-5091-4AAB-ABFB-B6DE55CC4EB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4EF3F5D5-B35B-4F30-9B60-D8C02286DADA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127A099A-EC7D-4E6D-BB95-2F7127F28078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26334634-6AB9-4B09-A534-4E31048D09B3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E5C53444-6D44-4F11-887A-ACBEBC84770A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5784D60B-C0EF-4770-968C-71686A84C6E5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C0416F36-0123-4B63-AB50-67F4566E6576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D19CF3A7-6186-4047-BF6F-FF79ADD52B2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5CF877DD-5E97-40D0-B5C5-C0F9743782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779DFE82-A2E7-41B9-9242-47C9E4166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E8AD97BB-DCF5-4536-A464-B52EF82E39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29C98F9-5FAB-4508-A144-8F7281096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63E784A3-FD35-45DC-8AAC-30CF2A83B9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44F75112-546C-4F2E-A93F-2085305D4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7819459-0ACA-4A14-88B0-F74687550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037E080A-11E3-49C5-8B5D-C074BCDD6D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24521D5D-075B-4775-BE36-550B1C74D8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C65E06D4-5E70-4A0D-A671-2B2DBF7552D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BE1B14B1-7DDB-4E14-B45B-D58E332CAC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EF33A32A-03DD-477E-9394-DC9D1A5B15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3504193-1C74-4E94-813D-E788C278F4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BBCAB52-B851-4077-8F0C-BBE23D7D6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C1C94D28-6D5D-4E2F-BC65-1F5FB53BC8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01571895-4580-4FE8-892C-5ED35703B5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F6BAD165-B8C3-4FB2-B5BC-8695B6A830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DD3B06B6-1CBC-410C-B020-CFE85A6B87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109623A-A838-46FF-B962-E8FD610175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D3C24CF4-3801-45B8-89A4-5A34F901C1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BAC98A24-9F26-434D-9F15-523FAAB158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DA2590AE-7104-42D8-82C2-C5CA61AE2F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39206A5A-B0D3-4F00-B838-A2F23F4AE5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ED50999-B781-4687-9609-6EF6769895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B3AEE6A1-A2EB-488D-B39A-58C7CD23CE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E7E32F90-1058-4A01-8557-BF288FC10F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37122463-743B-4FD1-A37F-251258D2EF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3EBA46F8-7461-4DB7-A246-A8B5CB7626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66D6BACC-7109-4C21-BFC8-A7712547DB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962E5589-8D13-4108-A325-C182DA147C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136BD19-8DAA-4F41-9F8F-C5DC5FB7AD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CB12E568-5E3B-4099-BC29-CED5F22F31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31BEE066-0E9C-4E77-ADA5-F320A2D506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E7771BF-F62A-4FF2-9557-770D0337A9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5F80752-F858-4270-A806-25845F01E7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4327F14-7B55-4F90-9507-F9A47A7031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361EF0E8-E711-4121-8DE1-648BC21D55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1C09149E-BE13-4864-B1E6-7A160B7DB6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DEB0ECEA-4DD8-4143-AC37-C372718D6B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ED156E69-BC3D-46AA-8FD5-4DE1E5DCC3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77C15769-F1B4-4A3A-AE81-DFD50F559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922F9CD5-D250-4827-A362-C6CA501C6E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C1D34323-9037-4674-B873-03FCC307D1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D4860DEB-F2B8-4507-9C8C-405B33B908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97905347-E3E3-44F4-9F5F-E95BEF693D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52329C1-E07D-40B1-84F1-814D54DB64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0729EAC-4293-4FCB-9ED0-5A9E3DA39E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3F8721DF-6D56-4E66-A547-F0293DD27B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7A368004-7EBE-4822-87C3-EA4B291595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697A3908-3B30-4E7D-82EA-85E3221B73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76DD4E6E-C551-4E82-9126-25E8291ED9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A9FE4E5-29C6-4718-92DB-9EE0455474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274CDAB-EB80-4292-9569-017346DDF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685DBDB7-48DB-4282-A91E-4120EF4878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28E8F66-3985-4D8C-8891-3260A3E693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4A208D54-53AB-4EB5-A87D-75F446AD64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4529E898-4B50-42AC-9DEB-E1D41265C1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6923606D-75DE-480C-B5EB-9B956C6E75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96FE25BE-05C5-4737-85CD-527355084E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44F0EA2-E384-4270-AB1C-097ECF7165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E5B49B2F-7472-4528-86EB-32C4A9E4CB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606114A8-09C7-48BD-9B52-A92C1AD0C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60A5FFA-2598-4B52-BFAD-3091BED0F3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3E669CF9-F52B-48A3-B5A2-6CC8F331ED3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FD5B8F4F-B96E-4BA0-AF34-C4BAB1D49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18F9B2B-3BDD-44AA-83CC-9F8EBE52A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34428BA8-262F-411A-B4F5-C7883EED0A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C4F021CF-80B0-45AC-B9DF-538B92076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D0F3C3C5-9950-45C8-97FD-DF554B506176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68A99556-22CF-482B-9674-447DB86DCA7D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362DD70-A79A-4D7B-8F0B-FAE17126EA8D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7CEC4D46-59C8-469C-8061-BD0823C9A012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0399D04E-EF89-4422-8904-271D143A8D8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18B0F0FC-EC83-42F4-8108-571EE697041F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1E0EF93B-9C14-4DBE-A9C2-B0EF4A918CC3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F6EA02B-D1DF-48BF-924E-29F64CF88DD3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A1EA7069-37E1-4DE4-B716-34A1947EFABE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40F2DFBD-C51C-4D7E-A52F-70EA854A3B2E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2548C53E-FA11-40C5-A171-6315D7925AF6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296D0394-E57B-4977-8174-13BE866D60C7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D7EA51DE-E320-4C95-867D-A038CCCBF709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533BCB8-FF98-45B2-A33A-E4301C60106F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9FD45FF3-B9BB-4854-B797-E285DC0D0626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15172BB6-8B6E-4EF9-9C92-E1AC42BF50EE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5F9BE7CC-BB5E-4DDD-8912-DA887B83573A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A2F7568E-3AA7-4188-97EB-6F21F15D59E6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1254ADE1-BD03-4A3E-BBB4-8E298FF7B85B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0EED64C-6F16-4F34-ADDE-6C8E31BE4A61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644D476-CA90-40D3-8768-0795DA889B73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58352C92-8029-499B-945B-BABE3F1D6DE3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7E00A2D-C64D-440D-ACDA-B8C9878FEF51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D87063-020A-4090-8D05-2BBCBDE218EF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F35B58D5-66A1-4CE8-8C40-5984BA2E096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1FA1B98B-DCAE-48ED-A578-469FE57DE083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6D06123-54B9-4288-B1DE-0427A2233AD8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F53D90B-E903-46FF-945C-882A41FEEBFC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C1278766-266E-4107-ACE8-060716EFDA1A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AD54543B-CEE1-4847-95E6-552D573E6DC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C780CF5-8E8E-43D5-95A6-898B186899DF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D61D9E5F-F645-4252-9846-8D87AA5A5E2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3ABC399-27B7-4BDC-9053-2377C8B012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0B7AD34-9667-4A79-A9CD-D54C3C187237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AB19AA89-6F71-4580-900C-9DA11637E284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06119AD-0898-490B-8DF3-C2C60AE64242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20A96FE3-4CD5-458F-824A-EBC90E1282ED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3333E133-C278-4A49-BC2D-5562BE3F8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E0F08C71-D9E3-4FA4-A94B-35BEAB710D6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9E52EAE9-491F-4074-9BA9-D38C1AC88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41C93C28-B2C0-411E-9069-3A2E5E93E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82D65F44-6DDE-4737-B041-540C933AFC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6E4A23C6-6A29-4C74-A98B-389AA05C75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0EB68EF4-1114-4E4F-82F7-3A383AF585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BE1E5E10-C8D2-4281-8976-F532DDFD76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173FE4F-8614-45C5-8898-06CB2E3099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EBEB5A4F-70DF-4224-912E-14FB8EAA33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D6169674-119F-4F6C-AEB5-F427D20614F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BA75F75C-18F8-4DEA-AE0F-9BC42313D3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964DDAFD-8B08-40DE-B7BD-2F28014205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3F1EBE6B-900A-4703-BAE6-4B598AA23A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6FC76B93-81F8-4E79-AB83-2944F447E5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009A6FFD-815F-496A-9C87-C7039AA71F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2C4E162D-506D-4A3C-9FBD-3FA3F979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1F04E3E-DC1F-4294-AE2D-895DEB1821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9123C4EC-04DD-4F00-93E3-A071004288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6AD029FA-68D9-472C-8091-857A4B3A94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113CC-9061-4564-84C0-AE513DBEF9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69FEEFD-1829-4DAB-818D-39DE9D2A70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B34A3A45-C760-4E68-B910-49632F480A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DA5CD040-8F66-4CB0-8D02-346F68A40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B9852762-C6EF-4ECC-BCA8-0829536849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90FFB7BA-88B8-41F2-A578-C1F3C3D681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C7042338-90FA-430C-8F6E-31EE501879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6DB15583-FC4E-4ACA-94E7-C3176BBE23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1CB1B733-315D-44EE-BF6E-25027B20C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AB6001B1-B480-46D3-8545-69B6155AED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F5366140-4407-43AD-9ED7-097AE97C2F1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9C7E50D-9AFD-47D8-9434-0B2AFF2020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50446DA-6DBC-46A6-8D60-00DCE063C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C5B91CAC-484F-49AF-A8FF-8214744E2E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E0AEF12-DF1C-42D7-A04E-4E441A63F9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2D838AFB-52AF-4DFD-B2F5-4E8BCF35B2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C6A6BC64-F28B-4840-9F87-A5F1F3AE28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859DBC5D-136E-4F60-A7A7-688A3A082E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50E28FF0-6C78-46AC-824B-9FB50572DDC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19F6506A-FA7A-4E5A-A6BA-5A2E8E74FB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C77361-0A1B-44D1-9898-EA5906BA02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8E587778-636D-45D7-9BC0-7960C1D9E5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3E6C668-A096-4703-AB32-B947CB45D9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C0F11125-70DC-47E9-B5CC-359A2E9F47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EF3E8883-F772-4A1D-9E45-D218E3FB13E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8F0A891-632B-41FE-AF13-3E1FE0B3D3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6F628E45-E6B2-4378-92D8-91323E9F2F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86BCAD8-F5C0-4939-BDFF-E80D387EEE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A2D2BBB-7ED6-4F02-B8C9-90CC3E32AD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35DFB912-34F1-41C0-ACBE-CA7B4161AC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E3295F91-36DA-4A32-AAEE-90782AD9A6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C9AFC90C-F3D8-4A77-A2F3-3A5A744B31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29177AE-7741-4C74-BBE5-8DB7BB2A32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C5852BC8-8D7A-4CFB-92FB-4DC803BA90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3C2D7DD8-A3B5-43CB-AA0D-DAF69B6F4E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5E13446-DE7D-430F-8C70-54A0F767CA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CD567577-DA6F-4464-8B23-F1547799D2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F86691CC-1FB2-414E-B3C0-86B4EF597C2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BDA1086C-1CD6-4B76-BFFA-07525E97A9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872D3568-19F7-4AA2-9935-E1EC7343BD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9307DC5B-06C2-4682-96CE-82E68BA11E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32735AF0-C548-44CD-B6BF-6F16971FE8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043B345A-A071-41F1-B4F9-FD9615F7C4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3F880E70-3CFD-47D8-AB3E-E3B71614AF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45F135E7-49BC-41F8-B815-2312368FF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8DC006C7-9C92-460E-BCEF-3E9856EE2C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4FE72F80-0EE4-447E-B047-09471AABCE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7DEFDE18-2A22-46A6-84E1-219F71D3BD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6158C6A2-B26F-458C-B0E4-238972BB43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4F455080-2AB9-4A46-A444-03E6123546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32FE4640-33BA-44BC-A6D4-A27B0EB410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B8E2440-AE6D-45BF-A19E-350CBA205D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4BFB9FC9-C106-4D23-9780-5437D37CA6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15BC34A-C9CB-46FE-9EB3-9306FA3B3D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49AE0013-4F4B-4935-9DA3-515D7CF5B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997179DF-4703-4941-AD31-2D51376272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7878DE2D-9234-4573-B280-5BD48A94D4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F6106CC4-91D6-48E1-99A2-16420B12EF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BA9176C0-0BF1-4545-B83C-52C73305F28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7DA5896E-7026-4BB1-A6E7-FF3B00127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958AC947-FDCE-460B-9457-F216A4E616E1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FAAD9CBA-A2D7-43E1-990B-296DE9A9212A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8ADE44A2-5FBE-4103-B011-7E966D1826EA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1659609-4183-42AA-9BFE-0397D91239DB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261D7F1-0E41-4F49-97D5-8897A32DB5BC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A7D28363-8B92-4DA7-B41F-CC20F662C9E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D64A0C44-EF09-43F8-BAB9-0E5389FC0AD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31E054F1-4B72-4347-A5E5-2CF79F26D64C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21685886-3BEE-4C06-8CFB-FD08C82053E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206F50B0-B814-472F-B4BE-7E1EFF197FC5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A9D8F582-10EB-427F-98A6-44FBF62A861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8F2A3AC7-3E7B-4DED-8642-7D1232FA27B3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77220D7F-4C51-4150-ADDE-BC2CEEC3D4FA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08D73E7A-7138-4025-A6A1-A698D85A028B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DD18ADF1-6E20-432F-A99B-150639C0EFCC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B24BC9EB-9A87-4A40-BCBB-33207BC91B6C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A1930931-7815-4E1D-8048-D61B8545080C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30F7BF7E-5FA1-4B83-9EA6-E9B6C8490A6F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BEE980DD-F29E-4516-B129-A9F97B33E570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E812F61F-4162-48B7-AEC0-60583E41D67F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08ED77BF-E57A-48C3-A3F2-2B7CBE5CFD3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7E1E7F3-38C1-45BD-A7BB-5E2F2F952288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800D24A-B200-49E1-AF0C-CF12AD1408A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9594A8-863B-46EB-808F-521D8663A00C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7B94BAF3-A5FD-4B35-AD21-15B8D54E67D1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AD4C175-1ECB-48BF-83F1-551FBDF365C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689DCD1B-9A62-4D42-947C-AA00F1F05F18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0C7F20E-2F4C-4280-AAD3-5CE020BF937B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6A6502B-289B-471A-A092-49E69734913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1D2CD2F-91CB-4C79-8934-ECA893EC77D1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A444F423-F929-4319-B76F-AFB5EB0DD1D0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19205514-41BC-412B-AD47-F3A119EBD7E5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6AA1F54-2B4E-44DD-9726-9D2C900C70D8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AC2F766A-C75D-4BD4-A492-A3AC92D93CCF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F038F56E-BAE8-4145-B02F-D7B451AEEC1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B7FB18DF-389C-436F-825F-F465C166B9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F95C9A9-6BA5-40BF-8750-0D7809689D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936402AA-C46E-4D96-A6E0-A4517AE1F2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B10B2B13-E393-462F-BFE6-63DBD063A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9F2778B8-C34A-43A9-9473-4E77CB33F9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632A107C-957F-4F25-8D78-48F61E1501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01C81C7B-361A-403C-88D5-FE4609748C4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DDEE9CD0-1500-4CC1-B4FF-06D21A0648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57D6B62B-8376-4847-BFD9-C17B7497EE9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C93515D3-739D-4B7A-A070-5043172E2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BA90B7BF-C08B-4D6D-987F-4286E9E72D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0353B1E3-7B67-45CC-A0DB-A4CFBA04C75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896A9C-77DF-49CF-8719-AA5E12FFA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4C8742E0-AB6C-44C5-82E9-11BDE6F6BB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96669790-F562-404B-B354-2D19FCD999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D1AF3F59-B4FA-4C82-8A22-B6399E9C57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A6E58DA9-C1D4-4798-926A-D68AB66863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8160ABA-FFFC-453D-BD52-1D932CE18A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DFBEEC12-421F-479C-B10E-6F03C6B216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B1B3DC5-15C6-4F75-BAEC-8D232B74CA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BB2FC30A-8E75-42C2-A0D8-B488C23201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2643F62A-0524-4BF0-98C7-673ED82021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A0274FAC-0419-40B8-98C5-32F18064F2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012AF2E1-2E4A-4B1E-8F94-3526863213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453AAB73-717E-4B43-AA8F-04F7E34418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A917F604-513A-4224-8BA3-7D0EE3AC48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C6218FAE-72B3-4039-9DEA-819E6664E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C749388A-81DE-4216-8401-B8BC777D40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89CF8836-A26B-4B82-9A0E-7F6CE847D1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98BD670D-6A89-44E5-98E7-735D278EDD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488548C3-E12D-42E8-A052-50D790222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B6E5E064-5DBE-4E43-93B9-A68C3279BE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F9F4F8D3-4B77-4C40-B8CD-CA26B1B7E3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AC35053-1DB8-42B2-BF26-2098D149B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3261CB2E-A96A-4374-817D-726212E72A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A4CA023A-1A19-443D-B8E9-DA669E0C96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28C0E8CB-8502-4E3C-98F9-7C5401C7A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84472FD-6F1F-4A67-B583-64AEFE3895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202A93D-6073-4206-9F4E-BB5F4C34AA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AC09C0CE-39F7-4AD5-924F-085E69A87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DD92DB65-AE44-427E-92D5-1386131D68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F7BF5B02-8D56-42CD-94CC-7C644B2655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9981AFFB-C9FD-45CE-88E1-F3531654F3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5A2EA365-8481-4301-B9D2-0A63D8F919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CC9E4EF8-5E35-4078-8F76-B802EF4FF4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B57915CB-0A11-4364-9235-FBE3FBFD6B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8581B77-0FDB-4FBE-9B73-F2A4FE2A0C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9FC53942-687F-496D-ACD3-F6537A6BC7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D65DFE15-C3A4-4444-A830-B682809C1E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7E43905E-A404-4E75-BFD1-BDFC3E33C5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5CDCFB11-6751-43FD-964C-AE71320F88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3E3ED982-806C-430C-B19F-DEC33A7F29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DC413E1-E94F-42AD-A3A1-6FB8141305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9EE3C52A-A1CD-4F99-814C-60D246A17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537CC351-BDDA-4A9B-BD6D-FCFD41A84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4D0BDBBC-BA91-4523-AC42-E6D4E42B03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7DF8112-0F8F-44F4-AD64-9BDFE9F801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DC2B924D-4A9A-47D2-B052-CBFCBF322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73B2BEB6-D055-449B-9EE8-6CC913BCDF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7AAA5FE8-5305-4278-91D9-C6B5F8E375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54D78A0C-77B2-48FC-9DD4-74ADDEBE28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0169DF0-C572-43B8-9D1D-5D8C205A2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86B5688F-FEDE-4A1C-ABC0-CE340E3E46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925020A-962D-45ED-8AEB-4587BDE0E0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888D6444-1712-4F3F-9DD9-3905B17477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55A5CD6-B187-4773-8B57-5B599A1A93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158BC342-2718-4DB7-98FD-220173A1DC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3E05E31B-EF31-4A69-AC77-5D354DD000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DB3313A2-1BEA-4E13-96B6-0A530CE815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4301883-CCA6-457A-AD5F-3BB358CCA2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A32C6800-5F71-4EC6-BEFD-211064A039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8C85C6C-A937-4733-B335-3225DBBADC1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C72545EC-BB01-41F1-8A48-5DD91A8B0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42118D97-B401-42B4-9305-EC9A9010EC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CFA1703-1344-4FA6-8E2F-613928318A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A1B216E4-A781-459C-BD26-1655327A57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EA2B3A14-361D-4281-90EE-7580EFB6E06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5A8964C6-F54F-4354-83BB-7F835E02A2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783BAD50-F8E9-4735-9E9C-B53ADC3BFD81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F82EAEC1-74AF-4313-95C2-115EE6B970C7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70DAA2C8-A906-46F1-885A-7F75C336D87C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E18EBFB9-B8A3-405E-B796-F702D6E8EA6A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4E3A3D7-2D28-4186-ABF2-CAE7663F8D7D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52F90D0-3FBC-4E5B-B0D9-D733FD073188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5C00EADB-F823-4683-9E40-12334BEDD93F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4B1303C-3C97-4A8C-879B-EFE73D93FF5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C0FFCEED-C443-4BD9-9B7B-7123D4FFD355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151FAB1F-6E26-4D36-8DE3-317D630CA15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9A8B5BEE-E5A2-475A-B104-FE592B0F125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2DD0670-3DE3-4B9F-8562-78801B9B7116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B555D40C-11C0-4503-9A2A-888C3872D929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879EB900-AF7E-435E-999C-9FE83E2AFC78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083745A4-44D2-44B4-B8A8-0187500AD4E3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60950A5-B674-42BE-BA3E-D4C4F3C6A993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50ED9F21-4C76-4DB0-8912-78519E952973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513A24C4-2203-4AF6-AF2E-B34E23F0B068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A3418BEA-7CFE-4FEC-A981-797EB8EC0E14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EB8FA8E-5324-437A-AB41-517D837188A9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668BA1C-FEBD-4981-AB40-0A4B7861E4E2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801A21C6-1720-4756-8F80-590FBF9FF0C8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12053F7C-C85F-49C1-8102-ECB6709285D9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9AD4DDF-DE6D-4B71-8890-75EA35737F3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AD0B371-F929-4534-8C62-C3183D07A6F9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36EA3E3-4F13-4F76-9D92-A0709E5A9D85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3741CA64-2F93-4816-BC0F-FB082938EAD5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090E3E98-7D84-453E-BD49-C46EAA69CB6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97DE69E-E709-4C52-84A6-A55A6896BC5C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AFD44C5-CF2A-4717-AF3F-40D319986A8F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628081B0-6D51-4209-A9F1-CF4D67FF7F7A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8AC8536-1817-4100-A6E4-492504F9B218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5BC50C4-6CC2-4CDE-84AB-72209F3C9323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E1C19BC-97DE-498B-8B5E-326DA4D9AEE3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30A75C6F-850D-41A9-95F7-2AA3A6A27C62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17FC1BD9-012B-49ED-85EA-870D0538CA37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0F250255-0DF8-4F98-8320-02FC673BB6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595FE7B9-9E1C-4963-887C-E6E6440B0C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B2802449-384B-44CC-AFAF-BAA2F8F75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D4B0F158-1299-4773-B8C5-A287411A0A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BC33ED89-1539-4B28-B01F-9B702DB91FC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7B66C0E6-4727-4F6D-AC81-835648F5DE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3EC38F15-B45B-4899-805E-25347991420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5445289-631C-4AAC-90DD-8C540F71C9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E3976C19-3836-4983-A9DE-02A55CB01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F73BC884-D571-40F2-A378-1640F020C9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EFCC6E5-62C1-4D7D-A413-16A13B80DD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C146C14C-1C47-4C8C-84B6-D34D528A34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9BD4D57-1D96-4E69-BA43-25E0CE413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641F5D60-1F12-4717-88CE-8F7AE5105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E0239AC5-227C-4A41-8090-E11B34A921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6BE88F52-C893-453D-9BC2-886F3AE1AB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8BCE018-26F5-4FB9-80D1-A08AF5F72F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EF669829-C9B5-482F-9BDE-7A09CB945B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552DF89-E7D1-40D1-9A99-5CFAF4481C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AEF192A7-B5F8-40FD-950A-C231BC50AB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04CDBDA1-CB93-4EF5-BD53-826CAE2009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9F73903C-54E0-4513-992F-86127D3C130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68401D25-16A1-43F3-AA68-CF7C772959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59AD4AA-5EEE-4D88-8C7A-4CF6B7BC42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E383293-53EF-443C-95C1-ABD0F2A22A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7A45F44-E675-4DDB-B7AC-E0192D32D8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E89F2C1C-CED3-4EF5-B7A2-F727487A82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D9DE7310-6089-420E-B36C-7C3D540B31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2BA6B666-448F-42F7-B22C-CCAAC6E2B4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135D22E-F459-4AF7-80AA-0FA595E3C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93D2F3A6-1EE6-44D9-A2EF-68EEA54E45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5E9DFAE5-1DE2-4C5B-BCCA-E606B1911E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A7743BBA-C475-47BD-9462-C92F81628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36441DA6-C538-40FC-9890-8C6715D7B0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82C04C6A-5350-4EEC-B2E4-B18B0DDD60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76AFF934-64DD-4A6E-AD1C-61E9AAF91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9FCD523-9CDA-4E28-BC28-3CE95AAD3C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5DF6E407-4D3E-4BE4-8576-6084B813ED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A7CC9166-69E7-4E90-9A4F-A5F8AE7C4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98F2AC50-A5F8-4F0F-B4BE-14BD710042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493A7AD-D18A-4521-BDF2-2077AA017D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12DDF44D-D039-4B68-AEC2-BD36575ED2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2CAD5CC-42AB-4E55-99DB-1183DCD8F3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7949180B-3B7C-48AC-A9DD-56E7B9C0F6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BBF3A15A-DA66-4A89-8347-4411FF101C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17BC58F-3854-4FF4-AE92-1387DFDD65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2923350B-FAB5-4F4B-8992-1D96080734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42B71D23-3646-4871-AE4D-35B581DE1FF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F43E6096-5691-4E57-9F20-4561296AF16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F6A4FA6A-5ED2-422E-BB1E-ADFDA23E6B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A8621371-7573-4C0C-81A0-1596E04E9E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6112E3C-4486-48F5-B7FA-97C8183E3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52BC37B3-D1D5-440D-A79C-0B39C2F5C6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230998A8-F293-4B49-9ADF-D6FC5DCD9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5F112A0-058B-45FD-9286-E0166EA999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95623F75-1C07-44A3-86E9-67BA58D7F0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5364BF0-EE9B-482E-928C-86566B8C75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7301181E-4302-4850-A3C6-74A66CDBA2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460BDE2E-35EB-48C7-9ADD-E6DB18CE7A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1BE47E6C-0865-43C6-8A54-C9B446D529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8CEF9879-AD5C-44B5-A608-4EC166FF17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790FEC3-2B79-4049-B9D7-F195EB108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F8E73423-4BA4-429F-9BA5-6CDDD1D9B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00E042C0-C592-438B-A397-2A5F4DC6D0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9AAC344-1E0B-4767-86AA-8334E338EB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97E219F4-754B-477F-8F59-716243831F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4B0434D-46D3-4EF2-8E1B-8ED4C1FFE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56544CFD-A4EE-4EB2-8BF5-14F2CA039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1773E5B-2BBD-4E03-A6DB-E4199B68C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83089B3D-2646-4337-8F1E-656E4032CF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444E3A4F-9DED-4772-97EF-8B0AD3EC90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8E31D8A9-C7B8-45F1-8C91-0A01844568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B1887-DEE3-4F3A-9A19-A6D846440E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99C9AC0C-8494-402B-B936-C1E3174399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0076083-BE4E-4704-AAF0-F0311729C1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A38B5F8F-2F6F-4767-A95C-6152D3ADF4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D09F1105-84AE-4568-829B-2821E9791E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375EB59A-FFE0-4D16-B493-8EEAE39BD2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F4B6F8BC-331D-4182-8218-B096B09369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70E415EE-358D-4B8A-AE04-0F048F5F1F8B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7E247BAC-73CC-43FB-8DAC-BF37A48260D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F1372681-ED7A-4F65-9D51-F9FFC3901E70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34DCF78-2FC4-427F-8275-FD90356BF76C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1AE47B2-FDC2-40AE-B837-D572758A1649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D314DB5D-0EB8-4F03-91A0-63701262DE96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ABA20064-6959-4B36-BE40-1A9106532E51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779733E3-917D-4B8A-945B-D6488E5E9B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1516EE29-F5A7-4D31-9EB7-9339A3484F6A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FD4982D2-FE9A-498E-87CD-3EC24A7722C8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319F88CA-3162-4FA2-8869-839B5445FBDE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CBC68A8E-73F9-4F06-8C69-FF5D33F66D3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BA138233-839C-445E-94F9-3F215EB2D303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54849F07-2BCA-4566-A364-5897D69B4826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339A070-2A0A-45B8-8243-159520ECB7AE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970B2CC-3F1F-45D3-AED6-0992CA162AA3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36A6187D-7AA9-4417-912E-FA9042B8614F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0D021DFD-AE6B-42EB-9A15-47C51EF568C6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E3F15CE-5AD7-4DE7-A17B-6880FC8D5E00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BF0F0E1-23C8-4E76-B600-C2B9F7E5F20E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47C4CEBA-C8B1-4266-8132-DAA6D4283DC1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6AD3CA02-2ACB-44C5-8D1D-538AF79DFC50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67834DD-9FE9-4A9A-BA59-BC9AEF46582E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0E7205E0-229A-4121-A6D3-617DF577F33C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D11AFBCA-F48C-4680-9473-48ABCA2D0B90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9689EF-32B4-4D60-BE1C-A7462D48AF71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F25955E3-42A9-46E3-887F-BB8545124F4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B082EA3-484E-4C3C-8D7F-215CB9AE72F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E05784D7-D731-40F8-B7F6-92BC497F0411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30D3A348-8FB0-40AA-9CDD-8096B57D4989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7409E8D7-F8EE-45D1-A5CB-8806D4941671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E4A77E7-9BE9-4085-97D6-D46DAFC6A196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1541579D-E5DA-44BC-AA28-4FAEA3CCE572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76778B0-26BE-40BD-8582-387E658DC0F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16631B99-A2DA-45B6-B73A-B8BEB104CA18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EA55DC59-D285-465B-AD79-5EBC96986B6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E23182A7-ACB2-4549-99A0-CC7B8916FC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53BD3A17-DFD2-455C-AAC1-9ACC5D18970F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A4E49D5D-09B8-4CAB-B78D-D4CF85A4BE2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3FAB01D0-5231-474B-AEDC-BC57DE19EA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FDF136F2-F620-44B2-843E-A18346F2D7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6848B82-7542-4B02-BAB1-2AB656B2D3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05DC18F-07E3-405E-9FFB-4A66DBF8AD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8246E702-48E1-4425-95F3-A09C35C39F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85701D9B-71D4-498B-9D00-9CC07B2659F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D2687649-4D79-4352-8D3A-6ED7015A26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698A7A08-39B1-4E1E-A60A-18A3D203A1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2B3053A1-F816-4FAD-8FED-2EB6F0352F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E49EBF01-5742-4C6A-AAB0-47614FA193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E41879D-B041-4DA7-8C82-8FE745D46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1FAF246-3164-483D-B458-214E015E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55D14F9B-A20D-4460-A901-EDCBBDA0FE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24E869F3-9574-4D27-9059-77E684CB29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649DDF4F-22E4-46C5-983C-5C31877DB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86CD8867-F051-4246-AF21-1E6A1ABE5B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578F5DCA-3731-48F8-ADF1-2B8772EE7A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9F275D4B-A7DE-4CA2-96AE-EC00FF6CD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C22C88E-091A-4E4F-9DE7-73D0DA056B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85AFF6B7-EA93-4CBB-ACBF-C920F754689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C08E64BD-D665-44F9-9BE2-8A5DF0BD5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D27A64A1-74C9-4233-8AC5-1AE2ADF538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30D04453-0E01-4C2A-B6E1-6856CD1437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F0C46993-675E-47CA-8BAB-ACF8E08F5F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66251E7E-CA4D-489F-BE4D-DE0F8FF263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0F098242-82E2-404D-B268-247E81C175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2ADB4E75-9C11-44F4-A86E-4EC2128614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AA1A27A-F7E2-49E4-B55D-4E534F0D9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641F885D-DAB1-458C-9A11-BDA6C8F849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4CC775-3269-40EB-9AB5-76B7BDFDAE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6AD61A4-D755-4854-AD96-20E7DA5CF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80E833D7-CFDE-40D1-AF6B-22066CC53D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B3C29338-074B-437A-BAEC-6438C4CA83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E1E7F62D-F813-46A7-9C3D-C0F1CA0C0A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89A8416-B82B-408C-B40D-4E5C16ABE5A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53E4D1D9-1A25-4A93-AF73-F325019746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6FE3CF07-DF93-4346-9B1D-D77B0E7BED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126A632C-3635-42B9-BAE4-BBF926D686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0C4014C-4CA9-41A9-8FD2-91744FBB5D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75821FEA-4345-4CEE-9DBE-AE4EB97887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54F08D91-3E3A-4622-BA5A-E25EF581C5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BDC23C12-80E2-4752-AA32-B249F6EB4C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19214BCA-DB5F-47D6-BB28-2FAA71808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E0A0C4B4-682D-4F11-9217-0FA0CA2BDF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6716662E-DB81-42AE-AD60-449A2C548D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7859DE4-1AD4-42F4-A80A-3FDFA37BA4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FFA4015-6FF9-43AC-8340-86F25C68FE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4BFB028D-8B93-4746-8C66-75909C00F4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7E90530-196C-4DD0-90DC-70E7554903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78ADFD80-A9BD-4968-B168-92796165F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9086728-D2CF-4D4B-9742-9B3A4D22C9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7C57AB13-AADA-489E-9912-A92D90642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FAB36C54-8D2C-434D-99BB-8CB1B16468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BC8A5D3F-B8B5-4ABA-8992-C0743EDF2C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F527D9F9-830E-4995-BF86-B52329BD9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804DB195-972A-4411-8D14-8CBCFB3B2B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277B171A-CD1E-47BD-9471-A7B73C9AD7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C664B841-9AF8-459A-8D1F-6ABED28888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7EB5C448-0DB3-42CC-BE50-F410715A6A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71917D15-BD64-48C8-A64E-00EBF15356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F0223416-9E00-42E9-8B0E-67C492AB1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FB54E89F-C9D2-4115-92B3-212611C4EE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62DA2C85-615B-47EA-9516-23265FDA2E4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53D658C7-253A-48FB-AC79-E0E669F14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88892951-CDED-4339-8C11-3735FF909B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95221B48-8FC3-4145-A3FC-6FA557A0D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602531D9-7070-49CF-A42B-14349DC02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D6AAA9C8-8209-4922-829F-8BB1A25C24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0F3F9B25-DD67-4F7A-9A65-DFE823BB2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E7C631F6-FCCA-4CE1-B9F2-3DA6612FFE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BE97A875-F6F7-456E-A3C3-DD6AA4E8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B434D313-C080-4492-B873-6A04EC355C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518BA0A-CBD3-4A68-9371-7A3FCF77E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F457054D-CBEF-4230-B0C5-027C7F757A47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1A5A2FC-FBBA-4433-9EDA-9628977F6EC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754DD70-1F75-42B9-AB9B-EFBA626B637F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333B45A-9D9B-4BAC-A414-F0EB6735BBB4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470E78A-BB96-4615-BF84-96EC32485F7A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B1CF1A74-D097-4773-9704-FB8B0650E460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F095678B-6444-46FC-8835-BCC0218E52EB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3D15A81B-B726-4414-97B1-89E0BABC3020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9A14FF7-AA4A-4713-AD0D-2C275E364138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36E45ADF-F077-4E9C-8F93-49EBB7958265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B28DFD2-57C9-4623-AE03-89045A06053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88397C7B-4317-478D-AB33-D0AC8DF88429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F71CA6DF-F4BC-48FB-A087-4A4F21B66AEA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09E5ECB-AB58-41CF-9E5A-60ED3E777D08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81C4710A-4D79-446B-B352-886432A9FD48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CB55658-25B9-419D-8B01-11721C875151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B23F7C3B-EA34-4A69-8A50-348F8E0B635E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6E30860-E081-4EF3-9FDE-7D6526068910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60894ABA-0528-499B-A521-0A0E8E6B8D9C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9F5831CC-147E-44CC-B0D9-F6CA63C066D2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5C028FF3-CC82-4B1F-A37B-7C3C0B110DC1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226F10B5-05EB-4471-968B-08E58E68850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C0AFC46C-4987-4D35-9FFC-498A9C849ECA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48B9BCE8-F647-4D13-9436-0377A25CA4EE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9237047-AA07-4224-9C5B-AD89C7D24883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D855757B-49EB-44F1-A20C-7D57504689DF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72D4AFAB-5AFE-4C8B-BE1A-1310F3AB0E80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B755652-1F40-45F2-8D9E-D023F4F9F9C9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E7D953A4-FF3F-4341-98B3-B1CF8AC5969A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FEFABE77-D5C0-4D04-B2D0-5219C55296F8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0BA31EB-EEF9-4B25-81EE-26CA40C81869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85AFC2EE-32F9-44F7-AD96-27349427F1AF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57D90C0B-8B2E-42AA-B57B-51080AC5B216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2D8A129D-7824-4188-B37B-62782FF8B33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FBFD9323-30C8-4FF8-9E44-E4C5C7893F49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8DA5307F-7CFC-4260-A821-0F6408E1D0F4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74DC67EA-6A57-446C-AC7F-FC42A7443375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0E5AE2A1-967F-4EFE-889E-25CAC0F94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23CDD66E-2E4F-45E8-9CBC-3741077AD0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1609C127-F931-49D7-B2EE-B2F18A0CA8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B85B00E5-F337-461A-8B65-08A42374D3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DEE26516-DF4E-4219-8319-25488641C6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65500DD-6D84-49E8-A3BE-98BC918AAD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37DBE15E-6733-4292-BE69-D7FC039318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7BBE6E94-8029-4107-9207-A6D47FEE8B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FF30F07A-3672-4961-A32E-D50173B751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EF7EC66F-F699-45ED-845C-66FA0C638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54D39296-F05D-4386-9D7F-EC585D60A2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FDD69A86-FA44-435D-81B9-F1DB3C428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371CA48-B8CE-4B7B-A23D-6C3F95BA11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6FFFB22-F517-4285-8A99-303B65C2DB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F5AB609D-C2AC-40BB-BF79-24EBC1A096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ADC6B627-D461-455F-AFC7-03E893BA26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105AC43D-40C3-484C-B271-C5AA2E362C2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D73386DF-6723-414C-BCB3-66E5143D5F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35C8D1F-CEA2-443D-9F1E-D05CB54F6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787EB32A-F61D-4EF4-8AE1-8F66612260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75E8195-9AC2-40B1-88E9-375DC9F34C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F450F5F3-E21D-4C61-B122-2F11F51CAC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30450BE7-B404-4A49-AE21-8C61B22A55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BE47EF20-B935-41A0-9823-E134A5D0878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8A3F69E-A999-44F3-BFC0-5876C7A093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D38B87B7-904B-483C-ACA9-660E916DB6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7AE8ADF4-6067-4D7F-9A82-842A96ECE1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DBF90A00-4D66-4953-8145-0D1147B3B3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0AA4A84F-15DA-47F1-80FD-D7B396E7A6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DAD0B072-1E40-4E0F-B6BD-38FD43C136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0485C552-358D-4E20-B962-46DE58D038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78447A78-BC43-4027-9661-0D6DECCF7DA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CB616FF-048C-4B55-9A14-5BA2E54434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2F1456EA-6A5A-44A1-8572-0DB96B2AC8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9726139-8EB3-4B27-B189-B19EF6BB6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2CF085ED-CF43-4B33-9C3B-4C6EDFA58B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3BD807C-668C-4144-8C47-AEBA70B73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BE35B23-3E8C-4F63-B55C-F2EB20CE75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3FE6C19A-C5CC-4323-9385-D04C49310E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6746505-5E17-4D25-9000-73D0EBE2B3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E3D58208-EA6B-4679-9D2C-1AE8884749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FC48D988-3C56-4E74-8960-0040C2D503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D33CCDCD-AA59-417D-BC1A-F98F15D5EA1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0BDFAC2-3B5A-4657-A662-5FE9BC36DF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0314F3C5-5FCC-4110-95D1-5F0BEC7DD2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EE3A28C-9140-497A-B661-625BA5C507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D2A33EE3-6738-442D-B518-2431B7BD21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FD90FAB1-5F4E-4773-8936-7CC41DAD0C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3414739F-280D-47CC-BE40-426F0896F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6574C218-6E76-4FC4-80AC-561C982C75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448EF8-6C24-4774-98FD-4FF12C8513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8C2C10A-7B3A-4345-88E9-8288CAAF8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3AF753DB-5CB1-48D8-94C5-9012022960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AC057E4C-10DA-48F6-98EA-91593B49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7C9376C5-307E-4D1F-B010-BD5557BFDF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A2C67BD6-9D21-41B3-90D9-DA68F5444E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2E1E3A90-4E34-4E0A-8E3D-9F6C16F7CF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C359244-EFB2-450E-B18F-D5EF1F1952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FA476405-6E37-4120-BBD4-4E259DA81A8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D7D16E1A-8406-4C82-8559-CC9F3C3B2D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DC1C1049-87EB-4EDA-A5D0-963887FA66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A70BF1F4-CBA1-4A49-9BD8-FB6F5CA917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74C003-E4A2-4C82-83D3-BA7B49667F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B2F51498-6E19-4F46-81C3-36A961F7EB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9CD881C2-90B6-4940-B9AA-14F86139D8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555E7709-5B0A-4F26-A5B2-29770C728C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C20C029C-5FC7-49AC-9B2A-35F3E48083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55A9B15A-A46E-4DAA-992D-832420713F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7C0013F9-BA9E-43D4-8C45-94C79A83FB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B5898E06-FB7F-477B-8017-B45F7D75D6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5A817713-09F6-4D54-BEB7-BD4DFC47D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80878C4-C9B9-411B-8B09-C8DA619686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B85CF127-4212-4215-92A6-9F0C5772EC4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81FA73C0-B8CD-44B3-8101-F13EA397B2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755B82-439E-4932-8005-CB9888DA6192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A797587A-8086-477F-A8C9-D8876489C693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E0CE37-92DC-4A20-A3B7-88F3249E7F46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98980973-FC19-4050-8772-01D39322DC99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EA92FBC-0C94-4B82-B57C-6DBBCD15A7E5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C6F4399-133A-4623-860D-BF19B2C1A1A2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384195A-3AD9-4030-9DD2-543B06812E8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0CA9B82-74FA-4728-928F-052B8895B65A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14519275-FF5E-4159-9D47-AED06C113F9D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B27F9FC6-104E-442E-B230-63D17B7C6750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F0F4F32-0B6F-4382-8612-9E4DB33D5ECC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B97FD5F5-86BF-47A0-8648-198A8E681190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02F9BA4-B6E7-4D92-9F07-5F0E397CDC5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21622895-BE2E-4899-B9BC-B0278F24DC8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F82F256D-454C-4B06-8B12-116B2A045C42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B0C9ACB-B28C-455C-BA79-4214BB033E44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B1CFAB24-FE14-4103-8FC3-466E50D5F4AA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F3CE7033-00F2-4A5A-B0A5-3B06CB198ED6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39476E56-FEF5-42C8-BDF2-BC379D0B55CB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DB0BF-4BBA-49F4-B32D-C40210BF0A7D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11B891FA-3D17-4E4B-98D4-EE1FA363FDCF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D8C302C6-5C37-41CA-9138-DD2707204E3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638EA20-CD7D-4320-8958-81D79DBC955E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F159CF95-90E5-4FAD-822C-A5374D251C75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C796AFBA-1D46-4C00-A5B6-A1D67DB72D5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400E0DC1-DC09-4443-94C6-35CF4A2B090B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8E1CAAE3-4F20-4FF9-B598-F5F1E1E7561D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248D49DB-5618-457C-8249-8385ECCCCB03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DD852F4F-BF0C-41B0-B096-A215435ED8ED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47FF27C-C1D2-44B9-8C72-D9CE0843205D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91FE865D-DB38-430A-9CC6-9D12D95A59A5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41FCA3F3-53B3-4858-B94D-340750D52B99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677C569D-32F1-4073-AA1C-ED073B14490B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3E4CA39-964B-4389-978C-2035CB890DB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0869924D-E3EE-41C7-8D5C-AE4423BE450A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25F9123-1EF1-49BD-9E1B-881F8C57D990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24115E52-085E-4724-A798-32BF14DEAB3A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43CFA5A2-E607-4E5C-8B7C-97AEC616FA2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409D6F88-F3E9-446B-8C14-56C61689A7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535F4FA-67C4-4266-86AE-B73FD3772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629C024-B6EE-4C84-B795-98DF16B844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B289C5F1-C366-41FB-8AC3-808E84225A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1AF90FDD-882E-4603-B63E-1869D20210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28E0B2B-5309-4BB5-ACF5-DD519999B9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5F916B74-1939-48CA-8A77-BA44478AA9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1992585D-F4F4-4863-BCDF-F6982DB5B0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FE879B0B-405A-4874-8370-F52A6442E3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76B31175-418D-46A1-80F7-834FB52430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7E934D3-E941-4B22-A9A4-8EB25B8CE0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257C74C8-B660-4EE8-9FE9-1771C2EF5B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73220275-B5F7-4619-BBB8-338BDA78E1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AA1870AA-22D4-43ED-BD6A-C4597774772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E958BBDC-8E3F-4256-A677-F5BFE33FFB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987E2D63-0034-4068-9E73-644DAFC01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4D1C5933-51C8-48F1-9A9C-0DC279DDD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8D7EEDE-ACE6-49E4-BC12-F949BB1499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DFA384-EDB0-4DE4-A38F-3D77377E5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8B88A90D-F17E-41E6-BC5B-5D7BCD0E88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6A93EF7B-C82D-4A6C-9D77-FE725BD4E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F249FB67-B108-4766-B671-D4CCE5099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C350B0F-89F1-481D-8BF5-DA3FF7D731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85962BEB-1E23-4E3F-A28A-F8C3AA64E8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7353473-EF83-47DF-BEB0-8A8478AE9C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BB975E07-0308-4D8A-B35C-77A50D9B8B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0C7AADD-BB9F-45C5-B20B-17F2A0A350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5ABF26E-2825-436D-B527-E116A76C4C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73FEF37-2C6D-4825-81DC-D99CE58D48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6712401-8800-4E14-A1D7-4369ACDC24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341DD0C0-AB0B-40AD-8636-5506E65AA9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BF5480E8-B4B7-44C1-8FFE-8A51FA5B5B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28BA3C78-1D6F-4DCB-B780-4ACC02B940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54F73D-F2E9-4D43-8E7E-D29F52422F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3208F42-3933-4920-8294-AB555FBCC0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60C2E9F-A3B5-45F4-92AB-8A7A186720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F56D8E47-F33C-459D-8CDA-3174890F93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3D5AED97-7D1A-4052-98DE-C18A7B8813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F9794D47-8729-4310-92D1-84A87A5C6E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54B10B51-C198-4618-B2A8-FC6C7A1E3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1D034F80-2694-4DED-A76C-9524901170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379D432-FC5C-4054-96A4-2E0AA696EE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F4429BE-0DDC-4364-BAB8-8C44606B30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989B7ECE-796D-4406-9A62-013A7E40FC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CCFA5C9F-03E9-48ED-BAB9-B77DB598BF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94A375BA-B5F0-404F-B265-1D65B06E27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CE63B944-7C93-4D34-BD9F-95A61DE28A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4708945F-8AC7-4EAA-A921-3E5CD6307E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743EBD81-ACA2-450A-AF3C-7C452CB73E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EA8332FF-9A68-476C-9E44-0AFB759F38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B03701D-A9D6-4C23-B280-4075786793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B98E6F9-93F9-43F0-8FD3-DEEA44FB8E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7768E8E8-EE3F-4FCA-8F80-CD9327402A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11EF4D71-8936-44D9-9066-01FB960E88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47DD9F00-EEEE-4513-8810-484826BE64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94721F8C-2C13-4361-9EF9-D80A19BAD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A6EB6DE-264B-486F-B8BC-AE25DE5D4F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8B7DD4AE-D79D-4197-BDD4-9AAFAFB94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D565499-430B-479E-964B-284812183C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B25A68D-CF9E-4B73-820E-CA2126F39B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9B6EDA80-BA4B-45EC-A1CE-83BFD6E2D5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C1A9522-453E-4443-A60D-FD5FC6F63C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12587A72-8781-4264-A85E-09A0F5FA65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601C225-8AA1-4348-9FC2-19A734B68B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6D8B186E-B136-4577-ADEB-34655AD61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CD0B0ACB-D774-4A9F-B566-EEF63599E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A6BD6B25-824B-4286-A412-ADB8CABA9B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E98B5A14-AE06-4281-B737-36E25AC1A3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2BB43284-BFB0-4E54-9715-81E079AA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ADEE5191-A02C-4732-B1A4-46077DC75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2810F985-042C-4066-97B3-F0A88D0FEF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244FE3F1-F954-48D3-AF25-B9670214B7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C1911399-8BE0-4B22-B606-DD73085EA24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5C62F162-5529-4702-88B5-26AD38DE6FD8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9E1DCD5B-6D72-4DC5-9DF9-8AF0B61FCAB4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3B4E69DD-881C-4AE5-A151-4818D7A532DB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58FEE9F6-1463-44BA-8581-97A37B0ADA71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44657727-ABBD-4FE5-8E96-7207D0E33CDB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AED6F75-36F0-46D4-9F19-1E17D4727FD6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9CEE6FDC-C948-43B2-B595-9B531271326B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8B6D4A40-853A-4E60-990F-8EAE30C1582A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9A096DBF-7352-4528-9313-AC9FF55EAD3B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4CBCA4BC-1E9C-45EB-969F-7F227FC44A75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FDA6091C-D8DD-43EC-ACC0-7965B0819A4E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68372EF-E6B6-4EE3-8EDF-FE477ED4BC6D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9F7080-BEB8-4554-96D2-300EE5ACAF9C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2C4DD5BC-5D50-4CF0-88A9-ABFD9D864B61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1890B112-114E-4869-B8A7-D8E2C7012036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E1915F6A-B83D-44F5-8D98-BF5C624B578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5FCFF8C-B707-4876-89A3-816CF2C5234C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8D432B32-6485-40F0-979A-230718F105F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F62DB9B-3450-487D-9EF3-E2506E09FBE9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99E9DE5F-34D7-42E4-9E0A-CD07FEE32395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702834C-1A25-4F66-BE51-4908C12C2FDA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CEFAD223-59BF-43D8-9524-5C0D465F7625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BA00E4B1-2720-46BE-BD56-6099190B180A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4A65F82-9BCE-4835-9EC6-D1E88B521657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BC5DAD8-E642-4C25-9D62-24BE3325E2A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D619C605-F07B-496D-A5F6-35605D31DBE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2CF21CB9-641D-4134-A5E3-19D36990795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81ECA648-0E9C-4112-BF81-0EB5E863E94C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35E6DC3-4844-4B4E-AE6C-CCE19AAB35CA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1793F3E8-3ABE-4981-B3D7-77E67F22D790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EA082D22-C4E4-4301-A7F0-358DA5A22E20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28BD7058-5C2F-4780-957E-00CA3E58C3E4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209EA31C-0FFD-4A94-8657-EEB47D914CFE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2C3C2050-7DAA-44FD-9166-D424C95604F7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2175FC7-239C-44C5-85E7-CC0A1FE681E1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DD77F88B-5D07-4FC9-84AB-1AC489069440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696C96DA-7ADA-497A-AECA-22D104382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8AC5EDB5-423E-45EA-ACE9-142F77390B5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82F85D9A-5FDE-4F79-AEEB-982844D039F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9A935AB5-1B21-43D9-ABB8-1E56EDC50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9FBA1521-3507-4ABC-8DE9-4395F1CE45D9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6DAB055-1DD3-4B5B-8584-7575925D9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DA2258FD-5D71-43BD-8EAE-4C388764F7F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BC806866-0B80-44AD-A204-3B139F6B4D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36B8B868-06FB-4B65-B84A-8EE6E5D3F0EC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4A38C7AD-C6EB-4DD0-A021-D820B5494E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6CFC46B1-6527-4F8C-A6E2-17CE51D6BF9C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565681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stage3-cases-clash_0">
            <a:extLst>
              <a:ext uri="{FF2B5EF4-FFF2-40B4-BE49-F238E27FC236}">
                <a16:creationId xmlns:a16="http://schemas.microsoft.com/office/drawing/2014/main" id="{B5B9B5BA-D5B4-4956-A21C-6DE2C5282F34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DAFDF18C-2169-43E7-946F-3AB37B95F042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BA51DDC-5CBF-4F6E-BC3C-F685993CD1D5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E1ABA795-1DFF-4A9E-A371-B99FB5C7261C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68A01F32-2270-45B8-ADD8-CB84AC558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9AD0F7C0-3578-443C-BCB5-3826739B8CD0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u7j_2_official_Receptor">
            <a:extLst>
              <a:ext uri="{FF2B5EF4-FFF2-40B4-BE49-F238E27FC236}">
                <a16:creationId xmlns:a16="http://schemas.microsoft.com/office/drawing/2014/main" id="{DA876881-C7AF-4669-B2DE-C827CA26F5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u7j_2_official_ExperimentalDensity">
            <a:extLst>
              <a:ext uri="{FF2B5EF4-FFF2-40B4-BE49-F238E27FC236}">
                <a16:creationId xmlns:a16="http://schemas.microsoft.com/office/drawing/2014/main" id="{846993A6-0513-4CF4-8A23-FE50E335CC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u7j_2_official_ReferenceLigand_0">
            <a:extLst>
              <a:ext uri="{FF2B5EF4-FFF2-40B4-BE49-F238E27FC236}">
                <a16:creationId xmlns:a16="http://schemas.microsoft.com/office/drawing/2014/main" id="{9DCC84DF-DBB8-401D-8070-3206797BA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u7j_2_official_ReferenceLigand_1">
            <a:extLst>
              <a:ext uri="{FF2B5EF4-FFF2-40B4-BE49-F238E27FC236}">
                <a16:creationId xmlns:a16="http://schemas.microsoft.com/office/drawing/2014/main" id="{3A937E09-8D67-4796-8D80-659D20C9E0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u7j_2_official_ReferenceLigand_2">
            <a:extLst>
              <a:ext uri="{FF2B5EF4-FFF2-40B4-BE49-F238E27FC236}">
                <a16:creationId xmlns:a16="http://schemas.microsoft.com/office/drawing/2014/main" id="{D7CA3121-D5BC-48B0-BF9D-D20D38FCB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u7j_2_official_ReferenceLigand_3">
            <a:extLst>
              <a:ext uri="{FF2B5EF4-FFF2-40B4-BE49-F238E27FC236}">
                <a16:creationId xmlns:a16="http://schemas.microsoft.com/office/drawing/2014/main" id="{E2F26ED4-C8E9-4D70-8E62-0435FA2515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u7j_2_official_ReferenceLigand_4">
            <a:extLst>
              <a:ext uri="{FF2B5EF4-FFF2-40B4-BE49-F238E27FC236}">
                <a16:creationId xmlns:a16="http://schemas.microsoft.com/office/drawing/2014/main" id="{D77239A8-74E3-419F-B0A9-4EEB702A54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u7j_2_official_ReferenceLigand_5">
            <a:extLst>
              <a:ext uri="{FF2B5EF4-FFF2-40B4-BE49-F238E27FC236}">
                <a16:creationId xmlns:a16="http://schemas.microsoft.com/office/drawing/2014/main" id="{D1569AE4-64D1-47D5-8255-4609274661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u7j_2_official_ReferenceLigand_6">
            <a:extLst>
              <a:ext uri="{FF2B5EF4-FFF2-40B4-BE49-F238E27FC236}">
                <a16:creationId xmlns:a16="http://schemas.microsoft.com/office/drawing/2014/main" id="{31DF8E21-DD97-4257-BD07-42595431E5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u7j_2_official_ReferenceLigand_7">
            <a:extLst>
              <a:ext uri="{FF2B5EF4-FFF2-40B4-BE49-F238E27FC236}">
                <a16:creationId xmlns:a16="http://schemas.microsoft.com/office/drawing/2014/main" id="{45DD0DD3-98A9-4CDA-B332-A9DBBD5C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u7j_2_official_ReferenceLigand_8">
            <a:extLst>
              <a:ext uri="{FF2B5EF4-FFF2-40B4-BE49-F238E27FC236}">
                <a16:creationId xmlns:a16="http://schemas.microsoft.com/office/drawing/2014/main" id="{6054091E-2A15-47CE-B70D-E4EBE33624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u7j_2_official_ReferenceLigand_9">
            <a:extLst>
              <a:ext uri="{FF2B5EF4-FFF2-40B4-BE49-F238E27FC236}">
                <a16:creationId xmlns:a16="http://schemas.microsoft.com/office/drawing/2014/main" id="{E95503E3-1888-47E9-858E-B7A2FFFAAF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u7j_2_official_ReferenceLigand_10">
            <a:extLst>
              <a:ext uri="{FF2B5EF4-FFF2-40B4-BE49-F238E27FC236}">
                <a16:creationId xmlns:a16="http://schemas.microsoft.com/office/drawing/2014/main" id="{01CE75F4-F129-4882-A578-224CFF682C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u7j_2_official_ReferenceLigand_11">
            <a:extLst>
              <a:ext uri="{FF2B5EF4-FFF2-40B4-BE49-F238E27FC236}">
                <a16:creationId xmlns:a16="http://schemas.microsoft.com/office/drawing/2014/main" id="{00A8741E-2055-48EA-98A4-3AC3CCB91A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u7j_2_official_ReferenceLigand_12">
            <a:extLst>
              <a:ext uri="{FF2B5EF4-FFF2-40B4-BE49-F238E27FC236}">
                <a16:creationId xmlns:a16="http://schemas.microsoft.com/office/drawing/2014/main" id="{16E7B716-01A6-4505-A7CA-0AE3052B28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u7j_2_official_ReferenceLigand_13">
            <a:extLst>
              <a:ext uri="{FF2B5EF4-FFF2-40B4-BE49-F238E27FC236}">
                <a16:creationId xmlns:a16="http://schemas.microsoft.com/office/drawing/2014/main" id="{ECB48BD6-FD6A-4D2F-BDB4-499F88B273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u7j_2_official_ReferenceLigand_14">
            <a:extLst>
              <a:ext uri="{FF2B5EF4-FFF2-40B4-BE49-F238E27FC236}">
                <a16:creationId xmlns:a16="http://schemas.microsoft.com/office/drawing/2014/main" id="{F3946CE6-0C42-4C67-A2FA-8749A93D9A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u7j_2_official_ReferenceLigand_15">
            <a:extLst>
              <a:ext uri="{FF2B5EF4-FFF2-40B4-BE49-F238E27FC236}">
                <a16:creationId xmlns:a16="http://schemas.microsoft.com/office/drawing/2014/main" id="{B799EFE6-0A7E-4089-8A70-3D1D591033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u7j_2_official_ReferenceLigand_16">
            <a:extLst>
              <a:ext uri="{FF2B5EF4-FFF2-40B4-BE49-F238E27FC236}">
                <a16:creationId xmlns:a16="http://schemas.microsoft.com/office/drawing/2014/main" id="{7A8E27D5-F00E-46A4-ADBD-258148C1B1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u7j_2_official_ReferenceLigand_17">
            <a:extLst>
              <a:ext uri="{FF2B5EF4-FFF2-40B4-BE49-F238E27FC236}">
                <a16:creationId xmlns:a16="http://schemas.microsoft.com/office/drawing/2014/main" id="{65FFEA96-6714-48DE-97E6-68AD6D91EC8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u7j_2_official_ReferenceLigand_18">
            <a:extLst>
              <a:ext uri="{FF2B5EF4-FFF2-40B4-BE49-F238E27FC236}">
                <a16:creationId xmlns:a16="http://schemas.microsoft.com/office/drawing/2014/main" id="{1680FC4F-2A34-4C67-A121-7A0C35C3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u7j_2_official_ReferenceLigand_19">
            <a:extLst>
              <a:ext uri="{FF2B5EF4-FFF2-40B4-BE49-F238E27FC236}">
                <a16:creationId xmlns:a16="http://schemas.microsoft.com/office/drawing/2014/main" id="{F8CA2ACA-2163-4072-A2FF-9DE38D4A2A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u7j_2_official_ReferenceLigand_20">
            <a:extLst>
              <a:ext uri="{FF2B5EF4-FFF2-40B4-BE49-F238E27FC236}">
                <a16:creationId xmlns:a16="http://schemas.microsoft.com/office/drawing/2014/main" id="{C611AC42-8CD5-47E0-8EDC-7DA99260A8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u7j_2_official_ReferenceLigand_21">
            <a:extLst>
              <a:ext uri="{FF2B5EF4-FFF2-40B4-BE49-F238E27FC236}">
                <a16:creationId xmlns:a16="http://schemas.microsoft.com/office/drawing/2014/main" id="{439BBEA6-00BE-40B8-964A-75F2001E18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u7j_2_official_ReferenceLigand_22">
            <a:extLst>
              <a:ext uri="{FF2B5EF4-FFF2-40B4-BE49-F238E27FC236}">
                <a16:creationId xmlns:a16="http://schemas.microsoft.com/office/drawing/2014/main" id="{8F5AD3EA-B24A-4C7A-836C-CBCA00F2F3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u7j_2_official_ReferenceLigand_23">
            <a:extLst>
              <a:ext uri="{FF2B5EF4-FFF2-40B4-BE49-F238E27FC236}">
                <a16:creationId xmlns:a16="http://schemas.microsoft.com/office/drawing/2014/main" id="{302C1DBA-266F-41C6-8987-AB721CE83D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u7j_2_official_ReferenceLigand_24">
            <a:extLst>
              <a:ext uri="{FF2B5EF4-FFF2-40B4-BE49-F238E27FC236}">
                <a16:creationId xmlns:a16="http://schemas.microsoft.com/office/drawing/2014/main" id="{71A29FFC-0A56-4C8D-B951-4049AEE78A8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u7j_2_official_ReferenceLigand_25">
            <a:extLst>
              <a:ext uri="{FF2B5EF4-FFF2-40B4-BE49-F238E27FC236}">
                <a16:creationId xmlns:a16="http://schemas.microsoft.com/office/drawing/2014/main" id="{E089355B-134A-4330-8A4E-EDADA90342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u7j_2_official_ReferenceLigand_26">
            <a:extLst>
              <a:ext uri="{FF2B5EF4-FFF2-40B4-BE49-F238E27FC236}">
                <a16:creationId xmlns:a16="http://schemas.microsoft.com/office/drawing/2014/main" id="{38E6B3F7-DBE6-42BF-B819-02B66F496A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u7j_2_official_ReferenceLigand_27">
            <a:extLst>
              <a:ext uri="{FF2B5EF4-FFF2-40B4-BE49-F238E27FC236}">
                <a16:creationId xmlns:a16="http://schemas.microsoft.com/office/drawing/2014/main" id="{43CE4CEB-6FFE-42F2-944F-15EE653116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u7j_2_official_ReferenceLigand_28">
            <a:extLst>
              <a:ext uri="{FF2B5EF4-FFF2-40B4-BE49-F238E27FC236}">
                <a16:creationId xmlns:a16="http://schemas.microsoft.com/office/drawing/2014/main" id="{BD907DC7-7264-464C-9DEA-C6CA5ACFE8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u7j_2_official_ReferenceLigand_29">
            <a:extLst>
              <a:ext uri="{FF2B5EF4-FFF2-40B4-BE49-F238E27FC236}">
                <a16:creationId xmlns:a16="http://schemas.microsoft.com/office/drawing/2014/main" id="{59BAED6A-2B39-4D7D-9C1E-0A894BFF2A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u7j_2_official_ReferenceLigand_30">
            <a:extLst>
              <a:ext uri="{FF2B5EF4-FFF2-40B4-BE49-F238E27FC236}">
                <a16:creationId xmlns:a16="http://schemas.microsoft.com/office/drawing/2014/main" id="{8099F656-DF08-494C-8EA8-1949355803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u7j_2_official_ReferenceLigand_31">
            <a:extLst>
              <a:ext uri="{FF2B5EF4-FFF2-40B4-BE49-F238E27FC236}">
                <a16:creationId xmlns:a16="http://schemas.microsoft.com/office/drawing/2014/main" id="{FEDDCB56-9F91-406A-BAC4-CE106335B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u7j_2_official_ReferenceLigand_32">
            <a:extLst>
              <a:ext uri="{FF2B5EF4-FFF2-40B4-BE49-F238E27FC236}">
                <a16:creationId xmlns:a16="http://schemas.microsoft.com/office/drawing/2014/main" id="{8C3AC80A-F643-4202-91DB-EA43616468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u7j_2_official_ReferenceLigand_33">
            <a:extLst>
              <a:ext uri="{FF2B5EF4-FFF2-40B4-BE49-F238E27FC236}">
                <a16:creationId xmlns:a16="http://schemas.microsoft.com/office/drawing/2014/main" id="{8A12DE02-8F9B-4963-862D-B0B8E2BB20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u7j_2_official_ReferenceLigand_34">
            <a:extLst>
              <a:ext uri="{FF2B5EF4-FFF2-40B4-BE49-F238E27FC236}">
                <a16:creationId xmlns:a16="http://schemas.microsoft.com/office/drawing/2014/main" id="{46BB3569-4374-4061-AD51-EC1C179371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u7j_2_official_ReferenceLigand_35">
            <a:extLst>
              <a:ext uri="{FF2B5EF4-FFF2-40B4-BE49-F238E27FC236}">
                <a16:creationId xmlns:a16="http://schemas.microsoft.com/office/drawing/2014/main" id="{B1B018AF-DAF5-470F-B94E-C90D73D6B82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u7j_2_official_ReferenceLigand_36">
            <a:extLst>
              <a:ext uri="{FF2B5EF4-FFF2-40B4-BE49-F238E27FC236}">
                <a16:creationId xmlns:a16="http://schemas.microsoft.com/office/drawing/2014/main" id="{4664918C-BDCD-45C4-A6FE-1FEF0C90A3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u7j_2_official_ReferenceLigand_37">
            <a:extLst>
              <a:ext uri="{FF2B5EF4-FFF2-40B4-BE49-F238E27FC236}">
                <a16:creationId xmlns:a16="http://schemas.microsoft.com/office/drawing/2014/main" id="{E4F82344-32A3-46CF-B1BF-C441F92AC2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u7j_2_official_PredictedLigand_0">
            <a:extLst>
              <a:ext uri="{FF2B5EF4-FFF2-40B4-BE49-F238E27FC236}">
                <a16:creationId xmlns:a16="http://schemas.microsoft.com/office/drawing/2014/main" id="{403DA15A-B516-4167-A4E3-629D354F30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u7j_2_official_PredictedLigand_1">
            <a:extLst>
              <a:ext uri="{FF2B5EF4-FFF2-40B4-BE49-F238E27FC236}">
                <a16:creationId xmlns:a16="http://schemas.microsoft.com/office/drawing/2014/main" id="{7595928D-A42E-4036-BB2A-760AA36FD1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u7j_2_official_PredictedLigand_2">
            <a:extLst>
              <a:ext uri="{FF2B5EF4-FFF2-40B4-BE49-F238E27FC236}">
                <a16:creationId xmlns:a16="http://schemas.microsoft.com/office/drawing/2014/main" id="{91D6D10F-D9C0-46E9-8A62-E535838CA1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u7j_2_official_PredictedLigand_3">
            <a:extLst>
              <a:ext uri="{FF2B5EF4-FFF2-40B4-BE49-F238E27FC236}">
                <a16:creationId xmlns:a16="http://schemas.microsoft.com/office/drawing/2014/main" id="{41FB1C86-80E4-4043-907F-98D6766370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u7j_2_official_PredictedLigand_4">
            <a:extLst>
              <a:ext uri="{FF2B5EF4-FFF2-40B4-BE49-F238E27FC236}">
                <a16:creationId xmlns:a16="http://schemas.microsoft.com/office/drawing/2014/main" id="{C3BE78E4-1E7D-426C-9105-032E66D2F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u7j_2_official_PredictedLigand_5">
            <a:extLst>
              <a:ext uri="{FF2B5EF4-FFF2-40B4-BE49-F238E27FC236}">
                <a16:creationId xmlns:a16="http://schemas.microsoft.com/office/drawing/2014/main" id="{2EDAD786-5292-49CF-A3BE-A25D9023F3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u7j_2_official_PredictedLigand_6">
            <a:extLst>
              <a:ext uri="{FF2B5EF4-FFF2-40B4-BE49-F238E27FC236}">
                <a16:creationId xmlns:a16="http://schemas.microsoft.com/office/drawing/2014/main" id="{A33DA1AB-FF8A-4EC7-8CB3-60DFFE3E09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u7j_2_official_PredictedLigand_7">
            <a:extLst>
              <a:ext uri="{FF2B5EF4-FFF2-40B4-BE49-F238E27FC236}">
                <a16:creationId xmlns:a16="http://schemas.microsoft.com/office/drawing/2014/main" id="{2D8DBC83-80EC-4F9D-B1FB-005632B6CB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u7j_2_official_PredictedLigand_8">
            <a:extLst>
              <a:ext uri="{FF2B5EF4-FFF2-40B4-BE49-F238E27FC236}">
                <a16:creationId xmlns:a16="http://schemas.microsoft.com/office/drawing/2014/main" id="{A23E3B71-9D0C-43E2-A542-724529A7B4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u7j_2_official_PredictedLigand_9">
            <a:extLst>
              <a:ext uri="{FF2B5EF4-FFF2-40B4-BE49-F238E27FC236}">
                <a16:creationId xmlns:a16="http://schemas.microsoft.com/office/drawing/2014/main" id="{6570D375-C849-4187-A724-2B1FEEAA66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u7j_2_official_PredictedLigand_10">
            <a:extLst>
              <a:ext uri="{FF2B5EF4-FFF2-40B4-BE49-F238E27FC236}">
                <a16:creationId xmlns:a16="http://schemas.microsoft.com/office/drawing/2014/main" id="{24362D98-8E53-40B6-9CA0-0CB7ED3115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u7j_2_official_PredictedLigand_11">
            <a:extLst>
              <a:ext uri="{FF2B5EF4-FFF2-40B4-BE49-F238E27FC236}">
                <a16:creationId xmlns:a16="http://schemas.microsoft.com/office/drawing/2014/main" id="{81B23D78-7448-428E-B17C-85E0FCA0F8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u7j_2_official_PredictedLigand_12">
            <a:extLst>
              <a:ext uri="{FF2B5EF4-FFF2-40B4-BE49-F238E27FC236}">
                <a16:creationId xmlns:a16="http://schemas.microsoft.com/office/drawing/2014/main" id="{6DEDD09A-A67C-4B5A-AE6B-755FE2240C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u7j_2_official_PredictedLigand_13">
            <a:extLst>
              <a:ext uri="{FF2B5EF4-FFF2-40B4-BE49-F238E27FC236}">
                <a16:creationId xmlns:a16="http://schemas.microsoft.com/office/drawing/2014/main" id="{3F7089BC-5E61-4122-B241-265655933F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u7j_2_official_PredictedLigand_14">
            <a:extLst>
              <a:ext uri="{FF2B5EF4-FFF2-40B4-BE49-F238E27FC236}">
                <a16:creationId xmlns:a16="http://schemas.microsoft.com/office/drawing/2014/main" id="{7C558019-A8D2-415A-A461-4F4B82214E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u7j_2_official_PredictedLigand_15">
            <a:extLst>
              <a:ext uri="{FF2B5EF4-FFF2-40B4-BE49-F238E27FC236}">
                <a16:creationId xmlns:a16="http://schemas.microsoft.com/office/drawing/2014/main" id="{7074B239-601A-4E52-BE8F-FAD7688CD6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u7j_2_official_PredictedLigand_16">
            <a:extLst>
              <a:ext uri="{FF2B5EF4-FFF2-40B4-BE49-F238E27FC236}">
                <a16:creationId xmlns:a16="http://schemas.microsoft.com/office/drawing/2014/main" id="{E5E8123C-9246-4CC5-A8CF-BBB753BF30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u7j_2_official_PredictedLigand_17">
            <a:extLst>
              <a:ext uri="{FF2B5EF4-FFF2-40B4-BE49-F238E27FC236}">
                <a16:creationId xmlns:a16="http://schemas.microsoft.com/office/drawing/2014/main" id="{8389EB2F-91E7-478F-81AD-77B1A62157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u7j_2_official_PredictedLigand_18">
            <a:extLst>
              <a:ext uri="{FF2B5EF4-FFF2-40B4-BE49-F238E27FC236}">
                <a16:creationId xmlns:a16="http://schemas.microsoft.com/office/drawing/2014/main" id="{38B5F2FB-20DE-4DAF-81D8-DD51FCF67E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u7j_2_official_PredictedLigand_19">
            <a:extLst>
              <a:ext uri="{FF2B5EF4-FFF2-40B4-BE49-F238E27FC236}">
                <a16:creationId xmlns:a16="http://schemas.microsoft.com/office/drawing/2014/main" id="{8F2DC823-53A6-4CE9-81CF-F7EAE1B412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u7j_2_official_PredictedLigand_20">
            <a:extLst>
              <a:ext uri="{FF2B5EF4-FFF2-40B4-BE49-F238E27FC236}">
                <a16:creationId xmlns:a16="http://schemas.microsoft.com/office/drawing/2014/main" id="{B607AD70-CCA1-4878-BB15-031A709E46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u7j_2_official_PredictedLigand_21">
            <a:extLst>
              <a:ext uri="{FF2B5EF4-FFF2-40B4-BE49-F238E27FC236}">
                <a16:creationId xmlns:a16="http://schemas.microsoft.com/office/drawing/2014/main" id="{0A0D33A7-40B4-4BAD-B63F-5E6403C9C1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u7j_2_official_PredictedLigand_22">
            <a:extLst>
              <a:ext uri="{FF2B5EF4-FFF2-40B4-BE49-F238E27FC236}">
                <a16:creationId xmlns:a16="http://schemas.microsoft.com/office/drawing/2014/main" id="{7346684B-61E8-48F5-92C4-D67A154EE9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u7j_2_official_PredictedLigand_23">
            <a:extLst>
              <a:ext uri="{FF2B5EF4-FFF2-40B4-BE49-F238E27FC236}">
                <a16:creationId xmlns:a16="http://schemas.microsoft.com/office/drawing/2014/main" id="{A972726A-710C-4E89-A173-1CAF03A790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u7j_2_official_PredictedLigand_24">
            <a:extLst>
              <a:ext uri="{FF2B5EF4-FFF2-40B4-BE49-F238E27FC236}">
                <a16:creationId xmlns:a16="http://schemas.microsoft.com/office/drawing/2014/main" id="{8234DFC7-2B20-45C7-8843-8DFA713247B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u7j_2_official_PredictedLigand_25">
            <a:extLst>
              <a:ext uri="{FF2B5EF4-FFF2-40B4-BE49-F238E27FC236}">
                <a16:creationId xmlns:a16="http://schemas.microsoft.com/office/drawing/2014/main" id="{0AF0C486-CF89-4377-94B8-3893A03BEE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u7j_2_official_PredictedLigand_26">
            <a:extLst>
              <a:ext uri="{FF2B5EF4-FFF2-40B4-BE49-F238E27FC236}">
                <a16:creationId xmlns:a16="http://schemas.microsoft.com/office/drawing/2014/main" id="{98A0F02D-477B-4DC2-900C-49B514E99A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u7j_2_official_PredictedLigand_27">
            <a:extLst>
              <a:ext uri="{FF2B5EF4-FFF2-40B4-BE49-F238E27FC236}">
                <a16:creationId xmlns:a16="http://schemas.microsoft.com/office/drawing/2014/main" id="{6ACD53EA-7B58-47BC-9191-1FA77C6DBD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u7j_2_official_PredictedLigand_28">
            <a:extLst>
              <a:ext uri="{FF2B5EF4-FFF2-40B4-BE49-F238E27FC236}">
                <a16:creationId xmlns:a16="http://schemas.microsoft.com/office/drawing/2014/main" id="{9BF02BDB-6C19-4ADF-A49C-AFE8924F93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u7j_2_official_PredictedLigand_29">
            <a:extLst>
              <a:ext uri="{FF2B5EF4-FFF2-40B4-BE49-F238E27FC236}">
                <a16:creationId xmlns:a16="http://schemas.microsoft.com/office/drawing/2014/main" id="{A1382771-31E8-4DA7-89DD-4EDBBBBB22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u7j_2_official_PredictedLigand_30">
            <a:extLst>
              <a:ext uri="{FF2B5EF4-FFF2-40B4-BE49-F238E27FC236}">
                <a16:creationId xmlns:a16="http://schemas.microsoft.com/office/drawing/2014/main" id="{EF4CC383-8F42-4A86-8AEC-94679F3BB7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u7j_2_official_PredictedLigand_31">
            <a:extLst>
              <a:ext uri="{FF2B5EF4-FFF2-40B4-BE49-F238E27FC236}">
                <a16:creationId xmlns:a16="http://schemas.microsoft.com/office/drawing/2014/main" id="{4D431CCE-41BA-46A2-9878-B8C58F8145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u7j_2_official_PredictedLigand_32">
            <a:extLst>
              <a:ext uri="{FF2B5EF4-FFF2-40B4-BE49-F238E27FC236}">
                <a16:creationId xmlns:a16="http://schemas.microsoft.com/office/drawing/2014/main" id="{E0E97227-85FA-4440-B54E-C82C6A206D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u7j_2_official_PredictedLigand_33">
            <a:extLst>
              <a:ext uri="{FF2B5EF4-FFF2-40B4-BE49-F238E27FC236}">
                <a16:creationId xmlns:a16="http://schemas.microsoft.com/office/drawing/2014/main" id="{70A1817A-E347-4A48-9806-27EE989AC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u7j_2_official_PredictedLigand_34">
            <a:extLst>
              <a:ext uri="{FF2B5EF4-FFF2-40B4-BE49-F238E27FC236}">
                <a16:creationId xmlns:a16="http://schemas.microsoft.com/office/drawing/2014/main" id="{7505EC4C-5A9F-46C2-A16C-34CEBC8A36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u7j_2_official_PredictedLigand_35">
            <a:extLst>
              <a:ext uri="{FF2B5EF4-FFF2-40B4-BE49-F238E27FC236}">
                <a16:creationId xmlns:a16="http://schemas.microsoft.com/office/drawing/2014/main" id="{FA1B2D60-CF3E-464F-B1A7-D353DD10CC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u7j_2_official_PredictedLigand_36">
            <a:extLst>
              <a:ext uri="{FF2B5EF4-FFF2-40B4-BE49-F238E27FC236}">
                <a16:creationId xmlns:a16="http://schemas.microsoft.com/office/drawing/2014/main" id="{F469AACD-E1D3-413E-8E2C-370137AE5B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u7j_2_official_PredictedLigand_37">
            <a:extLst>
              <a:ext uri="{FF2B5EF4-FFF2-40B4-BE49-F238E27FC236}">
                <a16:creationId xmlns:a16="http://schemas.microsoft.com/office/drawing/2014/main" id="{45F08D8B-82CA-4214-9CBB-643DC03D1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u7j_2_official_PredictedAtoms_0">
            <a:extLst>
              <a:ext uri="{FF2B5EF4-FFF2-40B4-BE49-F238E27FC236}">
                <a16:creationId xmlns:a16="http://schemas.microsoft.com/office/drawing/2014/main" id="{2F3905F7-69B7-43DA-91E0-EC9B2C9FD9B8}"/>
              </a:ext>
            </a:extLst>
          </p:cNvPr>
          <p:cNvSpPr>
            <a:spLocks noGrp="1"/>
          </p:cNvSpPr>
          <p:nvPr/>
        </p:nvSpPr>
        <p:spPr>
          <a:xfrm>
            <a:off x="972011" y="1700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u7j_2_official_PredictedAtoms_1">
            <a:extLst>
              <a:ext uri="{FF2B5EF4-FFF2-40B4-BE49-F238E27FC236}">
                <a16:creationId xmlns:a16="http://schemas.microsoft.com/office/drawing/2014/main" id="{E125E72D-3C7E-49F3-B2E4-E51F7AB6ABD8}"/>
              </a:ext>
            </a:extLst>
          </p:cNvPr>
          <p:cNvSpPr>
            <a:spLocks noGrp="1"/>
          </p:cNvSpPr>
          <p:nvPr/>
        </p:nvSpPr>
        <p:spPr>
          <a:xfrm>
            <a:off x="943835" y="1586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u7j_2_official_PredictedAtoms_2">
            <a:extLst>
              <a:ext uri="{FF2B5EF4-FFF2-40B4-BE49-F238E27FC236}">
                <a16:creationId xmlns:a16="http://schemas.microsoft.com/office/drawing/2014/main" id="{0AF8A025-31B5-4CE1-BEA6-69A8430599ED}"/>
              </a:ext>
            </a:extLst>
          </p:cNvPr>
          <p:cNvSpPr>
            <a:spLocks noGrp="1"/>
          </p:cNvSpPr>
          <p:nvPr/>
        </p:nvSpPr>
        <p:spPr>
          <a:xfrm>
            <a:off x="1071223" y="1549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u7j_2_official_PredictedAtoms_3">
            <a:extLst>
              <a:ext uri="{FF2B5EF4-FFF2-40B4-BE49-F238E27FC236}">
                <a16:creationId xmlns:a16="http://schemas.microsoft.com/office/drawing/2014/main" id="{8EB7092E-CAD2-49B6-A8A9-F03CA5E6A979}"/>
              </a:ext>
            </a:extLst>
          </p:cNvPr>
          <p:cNvSpPr>
            <a:spLocks noGrp="1"/>
          </p:cNvSpPr>
          <p:nvPr/>
        </p:nvSpPr>
        <p:spPr>
          <a:xfrm>
            <a:off x="1089230" y="1402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u7j_2_official_PredictedAtoms_4">
            <a:extLst>
              <a:ext uri="{FF2B5EF4-FFF2-40B4-BE49-F238E27FC236}">
                <a16:creationId xmlns:a16="http://schemas.microsoft.com/office/drawing/2014/main" id="{D5810A65-2A2E-4FAF-99D6-1DDFC54AA069}"/>
              </a:ext>
            </a:extLst>
          </p:cNvPr>
          <p:cNvSpPr>
            <a:spLocks noGrp="1"/>
          </p:cNvSpPr>
          <p:nvPr/>
        </p:nvSpPr>
        <p:spPr>
          <a:xfrm>
            <a:off x="1214394" y="13596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u7j_2_official_PredictedAtoms_5">
            <a:extLst>
              <a:ext uri="{FF2B5EF4-FFF2-40B4-BE49-F238E27FC236}">
                <a16:creationId xmlns:a16="http://schemas.microsoft.com/office/drawing/2014/main" id="{5D51A4BF-C1D4-4550-91FE-4DAE5EEDCC07}"/>
              </a:ext>
            </a:extLst>
          </p:cNvPr>
          <p:cNvSpPr>
            <a:spLocks noGrp="1"/>
          </p:cNvSpPr>
          <p:nvPr/>
        </p:nvSpPr>
        <p:spPr>
          <a:xfrm>
            <a:off x="1226160" y="12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u7j_2_official_PredictedAtoms_6">
            <a:extLst>
              <a:ext uri="{FF2B5EF4-FFF2-40B4-BE49-F238E27FC236}">
                <a16:creationId xmlns:a16="http://schemas.microsoft.com/office/drawing/2014/main" id="{4D6E05E9-5000-4787-A021-0FBE298F7A9D}"/>
              </a:ext>
            </a:extLst>
          </p:cNvPr>
          <p:cNvSpPr>
            <a:spLocks noGrp="1"/>
          </p:cNvSpPr>
          <p:nvPr/>
        </p:nvSpPr>
        <p:spPr>
          <a:xfrm>
            <a:off x="1266698" y="111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u7j_2_official_PredictedAtoms_7">
            <a:extLst>
              <a:ext uri="{FF2B5EF4-FFF2-40B4-BE49-F238E27FC236}">
                <a16:creationId xmlns:a16="http://schemas.microsoft.com/office/drawing/2014/main" id="{153D3BFD-7804-43DC-93E5-5400E5A6CE78}"/>
              </a:ext>
            </a:extLst>
          </p:cNvPr>
          <p:cNvSpPr>
            <a:spLocks noGrp="1"/>
          </p:cNvSpPr>
          <p:nvPr/>
        </p:nvSpPr>
        <p:spPr>
          <a:xfrm>
            <a:off x="1180412" y="1153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u7j_2_official_PredictedAtoms_8">
            <a:extLst>
              <a:ext uri="{FF2B5EF4-FFF2-40B4-BE49-F238E27FC236}">
                <a16:creationId xmlns:a16="http://schemas.microsoft.com/office/drawing/2014/main" id="{8080AD2C-4B0C-4B50-87D5-B7C2D9C9906D}"/>
              </a:ext>
            </a:extLst>
          </p:cNvPr>
          <p:cNvSpPr>
            <a:spLocks noGrp="1"/>
          </p:cNvSpPr>
          <p:nvPr/>
        </p:nvSpPr>
        <p:spPr>
          <a:xfrm>
            <a:off x="1239643" y="951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u7j_2_official_PredictedAtoms_9">
            <a:extLst>
              <a:ext uri="{FF2B5EF4-FFF2-40B4-BE49-F238E27FC236}">
                <a16:creationId xmlns:a16="http://schemas.microsoft.com/office/drawing/2014/main" id="{9B833E88-8667-44B1-91B3-CC07396EF3E2}"/>
              </a:ext>
            </a:extLst>
          </p:cNvPr>
          <p:cNvSpPr>
            <a:spLocks noGrp="1"/>
          </p:cNvSpPr>
          <p:nvPr/>
        </p:nvSpPr>
        <p:spPr>
          <a:xfrm>
            <a:off x="1430610" y="1134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u7j_2_official_PredictedAtoms_10">
            <a:extLst>
              <a:ext uri="{FF2B5EF4-FFF2-40B4-BE49-F238E27FC236}">
                <a16:creationId xmlns:a16="http://schemas.microsoft.com/office/drawing/2014/main" id="{E770B966-33F6-43B7-B30C-878B6A14D81F}"/>
              </a:ext>
            </a:extLst>
          </p:cNvPr>
          <p:cNvSpPr>
            <a:spLocks noGrp="1"/>
          </p:cNvSpPr>
          <p:nvPr/>
        </p:nvSpPr>
        <p:spPr>
          <a:xfrm>
            <a:off x="1545904" y="1046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u7j_2_official_PredictedAtoms_11">
            <a:extLst>
              <a:ext uri="{FF2B5EF4-FFF2-40B4-BE49-F238E27FC236}">
                <a16:creationId xmlns:a16="http://schemas.microsoft.com/office/drawing/2014/main" id="{3558F244-4FB6-4FD5-B804-117FC8AF61A1}"/>
              </a:ext>
            </a:extLst>
          </p:cNvPr>
          <p:cNvSpPr>
            <a:spLocks noGrp="1"/>
          </p:cNvSpPr>
          <p:nvPr/>
        </p:nvSpPr>
        <p:spPr>
          <a:xfrm>
            <a:off x="1488225" y="9082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u7j_2_official_PredictedAtoms_12">
            <a:extLst>
              <a:ext uri="{FF2B5EF4-FFF2-40B4-BE49-F238E27FC236}">
                <a16:creationId xmlns:a16="http://schemas.microsoft.com/office/drawing/2014/main" id="{34FD18B3-D752-479C-9DEF-BD2DE445AACC}"/>
              </a:ext>
            </a:extLst>
          </p:cNvPr>
          <p:cNvSpPr>
            <a:spLocks noGrp="1"/>
          </p:cNvSpPr>
          <p:nvPr/>
        </p:nvSpPr>
        <p:spPr>
          <a:xfrm>
            <a:off x="1593479" y="1133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u7j_2_official_PredictedAtoms_13">
            <a:extLst>
              <a:ext uri="{FF2B5EF4-FFF2-40B4-BE49-F238E27FC236}">
                <a16:creationId xmlns:a16="http://schemas.microsoft.com/office/drawing/2014/main" id="{0D257592-A8ED-44DB-828E-C5B530B36B01}"/>
              </a:ext>
            </a:extLst>
          </p:cNvPr>
          <p:cNvSpPr>
            <a:spLocks noGrp="1"/>
          </p:cNvSpPr>
          <p:nvPr/>
        </p:nvSpPr>
        <p:spPr>
          <a:xfrm>
            <a:off x="1679309" y="1012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u7j_2_official_PredictedAtoms_14">
            <a:extLst>
              <a:ext uri="{FF2B5EF4-FFF2-40B4-BE49-F238E27FC236}">
                <a16:creationId xmlns:a16="http://schemas.microsoft.com/office/drawing/2014/main" id="{52A6F526-667E-402D-A003-8C9755D83690}"/>
              </a:ext>
            </a:extLst>
          </p:cNvPr>
          <p:cNvSpPr>
            <a:spLocks noGrp="1"/>
          </p:cNvSpPr>
          <p:nvPr/>
        </p:nvSpPr>
        <p:spPr>
          <a:xfrm>
            <a:off x="1673926" y="9590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u7j_2_official_PredictedAtoms_15">
            <a:extLst>
              <a:ext uri="{FF2B5EF4-FFF2-40B4-BE49-F238E27FC236}">
                <a16:creationId xmlns:a16="http://schemas.microsoft.com/office/drawing/2014/main" id="{7225ADF4-5C86-4CD6-AD68-B1643E3F8FC2}"/>
              </a:ext>
            </a:extLst>
          </p:cNvPr>
          <p:cNvSpPr>
            <a:spLocks noGrp="1"/>
          </p:cNvSpPr>
          <p:nvPr/>
        </p:nvSpPr>
        <p:spPr>
          <a:xfrm>
            <a:off x="1804084" y="97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u7j_2_official_PredictedAtoms_16">
            <a:extLst>
              <a:ext uri="{FF2B5EF4-FFF2-40B4-BE49-F238E27FC236}">
                <a16:creationId xmlns:a16="http://schemas.microsoft.com/office/drawing/2014/main" id="{B180332F-40B5-42A6-AF0B-F5AA0F7030C8}"/>
              </a:ext>
            </a:extLst>
          </p:cNvPr>
          <p:cNvSpPr>
            <a:spLocks noGrp="1"/>
          </p:cNvSpPr>
          <p:nvPr/>
        </p:nvSpPr>
        <p:spPr>
          <a:xfrm>
            <a:off x="1909306" y="1064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u7j_2_official_PredictedAtoms_17">
            <a:extLst>
              <a:ext uri="{FF2B5EF4-FFF2-40B4-BE49-F238E27FC236}">
                <a16:creationId xmlns:a16="http://schemas.microsoft.com/office/drawing/2014/main" id="{00D868A9-2D25-4C87-82AD-4D608B230F3E}"/>
              </a:ext>
            </a:extLst>
          </p:cNvPr>
          <p:cNvSpPr>
            <a:spLocks noGrp="1"/>
          </p:cNvSpPr>
          <p:nvPr/>
        </p:nvSpPr>
        <p:spPr>
          <a:xfrm>
            <a:off x="1946971" y="117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u7j_2_official_PredictedAtoms_18">
            <a:extLst>
              <a:ext uri="{FF2B5EF4-FFF2-40B4-BE49-F238E27FC236}">
                <a16:creationId xmlns:a16="http://schemas.microsoft.com/office/drawing/2014/main" id="{B3B06E45-1BE8-41D2-8432-10426F18498C}"/>
              </a:ext>
            </a:extLst>
          </p:cNvPr>
          <p:cNvSpPr>
            <a:spLocks noGrp="1"/>
          </p:cNvSpPr>
          <p:nvPr/>
        </p:nvSpPr>
        <p:spPr>
          <a:xfrm>
            <a:off x="1977055" y="1310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u7j_2_official_PredictedAtoms_19">
            <a:extLst>
              <a:ext uri="{FF2B5EF4-FFF2-40B4-BE49-F238E27FC236}">
                <a16:creationId xmlns:a16="http://schemas.microsoft.com/office/drawing/2014/main" id="{48F9DE8C-A96C-4EB9-B4BE-A1CC6223344C}"/>
              </a:ext>
            </a:extLst>
          </p:cNvPr>
          <p:cNvSpPr>
            <a:spLocks noGrp="1"/>
          </p:cNvSpPr>
          <p:nvPr/>
        </p:nvSpPr>
        <p:spPr>
          <a:xfrm>
            <a:off x="1906013" y="1326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u7j_2_official_PredictedAtoms_20">
            <a:extLst>
              <a:ext uri="{FF2B5EF4-FFF2-40B4-BE49-F238E27FC236}">
                <a16:creationId xmlns:a16="http://schemas.microsoft.com/office/drawing/2014/main" id="{AE92D55E-374F-47DF-AE8C-34C9CFDDEEA3}"/>
              </a:ext>
            </a:extLst>
          </p:cNvPr>
          <p:cNvSpPr>
            <a:spLocks noGrp="1"/>
          </p:cNvSpPr>
          <p:nvPr/>
        </p:nvSpPr>
        <p:spPr>
          <a:xfrm>
            <a:off x="1921145" y="145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9u7j_2_official_PredictedAtoms_21">
            <a:extLst>
              <a:ext uri="{FF2B5EF4-FFF2-40B4-BE49-F238E27FC236}">
                <a16:creationId xmlns:a16="http://schemas.microsoft.com/office/drawing/2014/main" id="{AA2ED255-5858-46D2-9ABE-B982FA02EE80}"/>
              </a:ext>
            </a:extLst>
          </p:cNvPr>
          <p:cNvSpPr>
            <a:spLocks noGrp="1"/>
          </p:cNvSpPr>
          <p:nvPr/>
        </p:nvSpPr>
        <p:spPr>
          <a:xfrm>
            <a:off x="2009229" y="156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" name="9u7j_2_official_PredictedAtoms_22">
            <a:extLst>
              <a:ext uri="{FF2B5EF4-FFF2-40B4-BE49-F238E27FC236}">
                <a16:creationId xmlns:a16="http://schemas.microsoft.com/office/drawing/2014/main" id="{784EBD42-FAE0-4B47-80EE-54E9D3538369}"/>
              </a:ext>
            </a:extLst>
          </p:cNvPr>
          <p:cNvSpPr>
            <a:spLocks noGrp="1"/>
          </p:cNvSpPr>
          <p:nvPr/>
        </p:nvSpPr>
        <p:spPr>
          <a:xfrm>
            <a:off x="2026720" y="16756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" name="9u7j_2_official_PredictedAtoms_23">
            <a:extLst>
              <a:ext uri="{FF2B5EF4-FFF2-40B4-BE49-F238E27FC236}">
                <a16:creationId xmlns:a16="http://schemas.microsoft.com/office/drawing/2014/main" id="{6164D76F-3AD6-478E-AF50-D0785B9CB0B4}"/>
              </a:ext>
            </a:extLst>
          </p:cNvPr>
          <p:cNvSpPr>
            <a:spLocks noGrp="1"/>
          </p:cNvSpPr>
          <p:nvPr/>
        </p:nvSpPr>
        <p:spPr>
          <a:xfrm>
            <a:off x="2081893" y="1535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" name="9u7j_2_official_PredictedAtoms_24">
            <a:extLst>
              <a:ext uri="{FF2B5EF4-FFF2-40B4-BE49-F238E27FC236}">
                <a16:creationId xmlns:a16="http://schemas.microsoft.com/office/drawing/2014/main" id="{F4D11456-C185-4D53-B987-7349C0DC6798}"/>
              </a:ext>
            </a:extLst>
          </p:cNvPr>
          <p:cNvSpPr>
            <a:spLocks noGrp="1"/>
          </p:cNvSpPr>
          <p:nvPr/>
        </p:nvSpPr>
        <p:spPr>
          <a:xfrm>
            <a:off x="2065985" y="1412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" name="9u7j_2_official_PredictedAtoms_25">
            <a:extLst>
              <a:ext uri="{FF2B5EF4-FFF2-40B4-BE49-F238E27FC236}">
                <a16:creationId xmlns:a16="http://schemas.microsoft.com/office/drawing/2014/main" id="{43C4E522-10FC-43DA-BFF7-95CBDC17EC10}"/>
              </a:ext>
            </a:extLst>
          </p:cNvPr>
          <p:cNvSpPr>
            <a:spLocks noGrp="1"/>
          </p:cNvSpPr>
          <p:nvPr/>
        </p:nvSpPr>
        <p:spPr>
          <a:xfrm>
            <a:off x="2139295" y="13988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" name="9u7j_2_official_PredictedAtoms_26">
            <a:extLst>
              <a:ext uri="{FF2B5EF4-FFF2-40B4-BE49-F238E27FC236}">
                <a16:creationId xmlns:a16="http://schemas.microsoft.com/office/drawing/2014/main" id="{EFC1F2E1-5BFB-4E77-8FD4-F39A793580C9}"/>
              </a:ext>
            </a:extLst>
          </p:cNvPr>
          <p:cNvSpPr>
            <a:spLocks noGrp="1"/>
          </p:cNvSpPr>
          <p:nvPr/>
        </p:nvSpPr>
        <p:spPr>
          <a:xfrm>
            <a:off x="1831125" y="1182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" name="9u7j_2_official_PredictedAtoms_27">
            <a:extLst>
              <a:ext uri="{FF2B5EF4-FFF2-40B4-BE49-F238E27FC236}">
                <a16:creationId xmlns:a16="http://schemas.microsoft.com/office/drawing/2014/main" id="{C0F71226-7B31-4A20-B910-670DF75FEAFD}"/>
              </a:ext>
            </a:extLst>
          </p:cNvPr>
          <p:cNvSpPr>
            <a:spLocks noGrp="1"/>
          </p:cNvSpPr>
          <p:nvPr/>
        </p:nvSpPr>
        <p:spPr>
          <a:xfrm>
            <a:off x="1856478" y="12377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" name="9u7j_2_official_PredictedAtoms_28">
            <a:extLst>
              <a:ext uri="{FF2B5EF4-FFF2-40B4-BE49-F238E27FC236}">
                <a16:creationId xmlns:a16="http://schemas.microsoft.com/office/drawing/2014/main" id="{89D7A8BC-5BD3-4722-A177-22E734D089EC}"/>
              </a:ext>
            </a:extLst>
          </p:cNvPr>
          <p:cNvSpPr>
            <a:spLocks noGrp="1"/>
          </p:cNvSpPr>
          <p:nvPr/>
        </p:nvSpPr>
        <p:spPr>
          <a:xfrm>
            <a:off x="1774637" y="103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u7j_2_official_PredictedAtoms_29">
            <a:extLst>
              <a:ext uri="{FF2B5EF4-FFF2-40B4-BE49-F238E27FC236}">
                <a16:creationId xmlns:a16="http://schemas.microsoft.com/office/drawing/2014/main" id="{86DAE491-20D8-427A-B38F-61F027AAB2A6}"/>
              </a:ext>
            </a:extLst>
          </p:cNvPr>
          <p:cNvSpPr>
            <a:spLocks noGrp="1"/>
          </p:cNvSpPr>
          <p:nvPr/>
        </p:nvSpPr>
        <p:spPr>
          <a:xfrm>
            <a:off x="1838315" y="96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u7j_2_official_PredictedAtoms_30">
            <a:extLst>
              <a:ext uri="{FF2B5EF4-FFF2-40B4-BE49-F238E27FC236}">
                <a16:creationId xmlns:a16="http://schemas.microsoft.com/office/drawing/2014/main" id="{AD1025D9-A4EC-4F15-9BC5-89F24E249B58}"/>
              </a:ext>
            </a:extLst>
          </p:cNvPr>
          <p:cNvSpPr>
            <a:spLocks noGrp="1"/>
          </p:cNvSpPr>
          <p:nvPr/>
        </p:nvSpPr>
        <p:spPr>
          <a:xfrm>
            <a:off x="1226909" y="1437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u7j_2_official_PredictedAtoms_31">
            <a:extLst>
              <a:ext uri="{FF2B5EF4-FFF2-40B4-BE49-F238E27FC236}">
                <a16:creationId xmlns:a16="http://schemas.microsoft.com/office/drawing/2014/main" id="{6D9820BC-6898-4A06-9EAC-84D8307EAA5A}"/>
              </a:ext>
            </a:extLst>
          </p:cNvPr>
          <p:cNvSpPr>
            <a:spLocks noGrp="1"/>
          </p:cNvSpPr>
          <p:nvPr/>
        </p:nvSpPr>
        <p:spPr>
          <a:xfrm>
            <a:off x="1144252" y="1389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u7j_2_official_PredictedAtoms_32">
            <a:extLst>
              <a:ext uri="{FF2B5EF4-FFF2-40B4-BE49-F238E27FC236}">
                <a16:creationId xmlns:a16="http://schemas.microsoft.com/office/drawing/2014/main" id="{9415270F-BE14-4654-BF8E-C33FEC6D2390}"/>
              </a:ext>
            </a:extLst>
          </p:cNvPr>
          <p:cNvSpPr>
            <a:spLocks noGrp="1"/>
          </p:cNvSpPr>
          <p:nvPr/>
        </p:nvSpPr>
        <p:spPr>
          <a:xfrm>
            <a:off x="1207310" y="15956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u7j_2_official_PredictedAtoms_33">
            <a:extLst>
              <a:ext uri="{FF2B5EF4-FFF2-40B4-BE49-F238E27FC236}">
                <a16:creationId xmlns:a16="http://schemas.microsoft.com/office/drawing/2014/main" id="{5B8A1C5A-EA6F-48DB-84E6-F60EB9757F25}"/>
              </a:ext>
            </a:extLst>
          </p:cNvPr>
          <p:cNvSpPr>
            <a:spLocks noGrp="1"/>
          </p:cNvSpPr>
          <p:nvPr/>
        </p:nvSpPr>
        <p:spPr>
          <a:xfrm>
            <a:off x="1209893" y="16666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u7j_2_official_PredictedAtoms_34">
            <a:extLst>
              <a:ext uri="{FF2B5EF4-FFF2-40B4-BE49-F238E27FC236}">
                <a16:creationId xmlns:a16="http://schemas.microsoft.com/office/drawing/2014/main" id="{C4414078-FA16-4FCE-82C2-D936BB323A12}"/>
              </a:ext>
            </a:extLst>
          </p:cNvPr>
          <p:cNvSpPr>
            <a:spLocks noGrp="1"/>
          </p:cNvSpPr>
          <p:nvPr/>
        </p:nvSpPr>
        <p:spPr>
          <a:xfrm>
            <a:off x="1066329" y="1623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u7j_2_official_PredictedAtoms_35">
            <a:extLst>
              <a:ext uri="{FF2B5EF4-FFF2-40B4-BE49-F238E27FC236}">
                <a16:creationId xmlns:a16="http://schemas.microsoft.com/office/drawing/2014/main" id="{E4C28249-5AE5-432E-9399-35CB44726E52}"/>
              </a:ext>
            </a:extLst>
          </p:cNvPr>
          <p:cNvSpPr>
            <a:spLocks noGrp="1"/>
          </p:cNvSpPr>
          <p:nvPr/>
        </p:nvSpPr>
        <p:spPr>
          <a:xfrm>
            <a:off x="1002687" y="1761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stage3-cases-clash_7">
            <a:extLst>
              <a:ext uri="{FF2B5EF4-FFF2-40B4-BE49-F238E27FC236}">
                <a16:creationId xmlns:a16="http://schemas.microsoft.com/office/drawing/2014/main" id="{7A940E9E-98EF-4543-A44D-F30EB8BC981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22" name="9u7j_2_tuned_Receptor">
            <a:extLst>
              <a:ext uri="{FF2B5EF4-FFF2-40B4-BE49-F238E27FC236}">
                <a16:creationId xmlns:a16="http://schemas.microsoft.com/office/drawing/2014/main" id="{6F6FA0A3-5A8F-4510-8840-29174533A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3" name="9u7j_2_tuned_ExperimentalDensity">
            <a:extLst>
              <a:ext uri="{FF2B5EF4-FFF2-40B4-BE49-F238E27FC236}">
                <a16:creationId xmlns:a16="http://schemas.microsoft.com/office/drawing/2014/main" id="{AB7BCDAD-B90D-48C8-8B26-847BC2EA18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4" name="9u7j_2_tuned_ReferenceLigand_0">
            <a:extLst>
              <a:ext uri="{FF2B5EF4-FFF2-40B4-BE49-F238E27FC236}">
                <a16:creationId xmlns:a16="http://schemas.microsoft.com/office/drawing/2014/main" id="{E6D2E754-FE58-4927-8AA2-466B74375E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u7j_2_tuned_ReferenceLigand_1">
            <a:extLst>
              <a:ext uri="{FF2B5EF4-FFF2-40B4-BE49-F238E27FC236}">
                <a16:creationId xmlns:a16="http://schemas.microsoft.com/office/drawing/2014/main" id="{2CAEDFC6-67BA-4180-9FD6-69E1D51795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u7j_2_tuned_ReferenceLigand_2">
            <a:extLst>
              <a:ext uri="{FF2B5EF4-FFF2-40B4-BE49-F238E27FC236}">
                <a16:creationId xmlns:a16="http://schemas.microsoft.com/office/drawing/2014/main" id="{86FCFE6B-3D43-4065-9485-340BFFC2022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u7j_2_tuned_ReferenceLigand_3">
            <a:extLst>
              <a:ext uri="{FF2B5EF4-FFF2-40B4-BE49-F238E27FC236}">
                <a16:creationId xmlns:a16="http://schemas.microsoft.com/office/drawing/2014/main" id="{36EE2969-D26C-49D8-864F-EE9E955F4C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u7j_2_tuned_ReferenceLigand_4">
            <a:extLst>
              <a:ext uri="{FF2B5EF4-FFF2-40B4-BE49-F238E27FC236}">
                <a16:creationId xmlns:a16="http://schemas.microsoft.com/office/drawing/2014/main" id="{81F31DC9-BE37-4915-886A-C0C20362CA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u7j_2_tuned_ReferenceLigand_5">
            <a:extLst>
              <a:ext uri="{FF2B5EF4-FFF2-40B4-BE49-F238E27FC236}">
                <a16:creationId xmlns:a16="http://schemas.microsoft.com/office/drawing/2014/main" id="{EA9FB671-A4AA-42CF-B5BE-33D4475426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u7j_2_tuned_ReferenceLigand_6">
            <a:extLst>
              <a:ext uri="{FF2B5EF4-FFF2-40B4-BE49-F238E27FC236}">
                <a16:creationId xmlns:a16="http://schemas.microsoft.com/office/drawing/2014/main" id="{42294451-4A8C-4AFA-B9D1-A5882BBD35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u7j_2_tuned_ReferenceLigand_7">
            <a:extLst>
              <a:ext uri="{FF2B5EF4-FFF2-40B4-BE49-F238E27FC236}">
                <a16:creationId xmlns:a16="http://schemas.microsoft.com/office/drawing/2014/main" id="{8CB7864E-1B39-41B6-8DF0-FE0E3832CB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u7j_2_tuned_ReferenceLigand_8">
            <a:extLst>
              <a:ext uri="{FF2B5EF4-FFF2-40B4-BE49-F238E27FC236}">
                <a16:creationId xmlns:a16="http://schemas.microsoft.com/office/drawing/2014/main" id="{0A3A428A-91DA-4BF8-B580-7EB45DC06A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u7j_2_tuned_ReferenceLigand_9">
            <a:extLst>
              <a:ext uri="{FF2B5EF4-FFF2-40B4-BE49-F238E27FC236}">
                <a16:creationId xmlns:a16="http://schemas.microsoft.com/office/drawing/2014/main" id="{2AA9B07B-0CD0-477A-8A74-1EF89B36CA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u7j_2_tuned_ReferenceLigand_10">
            <a:extLst>
              <a:ext uri="{FF2B5EF4-FFF2-40B4-BE49-F238E27FC236}">
                <a16:creationId xmlns:a16="http://schemas.microsoft.com/office/drawing/2014/main" id="{22733DF5-04BB-4CCD-8BDC-7D2A30F531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u7j_2_tuned_ReferenceLigand_11">
            <a:extLst>
              <a:ext uri="{FF2B5EF4-FFF2-40B4-BE49-F238E27FC236}">
                <a16:creationId xmlns:a16="http://schemas.microsoft.com/office/drawing/2014/main" id="{36E51936-549B-4AA8-A371-59684BD5A1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u7j_2_tuned_ReferenceLigand_12">
            <a:extLst>
              <a:ext uri="{FF2B5EF4-FFF2-40B4-BE49-F238E27FC236}">
                <a16:creationId xmlns:a16="http://schemas.microsoft.com/office/drawing/2014/main" id="{78D640CB-4003-464C-B0EA-2DD1308C0E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u7j_2_tuned_ReferenceLigand_13">
            <a:extLst>
              <a:ext uri="{FF2B5EF4-FFF2-40B4-BE49-F238E27FC236}">
                <a16:creationId xmlns:a16="http://schemas.microsoft.com/office/drawing/2014/main" id="{9123D065-BAA4-4117-BB42-E1DAFEED18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u7j_2_tuned_ReferenceLigand_14">
            <a:extLst>
              <a:ext uri="{FF2B5EF4-FFF2-40B4-BE49-F238E27FC236}">
                <a16:creationId xmlns:a16="http://schemas.microsoft.com/office/drawing/2014/main" id="{F9C79F46-A572-4E8E-8CE7-4B36BA8CC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u7j_2_tuned_ReferenceLigand_15">
            <a:extLst>
              <a:ext uri="{FF2B5EF4-FFF2-40B4-BE49-F238E27FC236}">
                <a16:creationId xmlns:a16="http://schemas.microsoft.com/office/drawing/2014/main" id="{DD67819F-AFBF-41F0-A9C8-F56A926887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u7j_2_tuned_ReferenceLigand_16">
            <a:extLst>
              <a:ext uri="{FF2B5EF4-FFF2-40B4-BE49-F238E27FC236}">
                <a16:creationId xmlns:a16="http://schemas.microsoft.com/office/drawing/2014/main" id="{BBDCB8EF-87D1-4F31-9FE8-531F49C8A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u7j_2_tuned_ReferenceLigand_17">
            <a:extLst>
              <a:ext uri="{FF2B5EF4-FFF2-40B4-BE49-F238E27FC236}">
                <a16:creationId xmlns:a16="http://schemas.microsoft.com/office/drawing/2014/main" id="{9B9801AC-C4B7-4B55-B96C-700CBCF89E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u7j_2_tuned_ReferenceLigand_18">
            <a:extLst>
              <a:ext uri="{FF2B5EF4-FFF2-40B4-BE49-F238E27FC236}">
                <a16:creationId xmlns:a16="http://schemas.microsoft.com/office/drawing/2014/main" id="{BADA7664-4A16-4468-AB54-868B6CB5EB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3" name="9u7j_2_tuned_ReferenceLigand_19">
            <a:extLst>
              <a:ext uri="{FF2B5EF4-FFF2-40B4-BE49-F238E27FC236}">
                <a16:creationId xmlns:a16="http://schemas.microsoft.com/office/drawing/2014/main" id="{56B0BA88-DD81-4F58-B9B0-93F9938DCD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" name="9u7j_2_tuned_ReferenceLigand_20">
            <a:extLst>
              <a:ext uri="{FF2B5EF4-FFF2-40B4-BE49-F238E27FC236}">
                <a16:creationId xmlns:a16="http://schemas.microsoft.com/office/drawing/2014/main" id="{DDF699E9-33C0-4C16-AF6D-0FBB7712DD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" name="9u7j_2_tuned_ReferenceLigand_21">
            <a:extLst>
              <a:ext uri="{FF2B5EF4-FFF2-40B4-BE49-F238E27FC236}">
                <a16:creationId xmlns:a16="http://schemas.microsoft.com/office/drawing/2014/main" id="{97BE4232-FBD1-4AB8-A058-D8C54D4D42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" name="9u7j_2_tuned_ReferenceLigand_22">
            <a:extLst>
              <a:ext uri="{FF2B5EF4-FFF2-40B4-BE49-F238E27FC236}">
                <a16:creationId xmlns:a16="http://schemas.microsoft.com/office/drawing/2014/main" id="{837F1607-1651-40DA-B567-2F4456046A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" name="9u7j_2_tuned_ReferenceLigand_23">
            <a:extLst>
              <a:ext uri="{FF2B5EF4-FFF2-40B4-BE49-F238E27FC236}">
                <a16:creationId xmlns:a16="http://schemas.microsoft.com/office/drawing/2014/main" id="{1580727A-91C6-4970-AF65-591D3902A1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" name="9u7j_2_tuned_ReferenceLigand_24">
            <a:extLst>
              <a:ext uri="{FF2B5EF4-FFF2-40B4-BE49-F238E27FC236}">
                <a16:creationId xmlns:a16="http://schemas.microsoft.com/office/drawing/2014/main" id="{659E43DB-7E99-492E-A128-B9B9DBB8D6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" name="9u7j_2_tuned_ReferenceLigand_25">
            <a:extLst>
              <a:ext uri="{FF2B5EF4-FFF2-40B4-BE49-F238E27FC236}">
                <a16:creationId xmlns:a16="http://schemas.microsoft.com/office/drawing/2014/main" id="{FAC021C6-8E8A-4EBE-AF47-648AD3AE11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" name="9u7j_2_tuned_ReferenceLigand_26">
            <a:extLst>
              <a:ext uri="{FF2B5EF4-FFF2-40B4-BE49-F238E27FC236}">
                <a16:creationId xmlns:a16="http://schemas.microsoft.com/office/drawing/2014/main" id="{AB07EDA1-4AAC-4160-9B7B-A6888AA555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" name="9u7j_2_tuned_ReferenceLigand_27">
            <a:extLst>
              <a:ext uri="{FF2B5EF4-FFF2-40B4-BE49-F238E27FC236}">
                <a16:creationId xmlns:a16="http://schemas.microsoft.com/office/drawing/2014/main" id="{D24991DF-6104-4DFA-BFFB-C0F77A4600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" name="9u7j_2_tuned_ReferenceLigand_28">
            <a:extLst>
              <a:ext uri="{FF2B5EF4-FFF2-40B4-BE49-F238E27FC236}">
                <a16:creationId xmlns:a16="http://schemas.microsoft.com/office/drawing/2014/main" id="{B3F9BE0C-EC8B-40C8-94E6-C2127CE3F3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" name="9u7j_2_tuned_ReferenceLigand_29">
            <a:extLst>
              <a:ext uri="{FF2B5EF4-FFF2-40B4-BE49-F238E27FC236}">
                <a16:creationId xmlns:a16="http://schemas.microsoft.com/office/drawing/2014/main" id="{3C7592C5-7894-445A-8B6E-9464927B20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" name="9u7j_2_tuned_ReferenceLigand_30">
            <a:extLst>
              <a:ext uri="{FF2B5EF4-FFF2-40B4-BE49-F238E27FC236}">
                <a16:creationId xmlns:a16="http://schemas.microsoft.com/office/drawing/2014/main" id="{D22F9A34-EF8D-4685-8A42-2BF249F438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" name="9u7j_2_tuned_ReferenceLigand_31">
            <a:extLst>
              <a:ext uri="{FF2B5EF4-FFF2-40B4-BE49-F238E27FC236}">
                <a16:creationId xmlns:a16="http://schemas.microsoft.com/office/drawing/2014/main" id="{13F3F4C1-7BA5-473D-BA59-DD4048759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" name="9u7j_2_tuned_ReferenceLigand_32">
            <a:extLst>
              <a:ext uri="{FF2B5EF4-FFF2-40B4-BE49-F238E27FC236}">
                <a16:creationId xmlns:a16="http://schemas.microsoft.com/office/drawing/2014/main" id="{8D943AC9-2C45-455E-97AF-4BBFA7C94C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" name="9u7j_2_tuned_ReferenceLigand_33">
            <a:extLst>
              <a:ext uri="{FF2B5EF4-FFF2-40B4-BE49-F238E27FC236}">
                <a16:creationId xmlns:a16="http://schemas.microsoft.com/office/drawing/2014/main" id="{FE37AF1D-66DB-4DBE-AF2A-4A8A323F11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" name="9u7j_2_tuned_ReferenceLigand_34">
            <a:extLst>
              <a:ext uri="{FF2B5EF4-FFF2-40B4-BE49-F238E27FC236}">
                <a16:creationId xmlns:a16="http://schemas.microsoft.com/office/drawing/2014/main" id="{0002AD7A-7805-4057-B4F9-5336C60049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" name="9u7j_2_tuned_ReferenceLigand_35">
            <a:extLst>
              <a:ext uri="{FF2B5EF4-FFF2-40B4-BE49-F238E27FC236}">
                <a16:creationId xmlns:a16="http://schemas.microsoft.com/office/drawing/2014/main" id="{FD23DA16-C121-421D-B29F-CA78406BE9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" name="9u7j_2_tuned_ReferenceLigand_36">
            <a:extLst>
              <a:ext uri="{FF2B5EF4-FFF2-40B4-BE49-F238E27FC236}">
                <a16:creationId xmlns:a16="http://schemas.microsoft.com/office/drawing/2014/main" id="{01BB0C37-713E-4779-AD44-2DDD523168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" name="9u7j_2_tuned_ReferenceLigand_37">
            <a:extLst>
              <a:ext uri="{FF2B5EF4-FFF2-40B4-BE49-F238E27FC236}">
                <a16:creationId xmlns:a16="http://schemas.microsoft.com/office/drawing/2014/main" id="{95795B81-B1B0-4F06-9C3C-F4CAAE17EA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" name="9u7j_2_tuned_PredictedLigand_0">
            <a:extLst>
              <a:ext uri="{FF2B5EF4-FFF2-40B4-BE49-F238E27FC236}">
                <a16:creationId xmlns:a16="http://schemas.microsoft.com/office/drawing/2014/main" id="{58FA7559-501E-429B-AFCD-CAC4E70328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u7j_2_tuned_PredictedLigand_1">
            <a:extLst>
              <a:ext uri="{FF2B5EF4-FFF2-40B4-BE49-F238E27FC236}">
                <a16:creationId xmlns:a16="http://schemas.microsoft.com/office/drawing/2014/main" id="{4A3D7165-ED3A-4532-AFE1-29269E520B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u7j_2_tuned_PredictedLigand_2">
            <a:extLst>
              <a:ext uri="{FF2B5EF4-FFF2-40B4-BE49-F238E27FC236}">
                <a16:creationId xmlns:a16="http://schemas.microsoft.com/office/drawing/2014/main" id="{ED5E1928-74AB-4CD4-B6E2-ACDC73F9E9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u7j_2_tuned_PredictedLigand_3">
            <a:extLst>
              <a:ext uri="{FF2B5EF4-FFF2-40B4-BE49-F238E27FC236}">
                <a16:creationId xmlns:a16="http://schemas.microsoft.com/office/drawing/2014/main" id="{F6B0F5AE-B1F8-4ACB-81D9-F73BA085F7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u7j_2_tuned_PredictedLigand_4">
            <a:extLst>
              <a:ext uri="{FF2B5EF4-FFF2-40B4-BE49-F238E27FC236}">
                <a16:creationId xmlns:a16="http://schemas.microsoft.com/office/drawing/2014/main" id="{1D89BF8D-B755-4F7C-A499-49D3C6C9EE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u7j_2_tuned_PredictedLigand_5">
            <a:extLst>
              <a:ext uri="{FF2B5EF4-FFF2-40B4-BE49-F238E27FC236}">
                <a16:creationId xmlns:a16="http://schemas.microsoft.com/office/drawing/2014/main" id="{F1A53778-167B-44F6-801E-BBB306D47C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u7j_2_tuned_PredictedLigand_6">
            <a:extLst>
              <a:ext uri="{FF2B5EF4-FFF2-40B4-BE49-F238E27FC236}">
                <a16:creationId xmlns:a16="http://schemas.microsoft.com/office/drawing/2014/main" id="{AC2E523C-8229-4CD2-BC9F-0855BB424B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u7j_2_tuned_PredictedLigand_7">
            <a:extLst>
              <a:ext uri="{FF2B5EF4-FFF2-40B4-BE49-F238E27FC236}">
                <a16:creationId xmlns:a16="http://schemas.microsoft.com/office/drawing/2014/main" id="{2ACF5943-472F-41EE-B227-ED5CBC70BF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u7j_2_tuned_PredictedLigand_8">
            <a:extLst>
              <a:ext uri="{FF2B5EF4-FFF2-40B4-BE49-F238E27FC236}">
                <a16:creationId xmlns:a16="http://schemas.microsoft.com/office/drawing/2014/main" id="{879646CB-97F4-4A96-BC6D-278D6F1219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u7j_2_tuned_PredictedLigand_9">
            <a:extLst>
              <a:ext uri="{FF2B5EF4-FFF2-40B4-BE49-F238E27FC236}">
                <a16:creationId xmlns:a16="http://schemas.microsoft.com/office/drawing/2014/main" id="{F2D4B5E2-CFA2-42D5-B442-464E980722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u7j_2_tuned_PredictedLigand_10">
            <a:extLst>
              <a:ext uri="{FF2B5EF4-FFF2-40B4-BE49-F238E27FC236}">
                <a16:creationId xmlns:a16="http://schemas.microsoft.com/office/drawing/2014/main" id="{1D701016-C08A-4ECE-AFEB-C89CAF403A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u7j_2_tuned_PredictedLigand_11">
            <a:extLst>
              <a:ext uri="{FF2B5EF4-FFF2-40B4-BE49-F238E27FC236}">
                <a16:creationId xmlns:a16="http://schemas.microsoft.com/office/drawing/2014/main" id="{12430999-D6B4-4226-B814-988090750D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u7j_2_tuned_PredictedLigand_12">
            <a:extLst>
              <a:ext uri="{FF2B5EF4-FFF2-40B4-BE49-F238E27FC236}">
                <a16:creationId xmlns:a16="http://schemas.microsoft.com/office/drawing/2014/main" id="{81A9A944-8F56-4A4B-BD14-58B77394C2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u7j_2_tuned_PredictedLigand_13">
            <a:extLst>
              <a:ext uri="{FF2B5EF4-FFF2-40B4-BE49-F238E27FC236}">
                <a16:creationId xmlns:a16="http://schemas.microsoft.com/office/drawing/2014/main" id="{215F7AAB-8C4A-4897-81DA-726FBE22FD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" name="9u7j_2_tuned_PredictedLigand_14">
            <a:extLst>
              <a:ext uri="{FF2B5EF4-FFF2-40B4-BE49-F238E27FC236}">
                <a16:creationId xmlns:a16="http://schemas.microsoft.com/office/drawing/2014/main" id="{2ED7335C-D0EF-4324-96C6-472D46A6CC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" name="9u7j_2_tuned_PredictedLigand_15">
            <a:extLst>
              <a:ext uri="{FF2B5EF4-FFF2-40B4-BE49-F238E27FC236}">
                <a16:creationId xmlns:a16="http://schemas.microsoft.com/office/drawing/2014/main" id="{F834ACF9-2064-481C-BB76-A092752FB4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" name="9u7j_2_tuned_PredictedLigand_16">
            <a:extLst>
              <a:ext uri="{FF2B5EF4-FFF2-40B4-BE49-F238E27FC236}">
                <a16:creationId xmlns:a16="http://schemas.microsoft.com/office/drawing/2014/main" id="{70E7FC81-84ED-42DB-B710-752868AF4D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" name="9u7j_2_tuned_PredictedLigand_17">
            <a:extLst>
              <a:ext uri="{FF2B5EF4-FFF2-40B4-BE49-F238E27FC236}">
                <a16:creationId xmlns:a16="http://schemas.microsoft.com/office/drawing/2014/main" id="{5C4D6A32-F52E-4DC0-ACC2-D3EB4979C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" name="9u7j_2_tuned_PredictedLigand_18">
            <a:extLst>
              <a:ext uri="{FF2B5EF4-FFF2-40B4-BE49-F238E27FC236}">
                <a16:creationId xmlns:a16="http://schemas.microsoft.com/office/drawing/2014/main" id="{CBD8B23B-C09A-4E02-A620-FA9E4A6376E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" name="9u7j_2_tuned_PredictedLigand_19">
            <a:extLst>
              <a:ext uri="{FF2B5EF4-FFF2-40B4-BE49-F238E27FC236}">
                <a16:creationId xmlns:a16="http://schemas.microsoft.com/office/drawing/2014/main" id="{9EDF73BF-54A3-4CDC-9D53-9C3D69E0A5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" name="9u7j_2_tuned_PredictedLigand_20">
            <a:extLst>
              <a:ext uri="{FF2B5EF4-FFF2-40B4-BE49-F238E27FC236}">
                <a16:creationId xmlns:a16="http://schemas.microsoft.com/office/drawing/2014/main" id="{B615ADCF-A29B-40A2-BE75-02063A3DE6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" name="9u7j_2_tuned_PredictedLigand_21">
            <a:extLst>
              <a:ext uri="{FF2B5EF4-FFF2-40B4-BE49-F238E27FC236}">
                <a16:creationId xmlns:a16="http://schemas.microsoft.com/office/drawing/2014/main" id="{C9EBB2A3-3134-4F02-8CB9-21B0DFC8DE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4" name="9u7j_2_tuned_PredictedLigand_22">
            <a:extLst>
              <a:ext uri="{FF2B5EF4-FFF2-40B4-BE49-F238E27FC236}">
                <a16:creationId xmlns:a16="http://schemas.microsoft.com/office/drawing/2014/main" id="{BD6525D6-55FD-4008-9B28-1329C0DAB1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5" name="9u7j_2_tuned_PredictedLigand_23">
            <a:extLst>
              <a:ext uri="{FF2B5EF4-FFF2-40B4-BE49-F238E27FC236}">
                <a16:creationId xmlns:a16="http://schemas.microsoft.com/office/drawing/2014/main" id="{BE6C261B-80F3-41E8-B03E-617B8D462A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6" name="9u7j_2_tuned_PredictedLigand_24">
            <a:extLst>
              <a:ext uri="{FF2B5EF4-FFF2-40B4-BE49-F238E27FC236}">
                <a16:creationId xmlns:a16="http://schemas.microsoft.com/office/drawing/2014/main" id="{74E56975-4EB9-4BF6-A3F4-CE0B89A62C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7" name="9u7j_2_tuned_PredictedLigand_25">
            <a:extLst>
              <a:ext uri="{FF2B5EF4-FFF2-40B4-BE49-F238E27FC236}">
                <a16:creationId xmlns:a16="http://schemas.microsoft.com/office/drawing/2014/main" id="{57262555-62F3-4B7C-98D4-9873928649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8" name="9u7j_2_tuned_PredictedLigand_26">
            <a:extLst>
              <a:ext uri="{FF2B5EF4-FFF2-40B4-BE49-F238E27FC236}">
                <a16:creationId xmlns:a16="http://schemas.microsoft.com/office/drawing/2014/main" id="{333FB68E-6F4F-4D30-B851-D7788D2269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9" name="9u7j_2_tuned_PredictedLigand_27">
            <a:extLst>
              <a:ext uri="{FF2B5EF4-FFF2-40B4-BE49-F238E27FC236}">
                <a16:creationId xmlns:a16="http://schemas.microsoft.com/office/drawing/2014/main" id="{BFA629C0-F00A-4839-B41F-CB960FA76A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0" name="9u7j_2_tuned_PredictedLigand_28">
            <a:extLst>
              <a:ext uri="{FF2B5EF4-FFF2-40B4-BE49-F238E27FC236}">
                <a16:creationId xmlns:a16="http://schemas.microsoft.com/office/drawing/2014/main" id="{E76626AC-0382-496B-8D46-506ADC7CA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1" name="9u7j_2_tuned_PredictedLigand_29">
            <a:extLst>
              <a:ext uri="{FF2B5EF4-FFF2-40B4-BE49-F238E27FC236}">
                <a16:creationId xmlns:a16="http://schemas.microsoft.com/office/drawing/2014/main" id="{B6EBC15B-0718-4F82-9050-021F7D936D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2" name="9u7j_2_tuned_PredictedLigand_30">
            <a:extLst>
              <a:ext uri="{FF2B5EF4-FFF2-40B4-BE49-F238E27FC236}">
                <a16:creationId xmlns:a16="http://schemas.microsoft.com/office/drawing/2014/main" id="{AEF5ED58-8D18-4F17-B5C4-D36A665AD3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3" name="9u7j_2_tuned_PredictedLigand_31">
            <a:extLst>
              <a:ext uri="{FF2B5EF4-FFF2-40B4-BE49-F238E27FC236}">
                <a16:creationId xmlns:a16="http://schemas.microsoft.com/office/drawing/2014/main" id="{31A13A18-3449-47E7-B7BA-DF88627E59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4" name="9u7j_2_tuned_PredictedLigand_32">
            <a:extLst>
              <a:ext uri="{FF2B5EF4-FFF2-40B4-BE49-F238E27FC236}">
                <a16:creationId xmlns:a16="http://schemas.microsoft.com/office/drawing/2014/main" id="{9324DEAA-D0CD-41E0-9570-4D1C266658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5" name="9u7j_2_tuned_PredictedLigand_33">
            <a:extLst>
              <a:ext uri="{FF2B5EF4-FFF2-40B4-BE49-F238E27FC236}">
                <a16:creationId xmlns:a16="http://schemas.microsoft.com/office/drawing/2014/main" id="{CA147A7F-B456-4444-9641-86A10FE2DDD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6" name="9u7j_2_tuned_PredictedLigand_34">
            <a:extLst>
              <a:ext uri="{FF2B5EF4-FFF2-40B4-BE49-F238E27FC236}">
                <a16:creationId xmlns:a16="http://schemas.microsoft.com/office/drawing/2014/main" id="{DFFB287A-F31E-42C5-862F-1D82AE1CB6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7" name="9u7j_2_tuned_PredictedLigand_35">
            <a:extLst>
              <a:ext uri="{FF2B5EF4-FFF2-40B4-BE49-F238E27FC236}">
                <a16:creationId xmlns:a16="http://schemas.microsoft.com/office/drawing/2014/main" id="{16FD2591-92B0-447E-A630-8388FF61AA3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8" name="9u7j_2_tuned_PredictedLigand_36">
            <a:extLst>
              <a:ext uri="{FF2B5EF4-FFF2-40B4-BE49-F238E27FC236}">
                <a16:creationId xmlns:a16="http://schemas.microsoft.com/office/drawing/2014/main" id="{362FB0F4-B901-448F-BD56-DD954A4BC5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9" name="9u7j_2_tuned_PredictedLigand_37">
            <a:extLst>
              <a:ext uri="{FF2B5EF4-FFF2-40B4-BE49-F238E27FC236}">
                <a16:creationId xmlns:a16="http://schemas.microsoft.com/office/drawing/2014/main" id="{BEBDF285-2184-4FB7-91AE-41740691D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0" name="9u7j_2_tuned_PredictedAtoms_0">
            <a:extLst>
              <a:ext uri="{FF2B5EF4-FFF2-40B4-BE49-F238E27FC236}">
                <a16:creationId xmlns:a16="http://schemas.microsoft.com/office/drawing/2014/main" id="{A9AEC019-779F-4D32-A821-2A0F4DDFEFD8}"/>
              </a:ext>
            </a:extLst>
          </p:cNvPr>
          <p:cNvSpPr>
            <a:spLocks noGrp="1"/>
          </p:cNvSpPr>
          <p:nvPr/>
        </p:nvSpPr>
        <p:spPr>
          <a:xfrm>
            <a:off x="3995888" y="1672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u7j_2_tuned_PredictedAtoms_1">
            <a:extLst>
              <a:ext uri="{FF2B5EF4-FFF2-40B4-BE49-F238E27FC236}">
                <a16:creationId xmlns:a16="http://schemas.microsoft.com/office/drawing/2014/main" id="{1C97EA32-9921-4701-9F6C-05B786A608D9}"/>
              </a:ext>
            </a:extLst>
          </p:cNvPr>
          <p:cNvSpPr>
            <a:spLocks noGrp="1"/>
          </p:cNvSpPr>
          <p:nvPr/>
        </p:nvSpPr>
        <p:spPr>
          <a:xfrm>
            <a:off x="4111315" y="1678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u7j_2_tuned_PredictedAtoms_2">
            <a:extLst>
              <a:ext uri="{FF2B5EF4-FFF2-40B4-BE49-F238E27FC236}">
                <a16:creationId xmlns:a16="http://schemas.microsoft.com/office/drawing/2014/main" id="{0E55A3CF-8A76-4264-9259-0F3B3985230F}"/>
              </a:ext>
            </a:extLst>
          </p:cNvPr>
          <p:cNvSpPr>
            <a:spLocks noGrp="1"/>
          </p:cNvSpPr>
          <p:nvPr/>
        </p:nvSpPr>
        <p:spPr>
          <a:xfrm>
            <a:off x="4100418" y="15535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u7j_2_tuned_PredictedAtoms_3">
            <a:extLst>
              <a:ext uri="{FF2B5EF4-FFF2-40B4-BE49-F238E27FC236}">
                <a16:creationId xmlns:a16="http://schemas.microsoft.com/office/drawing/2014/main" id="{12BB1AA4-A311-499F-80EC-485F43C2F3C3}"/>
              </a:ext>
            </a:extLst>
          </p:cNvPr>
          <p:cNvSpPr>
            <a:spLocks noGrp="1"/>
          </p:cNvSpPr>
          <p:nvPr/>
        </p:nvSpPr>
        <p:spPr>
          <a:xfrm>
            <a:off x="4067722" y="1436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u7j_2_tuned_PredictedAtoms_4">
            <a:extLst>
              <a:ext uri="{FF2B5EF4-FFF2-40B4-BE49-F238E27FC236}">
                <a16:creationId xmlns:a16="http://schemas.microsoft.com/office/drawing/2014/main" id="{724EFB9B-E04D-4C91-9EE2-F86EB55A634F}"/>
              </a:ext>
            </a:extLst>
          </p:cNvPr>
          <p:cNvSpPr>
            <a:spLocks noGrp="1"/>
          </p:cNvSpPr>
          <p:nvPr/>
        </p:nvSpPr>
        <p:spPr>
          <a:xfrm>
            <a:off x="4117350" y="130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u7j_2_tuned_PredictedAtoms_5">
            <a:extLst>
              <a:ext uri="{FF2B5EF4-FFF2-40B4-BE49-F238E27FC236}">
                <a16:creationId xmlns:a16="http://schemas.microsoft.com/office/drawing/2014/main" id="{CC5E4FE3-7BE5-4E7F-B39C-7A2FAA835B37}"/>
              </a:ext>
            </a:extLst>
          </p:cNvPr>
          <p:cNvSpPr>
            <a:spLocks noGrp="1"/>
          </p:cNvSpPr>
          <p:nvPr/>
        </p:nvSpPr>
        <p:spPr>
          <a:xfrm>
            <a:off x="4098336" y="1153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9u7j_2_tuned_PredictedAtoms_6">
            <a:extLst>
              <a:ext uri="{FF2B5EF4-FFF2-40B4-BE49-F238E27FC236}">
                <a16:creationId xmlns:a16="http://schemas.microsoft.com/office/drawing/2014/main" id="{1B451427-5DA9-4DCF-8001-814EA4DD1FC8}"/>
              </a:ext>
            </a:extLst>
          </p:cNvPr>
          <p:cNvSpPr>
            <a:spLocks noGrp="1"/>
          </p:cNvSpPr>
          <p:nvPr/>
        </p:nvSpPr>
        <p:spPr>
          <a:xfrm>
            <a:off x="4226892" y="1083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7" name="9u7j_2_tuned_PredictedAtoms_7">
            <a:extLst>
              <a:ext uri="{FF2B5EF4-FFF2-40B4-BE49-F238E27FC236}">
                <a16:creationId xmlns:a16="http://schemas.microsoft.com/office/drawing/2014/main" id="{D6B7CE2B-F005-469C-8AD9-28351ED99090}"/>
              </a:ext>
            </a:extLst>
          </p:cNvPr>
          <p:cNvSpPr>
            <a:spLocks noGrp="1"/>
          </p:cNvSpPr>
          <p:nvPr/>
        </p:nvSpPr>
        <p:spPr>
          <a:xfrm>
            <a:off x="4258124" y="94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8" name="9u7j_2_tuned_PredictedAtoms_8">
            <a:extLst>
              <a:ext uri="{FF2B5EF4-FFF2-40B4-BE49-F238E27FC236}">
                <a16:creationId xmlns:a16="http://schemas.microsoft.com/office/drawing/2014/main" id="{F9050AF0-D254-4840-809B-67E446FF4AC0}"/>
              </a:ext>
            </a:extLst>
          </p:cNvPr>
          <p:cNvSpPr>
            <a:spLocks noGrp="1"/>
          </p:cNvSpPr>
          <p:nvPr/>
        </p:nvSpPr>
        <p:spPr>
          <a:xfrm>
            <a:off x="4178579" y="1080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9" name="9u7j_2_tuned_PredictedAtoms_9">
            <a:extLst>
              <a:ext uri="{FF2B5EF4-FFF2-40B4-BE49-F238E27FC236}">
                <a16:creationId xmlns:a16="http://schemas.microsoft.com/office/drawing/2014/main" id="{296ECAB3-23B2-45B6-8874-27F458E2D6E9}"/>
              </a:ext>
            </a:extLst>
          </p:cNvPr>
          <p:cNvSpPr>
            <a:spLocks noGrp="1"/>
          </p:cNvSpPr>
          <p:nvPr/>
        </p:nvSpPr>
        <p:spPr>
          <a:xfrm>
            <a:off x="4361650" y="11948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0" name="9u7j_2_tuned_PredictedAtoms_10">
            <a:extLst>
              <a:ext uri="{FF2B5EF4-FFF2-40B4-BE49-F238E27FC236}">
                <a16:creationId xmlns:a16="http://schemas.microsoft.com/office/drawing/2014/main" id="{F0F6846E-BCAB-4B57-B8D3-9878706845B6}"/>
              </a:ext>
            </a:extLst>
          </p:cNvPr>
          <p:cNvSpPr>
            <a:spLocks noGrp="1"/>
          </p:cNvSpPr>
          <p:nvPr/>
        </p:nvSpPr>
        <p:spPr>
          <a:xfrm>
            <a:off x="4521063" y="116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1" name="9u7j_2_tuned_PredictedAtoms_11">
            <a:extLst>
              <a:ext uri="{FF2B5EF4-FFF2-40B4-BE49-F238E27FC236}">
                <a16:creationId xmlns:a16="http://schemas.microsoft.com/office/drawing/2014/main" id="{989C09F4-67C9-4A5A-B810-67B64AAEE3C4}"/>
              </a:ext>
            </a:extLst>
          </p:cNvPr>
          <p:cNvSpPr>
            <a:spLocks noGrp="1"/>
          </p:cNvSpPr>
          <p:nvPr/>
        </p:nvSpPr>
        <p:spPr>
          <a:xfrm>
            <a:off x="4632971" y="1202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2" name="9u7j_2_tuned_PredictedAtoms_12">
            <a:extLst>
              <a:ext uri="{FF2B5EF4-FFF2-40B4-BE49-F238E27FC236}">
                <a16:creationId xmlns:a16="http://schemas.microsoft.com/office/drawing/2014/main" id="{3D44FF73-ADA4-4F4E-AF62-C47003D9F97C}"/>
              </a:ext>
            </a:extLst>
          </p:cNvPr>
          <p:cNvSpPr>
            <a:spLocks noGrp="1"/>
          </p:cNvSpPr>
          <p:nvPr/>
        </p:nvSpPr>
        <p:spPr>
          <a:xfrm>
            <a:off x="4536458" y="1012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3" name="9u7j_2_tuned_PredictedAtoms_13">
            <a:extLst>
              <a:ext uri="{FF2B5EF4-FFF2-40B4-BE49-F238E27FC236}">
                <a16:creationId xmlns:a16="http://schemas.microsoft.com/office/drawing/2014/main" id="{DCD13268-DCDE-4F09-BF61-5392E9F4AF14}"/>
              </a:ext>
            </a:extLst>
          </p:cNvPr>
          <p:cNvSpPr>
            <a:spLocks noGrp="1"/>
          </p:cNvSpPr>
          <p:nvPr/>
        </p:nvSpPr>
        <p:spPr>
          <a:xfrm>
            <a:off x="4540751" y="12715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4" name="9u7j_2_tuned_PredictedAtoms_14">
            <a:extLst>
              <a:ext uri="{FF2B5EF4-FFF2-40B4-BE49-F238E27FC236}">
                <a16:creationId xmlns:a16="http://schemas.microsoft.com/office/drawing/2014/main" id="{3A5D9560-1F5D-41CE-85BE-8AFEB3C70417}"/>
              </a:ext>
            </a:extLst>
          </p:cNvPr>
          <p:cNvSpPr>
            <a:spLocks noGrp="1"/>
          </p:cNvSpPr>
          <p:nvPr/>
        </p:nvSpPr>
        <p:spPr>
          <a:xfrm>
            <a:off x="4562216" y="1296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" name="9u7j_2_tuned_PredictedAtoms_15">
            <a:extLst>
              <a:ext uri="{FF2B5EF4-FFF2-40B4-BE49-F238E27FC236}">
                <a16:creationId xmlns:a16="http://schemas.microsoft.com/office/drawing/2014/main" id="{56FED27F-34BD-4217-A32D-521AD03CD581}"/>
              </a:ext>
            </a:extLst>
          </p:cNvPr>
          <p:cNvSpPr>
            <a:spLocks noGrp="1"/>
          </p:cNvSpPr>
          <p:nvPr/>
        </p:nvSpPr>
        <p:spPr>
          <a:xfrm>
            <a:off x="4712405" y="12734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" name="9u7j_2_tuned_PredictedAtoms_16">
            <a:extLst>
              <a:ext uri="{FF2B5EF4-FFF2-40B4-BE49-F238E27FC236}">
                <a16:creationId xmlns:a16="http://schemas.microsoft.com/office/drawing/2014/main" id="{75F24F8D-8BB7-47AF-AEB9-1AC08B3C14B3}"/>
              </a:ext>
            </a:extLst>
          </p:cNvPr>
          <p:cNvSpPr>
            <a:spLocks noGrp="1"/>
          </p:cNvSpPr>
          <p:nvPr/>
        </p:nvSpPr>
        <p:spPr>
          <a:xfrm>
            <a:off x="4786166" y="1394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" name="9u7j_2_tuned_PredictedAtoms_17">
            <a:extLst>
              <a:ext uri="{FF2B5EF4-FFF2-40B4-BE49-F238E27FC236}">
                <a16:creationId xmlns:a16="http://schemas.microsoft.com/office/drawing/2014/main" id="{047F323C-ED2C-45B5-AD2A-37544A7A5F66}"/>
              </a:ext>
            </a:extLst>
          </p:cNvPr>
          <p:cNvSpPr>
            <a:spLocks noGrp="1"/>
          </p:cNvSpPr>
          <p:nvPr/>
        </p:nvSpPr>
        <p:spPr>
          <a:xfrm>
            <a:off x="4911358" y="13536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" name="9u7j_2_tuned_PredictedAtoms_18">
            <a:extLst>
              <a:ext uri="{FF2B5EF4-FFF2-40B4-BE49-F238E27FC236}">
                <a16:creationId xmlns:a16="http://schemas.microsoft.com/office/drawing/2014/main" id="{968C6EFA-46BA-4297-B821-0B8057C49903}"/>
              </a:ext>
            </a:extLst>
          </p:cNvPr>
          <p:cNvSpPr>
            <a:spLocks noGrp="1"/>
          </p:cNvSpPr>
          <p:nvPr/>
        </p:nvSpPr>
        <p:spPr>
          <a:xfrm>
            <a:off x="4970781" y="1466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" name="9u7j_2_tuned_PredictedAtoms_19">
            <a:extLst>
              <a:ext uri="{FF2B5EF4-FFF2-40B4-BE49-F238E27FC236}">
                <a16:creationId xmlns:a16="http://schemas.microsoft.com/office/drawing/2014/main" id="{A088E029-9D94-4F81-BC05-DAB09F0935C7}"/>
              </a:ext>
            </a:extLst>
          </p:cNvPr>
          <p:cNvSpPr>
            <a:spLocks noGrp="1"/>
          </p:cNvSpPr>
          <p:nvPr/>
        </p:nvSpPr>
        <p:spPr>
          <a:xfrm>
            <a:off x="4892075" y="1526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" name="9u7j_2_tuned_PredictedAtoms_20">
            <a:extLst>
              <a:ext uri="{FF2B5EF4-FFF2-40B4-BE49-F238E27FC236}">
                <a16:creationId xmlns:a16="http://schemas.microsoft.com/office/drawing/2014/main" id="{B6182A26-3F70-44C5-BEA4-2B86EB173F9A}"/>
              </a:ext>
            </a:extLst>
          </p:cNvPr>
          <p:cNvSpPr>
            <a:spLocks noGrp="1"/>
          </p:cNvSpPr>
          <p:nvPr/>
        </p:nvSpPr>
        <p:spPr>
          <a:xfrm>
            <a:off x="4953122" y="1620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" name="9u7j_2_tuned_PredictedAtoms_21">
            <a:extLst>
              <a:ext uri="{FF2B5EF4-FFF2-40B4-BE49-F238E27FC236}">
                <a16:creationId xmlns:a16="http://schemas.microsoft.com/office/drawing/2014/main" id="{B89B1003-A36B-45D2-9634-A927F736E0E3}"/>
              </a:ext>
            </a:extLst>
          </p:cNvPr>
          <p:cNvSpPr>
            <a:spLocks noGrp="1"/>
          </p:cNvSpPr>
          <p:nvPr/>
        </p:nvSpPr>
        <p:spPr>
          <a:xfrm>
            <a:off x="5097282" y="1666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" name="9u7j_2_tuned_PredictedAtoms_22">
            <a:extLst>
              <a:ext uri="{FF2B5EF4-FFF2-40B4-BE49-F238E27FC236}">
                <a16:creationId xmlns:a16="http://schemas.microsoft.com/office/drawing/2014/main" id="{CD6B7DFD-4AB5-41FD-93BA-8786216BFFBB}"/>
              </a:ext>
            </a:extLst>
          </p:cNvPr>
          <p:cNvSpPr>
            <a:spLocks noGrp="1"/>
          </p:cNvSpPr>
          <p:nvPr/>
        </p:nvSpPr>
        <p:spPr>
          <a:xfrm>
            <a:off x="5161677" y="17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3" name="9u7j_2_tuned_PredictedAtoms_23">
            <a:extLst>
              <a:ext uri="{FF2B5EF4-FFF2-40B4-BE49-F238E27FC236}">
                <a16:creationId xmlns:a16="http://schemas.microsoft.com/office/drawing/2014/main" id="{4C0EA576-AFDC-446A-82F4-4A3ED77CF27C}"/>
              </a:ext>
            </a:extLst>
          </p:cNvPr>
          <p:cNvSpPr>
            <a:spLocks noGrp="1"/>
          </p:cNvSpPr>
          <p:nvPr/>
        </p:nvSpPr>
        <p:spPr>
          <a:xfrm>
            <a:off x="5165298" y="1607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4" name="9u7j_2_tuned_PredictedAtoms_24">
            <a:extLst>
              <a:ext uri="{FF2B5EF4-FFF2-40B4-BE49-F238E27FC236}">
                <a16:creationId xmlns:a16="http://schemas.microsoft.com/office/drawing/2014/main" id="{55C87FA2-CFED-478A-BED2-07482098C225}"/>
              </a:ext>
            </a:extLst>
          </p:cNvPr>
          <p:cNvSpPr>
            <a:spLocks noGrp="1"/>
          </p:cNvSpPr>
          <p:nvPr/>
        </p:nvSpPr>
        <p:spPr>
          <a:xfrm>
            <a:off x="5111112" y="15153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5" name="9u7j_2_tuned_PredictedAtoms_25">
            <a:extLst>
              <a:ext uri="{FF2B5EF4-FFF2-40B4-BE49-F238E27FC236}">
                <a16:creationId xmlns:a16="http://schemas.microsoft.com/office/drawing/2014/main" id="{A61FF6C5-BD64-4612-9192-62A17CB26DB8}"/>
              </a:ext>
            </a:extLst>
          </p:cNvPr>
          <p:cNvSpPr>
            <a:spLocks noGrp="1"/>
          </p:cNvSpPr>
          <p:nvPr/>
        </p:nvSpPr>
        <p:spPr>
          <a:xfrm>
            <a:off x="5194340" y="1477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6" name="9u7j_2_tuned_PredictedAtoms_26">
            <a:extLst>
              <a:ext uri="{FF2B5EF4-FFF2-40B4-BE49-F238E27FC236}">
                <a16:creationId xmlns:a16="http://schemas.microsoft.com/office/drawing/2014/main" id="{95004382-7D75-4CB7-A0F6-F20C98F2F259}"/>
              </a:ext>
            </a:extLst>
          </p:cNvPr>
          <p:cNvSpPr>
            <a:spLocks noGrp="1"/>
          </p:cNvSpPr>
          <p:nvPr/>
        </p:nvSpPr>
        <p:spPr>
          <a:xfrm>
            <a:off x="4875376" y="120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7" name="9u7j_2_tuned_PredictedAtoms_27">
            <a:extLst>
              <a:ext uri="{FF2B5EF4-FFF2-40B4-BE49-F238E27FC236}">
                <a16:creationId xmlns:a16="http://schemas.microsoft.com/office/drawing/2014/main" id="{BB23A688-2970-48AB-B4D2-32C52BC267F9}"/>
              </a:ext>
            </a:extLst>
          </p:cNvPr>
          <p:cNvSpPr>
            <a:spLocks noGrp="1"/>
          </p:cNvSpPr>
          <p:nvPr/>
        </p:nvSpPr>
        <p:spPr>
          <a:xfrm>
            <a:off x="4984653" y="11010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8" name="9u7j_2_tuned_PredictedAtoms_28">
            <a:extLst>
              <a:ext uri="{FF2B5EF4-FFF2-40B4-BE49-F238E27FC236}">
                <a16:creationId xmlns:a16="http://schemas.microsoft.com/office/drawing/2014/main" id="{0D679C36-16C2-49B7-B102-9BC2CD69CD3B}"/>
              </a:ext>
            </a:extLst>
          </p:cNvPr>
          <p:cNvSpPr>
            <a:spLocks noGrp="1"/>
          </p:cNvSpPr>
          <p:nvPr/>
        </p:nvSpPr>
        <p:spPr>
          <a:xfrm>
            <a:off x="4765481" y="1143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9" name="9u7j_2_tuned_PredictedAtoms_29">
            <a:extLst>
              <a:ext uri="{FF2B5EF4-FFF2-40B4-BE49-F238E27FC236}">
                <a16:creationId xmlns:a16="http://schemas.microsoft.com/office/drawing/2014/main" id="{A8A7BCCC-E7B1-4DB2-9CC1-3A71ABD77803}"/>
              </a:ext>
            </a:extLst>
          </p:cNvPr>
          <p:cNvSpPr>
            <a:spLocks noGrp="1"/>
          </p:cNvSpPr>
          <p:nvPr/>
        </p:nvSpPr>
        <p:spPr>
          <a:xfrm>
            <a:off x="4837497" y="1035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0" name="9u7j_2_tuned_PredictedAtoms_30">
            <a:extLst>
              <a:ext uri="{FF2B5EF4-FFF2-40B4-BE49-F238E27FC236}">
                <a16:creationId xmlns:a16="http://schemas.microsoft.com/office/drawing/2014/main" id="{0F475128-91BC-4638-A2F4-E5F0B065A32A}"/>
              </a:ext>
            </a:extLst>
          </p:cNvPr>
          <p:cNvSpPr>
            <a:spLocks noGrp="1"/>
          </p:cNvSpPr>
          <p:nvPr/>
        </p:nvSpPr>
        <p:spPr>
          <a:xfrm>
            <a:off x="4081718" y="13104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" name="9u7j_2_tuned_PredictedAtoms_31">
            <a:extLst>
              <a:ext uri="{FF2B5EF4-FFF2-40B4-BE49-F238E27FC236}">
                <a16:creationId xmlns:a16="http://schemas.microsoft.com/office/drawing/2014/main" id="{036A18E1-2679-4368-994A-E350BEA1B6B3}"/>
              </a:ext>
            </a:extLst>
          </p:cNvPr>
          <p:cNvSpPr>
            <a:spLocks noGrp="1"/>
          </p:cNvSpPr>
          <p:nvPr/>
        </p:nvSpPr>
        <p:spPr>
          <a:xfrm>
            <a:off x="4046264" y="1172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" name="9u7j_2_tuned_PredictedAtoms_32">
            <a:extLst>
              <a:ext uri="{FF2B5EF4-FFF2-40B4-BE49-F238E27FC236}">
                <a16:creationId xmlns:a16="http://schemas.microsoft.com/office/drawing/2014/main" id="{7B7B5B41-5D0B-4A35-914D-820D65BB631F}"/>
              </a:ext>
            </a:extLst>
          </p:cNvPr>
          <p:cNvSpPr>
            <a:spLocks noGrp="1"/>
          </p:cNvSpPr>
          <p:nvPr/>
        </p:nvSpPr>
        <p:spPr>
          <a:xfrm>
            <a:off x="4196310" y="1402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" name="9u7j_2_tuned_PredictedAtoms_33">
            <a:extLst>
              <a:ext uri="{FF2B5EF4-FFF2-40B4-BE49-F238E27FC236}">
                <a16:creationId xmlns:a16="http://schemas.microsoft.com/office/drawing/2014/main" id="{B328F9B7-371F-4FEF-A370-B0216B50E2D6}"/>
              </a:ext>
            </a:extLst>
          </p:cNvPr>
          <p:cNvSpPr>
            <a:spLocks noGrp="1"/>
          </p:cNvSpPr>
          <p:nvPr/>
        </p:nvSpPr>
        <p:spPr>
          <a:xfrm>
            <a:off x="4179599" y="14579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" name="9u7j_2_tuned_PredictedAtoms_34">
            <a:extLst>
              <a:ext uri="{FF2B5EF4-FFF2-40B4-BE49-F238E27FC236}">
                <a16:creationId xmlns:a16="http://schemas.microsoft.com/office/drawing/2014/main" id="{31934657-25AB-4147-A59C-14312D8D5AA1}"/>
              </a:ext>
            </a:extLst>
          </p:cNvPr>
          <p:cNvSpPr>
            <a:spLocks noGrp="1"/>
          </p:cNvSpPr>
          <p:nvPr/>
        </p:nvSpPr>
        <p:spPr>
          <a:xfrm>
            <a:off x="4238939" y="1520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" name="9u7j_2_tuned_PredictedAtoms_35">
            <a:extLst>
              <a:ext uri="{FF2B5EF4-FFF2-40B4-BE49-F238E27FC236}">
                <a16:creationId xmlns:a16="http://schemas.microsoft.com/office/drawing/2014/main" id="{5EC27C50-CD63-4122-9349-337E6C67DE8E}"/>
              </a:ext>
            </a:extLst>
          </p:cNvPr>
          <p:cNvSpPr>
            <a:spLocks noGrp="1"/>
          </p:cNvSpPr>
          <p:nvPr/>
        </p:nvSpPr>
        <p:spPr>
          <a:xfrm>
            <a:off x="4301453" y="16358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6" name="stage3-cases-clash_9">
            <a:extLst>
              <a:ext uri="{FF2B5EF4-FFF2-40B4-BE49-F238E27FC236}">
                <a16:creationId xmlns:a16="http://schemas.microsoft.com/office/drawing/2014/main" id="{83307C2F-3E0F-4841-891E-EDECD0F3F93C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237" name="9u7j_2_build_Receptor">
            <a:extLst>
              <a:ext uri="{FF2B5EF4-FFF2-40B4-BE49-F238E27FC236}">
                <a16:creationId xmlns:a16="http://schemas.microsoft.com/office/drawing/2014/main" id="{BCB0A36C-85C7-40DA-B9B0-E507B251B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8" name="9u7j_2_build_ExperimentalDensity">
            <a:extLst>
              <a:ext uri="{FF2B5EF4-FFF2-40B4-BE49-F238E27FC236}">
                <a16:creationId xmlns:a16="http://schemas.microsoft.com/office/drawing/2014/main" id="{27C27B5F-F194-4654-BF4D-4E5F9044A9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9" name="9u7j_2_build_ReferenceLigand_0">
            <a:extLst>
              <a:ext uri="{FF2B5EF4-FFF2-40B4-BE49-F238E27FC236}">
                <a16:creationId xmlns:a16="http://schemas.microsoft.com/office/drawing/2014/main" id="{12770EA3-4F9D-4F57-A261-D9169A54F1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u7j_2_build_ReferenceLigand_1">
            <a:extLst>
              <a:ext uri="{FF2B5EF4-FFF2-40B4-BE49-F238E27FC236}">
                <a16:creationId xmlns:a16="http://schemas.microsoft.com/office/drawing/2014/main" id="{DFC5A144-7CCC-44F4-92A8-6F51594098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u7j_2_build_ReferenceLigand_2">
            <a:extLst>
              <a:ext uri="{FF2B5EF4-FFF2-40B4-BE49-F238E27FC236}">
                <a16:creationId xmlns:a16="http://schemas.microsoft.com/office/drawing/2014/main" id="{2484AF97-33E8-4C8E-8B0F-129585DF81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u7j_2_build_ReferenceLigand_3">
            <a:extLst>
              <a:ext uri="{FF2B5EF4-FFF2-40B4-BE49-F238E27FC236}">
                <a16:creationId xmlns:a16="http://schemas.microsoft.com/office/drawing/2014/main" id="{29FDAF3F-7337-4D3F-9437-47CEB3BB9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3" name="9u7j_2_build_ReferenceLigand_4">
            <a:extLst>
              <a:ext uri="{FF2B5EF4-FFF2-40B4-BE49-F238E27FC236}">
                <a16:creationId xmlns:a16="http://schemas.microsoft.com/office/drawing/2014/main" id="{93103AFF-FB06-4793-996F-89695A32BA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4" name="9u7j_2_build_ReferenceLigand_5">
            <a:extLst>
              <a:ext uri="{FF2B5EF4-FFF2-40B4-BE49-F238E27FC236}">
                <a16:creationId xmlns:a16="http://schemas.microsoft.com/office/drawing/2014/main" id="{1322E37F-8D03-4063-99CB-9035F3673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5" name="9u7j_2_build_ReferenceLigand_6">
            <a:extLst>
              <a:ext uri="{FF2B5EF4-FFF2-40B4-BE49-F238E27FC236}">
                <a16:creationId xmlns:a16="http://schemas.microsoft.com/office/drawing/2014/main" id="{59F4DA29-3642-491E-8A59-26921999C5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6" name="9u7j_2_build_ReferenceLigand_7">
            <a:extLst>
              <a:ext uri="{FF2B5EF4-FFF2-40B4-BE49-F238E27FC236}">
                <a16:creationId xmlns:a16="http://schemas.microsoft.com/office/drawing/2014/main" id="{6218B343-AB9B-4B63-A74A-00D50616D9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7" name="9u7j_2_build_ReferenceLigand_8">
            <a:extLst>
              <a:ext uri="{FF2B5EF4-FFF2-40B4-BE49-F238E27FC236}">
                <a16:creationId xmlns:a16="http://schemas.microsoft.com/office/drawing/2014/main" id="{484F7BDE-E21F-455E-9D9B-89EE302F3D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8" name="9u7j_2_build_ReferenceLigand_9">
            <a:extLst>
              <a:ext uri="{FF2B5EF4-FFF2-40B4-BE49-F238E27FC236}">
                <a16:creationId xmlns:a16="http://schemas.microsoft.com/office/drawing/2014/main" id="{F54B745E-FF62-4E19-AFDE-280ADDBC36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9" name="9u7j_2_build_ReferenceLigand_10">
            <a:extLst>
              <a:ext uri="{FF2B5EF4-FFF2-40B4-BE49-F238E27FC236}">
                <a16:creationId xmlns:a16="http://schemas.microsoft.com/office/drawing/2014/main" id="{46D8A83A-AE27-4832-B8E6-4AAE6D8FA9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0" name="9u7j_2_build_ReferenceLigand_11">
            <a:extLst>
              <a:ext uri="{FF2B5EF4-FFF2-40B4-BE49-F238E27FC236}">
                <a16:creationId xmlns:a16="http://schemas.microsoft.com/office/drawing/2014/main" id="{29949A9C-931F-4627-98CE-8C65826C2D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1" name="9u7j_2_build_ReferenceLigand_12">
            <a:extLst>
              <a:ext uri="{FF2B5EF4-FFF2-40B4-BE49-F238E27FC236}">
                <a16:creationId xmlns:a16="http://schemas.microsoft.com/office/drawing/2014/main" id="{4AE79C6E-952B-4E88-8F73-C0DE80BC2F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2" name="9u7j_2_build_ReferenceLigand_13">
            <a:extLst>
              <a:ext uri="{FF2B5EF4-FFF2-40B4-BE49-F238E27FC236}">
                <a16:creationId xmlns:a16="http://schemas.microsoft.com/office/drawing/2014/main" id="{5654646F-A81B-4D1C-B94A-2B65D4B1E4F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3" name="9u7j_2_build_ReferenceLigand_14">
            <a:extLst>
              <a:ext uri="{FF2B5EF4-FFF2-40B4-BE49-F238E27FC236}">
                <a16:creationId xmlns:a16="http://schemas.microsoft.com/office/drawing/2014/main" id="{9E5DDC91-AAFF-4E85-889D-2BC3B050A3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4" name="9u7j_2_build_ReferenceLigand_15">
            <a:extLst>
              <a:ext uri="{FF2B5EF4-FFF2-40B4-BE49-F238E27FC236}">
                <a16:creationId xmlns:a16="http://schemas.microsoft.com/office/drawing/2014/main" id="{80FAC075-A161-4AA9-836E-B00E4F301F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5" name="9u7j_2_build_ReferenceLigand_16">
            <a:extLst>
              <a:ext uri="{FF2B5EF4-FFF2-40B4-BE49-F238E27FC236}">
                <a16:creationId xmlns:a16="http://schemas.microsoft.com/office/drawing/2014/main" id="{D5252DE9-DB95-4FC4-AF24-BE733ECA46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6" name="9u7j_2_build_ReferenceLigand_17">
            <a:extLst>
              <a:ext uri="{FF2B5EF4-FFF2-40B4-BE49-F238E27FC236}">
                <a16:creationId xmlns:a16="http://schemas.microsoft.com/office/drawing/2014/main" id="{B1619718-EB60-47D4-AA54-247AAED85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7" name="9u7j_2_build_ReferenceLigand_18">
            <a:extLst>
              <a:ext uri="{FF2B5EF4-FFF2-40B4-BE49-F238E27FC236}">
                <a16:creationId xmlns:a16="http://schemas.microsoft.com/office/drawing/2014/main" id="{AA126CDB-D4B7-4AD0-A99D-4ABA002FC4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8" name="9u7j_2_build_ReferenceLigand_19">
            <a:extLst>
              <a:ext uri="{FF2B5EF4-FFF2-40B4-BE49-F238E27FC236}">
                <a16:creationId xmlns:a16="http://schemas.microsoft.com/office/drawing/2014/main" id="{54F29DD3-691C-4174-9EAD-F8F641AB9F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9" name="9u7j_2_build_ReferenceLigand_20">
            <a:extLst>
              <a:ext uri="{FF2B5EF4-FFF2-40B4-BE49-F238E27FC236}">
                <a16:creationId xmlns:a16="http://schemas.microsoft.com/office/drawing/2014/main" id="{3D1027FD-99E0-40AE-953B-FA5B6C65B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0" name="9u7j_2_build_ReferenceLigand_21">
            <a:extLst>
              <a:ext uri="{FF2B5EF4-FFF2-40B4-BE49-F238E27FC236}">
                <a16:creationId xmlns:a16="http://schemas.microsoft.com/office/drawing/2014/main" id="{2FF48AA9-8D68-47BD-BA4A-DE7C68816A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1" name="9u7j_2_build_ReferenceLigand_22">
            <a:extLst>
              <a:ext uri="{FF2B5EF4-FFF2-40B4-BE49-F238E27FC236}">
                <a16:creationId xmlns:a16="http://schemas.microsoft.com/office/drawing/2014/main" id="{A01C304D-EB19-49C4-9A00-074FB4D40C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2" name="9u7j_2_build_ReferenceLigand_23">
            <a:extLst>
              <a:ext uri="{FF2B5EF4-FFF2-40B4-BE49-F238E27FC236}">
                <a16:creationId xmlns:a16="http://schemas.microsoft.com/office/drawing/2014/main" id="{939BE035-9B9D-4634-A1CB-716C8954A2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3" name="9u7j_2_build_ReferenceLigand_24">
            <a:extLst>
              <a:ext uri="{FF2B5EF4-FFF2-40B4-BE49-F238E27FC236}">
                <a16:creationId xmlns:a16="http://schemas.microsoft.com/office/drawing/2014/main" id="{8301DFA7-544B-489D-A149-5844DB46403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4" name="9u7j_2_build_ReferenceLigand_25">
            <a:extLst>
              <a:ext uri="{FF2B5EF4-FFF2-40B4-BE49-F238E27FC236}">
                <a16:creationId xmlns:a16="http://schemas.microsoft.com/office/drawing/2014/main" id="{1F0DA6AF-33E7-4334-991C-A3D027C4E1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5" name="9u7j_2_build_ReferenceLigand_26">
            <a:extLst>
              <a:ext uri="{FF2B5EF4-FFF2-40B4-BE49-F238E27FC236}">
                <a16:creationId xmlns:a16="http://schemas.microsoft.com/office/drawing/2014/main" id="{93378DD8-7F24-4859-B1A7-DB3E6AECE4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6" name="9u7j_2_build_ReferenceLigand_27">
            <a:extLst>
              <a:ext uri="{FF2B5EF4-FFF2-40B4-BE49-F238E27FC236}">
                <a16:creationId xmlns:a16="http://schemas.microsoft.com/office/drawing/2014/main" id="{3E0310F2-82FA-4E66-9224-BF374A73DE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7" name="9u7j_2_build_ReferenceLigand_28">
            <a:extLst>
              <a:ext uri="{FF2B5EF4-FFF2-40B4-BE49-F238E27FC236}">
                <a16:creationId xmlns:a16="http://schemas.microsoft.com/office/drawing/2014/main" id="{E59EB2E6-734A-4A4F-AB5C-B1C95C6FC2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8" name="9u7j_2_build_ReferenceLigand_29">
            <a:extLst>
              <a:ext uri="{FF2B5EF4-FFF2-40B4-BE49-F238E27FC236}">
                <a16:creationId xmlns:a16="http://schemas.microsoft.com/office/drawing/2014/main" id="{D0647EF8-6BDC-45D7-9C3A-6A695A380F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9" name="9u7j_2_build_ReferenceLigand_30">
            <a:extLst>
              <a:ext uri="{FF2B5EF4-FFF2-40B4-BE49-F238E27FC236}">
                <a16:creationId xmlns:a16="http://schemas.microsoft.com/office/drawing/2014/main" id="{3A6B1AA3-0FD2-4838-9BB3-37703D16E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0" name="9u7j_2_build_ReferenceLigand_31">
            <a:extLst>
              <a:ext uri="{FF2B5EF4-FFF2-40B4-BE49-F238E27FC236}">
                <a16:creationId xmlns:a16="http://schemas.microsoft.com/office/drawing/2014/main" id="{324427EB-ACE5-41FF-8849-A07FD0B38D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1" name="9u7j_2_build_ReferenceLigand_32">
            <a:extLst>
              <a:ext uri="{FF2B5EF4-FFF2-40B4-BE49-F238E27FC236}">
                <a16:creationId xmlns:a16="http://schemas.microsoft.com/office/drawing/2014/main" id="{E3C0A463-D865-49BF-9E37-18B7F003BF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2" name="9u7j_2_build_ReferenceLigand_33">
            <a:extLst>
              <a:ext uri="{FF2B5EF4-FFF2-40B4-BE49-F238E27FC236}">
                <a16:creationId xmlns:a16="http://schemas.microsoft.com/office/drawing/2014/main" id="{9A776FC3-7AA3-4B81-8214-CD078F016B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3" name="9u7j_2_build_ReferenceLigand_34">
            <a:extLst>
              <a:ext uri="{FF2B5EF4-FFF2-40B4-BE49-F238E27FC236}">
                <a16:creationId xmlns:a16="http://schemas.microsoft.com/office/drawing/2014/main" id="{F7EAD36D-B197-44EF-B180-C073F712E2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4" name="9u7j_2_build_ReferenceLigand_35">
            <a:extLst>
              <a:ext uri="{FF2B5EF4-FFF2-40B4-BE49-F238E27FC236}">
                <a16:creationId xmlns:a16="http://schemas.microsoft.com/office/drawing/2014/main" id="{72B3F59B-A0F4-4850-84AC-69BF8916EA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5" name="9u7j_2_build_ReferenceLigand_36">
            <a:extLst>
              <a:ext uri="{FF2B5EF4-FFF2-40B4-BE49-F238E27FC236}">
                <a16:creationId xmlns:a16="http://schemas.microsoft.com/office/drawing/2014/main" id="{BAE2A4AF-DE19-4B1B-8EA7-279AC5A4C5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6" name="9u7j_2_build_ReferenceLigand_37">
            <a:extLst>
              <a:ext uri="{FF2B5EF4-FFF2-40B4-BE49-F238E27FC236}">
                <a16:creationId xmlns:a16="http://schemas.microsoft.com/office/drawing/2014/main" id="{759BB873-4367-44BF-B85E-02FFF674C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7" name="9u7j_2_build_PredictedLigand_0">
            <a:extLst>
              <a:ext uri="{FF2B5EF4-FFF2-40B4-BE49-F238E27FC236}">
                <a16:creationId xmlns:a16="http://schemas.microsoft.com/office/drawing/2014/main" id="{02EB0735-9A4D-4EDA-AF3F-A3131C81CC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8" name="9u7j_2_build_PredictedLigand_1">
            <a:extLst>
              <a:ext uri="{FF2B5EF4-FFF2-40B4-BE49-F238E27FC236}">
                <a16:creationId xmlns:a16="http://schemas.microsoft.com/office/drawing/2014/main" id="{51FDDE46-44DB-46F1-AFCB-284916441B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9" name="9u7j_2_build_PredictedLigand_2">
            <a:extLst>
              <a:ext uri="{FF2B5EF4-FFF2-40B4-BE49-F238E27FC236}">
                <a16:creationId xmlns:a16="http://schemas.microsoft.com/office/drawing/2014/main" id="{69B89864-98BC-43E4-8373-CF26D9169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0" name="9u7j_2_build_PredictedLigand_3">
            <a:extLst>
              <a:ext uri="{FF2B5EF4-FFF2-40B4-BE49-F238E27FC236}">
                <a16:creationId xmlns:a16="http://schemas.microsoft.com/office/drawing/2014/main" id="{B5C08051-935A-4764-9730-02F58FB7C5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1" name="9u7j_2_build_PredictedLigand_4">
            <a:extLst>
              <a:ext uri="{FF2B5EF4-FFF2-40B4-BE49-F238E27FC236}">
                <a16:creationId xmlns:a16="http://schemas.microsoft.com/office/drawing/2014/main" id="{921D6E45-8618-4E7E-B140-5C2532E8F3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2" name="9u7j_2_build_PredictedLigand_5">
            <a:extLst>
              <a:ext uri="{FF2B5EF4-FFF2-40B4-BE49-F238E27FC236}">
                <a16:creationId xmlns:a16="http://schemas.microsoft.com/office/drawing/2014/main" id="{1C719978-4156-472A-B105-9180389B9D5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3" name="9u7j_2_build_PredictedLigand_6">
            <a:extLst>
              <a:ext uri="{FF2B5EF4-FFF2-40B4-BE49-F238E27FC236}">
                <a16:creationId xmlns:a16="http://schemas.microsoft.com/office/drawing/2014/main" id="{19338029-EDDA-4180-BEE7-21D372BD9B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4" name="9u7j_2_build_PredictedLigand_7">
            <a:extLst>
              <a:ext uri="{FF2B5EF4-FFF2-40B4-BE49-F238E27FC236}">
                <a16:creationId xmlns:a16="http://schemas.microsoft.com/office/drawing/2014/main" id="{42861BA7-97AD-4B6A-9445-1744C28DC1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5" name="9u7j_2_build_PredictedLigand_8">
            <a:extLst>
              <a:ext uri="{FF2B5EF4-FFF2-40B4-BE49-F238E27FC236}">
                <a16:creationId xmlns:a16="http://schemas.microsoft.com/office/drawing/2014/main" id="{BF36B704-5F06-48CB-A9B0-52EE61FED9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6" name="9u7j_2_build_PredictedLigand_9">
            <a:extLst>
              <a:ext uri="{FF2B5EF4-FFF2-40B4-BE49-F238E27FC236}">
                <a16:creationId xmlns:a16="http://schemas.microsoft.com/office/drawing/2014/main" id="{A84B0DC1-9052-4397-AF91-0133D3AC15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7" name="9u7j_2_build_PredictedLigand_10">
            <a:extLst>
              <a:ext uri="{FF2B5EF4-FFF2-40B4-BE49-F238E27FC236}">
                <a16:creationId xmlns:a16="http://schemas.microsoft.com/office/drawing/2014/main" id="{514D21FC-A02B-427A-AC78-A3292F4010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8" name="9u7j_2_build_PredictedLigand_11">
            <a:extLst>
              <a:ext uri="{FF2B5EF4-FFF2-40B4-BE49-F238E27FC236}">
                <a16:creationId xmlns:a16="http://schemas.microsoft.com/office/drawing/2014/main" id="{52785D30-084F-44DC-9FCE-F360338A4D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9" name="9u7j_2_build_PredictedLigand_12">
            <a:extLst>
              <a:ext uri="{FF2B5EF4-FFF2-40B4-BE49-F238E27FC236}">
                <a16:creationId xmlns:a16="http://schemas.microsoft.com/office/drawing/2014/main" id="{421C67CE-35F5-4486-945A-4DC56CD0E2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0" name="9u7j_2_build_PredictedLigand_13">
            <a:extLst>
              <a:ext uri="{FF2B5EF4-FFF2-40B4-BE49-F238E27FC236}">
                <a16:creationId xmlns:a16="http://schemas.microsoft.com/office/drawing/2014/main" id="{935DE9E5-105D-4911-A72F-5B34C4E3498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1" name="9u7j_2_build_PredictedLigand_14">
            <a:extLst>
              <a:ext uri="{FF2B5EF4-FFF2-40B4-BE49-F238E27FC236}">
                <a16:creationId xmlns:a16="http://schemas.microsoft.com/office/drawing/2014/main" id="{68C3041F-5764-4B2E-8450-8686F47D08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2" name="9u7j_2_build_PredictedLigand_15">
            <a:extLst>
              <a:ext uri="{FF2B5EF4-FFF2-40B4-BE49-F238E27FC236}">
                <a16:creationId xmlns:a16="http://schemas.microsoft.com/office/drawing/2014/main" id="{1850AF9E-9120-47EC-8A7D-527619DD7C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3" name="9u7j_2_build_PredictedLigand_16">
            <a:extLst>
              <a:ext uri="{FF2B5EF4-FFF2-40B4-BE49-F238E27FC236}">
                <a16:creationId xmlns:a16="http://schemas.microsoft.com/office/drawing/2014/main" id="{77B21A19-1330-4EDD-80DD-5E6D09576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4" name="9u7j_2_build_PredictedLigand_17">
            <a:extLst>
              <a:ext uri="{FF2B5EF4-FFF2-40B4-BE49-F238E27FC236}">
                <a16:creationId xmlns:a16="http://schemas.microsoft.com/office/drawing/2014/main" id="{536E644D-567E-4724-9DC1-46997AC190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5" name="9u7j_2_build_PredictedLigand_18">
            <a:extLst>
              <a:ext uri="{FF2B5EF4-FFF2-40B4-BE49-F238E27FC236}">
                <a16:creationId xmlns:a16="http://schemas.microsoft.com/office/drawing/2014/main" id="{5330E0B2-822E-44F7-88FB-FE2AECAA95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6" name="9u7j_2_build_PredictedLigand_19">
            <a:extLst>
              <a:ext uri="{FF2B5EF4-FFF2-40B4-BE49-F238E27FC236}">
                <a16:creationId xmlns:a16="http://schemas.microsoft.com/office/drawing/2014/main" id="{9D49F74C-8676-4801-BF85-13C9E74F47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7" name="9u7j_2_build_PredictedLigand_20">
            <a:extLst>
              <a:ext uri="{FF2B5EF4-FFF2-40B4-BE49-F238E27FC236}">
                <a16:creationId xmlns:a16="http://schemas.microsoft.com/office/drawing/2014/main" id="{13978FF3-F8DC-475E-AE2E-036965A32D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8" name="9u7j_2_build_PredictedLigand_21">
            <a:extLst>
              <a:ext uri="{FF2B5EF4-FFF2-40B4-BE49-F238E27FC236}">
                <a16:creationId xmlns:a16="http://schemas.microsoft.com/office/drawing/2014/main" id="{63CA0A02-24C5-4126-BBF4-B3CC307DD8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9" name="9u7j_2_build_PredictedLigand_22">
            <a:extLst>
              <a:ext uri="{FF2B5EF4-FFF2-40B4-BE49-F238E27FC236}">
                <a16:creationId xmlns:a16="http://schemas.microsoft.com/office/drawing/2014/main" id="{6CF83005-FAA5-4CB6-BCCC-98094AB37E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0" name="9u7j_2_build_PredictedLigand_23">
            <a:extLst>
              <a:ext uri="{FF2B5EF4-FFF2-40B4-BE49-F238E27FC236}">
                <a16:creationId xmlns:a16="http://schemas.microsoft.com/office/drawing/2014/main" id="{B6904866-EB87-4BF1-9D9B-8D7CD3EDB5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1" name="9u7j_2_build_PredictedLigand_24">
            <a:extLst>
              <a:ext uri="{FF2B5EF4-FFF2-40B4-BE49-F238E27FC236}">
                <a16:creationId xmlns:a16="http://schemas.microsoft.com/office/drawing/2014/main" id="{51D36CD8-C7B4-4C0F-9B62-7A04FA7F55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2" name="9u7j_2_build_PredictedLigand_25">
            <a:extLst>
              <a:ext uri="{FF2B5EF4-FFF2-40B4-BE49-F238E27FC236}">
                <a16:creationId xmlns:a16="http://schemas.microsoft.com/office/drawing/2014/main" id="{49EEF0AB-269D-4E3E-BD3E-431A1CCB3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3" name="9u7j_2_build_PredictedLigand_26">
            <a:extLst>
              <a:ext uri="{FF2B5EF4-FFF2-40B4-BE49-F238E27FC236}">
                <a16:creationId xmlns:a16="http://schemas.microsoft.com/office/drawing/2014/main" id="{E079BE42-A601-4385-BDE6-0A82125D15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4" name="9u7j_2_build_PredictedLigand_27">
            <a:extLst>
              <a:ext uri="{FF2B5EF4-FFF2-40B4-BE49-F238E27FC236}">
                <a16:creationId xmlns:a16="http://schemas.microsoft.com/office/drawing/2014/main" id="{52A6CB58-DD8E-4D15-97FF-FF988A3FDA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5" name="9u7j_2_build_PredictedLigand_28">
            <a:extLst>
              <a:ext uri="{FF2B5EF4-FFF2-40B4-BE49-F238E27FC236}">
                <a16:creationId xmlns:a16="http://schemas.microsoft.com/office/drawing/2014/main" id="{842C5924-20B8-4A8A-84B8-4831CD137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6" name="9u7j_2_build_PredictedLigand_29">
            <a:extLst>
              <a:ext uri="{FF2B5EF4-FFF2-40B4-BE49-F238E27FC236}">
                <a16:creationId xmlns:a16="http://schemas.microsoft.com/office/drawing/2014/main" id="{D69DFB48-5F14-4D0C-B663-3E8FB8AEE4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7" name="9u7j_2_build_PredictedLigand_30">
            <a:extLst>
              <a:ext uri="{FF2B5EF4-FFF2-40B4-BE49-F238E27FC236}">
                <a16:creationId xmlns:a16="http://schemas.microsoft.com/office/drawing/2014/main" id="{716FDC7F-6D6F-4416-9B24-473C3A6AF03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8" name="9u7j_2_build_PredictedLigand_31">
            <a:extLst>
              <a:ext uri="{FF2B5EF4-FFF2-40B4-BE49-F238E27FC236}">
                <a16:creationId xmlns:a16="http://schemas.microsoft.com/office/drawing/2014/main" id="{39FB1302-51BC-46D9-BEE7-394B5BFB27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9" name="9u7j_2_build_PredictedLigand_32">
            <a:extLst>
              <a:ext uri="{FF2B5EF4-FFF2-40B4-BE49-F238E27FC236}">
                <a16:creationId xmlns:a16="http://schemas.microsoft.com/office/drawing/2014/main" id="{EF219CF7-A03D-4884-9317-45428683E3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0" name="9u7j_2_build_PredictedLigand_33">
            <a:extLst>
              <a:ext uri="{FF2B5EF4-FFF2-40B4-BE49-F238E27FC236}">
                <a16:creationId xmlns:a16="http://schemas.microsoft.com/office/drawing/2014/main" id="{46D39D63-1F0D-42E5-9428-A5D155EE65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1" name="9u7j_2_build_PredictedLigand_34">
            <a:extLst>
              <a:ext uri="{FF2B5EF4-FFF2-40B4-BE49-F238E27FC236}">
                <a16:creationId xmlns:a16="http://schemas.microsoft.com/office/drawing/2014/main" id="{B52ED3FC-75C1-4012-9811-9F091259BA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2" name="9u7j_2_build_PredictedLigand_35">
            <a:extLst>
              <a:ext uri="{FF2B5EF4-FFF2-40B4-BE49-F238E27FC236}">
                <a16:creationId xmlns:a16="http://schemas.microsoft.com/office/drawing/2014/main" id="{AA3CA299-0BE1-4E03-88F0-C567FEC854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3" name="9u7j_2_build_PredictedLigand_36">
            <a:extLst>
              <a:ext uri="{FF2B5EF4-FFF2-40B4-BE49-F238E27FC236}">
                <a16:creationId xmlns:a16="http://schemas.microsoft.com/office/drawing/2014/main" id="{B6BB5DAA-9AB3-4562-95BB-B4E790021B0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4" name="9u7j_2_build_PredictedLigand_37">
            <a:extLst>
              <a:ext uri="{FF2B5EF4-FFF2-40B4-BE49-F238E27FC236}">
                <a16:creationId xmlns:a16="http://schemas.microsoft.com/office/drawing/2014/main" id="{CF42707B-BCF9-4735-B131-4A550B74072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5" name="9u7j_2_build_PredictedAtoms_0">
            <a:extLst>
              <a:ext uri="{FF2B5EF4-FFF2-40B4-BE49-F238E27FC236}">
                <a16:creationId xmlns:a16="http://schemas.microsoft.com/office/drawing/2014/main" id="{D8B4CDF5-0D3F-4752-9D98-D238D49FC503}"/>
              </a:ext>
            </a:extLst>
          </p:cNvPr>
          <p:cNvSpPr>
            <a:spLocks noGrp="1"/>
          </p:cNvSpPr>
          <p:nvPr/>
        </p:nvSpPr>
        <p:spPr>
          <a:xfrm>
            <a:off x="8243815" y="14738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6" name="9u7j_2_build_PredictedAtoms_1">
            <a:extLst>
              <a:ext uri="{FF2B5EF4-FFF2-40B4-BE49-F238E27FC236}">
                <a16:creationId xmlns:a16="http://schemas.microsoft.com/office/drawing/2014/main" id="{310A6954-02D0-4833-AE75-2151DC62F0F7}"/>
              </a:ext>
            </a:extLst>
          </p:cNvPr>
          <p:cNvSpPr>
            <a:spLocks noGrp="1"/>
          </p:cNvSpPr>
          <p:nvPr/>
        </p:nvSpPr>
        <p:spPr>
          <a:xfrm>
            <a:off x="8154331" y="158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7" name="9u7j_2_build_PredictedAtoms_2">
            <a:extLst>
              <a:ext uri="{FF2B5EF4-FFF2-40B4-BE49-F238E27FC236}">
                <a16:creationId xmlns:a16="http://schemas.microsoft.com/office/drawing/2014/main" id="{04B6D7AC-DB08-40EC-AAC5-1A7E1C4BF0C0}"/>
              </a:ext>
            </a:extLst>
          </p:cNvPr>
          <p:cNvSpPr>
            <a:spLocks noGrp="1"/>
          </p:cNvSpPr>
          <p:nvPr/>
        </p:nvSpPr>
        <p:spPr>
          <a:xfrm>
            <a:off x="8076422" y="1516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8" name="9u7j_2_build_PredictedAtoms_3">
            <a:extLst>
              <a:ext uri="{FF2B5EF4-FFF2-40B4-BE49-F238E27FC236}">
                <a16:creationId xmlns:a16="http://schemas.microsoft.com/office/drawing/2014/main" id="{305E1845-16DA-4156-88AB-55CA434AE2D4}"/>
              </a:ext>
            </a:extLst>
          </p:cNvPr>
          <p:cNvSpPr>
            <a:spLocks noGrp="1"/>
          </p:cNvSpPr>
          <p:nvPr/>
        </p:nvSpPr>
        <p:spPr>
          <a:xfrm>
            <a:off x="7921847" y="154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9" name="9u7j_2_build_PredictedAtoms_4">
            <a:extLst>
              <a:ext uri="{FF2B5EF4-FFF2-40B4-BE49-F238E27FC236}">
                <a16:creationId xmlns:a16="http://schemas.microsoft.com/office/drawing/2014/main" id="{18FB39E2-E4BE-40E2-AAF5-7F8A240FACA5}"/>
              </a:ext>
            </a:extLst>
          </p:cNvPr>
          <p:cNvSpPr>
            <a:spLocks noGrp="1"/>
          </p:cNvSpPr>
          <p:nvPr/>
        </p:nvSpPr>
        <p:spPr>
          <a:xfrm>
            <a:off x="7827640" y="1485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0" name="9u7j_2_build_PredictedAtoms_5">
            <a:extLst>
              <a:ext uri="{FF2B5EF4-FFF2-40B4-BE49-F238E27FC236}">
                <a16:creationId xmlns:a16="http://schemas.microsoft.com/office/drawing/2014/main" id="{C069CA3A-496E-4CF7-B078-058439E58B63}"/>
              </a:ext>
            </a:extLst>
          </p:cNvPr>
          <p:cNvSpPr>
            <a:spLocks noGrp="1"/>
          </p:cNvSpPr>
          <p:nvPr/>
        </p:nvSpPr>
        <p:spPr>
          <a:xfrm>
            <a:off x="7840341" y="1322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1" name="9u7j_2_build_PredictedAtoms_6">
            <a:extLst>
              <a:ext uri="{FF2B5EF4-FFF2-40B4-BE49-F238E27FC236}">
                <a16:creationId xmlns:a16="http://schemas.microsoft.com/office/drawing/2014/main" id="{E8FEEC42-4049-459B-ABF9-4A33710B9509}"/>
              </a:ext>
            </a:extLst>
          </p:cNvPr>
          <p:cNvSpPr>
            <a:spLocks noGrp="1"/>
          </p:cNvSpPr>
          <p:nvPr/>
        </p:nvSpPr>
        <p:spPr>
          <a:xfrm>
            <a:off x="7696431" y="122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2" name="9u7j_2_build_PredictedAtoms_7">
            <a:extLst>
              <a:ext uri="{FF2B5EF4-FFF2-40B4-BE49-F238E27FC236}">
                <a16:creationId xmlns:a16="http://schemas.microsoft.com/office/drawing/2014/main" id="{34EF9F75-2615-4DF3-9577-5C4272DB5643}"/>
              </a:ext>
            </a:extLst>
          </p:cNvPr>
          <p:cNvSpPr>
            <a:spLocks noGrp="1"/>
          </p:cNvSpPr>
          <p:nvPr/>
        </p:nvSpPr>
        <p:spPr>
          <a:xfrm>
            <a:off x="7772548" y="1092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3" name="9u7j_2_build_PredictedAtoms_8">
            <a:extLst>
              <a:ext uri="{FF2B5EF4-FFF2-40B4-BE49-F238E27FC236}">
                <a16:creationId xmlns:a16="http://schemas.microsoft.com/office/drawing/2014/main" id="{0FC08275-1B15-4C47-A126-97DC20D674B2}"/>
              </a:ext>
            </a:extLst>
          </p:cNvPr>
          <p:cNvSpPr>
            <a:spLocks noGrp="1"/>
          </p:cNvSpPr>
          <p:nvPr/>
        </p:nvSpPr>
        <p:spPr>
          <a:xfrm>
            <a:off x="7642303" y="1295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4" name="9u7j_2_build_PredictedAtoms_9">
            <a:extLst>
              <a:ext uri="{FF2B5EF4-FFF2-40B4-BE49-F238E27FC236}">
                <a16:creationId xmlns:a16="http://schemas.microsoft.com/office/drawing/2014/main" id="{0CF956BF-0663-4061-B25E-603C2F734B83}"/>
              </a:ext>
            </a:extLst>
          </p:cNvPr>
          <p:cNvSpPr>
            <a:spLocks noGrp="1"/>
          </p:cNvSpPr>
          <p:nvPr/>
        </p:nvSpPr>
        <p:spPr>
          <a:xfrm>
            <a:off x="7582961" y="11895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5" name="9u7j_2_build_PredictedAtoms_10">
            <a:extLst>
              <a:ext uri="{FF2B5EF4-FFF2-40B4-BE49-F238E27FC236}">
                <a16:creationId xmlns:a16="http://schemas.microsoft.com/office/drawing/2014/main" id="{CCB4C68C-8171-4A4C-B663-88836B90F87C}"/>
              </a:ext>
            </a:extLst>
          </p:cNvPr>
          <p:cNvSpPr>
            <a:spLocks noGrp="1"/>
          </p:cNvSpPr>
          <p:nvPr/>
        </p:nvSpPr>
        <p:spPr>
          <a:xfrm>
            <a:off x="7460520" y="11523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6" name="9u7j_2_build_PredictedAtoms_11">
            <a:extLst>
              <a:ext uri="{FF2B5EF4-FFF2-40B4-BE49-F238E27FC236}">
                <a16:creationId xmlns:a16="http://schemas.microsoft.com/office/drawing/2014/main" id="{CB293B63-B2D5-4CF8-85E5-C45945981017}"/>
              </a:ext>
            </a:extLst>
          </p:cNvPr>
          <p:cNvSpPr>
            <a:spLocks noGrp="1"/>
          </p:cNvSpPr>
          <p:nvPr/>
        </p:nvSpPr>
        <p:spPr>
          <a:xfrm>
            <a:off x="7463916" y="1262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7" name="9u7j_2_build_PredictedAtoms_12">
            <a:extLst>
              <a:ext uri="{FF2B5EF4-FFF2-40B4-BE49-F238E27FC236}">
                <a16:creationId xmlns:a16="http://schemas.microsoft.com/office/drawing/2014/main" id="{7C31B2CC-3A73-4FE8-AA72-067B0045EA59}"/>
              </a:ext>
            </a:extLst>
          </p:cNvPr>
          <p:cNvSpPr>
            <a:spLocks noGrp="1"/>
          </p:cNvSpPr>
          <p:nvPr/>
        </p:nvSpPr>
        <p:spPr>
          <a:xfrm>
            <a:off x="7471378" y="1006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8" name="9u7j_2_build_PredictedAtoms_13">
            <a:extLst>
              <a:ext uri="{FF2B5EF4-FFF2-40B4-BE49-F238E27FC236}">
                <a16:creationId xmlns:a16="http://schemas.microsoft.com/office/drawing/2014/main" id="{A1E60E49-76A2-46F6-8AB3-638CA5A7C8E1}"/>
              </a:ext>
            </a:extLst>
          </p:cNvPr>
          <p:cNvSpPr>
            <a:spLocks noGrp="1"/>
          </p:cNvSpPr>
          <p:nvPr/>
        </p:nvSpPr>
        <p:spPr>
          <a:xfrm>
            <a:off x="7319023" y="115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9" name="9u7j_2_build_PredictedAtoms_14">
            <a:extLst>
              <a:ext uri="{FF2B5EF4-FFF2-40B4-BE49-F238E27FC236}">
                <a16:creationId xmlns:a16="http://schemas.microsoft.com/office/drawing/2014/main" id="{64F56506-D42A-472A-9EDD-9651E64F8F9A}"/>
              </a:ext>
            </a:extLst>
          </p:cNvPr>
          <p:cNvSpPr>
            <a:spLocks noGrp="1"/>
          </p:cNvSpPr>
          <p:nvPr/>
        </p:nvSpPr>
        <p:spPr>
          <a:xfrm>
            <a:off x="7211049" y="12558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0" name="9u7j_2_build_PredictedAtoms_15">
            <a:extLst>
              <a:ext uri="{FF2B5EF4-FFF2-40B4-BE49-F238E27FC236}">
                <a16:creationId xmlns:a16="http://schemas.microsoft.com/office/drawing/2014/main" id="{77A29D37-F5FC-4F2D-80C4-0F25748C789A}"/>
              </a:ext>
            </a:extLst>
          </p:cNvPr>
          <p:cNvSpPr>
            <a:spLocks noGrp="1"/>
          </p:cNvSpPr>
          <p:nvPr/>
        </p:nvSpPr>
        <p:spPr>
          <a:xfrm>
            <a:off x="7102014" y="127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1" name="9u7j_2_build_PredictedAtoms_16">
            <a:extLst>
              <a:ext uri="{FF2B5EF4-FFF2-40B4-BE49-F238E27FC236}">
                <a16:creationId xmlns:a16="http://schemas.microsoft.com/office/drawing/2014/main" id="{2805ABCA-D95B-4D5A-9756-CE0B34846474}"/>
              </a:ext>
            </a:extLst>
          </p:cNvPr>
          <p:cNvSpPr>
            <a:spLocks noGrp="1"/>
          </p:cNvSpPr>
          <p:nvPr/>
        </p:nvSpPr>
        <p:spPr>
          <a:xfrm>
            <a:off x="7040677" y="13958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2" name="9u7j_2_build_PredictedAtoms_17">
            <a:extLst>
              <a:ext uri="{FF2B5EF4-FFF2-40B4-BE49-F238E27FC236}">
                <a16:creationId xmlns:a16="http://schemas.microsoft.com/office/drawing/2014/main" id="{D798224E-B70E-4059-A11E-11B6B69038E0}"/>
              </a:ext>
            </a:extLst>
          </p:cNvPr>
          <p:cNvSpPr>
            <a:spLocks noGrp="1"/>
          </p:cNvSpPr>
          <p:nvPr/>
        </p:nvSpPr>
        <p:spPr>
          <a:xfrm>
            <a:off x="6997077" y="1454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3" name="9u7j_2_build_PredictedAtoms_18">
            <a:extLst>
              <a:ext uri="{FF2B5EF4-FFF2-40B4-BE49-F238E27FC236}">
                <a16:creationId xmlns:a16="http://schemas.microsoft.com/office/drawing/2014/main" id="{E3BF9075-726C-492A-8A14-D8D8DBDBA686}"/>
              </a:ext>
            </a:extLst>
          </p:cNvPr>
          <p:cNvSpPr>
            <a:spLocks noGrp="1"/>
          </p:cNvSpPr>
          <p:nvPr/>
        </p:nvSpPr>
        <p:spPr>
          <a:xfrm>
            <a:off x="7002034" y="1599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4" name="9u7j_2_build_PredictedAtoms_19">
            <a:extLst>
              <a:ext uri="{FF2B5EF4-FFF2-40B4-BE49-F238E27FC236}">
                <a16:creationId xmlns:a16="http://schemas.microsoft.com/office/drawing/2014/main" id="{18313214-AF82-4EFA-87F3-EF3896A87EB7}"/>
              </a:ext>
            </a:extLst>
          </p:cNvPr>
          <p:cNvSpPr>
            <a:spLocks noGrp="1"/>
          </p:cNvSpPr>
          <p:nvPr/>
        </p:nvSpPr>
        <p:spPr>
          <a:xfrm>
            <a:off x="7145993" y="1632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5" name="9u7j_2_build_PredictedAtoms_20">
            <a:extLst>
              <a:ext uri="{FF2B5EF4-FFF2-40B4-BE49-F238E27FC236}">
                <a16:creationId xmlns:a16="http://schemas.microsoft.com/office/drawing/2014/main" id="{23E79130-5121-4BCD-8F31-3209B5420ED1}"/>
              </a:ext>
            </a:extLst>
          </p:cNvPr>
          <p:cNvSpPr>
            <a:spLocks noGrp="1"/>
          </p:cNvSpPr>
          <p:nvPr/>
        </p:nvSpPr>
        <p:spPr>
          <a:xfrm>
            <a:off x="7163434" y="17721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6" name="9u7j_2_build_PredictedAtoms_21">
            <a:extLst>
              <a:ext uri="{FF2B5EF4-FFF2-40B4-BE49-F238E27FC236}">
                <a16:creationId xmlns:a16="http://schemas.microsoft.com/office/drawing/2014/main" id="{06DAD92F-3BDB-4FDC-915B-4518E4AC3601}"/>
              </a:ext>
            </a:extLst>
          </p:cNvPr>
          <p:cNvSpPr>
            <a:spLocks noGrp="1"/>
          </p:cNvSpPr>
          <p:nvPr/>
        </p:nvSpPr>
        <p:spPr>
          <a:xfrm>
            <a:off x="7173993" y="2019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7" name="9u7j_2_build_PredictedAtoms_22">
            <a:extLst>
              <a:ext uri="{FF2B5EF4-FFF2-40B4-BE49-F238E27FC236}">
                <a16:creationId xmlns:a16="http://schemas.microsoft.com/office/drawing/2014/main" id="{D7BE52E3-A190-42AC-9B8A-246B79C6D8AF}"/>
              </a:ext>
            </a:extLst>
          </p:cNvPr>
          <p:cNvSpPr>
            <a:spLocks noGrp="1"/>
          </p:cNvSpPr>
          <p:nvPr/>
        </p:nvSpPr>
        <p:spPr>
          <a:xfrm>
            <a:off x="7211722" y="2032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8" name="9u7j_2_build_PredictedAtoms_23">
            <a:extLst>
              <a:ext uri="{FF2B5EF4-FFF2-40B4-BE49-F238E27FC236}">
                <a16:creationId xmlns:a16="http://schemas.microsoft.com/office/drawing/2014/main" id="{016AB87D-003C-40E1-BA8E-DE286D413F2C}"/>
              </a:ext>
            </a:extLst>
          </p:cNvPr>
          <p:cNvSpPr>
            <a:spLocks noGrp="1"/>
          </p:cNvSpPr>
          <p:nvPr/>
        </p:nvSpPr>
        <p:spPr>
          <a:xfrm>
            <a:off x="6906625" y="177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9" name="9u7j_2_build_PredictedAtoms_24">
            <a:extLst>
              <a:ext uri="{FF2B5EF4-FFF2-40B4-BE49-F238E27FC236}">
                <a16:creationId xmlns:a16="http://schemas.microsoft.com/office/drawing/2014/main" id="{C0A09743-A86A-4028-9ADA-4AFA9B2A1DE5}"/>
              </a:ext>
            </a:extLst>
          </p:cNvPr>
          <p:cNvSpPr>
            <a:spLocks noGrp="1"/>
          </p:cNvSpPr>
          <p:nvPr/>
        </p:nvSpPr>
        <p:spPr>
          <a:xfrm>
            <a:off x="6717666" y="15116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0" name="9u7j_2_build_PredictedAtoms_25">
            <a:extLst>
              <a:ext uri="{FF2B5EF4-FFF2-40B4-BE49-F238E27FC236}">
                <a16:creationId xmlns:a16="http://schemas.microsoft.com/office/drawing/2014/main" id="{A903F8C5-14E5-489F-932A-D08F56F377F9}"/>
              </a:ext>
            </a:extLst>
          </p:cNvPr>
          <p:cNvSpPr>
            <a:spLocks noGrp="1"/>
          </p:cNvSpPr>
          <p:nvPr/>
        </p:nvSpPr>
        <p:spPr>
          <a:xfrm>
            <a:off x="6732482" y="1474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1" name="9u7j_2_build_PredictedAtoms_26">
            <a:extLst>
              <a:ext uri="{FF2B5EF4-FFF2-40B4-BE49-F238E27FC236}">
                <a16:creationId xmlns:a16="http://schemas.microsoft.com/office/drawing/2014/main" id="{41AB89F3-C4BC-4E0F-8874-63D4A2BC1BC5}"/>
              </a:ext>
            </a:extLst>
          </p:cNvPr>
          <p:cNvSpPr>
            <a:spLocks noGrp="1"/>
          </p:cNvSpPr>
          <p:nvPr/>
        </p:nvSpPr>
        <p:spPr>
          <a:xfrm>
            <a:off x="7081999" y="14179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2" name="9u7j_2_build_PredictedAtoms_27">
            <a:extLst>
              <a:ext uri="{FF2B5EF4-FFF2-40B4-BE49-F238E27FC236}">
                <a16:creationId xmlns:a16="http://schemas.microsoft.com/office/drawing/2014/main" id="{588AC9CF-2A45-4BC8-8839-FE586AB89B97}"/>
              </a:ext>
            </a:extLst>
          </p:cNvPr>
          <p:cNvSpPr>
            <a:spLocks noGrp="1"/>
          </p:cNvSpPr>
          <p:nvPr/>
        </p:nvSpPr>
        <p:spPr>
          <a:xfrm>
            <a:off x="6999676" y="1385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3" name="9u7j_2_build_PredictedAtoms_28">
            <a:extLst>
              <a:ext uri="{FF2B5EF4-FFF2-40B4-BE49-F238E27FC236}">
                <a16:creationId xmlns:a16="http://schemas.microsoft.com/office/drawing/2014/main" id="{22DA0F39-BBD3-44E1-9DEF-E796A6B17A48}"/>
              </a:ext>
            </a:extLst>
          </p:cNvPr>
          <p:cNvSpPr>
            <a:spLocks noGrp="1"/>
          </p:cNvSpPr>
          <p:nvPr/>
        </p:nvSpPr>
        <p:spPr>
          <a:xfrm>
            <a:off x="7163887" y="1308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4" name="9u7j_2_build_PredictedAtoms_29">
            <a:extLst>
              <a:ext uri="{FF2B5EF4-FFF2-40B4-BE49-F238E27FC236}">
                <a16:creationId xmlns:a16="http://schemas.microsoft.com/office/drawing/2014/main" id="{EE67FB3D-276C-419D-AE21-EB0840726BF8}"/>
              </a:ext>
            </a:extLst>
          </p:cNvPr>
          <p:cNvSpPr>
            <a:spLocks noGrp="1"/>
          </p:cNvSpPr>
          <p:nvPr/>
        </p:nvSpPr>
        <p:spPr>
          <a:xfrm>
            <a:off x="7164968" y="11879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5" name="9u7j_2_build_PredictedAtoms_30">
            <a:extLst>
              <a:ext uri="{FF2B5EF4-FFF2-40B4-BE49-F238E27FC236}">
                <a16:creationId xmlns:a16="http://schemas.microsoft.com/office/drawing/2014/main" id="{D5CD00CB-FCDF-4C44-81BB-3BE25FEF9205}"/>
              </a:ext>
            </a:extLst>
          </p:cNvPr>
          <p:cNvSpPr>
            <a:spLocks noGrp="1"/>
          </p:cNvSpPr>
          <p:nvPr/>
        </p:nvSpPr>
        <p:spPr>
          <a:xfrm>
            <a:off x="7866010" y="15707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6" name="9u7j_2_build_PredictedAtoms_31">
            <a:extLst>
              <a:ext uri="{FF2B5EF4-FFF2-40B4-BE49-F238E27FC236}">
                <a16:creationId xmlns:a16="http://schemas.microsoft.com/office/drawing/2014/main" id="{1920130C-174A-4D95-AAA8-75FF6C7B627D}"/>
              </a:ext>
            </a:extLst>
          </p:cNvPr>
          <p:cNvSpPr>
            <a:spLocks noGrp="1"/>
          </p:cNvSpPr>
          <p:nvPr/>
        </p:nvSpPr>
        <p:spPr>
          <a:xfrm>
            <a:off x="7875685" y="14775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7" name="9u7j_2_build_PredictedAtoms_32">
            <a:extLst>
              <a:ext uri="{FF2B5EF4-FFF2-40B4-BE49-F238E27FC236}">
                <a16:creationId xmlns:a16="http://schemas.microsoft.com/office/drawing/2014/main" id="{9D51E5F5-534D-4EBA-9620-E3CDF847D6E6}"/>
              </a:ext>
            </a:extLst>
          </p:cNvPr>
          <p:cNvSpPr>
            <a:spLocks noGrp="1"/>
          </p:cNvSpPr>
          <p:nvPr/>
        </p:nvSpPr>
        <p:spPr>
          <a:xfrm>
            <a:off x="8023711" y="1613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8" name="9u7j_2_build_PredictedAtoms_33">
            <a:extLst>
              <a:ext uri="{FF2B5EF4-FFF2-40B4-BE49-F238E27FC236}">
                <a16:creationId xmlns:a16="http://schemas.microsoft.com/office/drawing/2014/main" id="{87FF0272-6CB4-4710-B7A8-3F7E0476E843}"/>
              </a:ext>
            </a:extLst>
          </p:cNvPr>
          <p:cNvSpPr>
            <a:spLocks noGrp="1"/>
          </p:cNvSpPr>
          <p:nvPr/>
        </p:nvSpPr>
        <p:spPr>
          <a:xfrm>
            <a:off x="8049016" y="1718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9" name="9u7j_2_build_PredictedAtoms_34">
            <a:extLst>
              <a:ext uri="{FF2B5EF4-FFF2-40B4-BE49-F238E27FC236}">
                <a16:creationId xmlns:a16="http://schemas.microsoft.com/office/drawing/2014/main" id="{826DCADC-3B0E-405B-B92D-27D1C46AFE23}"/>
              </a:ext>
            </a:extLst>
          </p:cNvPr>
          <p:cNvSpPr>
            <a:spLocks noGrp="1"/>
          </p:cNvSpPr>
          <p:nvPr/>
        </p:nvSpPr>
        <p:spPr>
          <a:xfrm>
            <a:off x="8111344" y="1612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0" name="9u7j_2_build_PredictedAtoms_35">
            <a:extLst>
              <a:ext uri="{FF2B5EF4-FFF2-40B4-BE49-F238E27FC236}">
                <a16:creationId xmlns:a16="http://schemas.microsoft.com/office/drawing/2014/main" id="{763CAA52-C84B-4653-8C29-18C40A56FF95}"/>
              </a:ext>
            </a:extLst>
          </p:cNvPr>
          <p:cNvSpPr>
            <a:spLocks noGrp="1"/>
          </p:cNvSpPr>
          <p:nvPr/>
        </p:nvSpPr>
        <p:spPr>
          <a:xfrm>
            <a:off x="8226933" y="1664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1" name="9u7j_2_build_Clashes_0">
            <a:extLst>
              <a:ext uri="{FF2B5EF4-FFF2-40B4-BE49-F238E27FC236}">
                <a16:creationId xmlns:a16="http://schemas.microsoft.com/office/drawing/2014/main" id="{28767887-0E1F-4AB2-A6A8-B13F65173D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2" name="9u7j_2_build_Clashes_1">
            <a:extLst>
              <a:ext uri="{FF2B5EF4-FFF2-40B4-BE49-F238E27FC236}">
                <a16:creationId xmlns:a16="http://schemas.microsoft.com/office/drawing/2014/main" id="{29D448B8-9209-49CD-BFB5-4778A6103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3" name="9u7j_2_build_Clashes_2">
            <a:extLst>
              <a:ext uri="{FF2B5EF4-FFF2-40B4-BE49-F238E27FC236}">
                <a16:creationId xmlns:a16="http://schemas.microsoft.com/office/drawing/2014/main" id="{16D73AB1-02D3-4FD9-90CE-939E69ECBA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4" name="9u7j_2_build_Clashes_3">
            <a:extLst>
              <a:ext uri="{FF2B5EF4-FFF2-40B4-BE49-F238E27FC236}">
                <a16:creationId xmlns:a16="http://schemas.microsoft.com/office/drawing/2014/main" id="{FE41E776-84EE-4C85-9FA1-5749A5958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5" name="9u7j_2_build_Clashes_4">
            <a:extLst>
              <a:ext uri="{FF2B5EF4-FFF2-40B4-BE49-F238E27FC236}">
                <a16:creationId xmlns:a16="http://schemas.microsoft.com/office/drawing/2014/main" id="{7F302E8C-3B66-4521-BF01-1617F8BECD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6" name="9u7j_2_build_Clashes_5">
            <a:extLst>
              <a:ext uri="{FF2B5EF4-FFF2-40B4-BE49-F238E27FC236}">
                <a16:creationId xmlns:a16="http://schemas.microsoft.com/office/drawing/2014/main" id="{C588EC95-E118-45D0-BA50-3185F2C330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7" name="9u7j_2_build_Clashes_6">
            <a:extLst>
              <a:ext uri="{FF2B5EF4-FFF2-40B4-BE49-F238E27FC236}">
                <a16:creationId xmlns:a16="http://schemas.microsoft.com/office/drawing/2014/main" id="{47932D68-DDEB-4134-AF5A-110E0849D91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8" name="9u7j_2_build_Clashes_7">
            <a:extLst>
              <a:ext uri="{FF2B5EF4-FFF2-40B4-BE49-F238E27FC236}">
                <a16:creationId xmlns:a16="http://schemas.microsoft.com/office/drawing/2014/main" id="{64F96F94-DDBA-4888-BD64-53F38FA19D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9" name="9u7j_2_build_Clashes_8">
            <a:extLst>
              <a:ext uri="{FF2B5EF4-FFF2-40B4-BE49-F238E27FC236}">
                <a16:creationId xmlns:a16="http://schemas.microsoft.com/office/drawing/2014/main" id="{B09CC986-9B5B-4B1C-81BA-AE2DF744282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0" name="9u7j_2_build_Clashes_9">
            <a:extLst>
              <a:ext uri="{FF2B5EF4-FFF2-40B4-BE49-F238E27FC236}">
                <a16:creationId xmlns:a16="http://schemas.microsoft.com/office/drawing/2014/main" id="{45EB9EF2-35E4-422A-9E6A-E8EE86B588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1" name="9u7j_2_build_ClashingReceptorAtoms_1">
            <a:extLst>
              <a:ext uri="{FF2B5EF4-FFF2-40B4-BE49-F238E27FC236}">
                <a16:creationId xmlns:a16="http://schemas.microsoft.com/office/drawing/2014/main" id="{32686A8E-1533-4AD8-811A-C6F5706F0FD3}"/>
              </a:ext>
            </a:extLst>
          </p:cNvPr>
          <p:cNvSpPr>
            <a:spLocks noGrp="1"/>
          </p:cNvSpPr>
          <p:nvPr/>
        </p:nvSpPr>
        <p:spPr>
          <a:xfrm>
            <a:off x="7146116" y="20129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2" name="9u7j_2_build_ClashingReceptorAtoms_2">
            <a:extLst>
              <a:ext uri="{FF2B5EF4-FFF2-40B4-BE49-F238E27FC236}">
                <a16:creationId xmlns:a16="http://schemas.microsoft.com/office/drawing/2014/main" id="{A6823496-FA20-4034-95B1-C670E7CEB7EC}"/>
              </a:ext>
            </a:extLst>
          </p:cNvPr>
          <p:cNvSpPr>
            <a:spLocks noGrp="1"/>
          </p:cNvSpPr>
          <p:nvPr/>
        </p:nvSpPr>
        <p:spPr>
          <a:xfrm>
            <a:off x="7015013" y="19880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3" name="9u7j_2_build_ClashingReceptorAtoms_3">
            <a:extLst>
              <a:ext uri="{FF2B5EF4-FFF2-40B4-BE49-F238E27FC236}">
                <a16:creationId xmlns:a16="http://schemas.microsoft.com/office/drawing/2014/main" id="{305579FA-CA96-44BB-89A8-C746ECA36864}"/>
              </a:ext>
            </a:extLst>
          </p:cNvPr>
          <p:cNvSpPr>
            <a:spLocks noGrp="1"/>
          </p:cNvSpPr>
          <p:nvPr/>
        </p:nvSpPr>
        <p:spPr>
          <a:xfrm>
            <a:off x="7237509" y="1918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4" name="stage3-cases-clash_11">
            <a:extLst>
              <a:ext uri="{FF2B5EF4-FFF2-40B4-BE49-F238E27FC236}">
                <a16:creationId xmlns:a16="http://schemas.microsoft.com/office/drawing/2014/main" id="{2158BF28-29E2-4A6C-AE9B-6DFB2F97CCB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365" name="stage3-cases-clash_12">
            <a:extLst>
              <a:ext uri="{FF2B5EF4-FFF2-40B4-BE49-F238E27FC236}">
                <a16:creationId xmlns:a16="http://schemas.microsoft.com/office/drawing/2014/main" id="{9FCF088C-FF3C-409D-9F9C-AF663AD2A7D3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366" name="stage3-cases-clash_13">
            <a:extLst>
              <a:ext uri="{FF2B5EF4-FFF2-40B4-BE49-F238E27FC236}">
                <a16:creationId xmlns:a16="http://schemas.microsoft.com/office/drawing/2014/main" id="{DC2C19D9-3EDB-42D1-9A4A-4B25F05EC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67" name="stage3-cases-clash_14">
            <a:extLst>
              <a:ext uri="{FF2B5EF4-FFF2-40B4-BE49-F238E27FC236}">
                <a16:creationId xmlns:a16="http://schemas.microsoft.com/office/drawing/2014/main" id="{D7772FB3-DB18-4BE1-B5F8-FD4FB80DEEC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68" name="9wup_2_official_Receptor">
            <a:extLst>
              <a:ext uri="{FF2B5EF4-FFF2-40B4-BE49-F238E27FC236}">
                <a16:creationId xmlns:a16="http://schemas.microsoft.com/office/drawing/2014/main" id="{A70A3EFB-6FA2-4B92-859C-FC35203524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69" name="9wup_2_official_ExperimentalDensity">
            <a:extLst>
              <a:ext uri="{FF2B5EF4-FFF2-40B4-BE49-F238E27FC236}">
                <a16:creationId xmlns:a16="http://schemas.microsoft.com/office/drawing/2014/main" id="{810E6BA2-2CEC-4076-881F-7513AB3A35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70" name="9wup_2_official_ReferenceLigand_0">
            <a:extLst>
              <a:ext uri="{FF2B5EF4-FFF2-40B4-BE49-F238E27FC236}">
                <a16:creationId xmlns:a16="http://schemas.microsoft.com/office/drawing/2014/main" id="{19FB121D-692F-42E9-A3D4-657677D358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1" name="9wup_2_official_ReferenceLigand_1">
            <a:extLst>
              <a:ext uri="{FF2B5EF4-FFF2-40B4-BE49-F238E27FC236}">
                <a16:creationId xmlns:a16="http://schemas.microsoft.com/office/drawing/2014/main" id="{EC242008-5E14-4EA4-96AF-C0B9EBAA25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2" name="9wup_2_official_ReferenceLigand_2">
            <a:extLst>
              <a:ext uri="{FF2B5EF4-FFF2-40B4-BE49-F238E27FC236}">
                <a16:creationId xmlns:a16="http://schemas.microsoft.com/office/drawing/2014/main" id="{4A060A02-47FA-48C5-9D11-E41753EBA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3" name="9wup_2_official_ReferenceLigand_3">
            <a:extLst>
              <a:ext uri="{FF2B5EF4-FFF2-40B4-BE49-F238E27FC236}">
                <a16:creationId xmlns:a16="http://schemas.microsoft.com/office/drawing/2014/main" id="{FA92709B-B326-4885-A90E-F04CBD22F7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4" name="9wup_2_official_ReferenceLigand_4">
            <a:extLst>
              <a:ext uri="{FF2B5EF4-FFF2-40B4-BE49-F238E27FC236}">
                <a16:creationId xmlns:a16="http://schemas.microsoft.com/office/drawing/2014/main" id="{4157F2C7-6CB9-4980-86C7-AFA006172A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5" name="9wup_2_official_ReferenceLigand_5">
            <a:extLst>
              <a:ext uri="{FF2B5EF4-FFF2-40B4-BE49-F238E27FC236}">
                <a16:creationId xmlns:a16="http://schemas.microsoft.com/office/drawing/2014/main" id="{F6EFE1A7-D6B6-480B-9558-07F116FC28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6" name="9wup_2_official_ReferenceLigand_6">
            <a:extLst>
              <a:ext uri="{FF2B5EF4-FFF2-40B4-BE49-F238E27FC236}">
                <a16:creationId xmlns:a16="http://schemas.microsoft.com/office/drawing/2014/main" id="{FFBF4673-CBF0-4D27-B70E-976EF6A929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7" name="9wup_2_official_ReferenceLigand_7">
            <a:extLst>
              <a:ext uri="{FF2B5EF4-FFF2-40B4-BE49-F238E27FC236}">
                <a16:creationId xmlns:a16="http://schemas.microsoft.com/office/drawing/2014/main" id="{4B0EB6CD-8AC6-4C1F-A81B-6C7CEB7D60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8" name="9wup_2_official_ReferenceLigand_8">
            <a:extLst>
              <a:ext uri="{FF2B5EF4-FFF2-40B4-BE49-F238E27FC236}">
                <a16:creationId xmlns:a16="http://schemas.microsoft.com/office/drawing/2014/main" id="{116ADE86-06AF-4BFF-91BC-4DC28FF060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9" name="9wup_2_official_ReferenceLigand_9">
            <a:extLst>
              <a:ext uri="{FF2B5EF4-FFF2-40B4-BE49-F238E27FC236}">
                <a16:creationId xmlns:a16="http://schemas.microsoft.com/office/drawing/2014/main" id="{D440BA78-5997-4E32-AB04-6288CB876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0" name="9wup_2_official_ReferenceLigand_10">
            <a:extLst>
              <a:ext uri="{FF2B5EF4-FFF2-40B4-BE49-F238E27FC236}">
                <a16:creationId xmlns:a16="http://schemas.microsoft.com/office/drawing/2014/main" id="{E0169CFA-478B-4163-B510-A4D6CA7689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1" name="9wup_2_official_ReferenceLigand_11">
            <a:extLst>
              <a:ext uri="{FF2B5EF4-FFF2-40B4-BE49-F238E27FC236}">
                <a16:creationId xmlns:a16="http://schemas.microsoft.com/office/drawing/2014/main" id="{7AC72DDE-2D19-491C-B642-122EFBA9BE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2" name="9wup_2_official_ReferenceLigand_12">
            <a:extLst>
              <a:ext uri="{FF2B5EF4-FFF2-40B4-BE49-F238E27FC236}">
                <a16:creationId xmlns:a16="http://schemas.microsoft.com/office/drawing/2014/main" id="{A23F4193-BFAE-457C-851D-5713DE88CA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3" name="9wup_2_official_ReferenceLigand_13">
            <a:extLst>
              <a:ext uri="{FF2B5EF4-FFF2-40B4-BE49-F238E27FC236}">
                <a16:creationId xmlns:a16="http://schemas.microsoft.com/office/drawing/2014/main" id="{730AAB60-45D3-4AAC-8405-E187DC4480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4" name="9wup_2_official_ReferenceLigand_14">
            <a:extLst>
              <a:ext uri="{FF2B5EF4-FFF2-40B4-BE49-F238E27FC236}">
                <a16:creationId xmlns:a16="http://schemas.microsoft.com/office/drawing/2014/main" id="{EE9DB58C-E01B-4B9A-A65D-A24036B374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5" name="9wup_2_official_ReferenceLigand_15">
            <a:extLst>
              <a:ext uri="{FF2B5EF4-FFF2-40B4-BE49-F238E27FC236}">
                <a16:creationId xmlns:a16="http://schemas.microsoft.com/office/drawing/2014/main" id="{3780653E-0E8D-4B6F-BAFB-83F56803C6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6" name="9wup_2_official_ReferenceLigand_16">
            <a:extLst>
              <a:ext uri="{FF2B5EF4-FFF2-40B4-BE49-F238E27FC236}">
                <a16:creationId xmlns:a16="http://schemas.microsoft.com/office/drawing/2014/main" id="{D2935EB2-37C8-4451-9843-348808EDAD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7" name="9wup_2_official_ReferenceLigand_17">
            <a:extLst>
              <a:ext uri="{FF2B5EF4-FFF2-40B4-BE49-F238E27FC236}">
                <a16:creationId xmlns:a16="http://schemas.microsoft.com/office/drawing/2014/main" id="{71029EA6-920D-403D-A5C4-0BF517E2A91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8" name="9wup_2_official_ReferenceLigand_18">
            <a:extLst>
              <a:ext uri="{FF2B5EF4-FFF2-40B4-BE49-F238E27FC236}">
                <a16:creationId xmlns:a16="http://schemas.microsoft.com/office/drawing/2014/main" id="{D932D0B5-78EA-4AA2-9676-EA9F88D374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9" name="9wup_2_official_ReferenceLigand_19">
            <a:extLst>
              <a:ext uri="{FF2B5EF4-FFF2-40B4-BE49-F238E27FC236}">
                <a16:creationId xmlns:a16="http://schemas.microsoft.com/office/drawing/2014/main" id="{E6F50F7E-1094-4DA1-A247-67EEF417D5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0" name="9wup_2_official_ReferenceLigand_20">
            <a:extLst>
              <a:ext uri="{FF2B5EF4-FFF2-40B4-BE49-F238E27FC236}">
                <a16:creationId xmlns:a16="http://schemas.microsoft.com/office/drawing/2014/main" id="{71714C5F-327D-4CC0-9302-941B22B1EF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1" name="9wup_2_official_ReferenceLigand_21">
            <a:extLst>
              <a:ext uri="{FF2B5EF4-FFF2-40B4-BE49-F238E27FC236}">
                <a16:creationId xmlns:a16="http://schemas.microsoft.com/office/drawing/2014/main" id="{C879DA12-5606-4D8C-A01B-A386794084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2" name="9wup_2_official_ReferenceLigand_22">
            <a:extLst>
              <a:ext uri="{FF2B5EF4-FFF2-40B4-BE49-F238E27FC236}">
                <a16:creationId xmlns:a16="http://schemas.microsoft.com/office/drawing/2014/main" id="{2CF58533-1845-4EBF-AEC6-F7C8E7FC3F5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3" name="9wup_2_official_ReferenceLigand_23">
            <a:extLst>
              <a:ext uri="{FF2B5EF4-FFF2-40B4-BE49-F238E27FC236}">
                <a16:creationId xmlns:a16="http://schemas.microsoft.com/office/drawing/2014/main" id="{72948C88-7103-4828-B8BA-BFF70398B1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4" name="9wup_2_official_ReferenceLigand_24">
            <a:extLst>
              <a:ext uri="{FF2B5EF4-FFF2-40B4-BE49-F238E27FC236}">
                <a16:creationId xmlns:a16="http://schemas.microsoft.com/office/drawing/2014/main" id="{F2328B2A-6051-4F12-AEA2-B3AD3194C0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5" name="9wup_2_official_ReferenceLigand_25">
            <a:extLst>
              <a:ext uri="{FF2B5EF4-FFF2-40B4-BE49-F238E27FC236}">
                <a16:creationId xmlns:a16="http://schemas.microsoft.com/office/drawing/2014/main" id="{E8ACD8F7-FECC-4BE9-BEB5-EE4E84F3F3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6" name="9wup_2_official_ReferenceLigand_26">
            <a:extLst>
              <a:ext uri="{FF2B5EF4-FFF2-40B4-BE49-F238E27FC236}">
                <a16:creationId xmlns:a16="http://schemas.microsoft.com/office/drawing/2014/main" id="{F3425D20-639C-4CFB-9A7C-C80317A8C6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7" name="9wup_2_official_ReferenceLigand_27">
            <a:extLst>
              <a:ext uri="{FF2B5EF4-FFF2-40B4-BE49-F238E27FC236}">
                <a16:creationId xmlns:a16="http://schemas.microsoft.com/office/drawing/2014/main" id="{37F1F403-AC1A-42E3-BC7A-5374370A15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9wup_2_official_ReferenceLigand_28">
            <a:extLst>
              <a:ext uri="{FF2B5EF4-FFF2-40B4-BE49-F238E27FC236}">
                <a16:creationId xmlns:a16="http://schemas.microsoft.com/office/drawing/2014/main" id="{2D38A80D-BDD3-4265-85D9-84AB40EF1B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9wup_2_official_ReferenceLigand_29">
            <a:extLst>
              <a:ext uri="{FF2B5EF4-FFF2-40B4-BE49-F238E27FC236}">
                <a16:creationId xmlns:a16="http://schemas.microsoft.com/office/drawing/2014/main" id="{865F0907-E6AE-4F64-93C0-F455A6E9EF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9wup_2_official_ReferenceLigand_30">
            <a:extLst>
              <a:ext uri="{FF2B5EF4-FFF2-40B4-BE49-F238E27FC236}">
                <a16:creationId xmlns:a16="http://schemas.microsoft.com/office/drawing/2014/main" id="{A2B300D5-E9BA-4A1B-B833-651BBC512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9wup_2_official_ReferenceLigand_31">
            <a:extLst>
              <a:ext uri="{FF2B5EF4-FFF2-40B4-BE49-F238E27FC236}">
                <a16:creationId xmlns:a16="http://schemas.microsoft.com/office/drawing/2014/main" id="{BEB965EE-59E4-49DF-BE68-E90A3666BD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9wup_2_official_ReferenceLigand_32">
            <a:extLst>
              <a:ext uri="{FF2B5EF4-FFF2-40B4-BE49-F238E27FC236}">
                <a16:creationId xmlns:a16="http://schemas.microsoft.com/office/drawing/2014/main" id="{559909F3-07E7-473E-BCA6-D70C54EECA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9wup_2_official_ReferenceLigand_33">
            <a:extLst>
              <a:ext uri="{FF2B5EF4-FFF2-40B4-BE49-F238E27FC236}">
                <a16:creationId xmlns:a16="http://schemas.microsoft.com/office/drawing/2014/main" id="{90766D4D-0915-42AF-8366-D8AD9E6E65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9wup_2_official_ReferenceLigand_34">
            <a:extLst>
              <a:ext uri="{FF2B5EF4-FFF2-40B4-BE49-F238E27FC236}">
                <a16:creationId xmlns:a16="http://schemas.microsoft.com/office/drawing/2014/main" id="{1485A0BA-E37A-47DA-B866-8662FC58B8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9wup_2_official_ReferenceLigand_35">
            <a:extLst>
              <a:ext uri="{FF2B5EF4-FFF2-40B4-BE49-F238E27FC236}">
                <a16:creationId xmlns:a16="http://schemas.microsoft.com/office/drawing/2014/main" id="{F0AEFCA5-A899-42DC-8836-4C2B525305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9wup_2_official_ReferenceLigand_36">
            <a:extLst>
              <a:ext uri="{FF2B5EF4-FFF2-40B4-BE49-F238E27FC236}">
                <a16:creationId xmlns:a16="http://schemas.microsoft.com/office/drawing/2014/main" id="{E680D000-CCBD-4856-B18F-246176DA15C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9wup_2_official_ReferenceLigand_37">
            <a:extLst>
              <a:ext uri="{FF2B5EF4-FFF2-40B4-BE49-F238E27FC236}">
                <a16:creationId xmlns:a16="http://schemas.microsoft.com/office/drawing/2014/main" id="{4F2366C1-CE14-413F-A9DF-EC9D4383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9wup_2_official_ReferenceLigand_38">
            <a:extLst>
              <a:ext uri="{FF2B5EF4-FFF2-40B4-BE49-F238E27FC236}">
                <a16:creationId xmlns:a16="http://schemas.microsoft.com/office/drawing/2014/main" id="{CC678051-CF49-466D-8379-AE8B756890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9wup_2_official_ReferenceLigand_39">
            <a:extLst>
              <a:ext uri="{FF2B5EF4-FFF2-40B4-BE49-F238E27FC236}">
                <a16:creationId xmlns:a16="http://schemas.microsoft.com/office/drawing/2014/main" id="{C45C739F-9CF5-4595-955A-477CAC711C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9wup_2_official_ReferenceLigand_40">
            <a:extLst>
              <a:ext uri="{FF2B5EF4-FFF2-40B4-BE49-F238E27FC236}">
                <a16:creationId xmlns:a16="http://schemas.microsoft.com/office/drawing/2014/main" id="{886DBCE7-B4FF-480A-913E-87FAD98D9B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9wup_2_official_ReferenceLigand_41">
            <a:extLst>
              <a:ext uri="{FF2B5EF4-FFF2-40B4-BE49-F238E27FC236}">
                <a16:creationId xmlns:a16="http://schemas.microsoft.com/office/drawing/2014/main" id="{6DBB426B-7D0C-4A4D-96DF-41481CA3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wup_2_official_ReferenceLigand_42">
            <a:extLst>
              <a:ext uri="{FF2B5EF4-FFF2-40B4-BE49-F238E27FC236}">
                <a16:creationId xmlns:a16="http://schemas.microsoft.com/office/drawing/2014/main" id="{75C80283-BEF0-49C0-AA62-170BD49345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wup_2_official_ReferenceLigand_43">
            <a:extLst>
              <a:ext uri="{FF2B5EF4-FFF2-40B4-BE49-F238E27FC236}">
                <a16:creationId xmlns:a16="http://schemas.microsoft.com/office/drawing/2014/main" id="{08CE9737-3D93-4AFC-AA3F-24872091A1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wup_2_official_ReferenceLigand_44">
            <a:extLst>
              <a:ext uri="{FF2B5EF4-FFF2-40B4-BE49-F238E27FC236}">
                <a16:creationId xmlns:a16="http://schemas.microsoft.com/office/drawing/2014/main" id="{97AA301F-8159-42B6-930D-CAA5588655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wup_2_official_ReferenceLigand_45">
            <a:extLst>
              <a:ext uri="{FF2B5EF4-FFF2-40B4-BE49-F238E27FC236}">
                <a16:creationId xmlns:a16="http://schemas.microsoft.com/office/drawing/2014/main" id="{5A2319A2-4B3A-4FE1-983E-EB31BE0DA22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wup_2_official_ReferenceLigand_46">
            <a:extLst>
              <a:ext uri="{FF2B5EF4-FFF2-40B4-BE49-F238E27FC236}">
                <a16:creationId xmlns:a16="http://schemas.microsoft.com/office/drawing/2014/main" id="{3C117A7D-3169-4A4D-A657-725B42950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wup_2_official_ReferenceLigand_47">
            <a:extLst>
              <a:ext uri="{FF2B5EF4-FFF2-40B4-BE49-F238E27FC236}">
                <a16:creationId xmlns:a16="http://schemas.microsoft.com/office/drawing/2014/main" id="{FE9A7679-07CE-4C18-A45E-D66E8C1D1A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wup_2_official_ReferenceLigand_48">
            <a:extLst>
              <a:ext uri="{FF2B5EF4-FFF2-40B4-BE49-F238E27FC236}">
                <a16:creationId xmlns:a16="http://schemas.microsoft.com/office/drawing/2014/main" id="{AAC3A677-3768-45F3-8C04-2A652EF50B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wup_2_official_ReferenceLigand_49">
            <a:extLst>
              <a:ext uri="{FF2B5EF4-FFF2-40B4-BE49-F238E27FC236}">
                <a16:creationId xmlns:a16="http://schemas.microsoft.com/office/drawing/2014/main" id="{C18B35A7-1BDD-4C14-98EB-41734897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wup_2_official_ReferenceLigand_50">
            <a:extLst>
              <a:ext uri="{FF2B5EF4-FFF2-40B4-BE49-F238E27FC236}">
                <a16:creationId xmlns:a16="http://schemas.microsoft.com/office/drawing/2014/main" id="{20E7B5D3-1FC1-4BB8-AE60-BAC72A3AD4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wup_2_official_ReferenceLigand_51">
            <a:extLst>
              <a:ext uri="{FF2B5EF4-FFF2-40B4-BE49-F238E27FC236}">
                <a16:creationId xmlns:a16="http://schemas.microsoft.com/office/drawing/2014/main" id="{8756B7F0-8221-4F46-9C18-17B798A11E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wup_2_official_ReferenceLigand_52">
            <a:extLst>
              <a:ext uri="{FF2B5EF4-FFF2-40B4-BE49-F238E27FC236}">
                <a16:creationId xmlns:a16="http://schemas.microsoft.com/office/drawing/2014/main" id="{8F540ED0-3EE0-4B77-B9ED-3A3150C957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wup_2_official_ReferenceLigand_53">
            <a:extLst>
              <a:ext uri="{FF2B5EF4-FFF2-40B4-BE49-F238E27FC236}">
                <a16:creationId xmlns:a16="http://schemas.microsoft.com/office/drawing/2014/main" id="{13BEBF78-55E7-456D-9A0D-F88EA55F9E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wup_2_official_ReferenceLigand_54">
            <a:extLst>
              <a:ext uri="{FF2B5EF4-FFF2-40B4-BE49-F238E27FC236}">
                <a16:creationId xmlns:a16="http://schemas.microsoft.com/office/drawing/2014/main" id="{9C35682A-8989-4D16-9277-C269CEDAD5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wup_2_official_ReferenceLigand_55">
            <a:extLst>
              <a:ext uri="{FF2B5EF4-FFF2-40B4-BE49-F238E27FC236}">
                <a16:creationId xmlns:a16="http://schemas.microsoft.com/office/drawing/2014/main" id="{239ECCC2-0ECD-4FBC-AEE6-32A629C8D0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wup_2_official_ReferenceLigand_56">
            <a:extLst>
              <a:ext uri="{FF2B5EF4-FFF2-40B4-BE49-F238E27FC236}">
                <a16:creationId xmlns:a16="http://schemas.microsoft.com/office/drawing/2014/main" id="{B0418472-4592-4757-AD36-10311B7001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wup_2_official_ReferenceLigand_57">
            <a:extLst>
              <a:ext uri="{FF2B5EF4-FFF2-40B4-BE49-F238E27FC236}">
                <a16:creationId xmlns:a16="http://schemas.microsoft.com/office/drawing/2014/main" id="{682EB45A-BC34-4807-BD0D-65849B8C04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wup_2_official_PredictedLigand_0">
            <a:extLst>
              <a:ext uri="{FF2B5EF4-FFF2-40B4-BE49-F238E27FC236}">
                <a16:creationId xmlns:a16="http://schemas.microsoft.com/office/drawing/2014/main" id="{4FAF9137-3EA6-4F70-9175-9677D7122B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9" name="9wup_2_official_PredictedLigand_1">
            <a:extLst>
              <a:ext uri="{FF2B5EF4-FFF2-40B4-BE49-F238E27FC236}">
                <a16:creationId xmlns:a16="http://schemas.microsoft.com/office/drawing/2014/main" id="{6D629382-4B04-4924-8D2A-3F1DB4BEB2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0" name="9wup_2_official_PredictedLigand_2">
            <a:extLst>
              <a:ext uri="{FF2B5EF4-FFF2-40B4-BE49-F238E27FC236}">
                <a16:creationId xmlns:a16="http://schemas.microsoft.com/office/drawing/2014/main" id="{3B0857FA-08B8-4396-83AB-9641A5493B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1" name="9wup_2_official_PredictedLigand_3">
            <a:extLst>
              <a:ext uri="{FF2B5EF4-FFF2-40B4-BE49-F238E27FC236}">
                <a16:creationId xmlns:a16="http://schemas.microsoft.com/office/drawing/2014/main" id="{B5E4C270-32D4-43D9-BF92-0087AD77D6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2" name="9wup_2_official_PredictedLigand_4">
            <a:extLst>
              <a:ext uri="{FF2B5EF4-FFF2-40B4-BE49-F238E27FC236}">
                <a16:creationId xmlns:a16="http://schemas.microsoft.com/office/drawing/2014/main" id="{DB3C46A0-A3AE-4353-8A34-4C003455E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3" name="9wup_2_official_PredictedLigand_5">
            <a:extLst>
              <a:ext uri="{FF2B5EF4-FFF2-40B4-BE49-F238E27FC236}">
                <a16:creationId xmlns:a16="http://schemas.microsoft.com/office/drawing/2014/main" id="{0AC5E683-2FA5-4557-9CC2-15334A23989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4" name="9wup_2_official_PredictedLigand_6">
            <a:extLst>
              <a:ext uri="{FF2B5EF4-FFF2-40B4-BE49-F238E27FC236}">
                <a16:creationId xmlns:a16="http://schemas.microsoft.com/office/drawing/2014/main" id="{330F5DF0-9075-4C97-9F4E-04DCAB758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5" name="9wup_2_official_PredictedLigand_7">
            <a:extLst>
              <a:ext uri="{FF2B5EF4-FFF2-40B4-BE49-F238E27FC236}">
                <a16:creationId xmlns:a16="http://schemas.microsoft.com/office/drawing/2014/main" id="{DBA3DAE1-C8A9-427F-913A-8370F2CAFF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6" name="9wup_2_official_PredictedLigand_8">
            <a:extLst>
              <a:ext uri="{FF2B5EF4-FFF2-40B4-BE49-F238E27FC236}">
                <a16:creationId xmlns:a16="http://schemas.microsoft.com/office/drawing/2014/main" id="{C8E2B035-05CA-4196-B6E6-9E2C553332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7" name="9wup_2_official_PredictedLigand_9">
            <a:extLst>
              <a:ext uri="{FF2B5EF4-FFF2-40B4-BE49-F238E27FC236}">
                <a16:creationId xmlns:a16="http://schemas.microsoft.com/office/drawing/2014/main" id="{56134F4E-D35C-4729-B500-9CF12224CA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8" name="9wup_2_official_PredictedLigand_10">
            <a:extLst>
              <a:ext uri="{FF2B5EF4-FFF2-40B4-BE49-F238E27FC236}">
                <a16:creationId xmlns:a16="http://schemas.microsoft.com/office/drawing/2014/main" id="{8A720C1E-C1D8-4783-B81B-B3C31E2641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9" name="9wup_2_official_PredictedLigand_11">
            <a:extLst>
              <a:ext uri="{FF2B5EF4-FFF2-40B4-BE49-F238E27FC236}">
                <a16:creationId xmlns:a16="http://schemas.microsoft.com/office/drawing/2014/main" id="{B5BC94FD-DA07-4CDE-98C1-E137ADF4E2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0" name="9wup_2_official_PredictedLigand_12">
            <a:extLst>
              <a:ext uri="{FF2B5EF4-FFF2-40B4-BE49-F238E27FC236}">
                <a16:creationId xmlns:a16="http://schemas.microsoft.com/office/drawing/2014/main" id="{F9177515-BE3D-425E-ACBD-33AB57EA9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1" name="9wup_2_official_PredictedLigand_13">
            <a:extLst>
              <a:ext uri="{FF2B5EF4-FFF2-40B4-BE49-F238E27FC236}">
                <a16:creationId xmlns:a16="http://schemas.microsoft.com/office/drawing/2014/main" id="{8D8B2CF2-4465-4BA1-AE22-E279F189CF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2" name="9wup_2_official_PredictedLigand_14">
            <a:extLst>
              <a:ext uri="{FF2B5EF4-FFF2-40B4-BE49-F238E27FC236}">
                <a16:creationId xmlns:a16="http://schemas.microsoft.com/office/drawing/2014/main" id="{79E62FBB-A777-4762-B7D5-D330B12245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3" name="9wup_2_official_PredictedLigand_15">
            <a:extLst>
              <a:ext uri="{FF2B5EF4-FFF2-40B4-BE49-F238E27FC236}">
                <a16:creationId xmlns:a16="http://schemas.microsoft.com/office/drawing/2014/main" id="{1A795625-DEAD-4C5C-9929-FDFE64D1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4" name="9wup_2_official_PredictedLigand_16">
            <a:extLst>
              <a:ext uri="{FF2B5EF4-FFF2-40B4-BE49-F238E27FC236}">
                <a16:creationId xmlns:a16="http://schemas.microsoft.com/office/drawing/2014/main" id="{0A9501DC-BA66-4E54-8E6B-97A64F98DD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5" name="9wup_2_official_PredictedLigand_17">
            <a:extLst>
              <a:ext uri="{FF2B5EF4-FFF2-40B4-BE49-F238E27FC236}">
                <a16:creationId xmlns:a16="http://schemas.microsoft.com/office/drawing/2014/main" id="{A24C0642-3A38-4694-ABA9-7E85A2EFF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6" name="9wup_2_official_PredictedLigand_18">
            <a:extLst>
              <a:ext uri="{FF2B5EF4-FFF2-40B4-BE49-F238E27FC236}">
                <a16:creationId xmlns:a16="http://schemas.microsoft.com/office/drawing/2014/main" id="{5ED874FD-948E-484B-8F23-4B3321EE8A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7" name="9wup_2_official_PredictedLigand_19">
            <a:extLst>
              <a:ext uri="{FF2B5EF4-FFF2-40B4-BE49-F238E27FC236}">
                <a16:creationId xmlns:a16="http://schemas.microsoft.com/office/drawing/2014/main" id="{A29E6166-77FE-4EF8-82CF-D3587C2F4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8" name="9wup_2_official_PredictedLigand_20">
            <a:extLst>
              <a:ext uri="{FF2B5EF4-FFF2-40B4-BE49-F238E27FC236}">
                <a16:creationId xmlns:a16="http://schemas.microsoft.com/office/drawing/2014/main" id="{45A40AC1-B73A-4A9E-98C3-127BA5B937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9" name="9wup_2_official_PredictedLigand_21">
            <a:extLst>
              <a:ext uri="{FF2B5EF4-FFF2-40B4-BE49-F238E27FC236}">
                <a16:creationId xmlns:a16="http://schemas.microsoft.com/office/drawing/2014/main" id="{FC30476D-E08C-4347-B8FA-4DA1E6CC4E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0" name="9wup_2_official_PredictedLigand_22">
            <a:extLst>
              <a:ext uri="{FF2B5EF4-FFF2-40B4-BE49-F238E27FC236}">
                <a16:creationId xmlns:a16="http://schemas.microsoft.com/office/drawing/2014/main" id="{6DB6B69D-E987-4ACD-BE2E-385D7AE919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1" name="9wup_2_official_PredictedLigand_23">
            <a:extLst>
              <a:ext uri="{FF2B5EF4-FFF2-40B4-BE49-F238E27FC236}">
                <a16:creationId xmlns:a16="http://schemas.microsoft.com/office/drawing/2014/main" id="{FF395B0D-6E52-4BBA-AEC1-10667D2BCF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2" name="9wup_2_official_PredictedLigand_24">
            <a:extLst>
              <a:ext uri="{FF2B5EF4-FFF2-40B4-BE49-F238E27FC236}">
                <a16:creationId xmlns:a16="http://schemas.microsoft.com/office/drawing/2014/main" id="{8BD45353-D652-44C3-BE62-D214CBAD09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3" name="9wup_2_official_PredictedLigand_25">
            <a:extLst>
              <a:ext uri="{FF2B5EF4-FFF2-40B4-BE49-F238E27FC236}">
                <a16:creationId xmlns:a16="http://schemas.microsoft.com/office/drawing/2014/main" id="{6DD0CF01-1C07-4655-89F0-FBD69EFB5A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4" name="9wup_2_official_PredictedLigand_26">
            <a:extLst>
              <a:ext uri="{FF2B5EF4-FFF2-40B4-BE49-F238E27FC236}">
                <a16:creationId xmlns:a16="http://schemas.microsoft.com/office/drawing/2014/main" id="{FEEF318A-879B-4A20-9827-642E01D19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5" name="9wup_2_official_PredictedLigand_27">
            <a:extLst>
              <a:ext uri="{FF2B5EF4-FFF2-40B4-BE49-F238E27FC236}">
                <a16:creationId xmlns:a16="http://schemas.microsoft.com/office/drawing/2014/main" id="{F42E9778-D7BA-4885-9692-8F9CE1A4A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6" name="9wup_2_official_PredictedLigand_28">
            <a:extLst>
              <a:ext uri="{FF2B5EF4-FFF2-40B4-BE49-F238E27FC236}">
                <a16:creationId xmlns:a16="http://schemas.microsoft.com/office/drawing/2014/main" id="{73A76F1F-328B-4A55-BCB0-09E3A6E254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7" name="9wup_2_official_PredictedLigand_29">
            <a:extLst>
              <a:ext uri="{FF2B5EF4-FFF2-40B4-BE49-F238E27FC236}">
                <a16:creationId xmlns:a16="http://schemas.microsoft.com/office/drawing/2014/main" id="{23FCF2A8-84A5-4BCA-8F9E-315EB503E3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8" name="9wup_2_official_PredictedLigand_30">
            <a:extLst>
              <a:ext uri="{FF2B5EF4-FFF2-40B4-BE49-F238E27FC236}">
                <a16:creationId xmlns:a16="http://schemas.microsoft.com/office/drawing/2014/main" id="{852B786C-58A5-4D89-BD01-8ED176AD04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9" name="9wup_2_official_PredictedLigand_31">
            <a:extLst>
              <a:ext uri="{FF2B5EF4-FFF2-40B4-BE49-F238E27FC236}">
                <a16:creationId xmlns:a16="http://schemas.microsoft.com/office/drawing/2014/main" id="{C41EA99D-6054-4260-9E61-BF7F5793CC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0" name="9wup_2_official_PredictedLigand_32">
            <a:extLst>
              <a:ext uri="{FF2B5EF4-FFF2-40B4-BE49-F238E27FC236}">
                <a16:creationId xmlns:a16="http://schemas.microsoft.com/office/drawing/2014/main" id="{7A211A22-7746-4353-9056-A269E10614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1" name="9wup_2_official_PredictedLigand_33">
            <a:extLst>
              <a:ext uri="{FF2B5EF4-FFF2-40B4-BE49-F238E27FC236}">
                <a16:creationId xmlns:a16="http://schemas.microsoft.com/office/drawing/2014/main" id="{8EC46B66-7DCA-4F54-BD10-126C9E3D37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2" name="9wup_2_official_PredictedLigand_34">
            <a:extLst>
              <a:ext uri="{FF2B5EF4-FFF2-40B4-BE49-F238E27FC236}">
                <a16:creationId xmlns:a16="http://schemas.microsoft.com/office/drawing/2014/main" id="{3CFFCCAF-1B5C-4637-B70B-1E541E6210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3" name="9wup_2_official_PredictedLigand_35">
            <a:extLst>
              <a:ext uri="{FF2B5EF4-FFF2-40B4-BE49-F238E27FC236}">
                <a16:creationId xmlns:a16="http://schemas.microsoft.com/office/drawing/2014/main" id="{51B6360F-3D6A-4F04-8FED-BC9151CB25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4" name="9wup_2_official_PredictedLigand_36">
            <a:extLst>
              <a:ext uri="{FF2B5EF4-FFF2-40B4-BE49-F238E27FC236}">
                <a16:creationId xmlns:a16="http://schemas.microsoft.com/office/drawing/2014/main" id="{1EE9DC53-FC33-4BD7-82AA-04B77C8D3C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5" name="9wup_2_official_PredictedLigand_37">
            <a:extLst>
              <a:ext uri="{FF2B5EF4-FFF2-40B4-BE49-F238E27FC236}">
                <a16:creationId xmlns:a16="http://schemas.microsoft.com/office/drawing/2014/main" id="{797C8E05-A9FE-4E37-9982-02CB1AC092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6" name="9wup_2_official_PredictedLigand_38">
            <a:extLst>
              <a:ext uri="{FF2B5EF4-FFF2-40B4-BE49-F238E27FC236}">
                <a16:creationId xmlns:a16="http://schemas.microsoft.com/office/drawing/2014/main" id="{0BDDAF11-1102-43FA-9BB5-361CAD3E80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7" name="9wup_2_official_PredictedLigand_39">
            <a:extLst>
              <a:ext uri="{FF2B5EF4-FFF2-40B4-BE49-F238E27FC236}">
                <a16:creationId xmlns:a16="http://schemas.microsoft.com/office/drawing/2014/main" id="{1EBE27FB-1178-4F21-9A27-7871F3CACA0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8" name="9wup_2_official_PredictedLigand_40">
            <a:extLst>
              <a:ext uri="{FF2B5EF4-FFF2-40B4-BE49-F238E27FC236}">
                <a16:creationId xmlns:a16="http://schemas.microsoft.com/office/drawing/2014/main" id="{BE3531B0-ACA7-4FA4-981A-4877F79630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9" name="9wup_2_official_PredictedLigand_41">
            <a:extLst>
              <a:ext uri="{FF2B5EF4-FFF2-40B4-BE49-F238E27FC236}">
                <a16:creationId xmlns:a16="http://schemas.microsoft.com/office/drawing/2014/main" id="{F8503037-37F5-4C65-9E81-DBE0666C03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0" name="9wup_2_official_PredictedLigand_42">
            <a:extLst>
              <a:ext uri="{FF2B5EF4-FFF2-40B4-BE49-F238E27FC236}">
                <a16:creationId xmlns:a16="http://schemas.microsoft.com/office/drawing/2014/main" id="{CC3EB918-51F0-4086-83AE-DF36B790BA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1" name="9wup_2_official_PredictedLigand_43">
            <a:extLst>
              <a:ext uri="{FF2B5EF4-FFF2-40B4-BE49-F238E27FC236}">
                <a16:creationId xmlns:a16="http://schemas.microsoft.com/office/drawing/2014/main" id="{519271E7-0996-4CCD-9B6E-D50B42E4FE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2" name="9wup_2_official_PredictedLigand_44">
            <a:extLst>
              <a:ext uri="{FF2B5EF4-FFF2-40B4-BE49-F238E27FC236}">
                <a16:creationId xmlns:a16="http://schemas.microsoft.com/office/drawing/2014/main" id="{87AB9383-B152-4EEE-82D4-5CBB2F31A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3" name="9wup_2_official_PredictedLigand_45">
            <a:extLst>
              <a:ext uri="{FF2B5EF4-FFF2-40B4-BE49-F238E27FC236}">
                <a16:creationId xmlns:a16="http://schemas.microsoft.com/office/drawing/2014/main" id="{26FF6295-288B-44AC-8A39-642A7011EE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4" name="9wup_2_official_PredictedLigand_46">
            <a:extLst>
              <a:ext uri="{FF2B5EF4-FFF2-40B4-BE49-F238E27FC236}">
                <a16:creationId xmlns:a16="http://schemas.microsoft.com/office/drawing/2014/main" id="{353B0C3A-5F13-4636-BD5A-D2185EC2E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5" name="9wup_2_official_PredictedLigand_47">
            <a:extLst>
              <a:ext uri="{FF2B5EF4-FFF2-40B4-BE49-F238E27FC236}">
                <a16:creationId xmlns:a16="http://schemas.microsoft.com/office/drawing/2014/main" id="{F30A52DC-DB6E-488B-AC69-1F34194B3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6" name="9wup_2_official_PredictedLigand_48">
            <a:extLst>
              <a:ext uri="{FF2B5EF4-FFF2-40B4-BE49-F238E27FC236}">
                <a16:creationId xmlns:a16="http://schemas.microsoft.com/office/drawing/2014/main" id="{8525A92E-D33A-4BFA-B040-D73390A6D5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7" name="9wup_2_official_PredictedLigand_49">
            <a:extLst>
              <a:ext uri="{FF2B5EF4-FFF2-40B4-BE49-F238E27FC236}">
                <a16:creationId xmlns:a16="http://schemas.microsoft.com/office/drawing/2014/main" id="{43148451-B15A-4AFA-AA30-8867DC69D9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8" name="9wup_2_official_PredictedLigand_50">
            <a:extLst>
              <a:ext uri="{FF2B5EF4-FFF2-40B4-BE49-F238E27FC236}">
                <a16:creationId xmlns:a16="http://schemas.microsoft.com/office/drawing/2014/main" id="{7EAA3EDD-81CE-4F56-AFBD-C996B6C909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9" name="9wup_2_official_PredictedLigand_51">
            <a:extLst>
              <a:ext uri="{FF2B5EF4-FFF2-40B4-BE49-F238E27FC236}">
                <a16:creationId xmlns:a16="http://schemas.microsoft.com/office/drawing/2014/main" id="{EEC9D0D6-28AD-4CD9-BF4D-C8456A880D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0" name="9wup_2_official_PredictedLigand_52">
            <a:extLst>
              <a:ext uri="{FF2B5EF4-FFF2-40B4-BE49-F238E27FC236}">
                <a16:creationId xmlns:a16="http://schemas.microsoft.com/office/drawing/2014/main" id="{14CBBA51-A42F-462E-881B-11A009F104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1" name="9wup_2_official_PredictedLigand_53">
            <a:extLst>
              <a:ext uri="{FF2B5EF4-FFF2-40B4-BE49-F238E27FC236}">
                <a16:creationId xmlns:a16="http://schemas.microsoft.com/office/drawing/2014/main" id="{FB114EFB-9313-4E7E-B9C4-5910B33B06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2" name="9wup_2_official_PredictedLigand_54">
            <a:extLst>
              <a:ext uri="{FF2B5EF4-FFF2-40B4-BE49-F238E27FC236}">
                <a16:creationId xmlns:a16="http://schemas.microsoft.com/office/drawing/2014/main" id="{B7E88DDE-DDB2-4A76-A62A-D89EBEE2CF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3" name="9wup_2_official_PredictedLigand_55">
            <a:extLst>
              <a:ext uri="{FF2B5EF4-FFF2-40B4-BE49-F238E27FC236}">
                <a16:creationId xmlns:a16="http://schemas.microsoft.com/office/drawing/2014/main" id="{2F7C3F6C-A18D-4CF9-ABD4-37BE706823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4" name="9wup_2_official_PredictedLigand_56">
            <a:extLst>
              <a:ext uri="{FF2B5EF4-FFF2-40B4-BE49-F238E27FC236}">
                <a16:creationId xmlns:a16="http://schemas.microsoft.com/office/drawing/2014/main" id="{BD261C1C-79BD-4D17-91BA-1FA72D81D9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5" name="9wup_2_official_PredictedLigand_57">
            <a:extLst>
              <a:ext uri="{FF2B5EF4-FFF2-40B4-BE49-F238E27FC236}">
                <a16:creationId xmlns:a16="http://schemas.microsoft.com/office/drawing/2014/main" id="{9BFCC100-3B38-4028-B863-79BE615A67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6" name="9wup_2_official_PredictedAtoms_0">
            <a:extLst>
              <a:ext uri="{FF2B5EF4-FFF2-40B4-BE49-F238E27FC236}">
                <a16:creationId xmlns:a16="http://schemas.microsoft.com/office/drawing/2014/main" id="{D0A3F6AA-5FBF-4EFB-85CA-89A7D9FFF64E}"/>
              </a:ext>
            </a:extLst>
          </p:cNvPr>
          <p:cNvSpPr>
            <a:spLocks noGrp="1"/>
          </p:cNvSpPr>
          <p:nvPr/>
        </p:nvSpPr>
        <p:spPr>
          <a:xfrm>
            <a:off x="1267328" y="31612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7" name="9wup_2_official_PredictedAtoms_1">
            <a:extLst>
              <a:ext uri="{FF2B5EF4-FFF2-40B4-BE49-F238E27FC236}">
                <a16:creationId xmlns:a16="http://schemas.microsoft.com/office/drawing/2014/main" id="{E7A19CA2-F0AA-49CC-A367-0456498B93FE}"/>
              </a:ext>
            </a:extLst>
          </p:cNvPr>
          <p:cNvSpPr>
            <a:spLocks noGrp="1"/>
          </p:cNvSpPr>
          <p:nvPr/>
        </p:nvSpPr>
        <p:spPr>
          <a:xfrm>
            <a:off x="1369074" y="3202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8" name="9wup_2_official_PredictedAtoms_2">
            <a:extLst>
              <a:ext uri="{FF2B5EF4-FFF2-40B4-BE49-F238E27FC236}">
                <a16:creationId xmlns:a16="http://schemas.microsoft.com/office/drawing/2014/main" id="{0EA6344B-2D37-4E28-BD78-6400812C6416}"/>
              </a:ext>
            </a:extLst>
          </p:cNvPr>
          <p:cNvSpPr>
            <a:spLocks noGrp="1"/>
          </p:cNvSpPr>
          <p:nvPr/>
        </p:nvSpPr>
        <p:spPr>
          <a:xfrm>
            <a:off x="1477402" y="31535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9" name="9wup_2_official_PredictedAtoms_3">
            <a:extLst>
              <a:ext uri="{FF2B5EF4-FFF2-40B4-BE49-F238E27FC236}">
                <a16:creationId xmlns:a16="http://schemas.microsoft.com/office/drawing/2014/main" id="{B6B31981-991E-467E-9153-340C83F8C182}"/>
              </a:ext>
            </a:extLst>
          </p:cNvPr>
          <p:cNvSpPr>
            <a:spLocks noGrp="1"/>
          </p:cNvSpPr>
          <p:nvPr/>
        </p:nvSpPr>
        <p:spPr>
          <a:xfrm>
            <a:off x="1504555" y="3229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0" name="9wup_2_official_PredictedAtoms_4">
            <a:extLst>
              <a:ext uri="{FF2B5EF4-FFF2-40B4-BE49-F238E27FC236}">
                <a16:creationId xmlns:a16="http://schemas.microsoft.com/office/drawing/2014/main" id="{605D896A-C547-40EC-9A46-1CD18206E859}"/>
              </a:ext>
            </a:extLst>
          </p:cNvPr>
          <p:cNvSpPr>
            <a:spLocks noGrp="1"/>
          </p:cNvSpPr>
          <p:nvPr/>
        </p:nvSpPr>
        <p:spPr>
          <a:xfrm>
            <a:off x="1600372" y="31984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1" name="9wup_2_official_PredictedAtoms_5">
            <a:extLst>
              <a:ext uri="{FF2B5EF4-FFF2-40B4-BE49-F238E27FC236}">
                <a16:creationId xmlns:a16="http://schemas.microsoft.com/office/drawing/2014/main" id="{63679CFB-EF8E-4B71-BC3F-D03BF3F0F4F6}"/>
              </a:ext>
            </a:extLst>
          </p:cNvPr>
          <p:cNvSpPr>
            <a:spLocks noGrp="1"/>
          </p:cNvSpPr>
          <p:nvPr/>
        </p:nvSpPr>
        <p:spPr>
          <a:xfrm>
            <a:off x="1586329" y="32612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2" name="9wup_2_official_PredictedAtoms_6">
            <a:extLst>
              <a:ext uri="{FF2B5EF4-FFF2-40B4-BE49-F238E27FC236}">
                <a16:creationId xmlns:a16="http://schemas.microsoft.com/office/drawing/2014/main" id="{B9528282-AAFE-4741-AE91-AA44D2EFB2E6}"/>
              </a:ext>
            </a:extLst>
          </p:cNvPr>
          <p:cNvSpPr>
            <a:spLocks noGrp="1"/>
          </p:cNvSpPr>
          <p:nvPr/>
        </p:nvSpPr>
        <p:spPr>
          <a:xfrm>
            <a:off x="1592672" y="3067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3" name="9wup_2_official_PredictedAtoms_7">
            <a:extLst>
              <a:ext uri="{FF2B5EF4-FFF2-40B4-BE49-F238E27FC236}">
                <a16:creationId xmlns:a16="http://schemas.microsoft.com/office/drawing/2014/main" id="{3E06AB68-8DCF-435B-AAB4-3FBA9F545CD9}"/>
              </a:ext>
            </a:extLst>
          </p:cNvPr>
          <p:cNvSpPr>
            <a:spLocks noGrp="1"/>
          </p:cNvSpPr>
          <p:nvPr/>
        </p:nvSpPr>
        <p:spPr>
          <a:xfrm>
            <a:off x="1721796" y="32438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4" name="9wup_2_official_PredictedAtoms_8">
            <a:extLst>
              <a:ext uri="{FF2B5EF4-FFF2-40B4-BE49-F238E27FC236}">
                <a16:creationId xmlns:a16="http://schemas.microsoft.com/office/drawing/2014/main" id="{36D7255C-A4A5-4099-9BD8-E536F70EE066}"/>
              </a:ext>
            </a:extLst>
          </p:cNvPr>
          <p:cNvSpPr>
            <a:spLocks noGrp="1"/>
          </p:cNvSpPr>
          <p:nvPr/>
        </p:nvSpPr>
        <p:spPr>
          <a:xfrm>
            <a:off x="1793988" y="33668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5" name="9wup_2_official_PredictedAtoms_9">
            <a:extLst>
              <a:ext uri="{FF2B5EF4-FFF2-40B4-BE49-F238E27FC236}">
                <a16:creationId xmlns:a16="http://schemas.microsoft.com/office/drawing/2014/main" id="{02F21C2F-A98A-4EF9-80A7-2A8FDFF29B35}"/>
              </a:ext>
            </a:extLst>
          </p:cNvPr>
          <p:cNvSpPr>
            <a:spLocks noGrp="1"/>
          </p:cNvSpPr>
          <p:nvPr/>
        </p:nvSpPr>
        <p:spPr>
          <a:xfrm>
            <a:off x="1713315" y="346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6" name="9wup_2_official_PredictedAtoms_10">
            <a:extLst>
              <a:ext uri="{FF2B5EF4-FFF2-40B4-BE49-F238E27FC236}">
                <a16:creationId xmlns:a16="http://schemas.microsoft.com/office/drawing/2014/main" id="{8371DDCA-2F5B-4BD9-8A00-EDBCACFE3562}"/>
              </a:ext>
            </a:extLst>
          </p:cNvPr>
          <p:cNvSpPr>
            <a:spLocks noGrp="1"/>
          </p:cNvSpPr>
          <p:nvPr/>
        </p:nvSpPr>
        <p:spPr>
          <a:xfrm>
            <a:off x="1888884" y="33548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7" name="9wup_2_official_PredictedAtoms_11">
            <a:extLst>
              <a:ext uri="{FF2B5EF4-FFF2-40B4-BE49-F238E27FC236}">
                <a16:creationId xmlns:a16="http://schemas.microsoft.com/office/drawing/2014/main" id="{8FA570F9-2386-4CED-8D1B-E2ED212D7450}"/>
              </a:ext>
            </a:extLst>
          </p:cNvPr>
          <p:cNvSpPr>
            <a:spLocks noGrp="1"/>
          </p:cNvSpPr>
          <p:nvPr/>
        </p:nvSpPr>
        <p:spPr>
          <a:xfrm>
            <a:off x="1851532" y="3394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8" name="9wup_2_official_PredictedAtoms_12">
            <a:extLst>
              <a:ext uri="{FF2B5EF4-FFF2-40B4-BE49-F238E27FC236}">
                <a16:creationId xmlns:a16="http://schemas.microsoft.com/office/drawing/2014/main" id="{AE13EE10-C1DB-4D2E-98DC-C172861FFB2D}"/>
              </a:ext>
            </a:extLst>
          </p:cNvPr>
          <p:cNvSpPr>
            <a:spLocks noGrp="1"/>
          </p:cNvSpPr>
          <p:nvPr/>
        </p:nvSpPr>
        <p:spPr>
          <a:xfrm>
            <a:off x="1828786" y="3494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9" name="9wup_2_official_PredictedAtoms_13">
            <a:extLst>
              <a:ext uri="{FF2B5EF4-FFF2-40B4-BE49-F238E27FC236}">
                <a16:creationId xmlns:a16="http://schemas.microsoft.com/office/drawing/2014/main" id="{8BB8AE77-F00F-4F18-9D26-D7566312996A}"/>
              </a:ext>
            </a:extLst>
          </p:cNvPr>
          <p:cNvSpPr>
            <a:spLocks noGrp="1"/>
          </p:cNvSpPr>
          <p:nvPr/>
        </p:nvSpPr>
        <p:spPr>
          <a:xfrm>
            <a:off x="1883385" y="3490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0" name="9wup_2_official_PredictedAtoms_14">
            <a:extLst>
              <a:ext uri="{FF2B5EF4-FFF2-40B4-BE49-F238E27FC236}">
                <a16:creationId xmlns:a16="http://schemas.microsoft.com/office/drawing/2014/main" id="{93B199BC-CA2E-4973-9637-2360064C04A3}"/>
              </a:ext>
            </a:extLst>
          </p:cNvPr>
          <p:cNvSpPr>
            <a:spLocks noGrp="1"/>
          </p:cNvSpPr>
          <p:nvPr/>
        </p:nvSpPr>
        <p:spPr>
          <a:xfrm>
            <a:off x="1989957" y="3432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1" name="9wup_2_official_PredictedAtoms_15">
            <a:extLst>
              <a:ext uri="{FF2B5EF4-FFF2-40B4-BE49-F238E27FC236}">
                <a16:creationId xmlns:a16="http://schemas.microsoft.com/office/drawing/2014/main" id="{8E385305-7C0B-4D45-BC9C-1CBFE11BD719}"/>
              </a:ext>
            </a:extLst>
          </p:cNvPr>
          <p:cNvSpPr>
            <a:spLocks noGrp="1"/>
          </p:cNvSpPr>
          <p:nvPr/>
        </p:nvSpPr>
        <p:spPr>
          <a:xfrm>
            <a:off x="2006242" y="33857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2" name="9wup_2_official_PredictedAtoms_16">
            <a:extLst>
              <a:ext uri="{FF2B5EF4-FFF2-40B4-BE49-F238E27FC236}">
                <a16:creationId xmlns:a16="http://schemas.microsoft.com/office/drawing/2014/main" id="{AF8D2C66-9D39-4B72-A14A-8CD73A122C45}"/>
              </a:ext>
            </a:extLst>
          </p:cNvPr>
          <p:cNvSpPr>
            <a:spLocks noGrp="1"/>
          </p:cNvSpPr>
          <p:nvPr/>
        </p:nvSpPr>
        <p:spPr>
          <a:xfrm>
            <a:off x="2073282" y="327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3" name="9wup_2_official_PredictedAtoms_17">
            <a:extLst>
              <a:ext uri="{FF2B5EF4-FFF2-40B4-BE49-F238E27FC236}">
                <a16:creationId xmlns:a16="http://schemas.microsoft.com/office/drawing/2014/main" id="{FD487E94-7788-4B29-867C-6C770FCA2E8A}"/>
              </a:ext>
            </a:extLst>
          </p:cNvPr>
          <p:cNvSpPr>
            <a:spLocks noGrp="1"/>
          </p:cNvSpPr>
          <p:nvPr/>
        </p:nvSpPr>
        <p:spPr>
          <a:xfrm>
            <a:off x="2032238" y="31829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4" name="9wup_2_official_PredictedAtoms_18">
            <a:extLst>
              <a:ext uri="{FF2B5EF4-FFF2-40B4-BE49-F238E27FC236}">
                <a16:creationId xmlns:a16="http://schemas.microsoft.com/office/drawing/2014/main" id="{0392E587-306E-49B3-AE47-131FD5095718}"/>
              </a:ext>
            </a:extLst>
          </p:cNvPr>
          <p:cNvSpPr>
            <a:spLocks noGrp="1"/>
          </p:cNvSpPr>
          <p:nvPr/>
        </p:nvSpPr>
        <p:spPr>
          <a:xfrm>
            <a:off x="2113265" y="3098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5" name="9wup_2_official_PredictedAtoms_19">
            <a:extLst>
              <a:ext uri="{FF2B5EF4-FFF2-40B4-BE49-F238E27FC236}">
                <a16:creationId xmlns:a16="http://schemas.microsoft.com/office/drawing/2014/main" id="{AB100EB6-477E-4BE4-BD25-8A9308187EFF}"/>
              </a:ext>
            </a:extLst>
          </p:cNvPr>
          <p:cNvSpPr>
            <a:spLocks noGrp="1"/>
          </p:cNvSpPr>
          <p:nvPr/>
        </p:nvSpPr>
        <p:spPr>
          <a:xfrm>
            <a:off x="2213232" y="31384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6" name="9wup_2_official_PredictedAtoms_20">
            <a:extLst>
              <a:ext uri="{FF2B5EF4-FFF2-40B4-BE49-F238E27FC236}">
                <a16:creationId xmlns:a16="http://schemas.microsoft.com/office/drawing/2014/main" id="{EEE99CCA-CE5A-40A8-9802-2142FD7D7E30}"/>
              </a:ext>
            </a:extLst>
          </p:cNvPr>
          <p:cNvSpPr>
            <a:spLocks noGrp="1"/>
          </p:cNvSpPr>
          <p:nvPr/>
        </p:nvSpPr>
        <p:spPr>
          <a:xfrm>
            <a:off x="2324726" y="3087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7" name="9wup_2_official_PredictedAtoms_21">
            <a:extLst>
              <a:ext uri="{FF2B5EF4-FFF2-40B4-BE49-F238E27FC236}">
                <a16:creationId xmlns:a16="http://schemas.microsoft.com/office/drawing/2014/main" id="{F7747778-8876-400E-BBB9-5EB20206DD10}"/>
              </a:ext>
            </a:extLst>
          </p:cNvPr>
          <p:cNvSpPr>
            <a:spLocks noGrp="1"/>
          </p:cNvSpPr>
          <p:nvPr/>
        </p:nvSpPr>
        <p:spPr>
          <a:xfrm>
            <a:off x="2357678" y="2973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8" name="9wup_2_official_PredictedAtoms_22">
            <a:extLst>
              <a:ext uri="{FF2B5EF4-FFF2-40B4-BE49-F238E27FC236}">
                <a16:creationId xmlns:a16="http://schemas.microsoft.com/office/drawing/2014/main" id="{754DC8D3-8F24-469B-A2B0-AA5E80FA48BF}"/>
              </a:ext>
            </a:extLst>
          </p:cNvPr>
          <p:cNvSpPr>
            <a:spLocks noGrp="1"/>
          </p:cNvSpPr>
          <p:nvPr/>
        </p:nvSpPr>
        <p:spPr>
          <a:xfrm>
            <a:off x="2406987" y="3158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9" name="9wup_2_official_PredictedAtoms_23">
            <a:extLst>
              <a:ext uri="{FF2B5EF4-FFF2-40B4-BE49-F238E27FC236}">
                <a16:creationId xmlns:a16="http://schemas.microsoft.com/office/drawing/2014/main" id="{7A179792-CCE3-4110-B4E2-FB017B987FAC}"/>
              </a:ext>
            </a:extLst>
          </p:cNvPr>
          <p:cNvSpPr>
            <a:spLocks noGrp="1"/>
          </p:cNvSpPr>
          <p:nvPr/>
        </p:nvSpPr>
        <p:spPr>
          <a:xfrm>
            <a:off x="2372389" y="3266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0" name="9wup_2_official_PredictedAtoms_24">
            <a:extLst>
              <a:ext uri="{FF2B5EF4-FFF2-40B4-BE49-F238E27FC236}">
                <a16:creationId xmlns:a16="http://schemas.microsoft.com/office/drawing/2014/main" id="{59A2B2BD-8A55-4C76-AA05-AA90BC1B4EFB}"/>
              </a:ext>
            </a:extLst>
          </p:cNvPr>
          <p:cNvSpPr>
            <a:spLocks noGrp="1"/>
          </p:cNvSpPr>
          <p:nvPr/>
        </p:nvSpPr>
        <p:spPr>
          <a:xfrm>
            <a:off x="2268713" y="3314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1" name="9wup_2_official_PredictedAtoms_25">
            <a:extLst>
              <a:ext uri="{FF2B5EF4-FFF2-40B4-BE49-F238E27FC236}">
                <a16:creationId xmlns:a16="http://schemas.microsoft.com/office/drawing/2014/main" id="{FCDAC291-A924-467E-A0F2-EB4B7BC8A7C6}"/>
              </a:ext>
            </a:extLst>
          </p:cNvPr>
          <p:cNvSpPr>
            <a:spLocks noGrp="1"/>
          </p:cNvSpPr>
          <p:nvPr/>
        </p:nvSpPr>
        <p:spPr>
          <a:xfrm>
            <a:off x="2187417" y="3251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2" name="9wup_2_official_PredictedAtoms_26">
            <a:extLst>
              <a:ext uri="{FF2B5EF4-FFF2-40B4-BE49-F238E27FC236}">
                <a16:creationId xmlns:a16="http://schemas.microsoft.com/office/drawing/2014/main" id="{A7C2676F-8F7C-4988-A386-EB3D466C1964}"/>
              </a:ext>
            </a:extLst>
          </p:cNvPr>
          <p:cNvSpPr>
            <a:spLocks noGrp="1"/>
          </p:cNvSpPr>
          <p:nvPr/>
        </p:nvSpPr>
        <p:spPr>
          <a:xfrm>
            <a:off x="1888505" y="3400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3" name="9wup_2_official_PredictedAtoms_27">
            <a:extLst>
              <a:ext uri="{FF2B5EF4-FFF2-40B4-BE49-F238E27FC236}">
                <a16:creationId xmlns:a16="http://schemas.microsoft.com/office/drawing/2014/main" id="{67FE3AF8-977C-4AD0-8214-01406E5FD84E}"/>
              </a:ext>
            </a:extLst>
          </p:cNvPr>
          <p:cNvSpPr>
            <a:spLocks noGrp="1"/>
          </p:cNvSpPr>
          <p:nvPr/>
        </p:nvSpPr>
        <p:spPr>
          <a:xfrm>
            <a:off x="1892573" y="3482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4" name="9wup_2_official_PredictedAtoms_28">
            <a:extLst>
              <a:ext uri="{FF2B5EF4-FFF2-40B4-BE49-F238E27FC236}">
                <a16:creationId xmlns:a16="http://schemas.microsoft.com/office/drawing/2014/main" id="{5613E724-0F4D-43B9-A74E-129516EECEBC}"/>
              </a:ext>
            </a:extLst>
          </p:cNvPr>
          <p:cNvSpPr>
            <a:spLocks noGrp="1"/>
          </p:cNvSpPr>
          <p:nvPr/>
        </p:nvSpPr>
        <p:spPr>
          <a:xfrm>
            <a:off x="1804896" y="3444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5" name="9wup_2_official_PredictedAtoms_29">
            <a:extLst>
              <a:ext uri="{FF2B5EF4-FFF2-40B4-BE49-F238E27FC236}">
                <a16:creationId xmlns:a16="http://schemas.microsoft.com/office/drawing/2014/main" id="{689B7EA4-8405-445C-BA91-BC9300E3DCC4}"/>
              </a:ext>
            </a:extLst>
          </p:cNvPr>
          <p:cNvSpPr>
            <a:spLocks noGrp="1"/>
          </p:cNvSpPr>
          <p:nvPr/>
        </p:nvSpPr>
        <p:spPr>
          <a:xfrm>
            <a:off x="1722088" y="3533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6" name="9wup_2_official_PredictedAtoms_30">
            <a:extLst>
              <a:ext uri="{FF2B5EF4-FFF2-40B4-BE49-F238E27FC236}">
                <a16:creationId xmlns:a16="http://schemas.microsoft.com/office/drawing/2014/main" id="{33986C75-FBEC-4152-995F-8189A95138C7}"/>
              </a:ext>
            </a:extLst>
          </p:cNvPr>
          <p:cNvSpPr>
            <a:spLocks noGrp="1"/>
          </p:cNvSpPr>
          <p:nvPr/>
        </p:nvSpPr>
        <p:spPr>
          <a:xfrm>
            <a:off x="1389196" y="3331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7" name="9wup_2_official_PredictedAtoms_31">
            <a:extLst>
              <a:ext uri="{FF2B5EF4-FFF2-40B4-BE49-F238E27FC236}">
                <a16:creationId xmlns:a16="http://schemas.microsoft.com/office/drawing/2014/main" id="{27877B82-C811-42C8-A118-B8BF88253626}"/>
              </a:ext>
            </a:extLst>
          </p:cNvPr>
          <p:cNvSpPr>
            <a:spLocks noGrp="1"/>
          </p:cNvSpPr>
          <p:nvPr/>
        </p:nvSpPr>
        <p:spPr>
          <a:xfrm>
            <a:off x="1471237" y="3359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8" name="9wup_2_official_PredictedAtoms_32">
            <a:extLst>
              <a:ext uri="{FF2B5EF4-FFF2-40B4-BE49-F238E27FC236}">
                <a16:creationId xmlns:a16="http://schemas.microsoft.com/office/drawing/2014/main" id="{11D42310-E2DD-406B-9377-392998708D9E}"/>
              </a:ext>
            </a:extLst>
          </p:cNvPr>
          <p:cNvSpPr>
            <a:spLocks noGrp="1"/>
          </p:cNvSpPr>
          <p:nvPr/>
        </p:nvSpPr>
        <p:spPr>
          <a:xfrm>
            <a:off x="1276705" y="34018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9" name="9wup_2_official_PredictedAtoms_33">
            <a:extLst>
              <a:ext uri="{FF2B5EF4-FFF2-40B4-BE49-F238E27FC236}">
                <a16:creationId xmlns:a16="http://schemas.microsoft.com/office/drawing/2014/main" id="{374714F6-17B5-42F9-A20B-5C4A1A60D47E}"/>
              </a:ext>
            </a:extLst>
          </p:cNvPr>
          <p:cNvSpPr>
            <a:spLocks noGrp="1"/>
          </p:cNvSpPr>
          <p:nvPr/>
        </p:nvSpPr>
        <p:spPr>
          <a:xfrm>
            <a:off x="1296568" y="3512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0" name="9wup_2_official_PredictedAtoms_34">
            <a:extLst>
              <a:ext uri="{FF2B5EF4-FFF2-40B4-BE49-F238E27FC236}">
                <a16:creationId xmlns:a16="http://schemas.microsoft.com/office/drawing/2014/main" id="{0D416883-3889-4EDC-886C-499AC2DA0CFE}"/>
              </a:ext>
            </a:extLst>
          </p:cNvPr>
          <p:cNvSpPr>
            <a:spLocks noGrp="1"/>
          </p:cNvSpPr>
          <p:nvPr/>
        </p:nvSpPr>
        <p:spPr>
          <a:xfrm>
            <a:off x="1230398" y="3433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1" name="9wup_2_official_PredictedAtoms_35">
            <a:extLst>
              <a:ext uri="{FF2B5EF4-FFF2-40B4-BE49-F238E27FC236}">
                <a16:creationId xmlns:a16="http://schemas.microsoft.com/office/drawing/2014/main" id="{D8DF05C0-EBE0-4E34-B949-EF449209DB74}"/>
              </a:ext>
            </a:extLst>
          </p:cNvPr>
          <p:cNvSpPr>
            <a:spLocks noGrp="1"/>
          </p:cNvSpPr>
          <p:nvPr/>
        </p:nvSpPr>
        <p:spPr>
          <a:xfrm>
            <a:off x="1104902" y="3428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2" name="9wup_2_official_PredictedAtoms_36">
            <a:extLst>
              <a:ext uri="{FF2B5EF4-FFF2-40B4-BE49-F238E27FC236}">
                <a16:creationId xmlns:a16="http://schemas.microsoft.com/office/drawing/2014/main" id="{5DE0BF5F-8645-4523-9B5B-026A839BF23C}"/>
              </a:ext>
            </a:extLst>
          </p:cNvPr>
          <p:cNvSpPr>
            <a:spLocks noGrp="1"/>
          </p:cNvSpPr>
          <p:nvPr/>
        </p:nvSpPr>
        <p:spPr>
          <a:xfrm>
            <a:off x="1038692" y="35267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3" name="9wup_2_official_PredictedAtoms_37">
            <a:extLst>
              <a:ext uri="{FF2B5EF4-FFF2-40B4-BE49-F238E27FC236}">
                <a16:creationId xmlns:a16="http://schemas.microsoft.com/office/drawing/2014/main" id="{9E5549AF-3468-44FC-9FF0-C50BAB689395}"/>
              </a:ext>
            </a:extLst>
          </p:cNvPr>
          <p:cNvSpPr>
            <a:spLocks noGrp="1"/>
          </p:cNvSpPr>
          <p:nvPr/>
        </p:nvSpPr>
        <p:spPr>
          <a:xfrm>
            <a:off x="1081015" y="36335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4" name="9wup_2_official_PredictedAtoms_38">
            <a:extLst>
              <a:ext uri="{FF2B5EF4-FFF2-40B4-BE49-F238E27FC236}">
                <a16:creationId xmlns:a16="http://schemas.microsoft.com/office/drawing/2014/main" id="{E6853DBD-A036-4322-9B7C-789D0CC07805}"/>
              </a:ext>
            </a:extLst>
          </p:cNvPr>
          <p:cNvSpPr>
            <a:spLocks noGrp="1"/>
          </p:cNvSpPr>
          <p:nvPr/>
        </p:nvSpPr>
        <p:spPr>
          <a:xfrm>
            <a:off x="1015275" y="373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5" name="9wup_2_official_PredictedAtoms_39">
            <a:extLst>
              <a:ext uri="{FF2B5EF4-FFF2-40B4-BE49-F238E27FC236}">
                <a16:creationId xmlns:a16="http://schemas.microsoft.com/office/drawing/2014/main" id="{BE9D68EB-0389-4B5B-A218-4E1E345D4726}"/>
              </a:ext>
            </a:extLst>
          </p:cNvPr>
          <p:cNvSpPr>
            <a:spLocks noGrp="1"/>
          </p:cNvSpPr>
          <p:nvPr/>
        </p:nvSpPr>
        <p:spPr>
          <a:xfrm>
            <a:off x="1053113" y="3829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6" name="9wup_2_official_PredictedAtoms_40">
            <a:extLst>
              <a:ext uri="{FF2B5EF4-FFF2-40B4-BE49-F238E27FC236}">
                <a16:creationId xmlns:a16="http://schemas.microsoft.com/office/drawing/2014/main" id="{AB7E6442-5E70-48DB-92A3-95BA3F2D06DF}"/>
              </a:ext>
            </a:extLst>
          </p:cNvPr>
          <p:cNvSpPr>
            <a:spLocks noGrp="1"/>
          </p:cNvSpPr>
          <p:nvPr/>
        </p:nvSpPr>
        <p:spPr>
          <a:xfrm>
            <a:off x="902127" y="3729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7" name="9wup_2_official_PredictedAtoms_41">
            <a:extLst>
              <a:ext uri="{FF2B5EF4-FFF2-40B4-BE49-F238E27FC236}">
                <a16:creationId xmlns:a16="http://schemas.microsoft.com/office/drawing/2014/main" id="{EE067927-D59E-41DF-80A2-4F741BE628EA}"/>
              </a:ext>
            </a:extLst>
          </p:cNvPr>
          <p:cNvSpPr>
            <a:spLocks noGrp="1"/>
          </p:cNvSpPr>
          <p:nvPr/>
        </p:nvSpPr>
        <p:spPr>
          <a:xfrm>
            <a:off x="850605" y="3623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8" name="9wup_2_official_PredictedAtoms_42">
            <a:extLst>
              <a:ext uri="{FF2B5EF4-FFF2-40B4-BE49-F238E27FC236}">
                <a16:creationId xmlns:a16="http://schemas.microsoft.com/office/drawing/2014/main" id="{21B5BCDC-EE50-4085-B40D-F0C2E3255CE8}"/>
              </a:ext>
            </a:extLst>
          </p:cNvPr>
          <p:cNvSpPr>
            <a:spLocks noGrp="1"/>
          </p:cNvSpPr>
          <p:nvPr/>
        </p:nvSpPr>
        <p:spPr>
          <a:xfrm>
            <a:off x="746572" y="3622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9" name="9wup_2_official_PredictedAtoms_43">
            <a:extLst>
              <a:ext uri="{FF2B5EF4-FFF2-40B4-BE49-F238E27FC236}">
                <a16:creationId xmlns:a16="http://schemas.microsoft.com/office/drawing/2014/main" id="{5819C58D-8FCB-4592-AA7A-A9BB24C5E467}"/>
              </a:ext>
            </a:extLst>
          </p:cNvPr>
          <p:cNvSpPr>
            <a:spLocks noGrp="1"/>
          </p:cNvSpPr>
          <p:nvPr/>
        </p:nvSpPr>
        <p:spPr>
          <a:xfrm>
            <a:off x="920947" y="35197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0" name="9wup_2_official_PredictedAtoms_44">
            <a:extLst>
              <a:ext uri="{FF2B5EF4-FFF2-40B4-BE49-F238E27FC236}">
                <a16:creationId xmlns:a16="http://schemas.microsoft.com/office/drawing/2014/main" id="{DF28DF42-E861-4A4B-9C7E-EAE4D5EF3BC6}"/>
              </a:ext>
            </a:extLst>
          </p:cNvPr>
          <p:cNvSpPr>
            <a:spLocks noGrp="1"/>
          </p:cNvSpPr>
          <p:nvPr/>
        </p:nvSpPr>
        <p:spPr>
          <a:xfrm>
            <a:off x="870586" y="3412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1" name="9wup_2_official_PredictedAtoms_45">
            <a:extLst>
              <a:ext uri="{FF2B5EF4-FFF2-40B4-BE49-F238E27FC236}">
                <a16:creationId xmlns:a16="http://schemas.microsoft.com/office/drawing/2014/main" id="{2783A667-E629-49E4-993D-21323B083C31}"/>
              </a:ext>
            </a:extLst>
          </p:cNvPr>
          <p:cNvSpPr>
            <a:spLocks noGrp="1"/>
          </p:cNvSpPr>
          <p:nvPr/>
        </p:nvSpPr>
        <p:spPr>
          <a:xfrm>
            <a:off x="932904" y="33148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2" name="9wup_2_official_PredictedAtoms_46">
            <a:extLst>
              <a:ext uri="{FF2B5EF4-FFF2-40B4-BE49-F238E27FC236}">
                <a16:creationId xmlns:a16="http://schemas.microsoft.com/office/drawing/2014/main" id="{E535B0C3-3212-417A-B271-E7A1C5F749AE}"/>
              </a:ext>
            </a:extLst>
          </p:cNvPr>
          <p:cNvSpPr>
            <a:spLocks noGrp="1"/>
          </p:cNvSpPr>
          <p:nvPr/>
        </p:nvSpPr>
        <p:spPr>
          <a:xfrm>
            <a:off x="879725" y="3205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3" name="9wup_2_official_PredictedAtoms_47">
            <a:extLst>
              <a:ext uri="{FF2B5EF4-FFF2-40B4-BE49-F238E27FC236}">
                <a16:creationId xmlns:a16="http://schemas.microsoft.com/office/drawing/2014/main" id="{416E9DBE-B15E-4615-8EA7-2FE65FECDA57}"/>
              </a:ext>
            </a:extLst>
          </p:cNvPr>
          <p:cNvSpPr>
            <a:spLocks noGrp="1"/>
          </p:cNvSpPr>
          <p:nvPr/>
        </p:nvSpPr>
        <p:spPr>
          <a:xfrm>
            <a:off x="940311" y="30999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4" name="9wup_2_official_PredictedAtoms_48">
            <a:extLst>
              <a:ext uri="{FF2B5EF4-FFF2-40B4-BE49-F238E27FC236}">
                <a16:creationId xmlns:a16="http://schemas.microsoft.com/office/drawing/2014/main" id="{43E742E5-0210-4D78-BC12-FA2DDE985AD3}"/>
              </a:ext>
            </a:extLst>
          </p:cNvPr>
          <p:cNvSpPr>
            <a:spLocks noGrp="1"/>
          </p:cNvSpPr>
          <p:nvPr/>
        </p:nvSpPr>
        <p:spPr>
          <a:xfrm>
            <a:off x="873885" y="2986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5" name="9wup_2_official_PredictedAtoms_49">
            <a:extLst>
              <a:ext uri="{FF2B5EF4-FFF2-40B4-BE49-F238E27FC236}">
                <a16:creationId xmlns:a16="http://schemas.microsoft.com/office/drawing/2014/main" id="{AFA6EB7A-1B0D-4598-9106-25BED869B5AA}"/>
              </a:ext>
            </a:extLst>
          </p:cNvPr>
          <p:cNvSpPr>
            <a:spLocks noGrp="1"/>
          </p:cNvSpPr>
          <p:nvPr/>
        </p:nvSpPr>
        <p:spPr>
          <a:xfrm>
            <a:off x="1062213" y="31037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6" name="9wup_2_official_PredictedAtoms_50">
            <a:extLst>
              <a:ext uri="{FF2B5EF4-FFF2-40B4-BE49-F238E27FC236}">
                <a16:creationId xmlns:a16="http://schemas.microsoft.com/office/drawing/2014/main" id="{C5175B5F-9F85-4AF3-9619-C1B5B55BD871}"/>
              </a:ext>
            </a:extLst>
          </p:cNvPr>
          <p:cNvSpPr>
            <a:spLocks noGrp="1"/>
          </p:cNvSpPr>
          <p:nvPr/>
        </p:nvSpPr>
        <p:spPr>
          <a:xfrm>
            <a:off x="1126175" y="2993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7" name="9wup_2_official_PredictedAtoms_51">
            <a:extLst>
              <a:ext uri="{FF2B5EF4-FFF2-40B4-BE49-F238E27FC236}">
                <a16:creationId xmlns:a16="http://schemas.microsoft.com/office/drawing/2014/main" id="{CF6FD1E3-89EA-4A81-9CAF-8861853E6DFD}"/>
              </a:ext>
            </a:extLst>
          </p:cNvPr>
          <p:cNvSpPr>
            <a:spLocks noGrp="1"/>
          </p:cNvSpPr>
          <p:nvPr/>
        </p:nvSpPr>
        <p:spPr>
          <a:xfrm>
            <a:off x="1114009" y="3213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8" name="9wup_2_official_PredictedAtoms_52">
            <a:extLst>
              <a:ext uri="{FF2B5EF4-FFF2-40B4-BE49-F238E27FC236}">
                <a16:creationId xmlns:a16="http://schemas.microsoft.com/office/drawing/2014/main" id="{AAFC175D-17E0-46A0-ACE4-74AB571FEF4A}"/>
              </a:ext>
            </a:extLst>
          </p:cNvPr>
          <p:cNvSpPr>
            <a:spLocks noGrp="1"/>
          </p:cNvSpPr>
          <p:nvPr/>
        </p:nvSpPr>
        <p:spPr>
          <a:xfrm>
            <a:off x="1054224" y="3320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9" name="stage3-cases-clash_16">
            <a:extLst>
              <a:ext uri="{FF2B5EF4-FFF2-40B4-BE49-F238E27FC236}">
                <a16:creationId xmlns:a16="http://schemas.microsoft.com/office/drawing/2014/main" id="{2507A2B0-C060-4F29-94E9-F39E3EBE659A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540" name="9wup_2_tuned_Receptor">
            <a:extLst>
              <a:ext uri="{FF2B5EF4-FFF2-40B4-BE49-F238E27FC236}">
                <a16:creationId xmlns:a16="http://schemas.microsoft.com/office/drawing/2014/main" id="{D1E35586-333D-40BD-8C32-76F67481C0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1" name="9wup_2_tuned_ExperimentalDensity">
            <a:extLst>
              <a:ext uri="{FF2B5EF4-FFF2-40B4-BE49-F238E27FC236}">
                <a16:creationId xmlns:a16="http://schemas.microsoft.com/office/drawing/2014/main" id="{E95D3605-9453-4E71-A1D1-72A9CB95FF4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2" name="9wup_2_tuned_ReferenceLigand_0">
            <a:extLst>
              <a:ext uri="{FF2B5EF4-FFF2-40B4-BE49-F238E27FC236}">
                <a16:creationId xmlns:a16="http://schemas.microsoft.com/office/drawing/2014/main" id="{B11F6794-CDD3-4B08-BA7B-E00C06B43C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tuned_ReferenceLigand_1">
            <a:extLst>
              <a:ext uri="{FF2B5EF4-FFF2-40B4-BE49-F238E27FC236}">
                <a16:creationId xmlns:a16="http://schemas.microsoft.com/office/drawing/2014/main" id="{0FC7DC92-484E-46FC-9683-49C1244D50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tuned_ReferenceLigand_2">
            <a:extLst>
              <a:ext uri="{FF2B5EF4-FFF2-40B4-BE49-F238E27FC236}">
                <a16:creationId xmlns:a16="http://schemas.microsoft.com/office/drawing/2014/main" id="{0289E551-45DD-4C4E-9656-9E6AE1DEEA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tuned_ReferenceLigand_3">
            <a:extLst>
              <a:ext uri="{FF2B5EF4-FFF2-40B4-BE49-F238E27FC236}">
                <a16:creationId xmlns:a16="http://schemas.microsoft.com/office/drawing/2014/main" id="{8FCB6843-E7BF-4914-9DEA-2E45B8F34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tuned_ReferenceLigand_4">
            <a:extLst>
              <a:ext uri="{FF2B5EF4-FFF2-40B4-BE49-F238E27FC236}">
                <a16:creationId xmlns:a16="http://schemas.microsoft.com/office/drawing/2014/main" id="{8A1CABAF-FDEA-4D9A-8747-499F326A4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tuned_ReferenceLigand_5">
            <a:extLst>
              <a:ext uri="{FF2B5EF4-FFF2-40B4-BE49-F238E27FC236}">
                <a16:creationId xmlns:a16="http://schemas.microsoft.com/office/drawing/2014/main" id="{E2E0506C-C9F1-4294-8D46-E9E537445B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tuned_ReferenceLigand_6">
            <a:extLst>
              <a:ext uri="{FF2B5EF4-FFF2-40B4-BE49-F238E27FC236}">
                <a16:creationId xmlns:a16="http://schemas.microsoft.com/office/drawing/2014/main" id="{ECA48F8C-FAFB-4158-92C6-F7292A8000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tuned_ReferenceLigand_7">
            <a:extLst>
              <a:ext uri="{FF2B5EF4-FFF2-40B4-BE49-F238E27FC236}">
                <a16:creationId xmlns:a16="http://schemas.microsoft.com/office/drawing/2014/main" id="{653B5899-3ADF-4B63-821D-901EE83946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tuned_ReferenceLigand_8">
            <a:extLst>
              <a:ext uri="{FF2B5EF4-FFF2-40B4-BE49-F238E27FC236}">
                <a16:creationId xmlns:a16="http://schemas.microsoft.com/office/drawing/2014/main" id="{8B352B79-58E7-424E-9E20-5FD4772E61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tuned_ReferenceLigand_9">
            <a:extLst>
              <a:ext uri="{FF2B5EF4-FFF2-40B4-BE49-F238E27FC236}">
                <a16:creationId xmlns:a16="http://schemas.microsoft.com/office/drawing/2014/main" id="{7EC718D2-E3F6-43E0-A72B-A22FA8B0B6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tuned_ReferenceLigand_10">
            <a:extLst>
              <a:ext uri="{FF2B5EF4-FFF2-40B4-BE49-F238E27FC236}">
                <a16:creationId xmlns:a16="http://schemas.microsoft.com/office/drawing/2014/main" id="{1A95ECAF-BE98-440E-AE37-1800FDFA32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tuned_ReferenceLigand_11">
            <a:extLst>
              <a:ext uri="{FF2B5EF4-FFF2-40B4-BE49-F238E27FC236}">
                <a16:creationId xmlns:a16="http://schemas.microsoft.com/office/drawing/2014/main" id="{EBCDD6E7-9334-43DF-AFA0-DB26AA8A5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tuned_ReferenceLigand_12">
            <a:extLst>
              <a:ext uri="{FF2B5EF4-FFF2-40B4-BE49-F238E27FC236}">
                <a16:creationId xmlns:a16="http://schemas.microsoft.com/office/drawing/2014/main" id="{F6AFAB9E-F58F-4A9A-B244-0930AA752C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tuned_ReferenceLigand_13">
            <a:extLst>
              <a:ext uri="{FF2B5EF4-FFF2-40B4-BE49-F238E27FC236}">
                <a16:creationId xmlns:a16="http://schemas.microsoft.com/office/drawing/2014/main" id="{0AC772F6-A45C-4E0D-9948-A75130C04C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tuned_ReferenceLigand_14">
            <a:extLst>
              <a:ext uri="{FF2B5EF4-FFF2-40B4-BE49-F238E27FC236}">
                <a16:creationId xmlns:a16="http://schemas.microsoft.com/office/drawing/2014/main" id="{52AB2482-8961-475B-A23B-D1A14DD878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tuned_ReferenceLigand_15">
            <a:extLst>
              <a:ext uri="{FF2B5EF4-FFF2-40B4-BE49-F238E27FC236}">
                <a16:creationId xmlns:a16="http://schemas.microsoft.com/office/drawing/2014/main" id="{81D4CC45-42F1-4426-AE8F-2239DDEBFA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tuned_ReferenceLigand_16">
            <a:extLst>
              <a:ext uri="{FF2B5EF4-FFF2-40B4-BE49-F238E27FC236}">
                <a16:creationId xmlns:a16="http://schemas.microsoft.com/office/drawing/2014/main" id="{B3F8BB3F-16C2-41E4-9BBB-B35E87B2D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tuned_ReferenceLigand_17">
            <a:extLst>
              <a:ext uri="{FF2B5EF4-FFF2-40B4-BE49-F238E27FC236}">
                <a16:creationId xmlns:a16="http://schemas.microsoft.com/office/drawing/2014/main" id="{82A15966-1BF7-4402-9F05-F8A233098A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tuned_ReferenceLigand_18">
            <a:extLst>
              <a:ext uri="{FF2B5EF4-FFF2-40B4-BE49-F238E27FC236}">
                <a16:creationId xmlns:a16="http://schemas.microsoft.com/office/drawing/2014/main" id="{6F15BF4F-0DA3-4344-B8B8-F42BFB225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tuned_ReferenceLigand_19">
            <a:extLst>
              <a:ext uri="{FF2B5EF4-FFF2-40B4-BE49-F238E27FC236}">
                <a16:creationId xmlns:a16="http://schemas.microsoft.com/office/drawing/2014/main" id="{4B87CB19-66BC-4D62-82CB-E00B83479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tuned_ReferenceLigand_20">
            <a:extLst>
              <a:ext uri="{FF2B5EF4-FFF2-40B4-BE49-F238E27FC236}">
                <a16:creationId xmlns:a16="http://schemas.microsoft.com/office/drawing/2014/main" id="{97469B20-8E6B-439F-8261-C3EE30BFB1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tuned_ReferenceLigand_21">
            <a:extLst>
              <a:ext uri="{FF2B5EF4-FFF2-40B4-BE49-F238E27FC236}">
                <a16:creationId xmlns:a16="http://schemas.microsoft.com/office/drawing/2014/main" id="{F3052528-0BCA-4898-8595-9F3D74348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tuned_ReferenceLigand_22">
            <a:extLst>
              <a:ext uri="{FF2B5EF4-FFF2-40B4-BE49-F238E27FC236}">
                <a16:creationId xmlns:a16="http://schemas.microsoft.com/office/drawing/2014/main" id="{71F416D8-A40D-42A4-80BA-6E71197784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tuned_ReferenceLigand_23">
            <a:extLst>
              <a:ext uri="{FF2B5EF4-FFF2-40B4-BE49-F238E27FC236}">
                <a16:creationId xmlns:a16="http://schemas.microsoft.com/office/drawing/2014/main" id="{98C5D378-0D03-4497-8A95-D6853C339A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tuned_ReferenceLigand_24">
            <a:extLst>
              <a:ext uri="{FF2B5EF4-FFF2-40B4-BE49-F238E27FC236}">
                <a16:creationId xmlns:a16="http://schemas.microsoft.com/office/drawing/2014/main" id="{E859B255-03C5-45CC-B42F-3E25DE9465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tuned_ReferenceLigand_25">
            <a:extLst>
              <a:ext uri="{FF2B5EF4-FFF2-40B4-BE49-F238E27FC236}">
                <a16:creationId xmlns:a16="http://schemas.microsoft.com/office/drawing/2014/main" id="{F0C8D4BE-9DBC-451C-BB10-09058C6C2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tuned_ReferenceLigand_26">
            <a:extLst>
              <a:ext uri="{FF2B5EF4-FFF2-40B4-BE49-F238E27FC236}">
                <a16:creationId xmlns:a16="http://schemas.microsoft.com/office/drawing/2014/main" id="{06E128AD-3D02-4FAD-8C0A-9F66AC01C0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tuned_ReferenceLigand_27">
            <a:extLst>
              <a:ext uri="{FF2B5EF4-FFF2-40B4-BE49-F238E27FC236}">
                <a16:creationId xmlns:a16="http://schemas.microsoft.com/office/drawing/2014/main" id="{B9FDC28B-4439-4428-922F-DC34A5A729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tuned_ReferenceLigand_28">
            <a:extLst>
              <a:ext uri="{FF2B5EF4-FFF2-40B4-BE49-F238E27FC236}">
                <a16:creationId xmlns:a16="http://schemas.microsoft.com/office/drawing/2014/main" id="{6C21C12A-DB7C-418B-9A8F-2B7B7A7D2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tuned_ReferenceLigand_29">
            <a:extLst>
              <a:ext uri="{FF2B5EF4-FFF2-40B4-BE49-F238E27FC236}">
                <a16:creationId xmlns:a16="http://schemas.microsoft.com/office/drawing/2014/main" id="{F03CECD3-766F-4484-A3B5-20B3A917A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tuned_ReferenceLigand_30">
            <a:extLst>
              <a:ext uri="{FF2B5EF4-FFF2-40B4-BE49-F238E27FC236}">
                <a16:creationId xmlns:a16="http://schemas.microsoft.com/office/drawing/2014/main" id="{02879759-9999-4C98-8FB6-C0D5503A2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tuned_ReferenceLigand_31">
            <a:extLst>
              <a:ext uri="{FF2B5EF4-FFF2-40B4-BE49-F238E27FC236}">
                <a16:creationId xmlns:a16="http://schemas.microsoft.com/office/drawing/2014/main" id="{2F33E0DD-FE13-4C45-9F7F-E260CCFBC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tuned_ReferenceLigand_32">
            <a:extLst>
              <a:ext uri="{FF2B5EF4-FFF2-40B4-BE49-F238E27FC236}">
                <a16:creationId xmlns:a16="http://schemas.microsoft.com/office/drawing/2014/main" id="{D33FBB37-360D-4C52-BE4D-045E78A7A0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tuned_ReferenceLigand_33">
            <a:extLst>
              <a:ext uri="{FF2B5EF4-FFF2-40B4-BE49-F238E27FC236}">
                <a16:creationId xmlns:a16="http://schemas.microsoft.com/office/drawing/2014/main" id="{EC74AB88-4135-466A-817E-3843AAC2CD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tuned_ReferenceLigand_34">
            <a:extLst>
              <a:ext uri="{FF2B5EF4-FFF2-40B4-BE49-F238E27FC236}">
                <a16:creationId xmlns:a16="http://schemas.microsoft.com/office/drawing/2014/main" id="{845F913B-C936-4A92-BD90-F64F5B8ACF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tuned_ReferenceLigand_35">
            <a:extLst>
              <a:ext uri="{FF2B5EF4-FFF2-40B4-BE49-F238E27FC236}">
                <a16:creationId xmlns:a16="http://schemas.microsoft.com/office/drawing/2014/main" id="{1795B99D-D838-4926-8DDC-9B84B096DE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tuned_ReferenceLigand_36">
            <a:extLst>
              <a:ext uri="{FF2B5EF4-FFF2-40B4-BE49-F238E27FC236}">
                <a16:creationId xmlns:a16="http://schemas.microsoft.com/office/drawing/2014/main" id="{EC138188-9807-4D3C-8757-CEEA3BD66CF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tuned_ReferenceLigand_37">
            <a:extLst>
              <a:ext uri="{FF2B5EF4-FFF2-40B4-BE49-F238E27FC236}">
                <a16:creationId xmlns:a16="http://schemas.microsoft.com/office/drawing/2014/main" id="{E387B9EA-6598-4922-A1C1-3275411E26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tuned_ReferenceLigand_38">
            <a:extLst>
              <a:ext uri="{FF2B5EF4-FFF2-40B4-BE49-F238E27FC236}">
                <a16:creationId xmlns:a16="http://schemas.microsoft.com/office/drawing/2014/main" id="{992A5057-592A-443F-B812-88D48C73B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tuned_ReferenceLigand_39">
            <a:extLst>
              <a:ext uri="{FF2B5EF4-FFF2-40B4-BE49-F238E27FC236}">
                <a16:creationId xmlns:a16="http://schemas.microsoft.com/office/drawing/2014/main" id="{BBCDEBD3-EB3E-41C4-9E7C-DDA0A4BDD5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tuned_ReferenceLigand_40">
            <a:extLst>
              <a:ext uri="{FF2B5EF4-FFF2-40B4-BE49-F238E27FC236}">
                <a16:creationId xmlns:a16="http://schemas.microsoft.com/office/drawing/2014/main" id="{1C2B61E5-1FC9-460F-9ED0-2ABA54B9CC2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tuned_ReferenceLigand_41">
            <a:extLst>
              <a:ext uri="{FF2B5EF4-FFF2-40B4-BE49-F238E27FC236}">
                <a16:creationId xmlns:a16="http://schemas.microsoft.com/office/drawing/2014/main" id="{D98F0605-AF19-4DC4-B238-02F2ED5381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tuned_ReferenceLigand_42">
            <a:extLst>
              <a:ext uri="{FF2B5EF4-FFF2-40B4-BE49-F238E27FC236}">
                <a16:creationId xmlns:a16="http://schemas.microsoft.com/office/drawing/2014/main" id="{EDC5E122-3822-4B7F-B800-030D7D488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tuned_ReferenceLigand_43">
            <a:extLst>
              <a:ext uri="{FF2B5EF4-FFF2-40B4-BE49-F238E27FC236}">
                <a16:creationId xmlns:a16="http://schemas.microsoft.com/office/drawing/2014/main" id="{08494BB3-D995-47F5-B7F3-5A4123D731C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tuned_ReferenceLigand_44">
            <a:extLst>
              <a:ext uri="{FF2B5EF4-FFF2-40B4-BE49-F238E27FC236}">
                <a16:creationId xmlns:a16="http://schemas.microsoft.com/office/drawing/2014/main" id="{6DC27913-C9AB-4D92-9EC8-BDD1BD46E0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tuned_ReferenceLigand_45">
            <a:extLst>
              <a:ext uri="{FF2B5EF4-FFF2-40B4-BE49-F238E27FC236}">
                <a16:creationId xmlns:a16="http://schemas.microsoft.com/office/drawing/2014/main" id="{06F3DDFA-F67A-4723-A37C-B29C0A99A3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tuned_ReferenceLigand_46">
            <a:extLst>
              <a:ext uri="{FF2B5EF4-FFF2-40B4-BE49-F238E27FC236}">
                <a16:creationId xmlns:a16="http://schemas.microsoft.com/office/drawing/2014/main" id="{9EFA883F-9178-4B74-A216-FFF53C5EC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9" name="9wup_2_tuned_ReferenceLigand_47">
            <a:extLst>
              <a:ext uri="{FF2B5EF4-FFF2-40B4-BE49-F238E27FC236}">
                <a16:creationId xmlns:a16="http://schemas.microsoft.com/office/drawing/2014/main" id="{650B34A4-F79E-46BF-9A69-CE39ADEBA7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0" name="9wup_2_tuned_ReferenceLigand_48">
            <a:extLst>
              <a:ext uri="{FF2B5EF4-FFF2-40B4-BE49-F238E27FC236}">
                <a16:creationId xmlns:a16="http://schemas.microsoft.com/office/drawing/2014/main" id="{4F77E537-CEB5-4CFF-8F02-1D2BFA87A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1" name="9wup_2_tuned_ReferenceLigand_49">
            <a:extLst>
              <a:ext uri="{FF2B5EF4-FFF2-40B4-BE49-F238E27FC236}">
                <a16:creationId xmlns:a16="http://schemas.microsoft.com/office/drawing/2014/main" id="{FBCD72A4-E98F-4A7F-9B3E-0F506E9967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2" name="9wup_2_tuned_ReferenceLigand_50">
            <a:extLst>
              <a:ext uri="{FF2B5EF4-FFF2-40B4-BE49-F238E27FC236}">
                <a16:creationId xmlns:a16="http://schemas.microsoft.com/office/drawing/2014/main" id="{D17E496D-0623-4271-8A3F-6676E11F68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3" name="9wup_2_tuned_ReferenceLigand_51">
            <a:extLst>
              <a:ext uri="{FF2B5EF4-FFF2-40B4-BE49-F238E27FC236}">
                <a16:creationId xmlns:a16="http://schemas.microsoft.com/office/drawing/2014/main" id="{4B73B2CD-D1BB-421C-BFF1-674A92F63DE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4" name="9wup_2_tuned_ReferenceLigand_52">
            <a:extLst>
              <a:ext uri="{FF2B5EF4-FFF2-40B4-BE49-F238E27FC236}">
                <a16:creationId xmlns:a16="http://schemas.microsoft.com/office/drawing/2014/main" id="{06090084-D895-4898-A929-875FBB9C3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5" name="9wup_2_tuned_ReferenceLigand_53">
            <a:extLst>
              <a:ext uri="{FF2B5EF4-FFF2-40B4-BE49-F238E27FC236}">
                <a16:creationId xmlns:a16="http://schemas.microsoft.com/office/drawing/2014/main" id="{71D6E8B9-E444-4690-8F2D-375D6AE46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6" name="9wup_2_tuned_ReferenceLigand_54">
            <a:extLst>
              <a:ext uri="{FF2B5EF4-FFF2-40B4-BE49-F238E27FC236}">
                <a16:creationId xmlns:a16="http://schemas.microsoft.com/office/drawing/2014/main" id="{3470BDF0-4D31-4219-8C40-135EAB3C3F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7" name="9wup_2_tuned_ReferenceLigand_55">
            <a:extLst>
              <a:ext uri="{FF2B5EF4-FFF2-40B4-BE49-F238E27FC236}">
                <a16:creationId xmlns:a16="http://schemas.microsoft.com/office/drawing/2014/main" id="{ACE7AD7D-9D24-4209-85CD-5E0CF74F99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8" name="9wup_2_tuned_ReferenceLigand_56">
            <a:extLst>
              <a:ext uri="{FF2B5EF4-FFF2-40B4-BE49-F238E27FC236}">
                <a16:creationId xmlns:a16="http://schemas.microsoft.com/office/drawing/2014/main" id="{1380C44D-CCDE-4F60-A13F-2665B3394D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9" name="9wup_2_tuned_ReferenceLigand_57">
            <a:extLst>
              <a:ext uri="{FF2B5EF4-FFF2-40B4-BE49-F238E27FC236}">
                <a16:creationId xmlns:a16="http://schemas.microsoft.com/office/drawing/2014/main" id="{6F420462-5449-4EAC-80B1-E6AED957A4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0" name="9wup_2_tuned_PredictedLigand_0">
            <a:extLst>
              <a:ext uri="{FF2B5EF4-FFF2-40B4-BE49-F238E27FC236}">
                <a16:creationId xmlns:a16="http://schemas.microsoft.com/office/drawing/2014/main" id="{B65D2B88-5D21-4686-BE75-B1F661BCE8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1" name="9wup_2_tuned_PredictedLigand_1">
            <a:extLst>
              <a:ext uri="{FF2B5EF4-FFF2-40B4-BE49-F238E27FC236}">
                <a16:creationId xmlns:a16="http://schemas.microsoft.com/office/drawing/2014/main" id="{25169F12-81F0-4A13-88B7-AC15FB2BA3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2" name="9wup_2_tuned_PredictedLigand_2">
            <a:extLst>
              <a:ext uri="{FF2B5EF4-FFF2-40B4-BE49-F238E27FC236}">
                <a16:creationId xmlns:a16="http://schemas.microsoft.com/office/drawing/2014/main" id="{51225AB5-39D0-425C-BD3F-F662B6CB6A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3" name="9wup_2_tuned_PredictedLigand_3">
            <a:extLst>
              <a:ext uri="{FF2B5EF4-FFF2-40B4-BE49-F238E27FC236}">
                <a16:creationId xmlns:a16="http://schemas.microsoft.com/office/drawing/2014/main" id="{96B0DFEA-02B7-4744-95D0-9E3701B96E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4" name="9wup_2_tuned_PredictedLigand_4">
            <a:extLst>
              <a:ext uri="{FF2B5EF4-FFF2-40B4-BE49-F238E27FC236}">
                <a16:creationId xmlns:a16="http://schemas.microsoft.com/office/drawing/2014/main" id="{D501A0DB-6361-48E5-ABF2-D1E7FA2651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5" name="9wup_2_tuned_PredictedLigand_5">
            <a:extLst>
              <a:ext uri="{FF2B5EF4-FFF2-40B4-BE49-F238E27FC236}">
                <a16:creationId xmlns:a16="http://schemas.microsoft.com/office/drawing/2014/main" id="{3AA280BB-AD5F-4E0C-96AF-CA4D8350E7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6" name="9wup_2_tuned_PredictedLigand_6">
            <a:extLst>
              <a:ext uri="{FF2B5EF4-FFF2-40B4-BE49-F238E27FC236}">
                <a16:creationId xmlns:a16="http://schemas.microsoft.com/office/drawing/2014/main" id="{8EB59F35-0900-4B40-AA8A-ACFD030C5B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7" name="9wup_2_tuned_PredictedLigand_7">
            <a:extLst>
              <a:ext uri="{FF2B5EF4-FFF2-40B4-BE49-F238E27FC236}">
                <a16:creationId xmlns:a16="http://schemas.microsoft.com/office/drawing/2014/main" id="{8FBA7805-F72B-4A39-A707-A9CC667081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8" name="9wup_2_tuned_PredictedLigand_8">
            <a:extLst>
              <a:ext uri="{FF2B5EF4-FFF2-40B4-BE49-F238E27FC236}">
                <a16:creationId xmlns:a16="http://schemas.microsoft.com/office/drawing/2014/main" id="{6F384992-B8F1-4E3D-AA97-8FEC37C18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9" name="9wup_2_tuned_PredictedLigand_9">
            <a:extLst>
              <a:ext uri="{FF2B5EF4-FFF2-40B4-BE49-F238E27FC236}">
                <a16:creationId xmlns:a16="http://schemas.microsoft.com/office/drawing/2014/main" id="{9A9B1638-C38A-4E30-904D-82CAA7DD46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0" name="9wup_2_tuned_PredictedLigand_10">
            <a:extLst>
              <a:ext uri="{FF2B5EF4-FFF2-40B4-BE49-F238E27FC236}">
                <a16:creationId xmlns:a16="http://schemas.microsoft.com/office/drawing/2014/main" id="{F093CF44-CABC-434F-A309-03DDA4C882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1" name="9wup_2_tuned_PredictedLigand_11">
            <a:extLst>
              <a:ext uri="{FF2B5EF4-FFF2-40B4-BE49-F238E27FC236}">
                <a16:creationId xmlns:a16="http://schemas.microsoft.com/office/drawing/2014/main" id="{C4079D5C-C0A8-4247-B885-55857E93B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2" name="9wup_2_tuned_PredictedLigand_12">
            <a:extLst>
              <a:ext uri="{FF2B5EF4-FFF2-40B4-BE49-F238E27FC236}">
                <a16:creationId xmlns:a16="http://schemas.microsoft.com/office/drawing/2014/main" id="{AB2533DA-06FB-48D6-A559-CB65F0195C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3" name="9wup_2_tuned_PredictedLigand_13">
            <a:extLst>
              <a:ext uri="{FF2B5EF4-FFF2-40B4-BE49-F238E27FC236}">
                <a16:creationId xmlns:a16="http://schemas.microsoft.com/office/drawing/2014/main" id="{F6E99F2E-19A3-4D55-BC17-C247A7895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4" name="9wup_2_tuned_PredictedLigand_14">
            <a:extLst>
              <a:ext uri="{FF2B5EF4-FFF2-40B4-BE49-F238E27FC236}">
                <a16:creationId xmlns:a16="http://schemas.microsoft.com/office/drawing/2014/main" id="{534D37DF-1966-422B-A78A-40D274243DA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5" name="9wup_2_tuned_PredictedLigand_15">
            <a:extLst>
              <a:ext uri="{FF2B5EF4-FFF2-40B4-BE49-F238E27FC236}">
                <a16:creationId xmlns:a16="http://schemas.microsoft.com/office/drawing/2014/main" id="{1B195F07-2FFB-4990-B91A-DC6B7E452F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6" name="9wup_2_tuned_PredictedLigand_16">
            <a:extLst>
              <a:ext uri="{FF2B5EF4-FFF2-40B4-BE49-F238E27FC236}">
                <a16:creationId xmlns:a16="http://schemas.microsoft.com/office/drawing/2014/main" id="{64DB44DF-CC08-48C1-8277-575AB65A3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7" name="9wup_2_tuned_PredictedLigand_17">
            <a:extLst>
              <a:ext uri="{FF2B5EF4-FFF2-40B4-BE49-F238E27FC236}">
                <a16:creationId xmlns:a16="http://schemas.microsoft.com/office/drawing/2014/main" id="{133A05C6-A65C-4217-B832-DBF1473291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8" name="9wup_2_tuned_PredictedLigand_18">
            <a:extLst>
              <a:ext uri="{FF2B5EF4-FFF2-40B4-BE49-F238E27FC236}">
                <a16:creationId xmlns:a16="http://schemas.microsoft.com/office/drawing/2014/main" id="{7FA48BFE-B910-41A0-A9E8-E80EA4F1FA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9" name="9wup_2_tuned_PredictedLigand_19">
            <a:extLst>
              <a:ext uri="{FF2B5EF4-FFF2-40B4-BE49-F238E27FC236}">
                <a16:creationId xmlns:a16="http://schemas.microsoft.com/office/drawing/2014/main" id="{5C51D4C7-D66E-4279-B86C-863CEB9E52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0" name="9wup_2_tuned_PredictedLigand_20">
            <a:extLst>
              <a:ext uri="{FF2B5EF4-FFF2-40B4-BE49-F238E27FC236}">
                <a16:creationId xmlns:a16="http://schemas.microsoft.com/office/drawing/2014/main" id="{9F4E805F-3A26-42C4-A602-9C6D184428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1" name="9wup_2_tuned_PredictedLigand_21">
            <a:extLst>
              <a:ext uri="{FF2B5EF4-FFF2-40B4-BE49-F238E27FC236}">
                <a16:creationId xmlns:a16="http://schemas.microsoft.com/office/drawing/2014/main" id="{2A99FC63-AF56-454C-AFA6-7203203DE2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2" name="9wup_2_tuned_PredictedLigand_22">
            <a:extLst>
              <a:ext uri="{FF2B5EF4-FFF2-40B4-BE49-F238E27FC236}">
                <a16:creationId xmlns:a16="http://schemas.microsoft.com/office/drawing/2014/main" id="{32270DB6-A94B-47DC-84FC-A3D084CE26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3" name="9wup_2_tuned_PredictedLigand_23">
            <a:extLst>
              <a:ext uri="{FF2B5EF4-FFF2-40B4-BE49-F238E27FC236}">
                <a16:creationId xmlns:a16="http://schemas.microsoft.com/office/drawing/2014/main" id="{6B676359-8191-43D9-92CF-B6E2A118C5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4" name="9wup_2_tuned_PredictedLigand_24">
            <a:extLst>
              <a:ext uri="{FF2B5EF4-FFF2-40B4-BE49-F238E27FC236}">
                <a16:creationId xmlns:a16="http://schemas.microsoft.com/office/drawing/2014/main" id="{D11A203A-772E-40D2-BACE-8FD188448F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5" name="9wup_2_tuned_PredictedLigand_25">
            <a:extLst>
              <a:ext uri="{FF2B5EF4-FFF2-40B4-BE49-F238E27FC236}">
                <a16:creationId xmlns:a16="http://schemas.microsoft.com/office/drawing/2014/main" id="{B43320E6-9455-4EA9-AD20-D6EE13D7BD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6" name="9wup_2_tuned_PredictedLigand_26">
            <a:extLst>
              <a:ext uri="{FF2B5EF4-FFF2-40B4-BE49-F238E27FC236}">
                <a16:creationId xmlns:a16="http://schemas.microsoft.com/office/drawing/2014/main" id="{CD076A2C-058C-4184-A8A8-889576939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7" name="9wup_2_tuned_PredictedLigand_27">
            <a:extLst>
              <a:ext uri="{FF2B5EF4-FFF2-40B4-BE49-F238E27FC236}">
                <a16:creationId xmlns:a16="http://schemas.microsoft.com/office/drawing/2014/main" id="{A12D4ABD-46B5-4446-A69B-45748C313B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8" name="9wup_2_tuned_PredictedLigand_28">
            <a:extLst>
              <a:ext uri="{FF2B5EF4-FFF2-40B4-BE49-F238E27FC236}">
                <a16:creationId xmlns:a16="http://schemas.microsoft.com/office/drawing/2014/main" id="{8999A1C2-2C00-4808-BE77-4200A60123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9" name="9wup_2_tuned_PredictedLigand_29">
            <a:extLst>
              <a:ext uri="{FF2B5EF4-FFF2-40B4-BE49-F238E27FC236}">
                <a16:creationId xmlns:a16="http://schemas.microsoft.com/office/drawing/2014/main" id="{48451A4A-26F0-4411-859B-3D0590D5A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0" name="9wup_2_tuned_PredictedLigand_30">
            <a:extLst>
              <a:ext uri="{FF2B5EF4-FFF2-40B4-BE49-F238E27FC236}">
                <a16:creationId xmlns:a16="http://schemas.microsoft.com/office/drawing/2014/main" id="{E41A5B78-006F-48BC-9E1B-C7788B4F2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1" name="9wup_2_tuned_PredictedLigand_31">
            <a:extLst>
              <a:ext uri="{FF2B5EF4-FFF2-40B4-BE49-F238E27FC236}">
                <a16:creationId xmlns:a16="http://schemas.microsoft.com/office/drawing/2014/main" id="{209F0B51-3E61-418E-AF1B-B0A8139E1E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2" name="9wup_2_tuned_PredictedLigand_32">
            <a:extLst>
              <a:ext uri="{FF2B5EF4-FFF2-40B4-BE49-F238E27FC236}">
                <a16:creationId xmlns:a16="http://schemas.microsoft.com/office/drawing/2014/main" id="{60E114C5-7EA7-4A34-9311-6D185CD9F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3" name="9wup_2_tuned_PredictedLigand_33">
            <a:extLst>
              <a:ext uri="{FF2B5EF4-FFF2-40B4-BE49-F238E27FC236}">
                <a16:creationId xmlns:a16="http://schemas.microsoft.com/office/drawing/2014/main" id="{57D6FFC6-E0AF-4BBA-88B0-30D0CBBEF1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4" name="9wup_2_tuned_PredictedLigand_34">
            <a:extLst>
              <a:ext uri="{FF2B5EF4-FFF2-40B4-BE49-F238E27FC236}">
                <a16:creationId xmlns:a16="http://schemas.microsoft.com/office/drawing/2014/main" id="{D183729B-DDD3-4533-AE67-5A3C08C89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5" name="9wup_2_tuned_PredictedLigand_35">
            <a:extLst>
              <a:ext uri="{FF2B5EF4-FFF2-40B4-BE49-F238E27FC236}">
                <a16:creationId xmlns:a16="http://schemas.microsoft.com/office/drawing/2014/main" id="{C7947D4E-86F9-43A0-8B6B-15A9A4170B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6" name="9wup_2_tuned_PredictedLigand_36">
            <a:extLst>
              <a:ext uri="{FF2B5EF4-FFF2-40B4-BE49-F238E27FC236}">
                <a16:creationId xmlns:a16="http://schemas.microsoft.com/office/drawing/2014/main" id="{EF16CCA7-8DDC-48EE-B8E3-F28ECE803C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7" name="9wup_2_tuned_PredictedLigand_37">
            <a:extLst>
              <a:ext uri="{FF2B5EF4-FFF2-40B4-BE49-F238E27FC236}">
                <a16:creationId xmlns:a16="http://schemas.microsoft.com/office/drawing/2014/main" id="{88743308-F58E-4BD1-87B3-516614547D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8" name="9wup_2_tuned_PredictedLigand_38">
            <a:extLst>
              <a:ext uri="{FF2B5EF4-FFF2-40B4-BE49-F238E27FC236}">
                <a16:creationId xmlns:a16="http://schemas.microsoft.com/office/drawing/2014/main" id="{2821BC3E-774D-40CF-9B6E-3429419095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9" name="9wup_2_tuned_PredictedLigand_39">
            <a:extLst>
              <a:ext uri="{FF2B5EF4-FFF2-40B4-BE49-F238E27FC236}">
                <a16:creationId xmlns:a16="http://schemas.microsoft.com/office/drawing/2014/main" id="{345B793B-3AE3-441F-8D63-CF0FA1447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0" name="9wup_2_tuned_PredictedLigand_40">
            <a:extLst>
              <a:ext uri="{FF2B5EF4-FFF2-40B4-BE49-F238E27FC236}">
                <a16:creationId xmlns:a16="http://schemas.microsoft.com/office/drawing/2014/main" id="{23DC211D-0C18-4FD6-8B6A-12D1A74DA9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1" name="9wup_2_tuned_PredictedLigand_41">
            <a:extLst>
              <a:ext uri="{FF2B5EF4-FFF2-40B4-BE49-F238E27FC236}">
                <a16:creationId xmlns:a16="http://schemas.microsoft.com/office/drawing/2014/main" id="{340A6C4A-C837-4580-962B-5DE72FDFA6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2" name="9wup_2_tuned_PredictedLigand_42">
            <a:extLst>
              <a:ext uri="{FF2B5EF4-FFF2-40B4-BE49-F238E27FC236}">
                <a16:creationId xmlns:a16="http://schemas.microsoft.com/office/drawing/2014/main" id="{D934A961-BC9F-4A61-9B9C-F6FED018D4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3" name="9wup_2_tuned_PredictedLigand_43">
            <a:extLst>
              <a:ext uri="{FF2B5EF4-FFF2-40B4-BE49-F238E27FC236}">
                <a16:creationId xmlns:a16="http://schemas.microsoft.com/office/drawing/2014/main" id="{243441FD-E79B-4267-96C7-8430F3890D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4" name="9wup_2_tuned_PredictedLigand_44">
            <a:extLst>
              <a:ext uri="{FF2B5EF4-FFF2-40B4-BE49-F238E27FC236}">
                <a16:creationId xmlns:a16="http://schemas.microsoft.com/office/drawing/2014/main" id="{D4ECE975-C9E2-41B1-A4A6-C636043F86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5" name="9wup_2_tuned_PredictedLigand_45">
            <a:extLst>
              <a:ext uri="{FF2B5EF4-FFF2-40B4-BE49-F238E27FC236}">
                <a16:creationId xmlns:a16="http://schemas.microsoft.com/office/drawing/2014/main" id="{36E965D2-B101-42C9-AAED-CD50D555AE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6" name="9wup_2_tuned_PredictedLigand_46">
            <a:extLst>
              <a:ext uri="{FF2B5EF4-FFF2-40B4-BE49-F238E27FC236}">
                <a16:creationId xmlns:a16="http://schemas.microsoft.com/office/drawing/2014/main" id="{550B6270-4A79-4E7E-B90A-11FE848111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7" name="9wup_2_tuned_PredictedLigand_47">
            <a:extLst>
              <a:ext uri="{FF2B5EF4-FFF2-40B4-BE49-F238E27FC236}">
                <a16:creationId xmlns:a16="http://schemas.microsoft.com/office/drawing/2014/main" id="{57D16911-3010-4497-B2F3-49C7BE251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8" name="9wup_2_tuned_PredictedLigand_48">
            <a:extLst>
              <a:ext uri="{FF2B5EF4-FFF2-40B4-BE49-F238E27FC236}">
                <a16:creationId xmlns:a16="http://schemas.microsoft.com/office/drawing/2014/main" id="{3BAA38C9-63D9-45E4-A935-9696C2BE15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9" name="9wup_2_tuned_PredictedLigand_49">
            <a:extLst>
              <a:ext uri="{FF2B5EF4-FFF2-40B4-BE49-F238E27FC236}">
                <a16:creationId xmlns:a16="http://schemas.microsoft.com/office/drawing/2014/main" id="{ADDF14A3-0195-4C06-A80A-BF3E46B65A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0" name="9wup_2_tuned_PredictedLigand_50">
            <a:extLst>
              <a:ext uri="{FF2B5EF4-FFF2-40B4-BE49-F238E27FC236}">
                <a16:creationId xmlns:a16="http://schemas.microsoft.com/office/drawing/2014/main" id="{09B7AB0F-DDD9-4F2A-A811-8340E4FC3F7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1" name="9wup_2_tuned_PredictedLigand_51">
            <a:extLst>
              <a:ext uri="{FF2B5EF4-FFF2-40B4-BE49-F238E27FC236}">
                <a16:creationId xmlns:a16="http://schemas.microsoft.com/office/drawing/2014/main" id="{E77741E6-9BE4-49BD-ADD0-BF58788CD9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2" name="9wup_2_tuned_PredictedLigand_52">
            <a:extLst>
              <a:ext uri="{FF2B5EF4-FFF2-40B4-BE49-F238E27FC236}">
                <a16:creationId xmlns:a16="http://schemas.microsoft.com/office/drawing/2014/main" id="{F9EE52B8-FBC0-474F-B1A4-7342888C80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3" name="9wup_2_tuned_PredictedLigand_53">
            <a:extLst>
              <a:ext uri="{FF2B5EF4-FFF2-40B4-BE49-F238E27FC236}">
                <a16:creationId xmlns:a16="http://schemas.microsoft.com/office/drawing/2014/main" id="{40551453-44D3-4699-94B4-27C099643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4" name="9wup_2_tuned_PredictedLigand_54">
            <a:extLst>
              <a:ext uri="{FF2B5EF4-FFF2-40B4-BE49-F238E27FC236}">
                <a16:creationId xmlns:a16="http://schemas.microsoft.com/office/drawing/2014/main" id="{8E40DAB2-B7A6-47DA-87EE-B094D77892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5" name="9wup_2_tuned_PredictedLigand_55">
            <a:extLst>
              <a:ext uri="{FF2B5EF4-FFF2-40B4-BE49-F238E27FC236}">
                <a16:creationId xmlns:a16="http://schemas.microsoft.com/office/drawing/2014/main" id="{653352E0-8CDA-462B-ABC2-08790AE0E1B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6" name="9wup_2_tuned_PredictedLigand_56">
            <a:extLst>
              <a:ext uri="{FF2B5EF4-FFF2-40B4-BE49-F238E27FC236}">
                <a16:creationId xmlns:a16="http://schemas.microsoft.com/office/drawing/2014/main" id="{BE2C6F88-A6C9-4C38-B3D1-794002EE29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7" name="9wup_2_tuned_PredictedLigand_57">
            <a:extLst>
              <a:ext uri="{FF2B5EF4-FFF2-40B4-BE49-F238E27FC236}">
                <a16:creationId xmlns:a16="http://schemas.microsoft.com/office/drawing/2014/main" id="{14856E85-B1F8-4294-8BED-41B3EE0554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8" name="9wup_2_tuned_PredictedAtoms_0">
            <a:extLst>
              <a:ext uri="{FF2B5EF4-FFF2-40B4-BE49-F238E27FC236}">
                <a16:creationId xmlns:a16="http://schemas.microsoft.com/office/drawing/2014/main" id="{61FA8A71-D00B-4C7C-92ED-73EBA435B536}"/>
              </a:ext>
            </a:extLst>
          </p:cNvPr>
          <p:cNvSpPr>
            <a:spLocks noGrp="1"/>
          </p:cNvSpPr>
          <p:nvPr/>
        </p:nvSpPr>
        <p:spPr>
          <a:xfrm>
            <a:off x="4234447" y="3026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59" name="9wup_2_tuned_PredictedAtoms_1">
            <a:extLst>
              <a:ext uri="{FF2B5EF4-FFF2-40B4-BE49-F238E27FC236}">
                <a16:creationId xmlns:a16="http://schemas.microsoft.com/office/drawing/2014/main" id="{2404E8C9-431B-4AA8-B997-3BE5FB5B60C4}"/>
              </a:ext>
            </a:extLst>
          </p:cNvPr>
          <p:cNvSpPr>
            <a:spLocks noGrp="1"/>
          </p:cNvSpPr>
          <p:nvPr/>
        </p:nvSpPr>
        <p:spPr>
          <a:xfrm>
            <a:off x="4299699" y="31222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0" name="9wup_2_tuned_PredictedAtoms_2">
            <a:extLst>
              <a:ext uri="{FF2B5EF4-FFF2-40B4-BE49-F238E27FC236}">
                <a16:creationId xmlns:a16="http://schemas.microsoft.com/office/drawing/2014/main" id="{A8796560-B465-4EBF-BB52-EB3A55310782}"/>
              </a:ext>
            </a:extLst>
          </p:cNvPr>
          <p:cNvSpPr>
            <a:spLocks noGrp="1"/>
          </p:cNvSpPr>
          <p:nvPr/>
        </p:nvSpPr>
        <p:spPr>
          <a:xfrm>
            <a:off x="4395684" y="31004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1" name="9wup_2_tuned_PredictedAtoms_3">
            <a:extLst>
              <a:ext uri="{FF2B5EF4-FFF2-40B4-BE49-F238E27FC236}">
                <a16:creationId xmlns:a16="http://schemas.microsoft.com/office/drawing/2014/main" id="{B7E02736-7CC5-4AA7-A878-3E93D905155E}"/>
              </a:ext>
            </a:extLst>
          </p:cNvPr>
          <p:cNvSpPr>
            <a:spLocks noGrp="1"/>
          </p:cNvSpPr>
          <p:nvPr/>
        </p:nvSpPr>
        <p:spPr>
          <a:xfrm>
            <a:off x="4414894" y="31948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2" name="9wup_2_tuned_PredictedAtoms_4">
            <a:extLst>
              <a:ext uri="{FF2B5EF4-FFF2-40B4-BE49-F238E27FC236}">
                <a16:creationId xmlns:a16="http://schemas.microsoft.com/office/drawing/2014/main" id="{D383C414-8256-4CC9-9B15-E09D65D35F22}"/>
              </a:ext>
            </a:extLst>
          </p:cNvPr>
          <p:cNvSpPr>
            <a:spLocks noGrp="1"/>
          </p:cNvSpPr>
          <p:nvPr/>
        </p:nvSpPr>
        <p:spPr>
          <a:xfrm>
            <a:off x="4529416" y="31861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3" name="9wup_2_tuned_PredictedAtoms_5">
            <a:extLst>
              <a:ext uri="{FF2B5EF4-FFF2-40B4-BE49-F238E27FC236}">
                <a16:creationId xmlns:a16="http://schemas.microsoft.com/office/drawing/2014/main" id="{BB238878-848D-454A-BAF7-1C9BDFA82CCE}"/>
              </a:ext>
            </a:extLst>
          </p:cNvPr>
          <p:cNvSpPr>
            <a:spLocks noGrp="1"/>
          </p:cNvSpPr>
          <p:nvPr/>
        </p:nvSpPr>
        <p:spPr>
          <a:xfrm>
            <a:off x="4549221" y="3062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4" name="9wup_2_tuned_PredictedAtoms_6">
            <a:extLst>
              <a:ext uri="{FF2B5EF4-FFF2-40B4-BE49-F238E27FC236}">
                <a16:creationId xmlns:a16="http://schemas.microsoft.com/office/drawing/2014/main" id="{C2ABEB0C-6789-4723-AFBE-E203A902B2B7}"/>
              </a:ext>
            </a:extLst>
          </p:cNvPr>
          <p:cNvSpPr>
            <a:spLocks noGrp="1"/>
          </p:cNvSpPr>
          <p:nvPr/>
        </p:nvSpPr>
        <p:spPr>
          <a:xfrm>
            <a:off x="4527245" y="32609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5" name="9wup_2_tuned_PredictedAtoms_7">
            <a:extLst>
              <a:ext uri="{FF2B5EF4-FFF2-40B4-BE49-F238E27FC236}">
                <a16:creationId xmlns:a16="http://schemas.microsoft.com/office/drawing/2014/main" id="{5904C528-E020-4C93-B6E1-4A40A1FAE0CD}"/>
              </a:ext>
            </a:extLst>
          </p:cNvPr>
          <p:cNvSpPr>
            <a:spLocks noGrp="1"/>
          </p:cNvSpPr>
          <p:nvPr/>
        </p:nvSpPr>
        <p:spPr>
          <a:xfrm>
            <a:off x="4636419" y="3237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6" name="9wup_2_tuned_PredictedAtoms_8">
            <a:extLst>
              <a:ext uri="{FF2B5EF4-FFF2-40B4-BE49-F238E27FC236}">
                <a16:creationId xmlns:a16="http://schemas.microsoft.com/office/drawing/2014/main" id="{3F1814A3-FD8F-46EF-9DD2-4F525C598E73}"/>
              </a:ext>
            </a:extLst>
          </p:cNvPr>
          <p:cNvSpPr>
            <a:spLocks noGrp="1"/>
          </p:cNvSpPr>
          <p:nvPr/>
        </p:nvSpPr>
        <p:spPr>
          <a:xfrm>
            <a:off x="4731402" y="3340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7" name="9wup_2_tuned_PredictedAtoms_9">
            <a:extLst>
              <a:ext uri="{FF2B5EF4-FFF2-40B4-BE49-F238E27FC236}">
                <a16:creationId xmlns:a16="http://schemas.microsoft.com/office/drawing/2014/main" id="{0A08AE4C-9531-41E9-B64A-73FCD1D68156}"/>
              </a:ext>
            </a:extLst>
          </p:cNvPr>
          <p:cNvSpPr>
            <a:spLocks noGrp="1"/>
          </p:cNvSpPr>
          <p:nvPr/>
        </p:nvSpPr>
        <p:spPr>
          <a:xfrm>
            <a:off x="4804994" y="3301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8" name="9wup_2_tuned_PredictedAtoms_10">
            <a:extLst>
              <a:ext uri="{FF2B5EF4-FFF2-40B4-BE49-F238E27FC236}">
                <a16:creationId xmlns:a16="http://schemas.microsoft.com/office/drawing/2014/main" id="{BC5839A2-845C-4B62-866F-797FBD1A86A3}"/>
              </a:ext>
            </a:extLst>
          </p:cNvPr>
          <p:cNvSpPr>
            <a:spLocks noGrp="1"/>
          </p:cNvSpPr>
          <p:nvPr/>
        </p:nvSpPr>
        <p:spPr>
          <a:xfrm>
            <a:off x="4665539" y="34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9" name="9wup_2_tuned_PredictedAtoms_11">
            <a:extLst>
              <a:ext uri="{FF2B5EF4-FFF2-40B4-BE49-F238E27FC236}">
                <a16:creationId xmlns:a16="http://schemas.microsoft.com/office/drawing/2014/main" id="{7F35B781-F8CF-4D96-97C2-2B1C37839402}"/>
              </a:ext>
            </a:extLst>
          </p:cNvPr>
          <p:cNvSpPr>
            <a:spLocks noGrp="1"/>
          </p:cNvSpPr>
          <p:nvPr/>
        </p:nvSpPr>
        <p:spPr>
          <a:xfrm>
            <a:off x="4807833" y="33559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0" name="9wup_2_tuned_PredictedAtoms_12">
            <a:extLst>
              <a:ext uri="{FF2B5EF4-FFF2-40B4-BE49-F238E27FC236}">
                <a16:creationId xmlns:a16="http://schemas.microsoft.com/office/drawing/2014/main" id="{D0CDDAB4-803B-4565-B5D1-4AEFBABB435B}"/>
              </a:ext>
            </a:extLst>
          </p:cNvPr>
          <p:cNvSpPr>
            <a:spLocks noGrp="1"/>
          </p:cNvSpPr>
          <p:nvPr/>
        </p:nvSpPr>
        <p:spPr>
          <a:xfrm>
            <a:off x="4799977" y="347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1" name="9wup_2_tuned_PredictedAtoms_13">
            <a:extLst>
              <a:ext uri="{FF2B5EF4-FFF2-40B4-BE49-F238E27FC236}">
                <a16:creationId xmlns:a16="http://schemas.microsoft.com/office/drawing/2014/main" id="{82613487-5EA3-4C64-B35F-F0932B2B42AE}"/>
              </a:ext>
            </a:extLst>
          </p:cNvPr>
          <p:cNvSpPr>
            <a:spLocks noGrp="1"/>
          </p:cNvSpPr>
          <p:nvPr/>
        </p:nvSpPr>
        <p:spPr>
          <a:xfrm>
            <a:off x="4886047" y="3479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2" name="9wup_2_tuned_PredictedAtoms_14">
            <a:extLst>
              <a:ext uri="{FF2B5EF4-FFF2-40B4-BE49-F238E27FC236}">
                <a16:creationId xmlns:a16="http://schemas.microsoft.com/office/drawing/2014/main" id="{984D6D73-C9FB-4653-BA91-7E40D6916FAA}"/>
              </a:ext>
            </a:extLst>
          </p:cNvPr>
          <p:cNvSpPr>
            <a:spLocks noGrp="1"/>
          </p:cNvSpPr>
          <p:nvPr/>
        </p:nvSpPr>
        <p:spPr>
          <a:xfrm>
            <a:off x="4999984" y="3424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3" name="9wup_2_tuned_PredictedAtoms_15">
            <a:extLst>
              <a:ext uri="{FF2B5EF4-FFF2-40B4-BE49-F238E27FC236}">
                <a16:creationId xmlns:a16="http://schemas.microsoft.com/office/drawing/2014/main" id="{D6EDF905-3EF5-41C1-872E-2011661BE320}"/>
              </a:ext>
            </a:extLst>
          </p:cNvPr>
          <p:cNvSpPr>
            <a:spLocks noGrp="1"/>
          </p:cNvSpPr>
          <p:nvPr/>
        </p:nvSpPr>
        <p:spPr>
          <a:xfrm>
            <a:off x="5029551" y="340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4" name="9wup_2_tuned_PredictedAtoms_16">
            <a:extLst>
              <a:ext uri="{FF2B5EF4-FFF2-40B4-BE49-F238E27FC236}">
                <a16:creationId xmlns:a16="http://schemas.microsoft.com/office/drawing/2014/main" id="{FC9DD6E6-5A05-4B6D-A0CD-146185043A0F}"/>
              </a:ext>
            </a:extLst>
          </p:cNvPr>
          <p:cNvSpPr>
            <a:spLocks noGrp="1"/>
          </p:cNvSpPr>
          <p:nvPr/>
        </p:nvSpPr>
        <p:spPr>
          <a:xfrm>
            <a:off x="5091739" y="3282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5" name="9wup_2_tuned_PredictedAtoms_17">
            <a:extLst>
              <a:ext uri="{FF2B5EF4-FFF2-40B4-BE49-F238E27FC236}">
                <a16:creationId xmlns:a16="http://schemas.microsoft.com/office/drawing/2014/main" id="{A58CE9F3-2904-45D0-901E-217893180098}"/>
              </a:ext>
            </a:extLst>
          </p:cNvPr>
          <p:cNvSpPr>
            <a:spLocks noGrp="1"/>
          </p:cNvSpPr>
          <p:nvPr/>
        </p:nvSpPr>
        <p:spPr>
          <a:xfrm>
            <a:off x="5042875" y="31874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6" name="9wup_2_tuned_PredictedAtoms_18">
            <a:extLst>
              <a:ext uri="{FF2B5EF4-FFF2-40B4-BE49-F238E27FC236}">
                <a16:creationId xmlns:a16="http://schemas.microsoft.com/office/drawing/2014/main" id="{94EA6C19-2F78-4C7A-BBBE-44C3706C7F3D}"/>
              </a:ext>
            </a:extLst>
          </p:cNvPr>
          <p:cNvSpPr>
            <a:spLocks noGrp="1"/>
          </p:cNvSpPr>
          <p:nvPr/>
        </p:nvSpPr>
        <p:spPr>
          <a:xfrm>
            <a:off x="5124121" y="309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7" name="9wup_2_tuned_PredictedAtoms_19">
            <a:extLst>
              <a:ext uri="{FF2B5EF4-FFF2-40B4-BE49-F238E27FC236}">
                <a16:creationId xmlns:a16="http://schemas.microsoft.com/office/drawing/2014/main" id="{FD21D2E3-4051-43F5-B970-FCD6AA0A6178}"/>
              </a:ext>
            </a:extLst>
          </p:cNvPr>
          <p:cNvSpPr>
            <a:spLocks noGrp="1"/>
          </p:cNvSpPr>
          <p:nvPr/>
        </p:nvSpPr>
        <p:spPr>
          <a:xfrm>
            <a:off x="5229418" y="31365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8" name="9wup_2_tuned_PredictedAtoms_20">
            <a:extLst>
              <a:ext uri="{FF2B5EF4-FFF2-40B4-BE49-F238E27FC236}">
                <a16:creationId xmlns:a16="http://schemas.microsoft.com/office/drawing/2014/main" id="{C11132E1-C044-491B-94D2-630AA22F221D}"/>
              </a:ext>
            </a:extLst>
          </p:cNvPr>
          <p:cNvSpPr>
            <a:spLocks noGrp="1"/>
          </p:cNvSpPr>
          <p:nvPr/>
        </p:nvSpPr>
        <p:spPr>
          <a:xfrm>
            <a:off x="5345725" y="30882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9" name="9wup_2_tuned_PredictedAtoms_21">
            <a:extLst>
              <a:ext uri="{FF2B5EF4-FFF2-40B4-BE49-F238E27FC236}">
                <a16:creationId xmlns:a16="http://schemas.microsoft.com/office/drawing/2014/main" id="{6265C66F-E345-4E60-B7BC-AD40452B23F6}"/>
              </a:ext>
            </a:extLst>
          </p:cNvPr>
          <p:cNvSpPr>
            <a:spLocks noGrp="1"/>
          </p:cNvSpPr>
          <p:nvPr/>
        </p:nvSpPr>
        <p:spPr>
          <a:xfrm>
            <a:off x="5376598" y="298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0" name="9wup_2_tuned_PredictedAtoms_22">
            <a:extLst>
              <a:ext uri="{FF2B5EF4-FFF2-40B4-BE49-F238E27FC236}">
                <a16:creationId xmlns:a16="http://schemas.microsoft.com/office/drawing/2014/main" id="{B448A02C-1632-4575-AD93-54A9AA93B0C0}"/>
              </a:ext>
            </a:extLst>
          </p:cNvPr>
          <p:cNvSpPr>
            <a:spLocks noGrp="1"/>
          </p:cNvSpPr>
          <p:nvPr/>
        </p:nvSpPr>
        <p:spPr>
          <a:xfrm>
            <a:off x="5428655" y="31544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1" name="9wup_2_tuned_PredictedAtoms_23">
            <a:extLst>
              <a:ext uri="{FF2B5EF4-FFF2-40B4-BE49-F238E27FC236}">
                <a16:creationId xmlns:a16="http://schemas.microsoft.com/office/drawing/2014/main" id="{487ABD54-297E-4618-967B-4CA56F70D027}"/>
              </a:ext>
            </a:extLst>
          </p:cNvPr>
          <p:cNvSpPr>
            <a:spLocks noGrp="1"/>
          </p:cNvSpPr>
          <p:nvPr/>
        </p:nvSpPr>
        <p:spPr>
          <a:xfrm>
            <a:off x="5401312" y="326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2" name="9wup_2_tuned_PredictedAtoms_24">
            <a:extLst>
              <a:ext uri="{FF2B5EF4-FFF2-40B4-BE49-F238E27FC236}">
                <a16:creationId xmlns:a16="http://schemas.microsoft.com/office/drawing/2014/main" id="{2A8047B7-400D-4344-9100-08D2A532ABE7}"/>
              </a:ext>
            </a:extLst>
          </p:cNvPr>
          <p:cNvSpPr>
            <a:spLocks noGrp="1"/>
          </p:cNvSpPr>
          <p:nvPr/>
        </p:nvSpPr>
        <p:spPr>
          <a:xfrm>
            <a:off x="5290070" y="3310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3" name="9wup_2_tuned_PredictedAtoms_25">
            <a:extLst>
              <a:ext uri="{FF2B5EF4-FFF2-40B4-BE49-F238E27FC236}">
                <a16:creationId xmlns:a16="http://schemas.microsoft.com/office/drawing/2014/main" id="{1B718CD0-30C7-4BC2-A279-67C43A2EA9F2}"/>
              </a:ext>
            </a:extLst>
          </p:cNvPr>
          <p:cNvSpPr>
            <a:spLocks noGrp="1"/>
          </p:cNvSpPr>
          <p:nvPr/>
        </p:nvSpPr>
        <p:spPr>
          <a:xfrm>
            <a:off x="5206421" y="32510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4" name="9wup_2_tuned_PredictedAtoms_26">
            <a:extLst>
              <a:ext uri="{FF2B5EF4-FFF2-40B4-BE49-F238E27FC236}">
                <a16:creationId xmlns:a16="http://schemas.microsoft.com/office/drawing/2014/main" id="{A379AE09-0AE8-4851-BBAC-DB0B0ECA09D4}"/>
              </a:ext>
            </a:extLst>
          </p:cNvPr>
          <p:cNvSpPr>
            <a:spLocks noGrp="1"/>
          </p:cNvSpPr>
          <p:nvPr/>
        </p:nvSpPr>
        <p:spPr>
          <a:xfrm>
            <a:off x="4916846" y="34215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5" name="9wup_2_tuned_PredictedAtoms_27">
            <a:extLst>
              <a:ext uri="{FF2B5EF4-FFF2-40B4-BE49-F238E27FC236}">
                <a16:creationId xmlns:a16="http://schemas.microsoft.com/office/drawing/2014/main" id="{15C2431C-9B62-4B14-99ED-EBAED4D2C94F}"/>
              </a:ext>
            </a:extLst>
          </p:cNvPr>
          <p:cNvSpPr>
            <a:spLocks noGrp="1"/>
          </p:cNvSpPr>
          <p:nvPr/>
        </p:nvSpPr>
        <p:spPr>
          <a:xfrm>
            <a:off x="4924821" y="35079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6" name="9wup_2_tuned_PredictedAtoms_28">
            <a:extLst>
              <a:ext uri="{FF2B5EF4-FFF2-40B4-BE49-F238E27FC236}">
                <a16:creationId xmlns:a16="http://schemas.microsoft.com/office/drawing/2014/main" id="{96252B86-5413-4223-9628-9DF13045C7A3}"/>
              </a:ext>
            </a:extLst>
          </p:cNvPr>
          <p:cNvSpPr>
            <a:spLocks noGrp="1"/>
          </p:cNvSpPr>
          <p:nvPr/>
        </p:nvSpPr>
        <p:spPr>
          <a:xfrm>
            <a:off x="4824684" y="3457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7" name="9wup_2_tuned_PredictedAtoms_29">
            <a:extLst>
              <a:ext uri="{FF2B5EF4-FFF2-40B4-BE49-F238E27FC236}">
                <a16:creationId xmlns:a16="http://schemas.microsoft.com/office/drawing/2014/main" id="{7DE4D71F-3CB1-401B-9CCF-36821C9C575D}"/>
              </a:ext>
            </a:extLst>
          </p:cNvPr>
          <p:cNvSpPr>
            <a:spLocks noGrp="1"/>
          </p:cNvSpPr>
          <p:nvPr/>
        </p:nvSpPr>
        <p:spPr>
          <a:xfrm>
            <a:off x="4761204" y="3558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8" name="9wup_2_tuned_PredictedAtoms_30">
            <a:extLst>
              <a:ext uri="{FF2B5EF4-FFF2-40B4-BE49-F238E27FC236}">
                <a16:creationId xmlns:a16="http://schemas.microsoft.com/office/drawing/2014/main" id="{860151E1-6593-4073-86BB-D2C1BFD93407}"/>
              </a:ext>
            </a:extLst>
          </p:cNvPr>
          <p:cNvSpPr>
            <a:spLocks noGrp="1"/>
          </p:cNvSpPr>
          <p:nvPr/>
        </p:nvSpPr>
        <p:spPr>
          <a:xfrm>
            <a:off x="4237764" y="32344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9" name="9wup_2_tuned_PredictedAtoms_31">
            <a:extLst>
              <a:ext uri="{FF2B5EF4-FFF2-40B4-BE49-F238E27FC236}">
                <a16:creationId xmlns:a16="http://schemas.microsoft.com/office/drawing/2014/main" id="{B746187D-F2A1-418E-BDA3-F3199579DD69}"/>
              </a:ext>
            </a:extLst>
          </p:cNvPr>
          <p:cNvSpPr>
            <a:spLocks noGrp="1"/>
          </p:cNvSpPr>
          <p:nvPr/>
        </p:nvSpPr>
        <p:spPr>
          <a:xfrm>
            <a:off x="4292793" y="3334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0" name="9wup_2_tuned_PredictedAtoms_32">
            <a:extLst>
              <a:ext uri="{FF2B5EF4-FFF2-40B4-BE49-F238E27FC236}">
                <a16:creationId xmlns:a16="http://schemas.microsoft.com/office/drawing/2014/main" id="{0BF40DE7-DFB8-41BA-AC86-998A8A2270E7}"/>
              </a:ext>
            </a:extLst>
          </p:cNvPr>
          <p:cNvSpPr>
            <a:spLocks noGrp="1"/>
          </p:cNvSpPr>
          <p:nvPr/>
        </p:nvSpPr>
        <p:spPr>
          <a:xfrm>
            <a:off x="4100972" y="3236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1" name="9wup_2_tuned_PredictedAtoms_33">
            <a:extLst>
              <a:ext uri="{FF2B5EF4-FFF2-40B4-BE49-F238E27FC236}">
                <a16:creationId xmlns:a16="http://schemas.microsoft.com/office/drawing/2014/main" id="{56E48B2C-26E6-4BB9-B438-3C6002CE6923}"/>
              </a:ext>
            </a:extLst>
          </p:cNvPr>
          <p:cNvSpPr>
            <a:spLocks noGrp="1"/>
          </p:cNvSpPr>
          <p:nvPr/>
        </p:nvSpPr>
        <p:spPr>
          <a:xfrm>
            <a:off x="4041739" y="3319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2" name="9wup_2_tuned_PredictedAtoms_34">
            <a:extLst>
              <a:ext uri="{FF2B5EF4-FFF2-40B4-BE49-F238E27FC236}">
                <a16:creationId xmlns:a16="http://schemas.microsoft.com/office/drawing/2014/main" id="{18677981-B221-4FD3-A1FF-4296DF8BC512}"/>
              </a:ext>
            </a:extLst>
          </p:cNvPr>
          <p:cNvSpPr>
            <a:spLocks noGrp="1"/>
          </p:cNvSpPr>
          <p:nvPr/>
        </p:nvSpPr>
        <p:spPr>
          <a:xfrm>
            <a:off x="4062418" y="32643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3" name="9wup_2_tuned_PredictedAtoms_35">
            <a:extLst>
              <a:ext uri="{FF2B5EF4-FFF2-40B4-BE49-F238E27FC236}">
                <a16:creationId xmlns:a16="http://schemas.microsoft.com/office/drawing/2014/main" id="{98159453-9E6F-4C46-BFD9-03E74E83988D}"/>
              </a:ext>
            </a:extLst>
          </p:cNvPr>
          <p:cNvSpPr>
            <a:spLocks noGrp="1"/>
          </p:cNvSpPr>
          <p:nvPr/>
        </p:nvSpPr>
        <p:spPr>
          <a:xfrm>
            <a:off x="3934490" y="3242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4" name="9wup_2_tuned_PredictedAtoms_36">
            <a:extLst>
              <a:ext uri="{FF2B5EF4-FFF2-40B4-BE49-F238E27FC236}">
                <a16:creationId xmlns:a16="http://schemas.microsoft.com/office/drawing/2014/main" id="{709ACDD3-C6BD-4ED3-B793-5B3417A582B2}"/>
              </a:ext>
            </a:extLst>
          </p:cNvPr>
          <p:cNvSpPr>
            <a:spLocks noGrp="1"/>
          </p:cNvSpPr>
          <p:nvPr/>
        </p:nvSpPr>
        <p:spPr>
          <a:xfrm>
            <a:off x="3905877" y="3125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5" name="9wup_2_tuned_PredictedAtoms_37">
            <a:extLst>
              <a:ext uri="{FF2B5EF4-FFF2-40B4-BE49-F238E27FC236}">
                <a16:creationId xmlns:a16="http://schemas.microsoft.com/office/drawing/2014/main" id="{37C49ADB-E5DC-4E4C-BF47-D5B40B4696BC}"/>
              </a:ext>
            </a:extLst>
          </p:cNvPr>
          <p:cNvSpPr>
            <a:spLocks noGrp="1"/>
          </p:cNvSpPr>
          <p:nvPr/>
        </p:nvSpPr>
        <p:spPr>
          <a:xfrm>
            <a:off x="3986204" y="30352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6" name="9wup_2_tuned_PredictedAtoms_38">
            <a:extLst>
              <a:ext uri="{FF2B5EF4-FFF2-40B4-BE49-F238E27FC236}">
                <a16:creationId xmlns:a16="http://schemas.microsoft.com/office/drawing/2014/main" id="{EBAB3F4F-F13F-41AE-B17A-E36DA566C250}"/>
              </a:ext>
            </a:extLst>
          </p:cNvPr>
          <p:cNvSpPr>
            <a:spLocks noGrp="1"/>
          </p:cNvSpPr>
          <p:nvPr/>
        </p:nvSpPr>
        <p:spPr>
          <a:xfrm>
            <a:off x="3968643" y="29176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7" name="9wup_2_tuned_PredictedAtoms_39">
            <a:extLst>
              <a:ext uri="{FF2B5EF4-FFF2-40B4-BE49-F238E27FC236}">
                <a16:creationId xmlns:a16="http://schemas.microsoft.com/office/drawing/2014/main" id="{C4D6596C-89DE-47B1-A219-F67656A7BA6B}"/>
              </a:ext>
            </a:extLst>
          </p:cNvPr>
          <p:cNvSpPr>
            <a:spLocks noGrp="1"/>
          </p:cNvSpPr>
          <p:nvPr/>
        </p:nvSpPr>
        <p:spPr>
          <a:xfrm>
            <a:off x="4051098" y="2836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8" name="9wup_2_tuned_PredictedAtoms_40">
            <a:extLst>
              <a:ext uri="{FF2B5EF4-FFF2-40B4-BE49-F238E27FC236}">
                <a16:creationId xmlns:a16="http://schemas.microsoft.com/office/drawing/2014/main" id="{A8461DB2-B979-4925-B2C2-B491962AA19F}"/>
              </a:ext>
            </a:extLst>
          </p:cNvPr>
          <p:cNvSpPr>
            <a:spLocks noGrp="1"/>
          </p:cNvSpPr>
          <p:nvPr/>
        </p:nvSpPr>
        <p:spPr>
          <a:xfrm>
            <a:off x="3851083" y="2884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9" name="9wup_2_tuned_PredictedAtoms_41">
            <a:extLst>
              <a:ext uri="{FF2B5EF4-FFF2-40B4-BE49-F238E27FC236}">
                <a16:creationId xmlns:a16="http://schemas.microsoft.com/office/drawing/2014/main" id="{9AEFBBFD-8D95-4877-9C48-1045E682C11C}"/>
              </a:ext>
            </a:extLst>
          </p:cNvPr>
          <p:cNvSpPr>
            <a:spLocks noGrp="1"/>
          </p:cNvSpPr>
          <p:nvPr/>
        </p:nvSpPr>
        <p:spPr>
          <a:xfrm>
            <a:off x="3757810" y="29636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0" name="9wup_2_tuned_PredictedAtoms_42">
            <a:extLst>
              <a:ext uri="{FF2B5EF4-FFF2-40B4-BE49-F238E27FC236}">
                <a16:creationId xmlns:a16="http://schemas.microsoft.com/office/drawing/2014/main" id="{B04A486D-F3BD-4BE8-8759-282F497541E6}"/>
              </a:ext>
            </a:extLst>
          </p:cNvPr>
          <p:cNvSpPr>
            <a:spLocks noGrp="1"/>
          </p:cNvSpPr>
          <p:nvPr/>
        </p:nvSpPr>
        <p:spPr>
          <a:xfrm>
            <a:off x="3656538" y="29240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1" name="9wup_2_tuned_PredictedAtoms_43">
            <a:extLst>
              <a:ext uri="{FF2B5EF4-FFF2-40B4-BE49-F238E27FC236}">
                <a16:creationId xmlns:a16="http://schemas.microsoft.com/office/drawing/2014/main" id="{AB7278FD-3A37-4B14-8FB0-A3FE861BB088}"/>
              </a:ext>
            </a:extLst>
          </p:cNvPr>
          <p:cNvSpPr>
            <a:spLocks noGrp="1"/>
          </p:cNvSpPr>
          <p:nvPr/>
        </p:nvSpPr>
        <p:spPr>
          <a:xfrm>
            <a:off x="3788795" y="30896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2" name="9wup_2_tuned_PredictedAtoms_44">
            <a:extLst>
              <a:ext uri="{FF2B5EF4-FFF2-40B4-BE49-F238E27FC236}">
                <a16:creationId xmlns:a16="http://schemas.microsoft.com/office/drawing/2014/main" id="{9B6495BC-A28D-4C58-9198-518BC221D61C}"/>
              </a:ext>
            </a:extLst>
          </p:cNvPr>
          <p:cNvSpPr>
            <a:spLocks noGrp="1"/>
          </p:cNvSpPr>
          <p:nvPr/>
        </p:nvSpPr>
        <p:spPr>
          <a:xfrm>
            <a:off x="3705042" y="3179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3" name="9wup_2_tuned_PredictedAtoms_45">
            <a:extLst>
              <a:ext uri="{FF2B5EF4-FFF2-40B4-BE49-F238E27FC236}">
                <a16:creationId xmlns:a16="http://schemas.microsoft.com/office/drawing/2014/main" id="{230F1C1F-022F-474B-976C-4744A91E349B}"/>
              </a:ext>
            </a:extLst>
          </p:cNvPr>
          <p:cNvSpPr>
            <a:spLocks noGrp="1"/>
          </p:cNvSpPr>
          <p:nvPr/>
        </p:nvSpPr>
        <p:spPr>
          <a:xfrm>
            <a:off x="3733352" y="3294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4" name="9wup_2_tuned_PredictedAtoms_46">
            <a:extLst>
              <a:ext uri="{FF2B5EF4-FFF2-40B4-BE49-F238E27FC236}">
                <a16:creationId xmlns:a16="http://schemas.microsoft.com/office/drawing/2014/main" id="{144ED4C8-8F31-4600-9330-AE6621E377C3}"/>
              </a:ext>
            </a:extLst>
          </p:cNvPr>
          <p:cNvSpPr>
            <a:spLocks noGrp="1"/>
          </p:cNvSpPr>
          <p:nvPr/>
        </p:nvSpPr>
        <p:spPr>
          <a:xfrm>
            <a:off x="3642843" y="3382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5" name="9wup_2_tuned_PredictedAtoms_47">
            <a:extLst>
              <a:ext uri="{FF2B5EF4-FFF2-40B4-BE49-F238E27FC236}">
                <a16:creationId xmlns:a16="http://schemas.microsoft.com/office/drawing/2014/main" id="{B5CE7509-89C6-4CF2-8E2D-A5DD6D7079FA}"/>
              </a:ext>
            </a:extLst>
          </p:cNvPr>
          <p:cNvSpPr>
            <a:spLocks noGrp="1"/>
          </p:cNvSpPr>
          <p:nvPr/>
        </p:nvSpPr>
        <p:spPr>
          <a:xfrm>
            <a:off x="3665260" y="3503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6" name="9wup_2_tuned_PredictedAtoms_48">
            <a:extLst>
              <a:ext uri="{FF2B5EF4-FFF2-40B4-BE49-F238E27FC236}">
                <a16:creationId xmlns:a16="http://schemas.microsoft.com/office/drawing/2014/main" id="{D1395934-F4D8-44EE-84AC-4C17201B9AE6}"/>
              </a:ext>
            </a:extLst>
          </p:cNvPr>
          <p:cNvSpPr>
            <a:spLocks noGrp="1"/>
          </p:cNvSpPr>
          <p:nvPr/>
        </p:nvSpPr>
        <p:spPr>
          <a:xfrm>
            <a:off x="3566497" y="35922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7" name="9wup_2_tuned_PredictedAtoms_49">
            <a:extLst>
              <a:ext uri="{FF2B5EF4-FFF2-40B4-BE49-F238E27FC236}">
                <a16:creationId xmlns:a16="http://schemas.microsoft.com/office/drawing/2014/main" id="{F617C48C-22A2-49D8-8B3E-90545E985A9C}"/>
              </a:ext>
            </a:extLst>
          </p:cNvPr>
          <p:cNvSpPr>
            <a:spLocks noGrp="1"/>
          </p:cNvSpPr>
          <p:nvPr/>
        </p:nvSpPr>
        <p:spPr>
          <a:xfrm>
            <a:off x="3781730" y="3545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8" name="9wup_2_tuned_PredictedAtoms_50">
            <a:extLst>
              <a:ext uri="{FF2B5EF4-FFF2-40B4-BE49-F238E27FC236}">
                <a16:creationId xmlns:a16="http://schemas.microsoft.com/office/drawing/2014/main" id="{0F7142BA-AAC5-4C26-9A54-A9D96987E19F}"/>
              </a:ext>
            </a:extLst>
          </p:cNvPr>
          <p:cNvSpPr>
            <a:spLocks noGrp="1"/>
          </p:cNvSpPr>
          <p:nvPr/>
        </p:nvSpPr>
        <p:spPr>
          <a:xfrm>
            <a:off x="3815418" y="36734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9" name="9wup_2_tuned_PredictedAtoms_51">
            <a:extLst>
              <a:ext uri="{FF2B5EF4-FFF2-40B4-BE49-F238E27FC236}">
                <a16:creationId xmlns:a16="http://schemas.microsoft.com/office/drawing/2014/main" id="{EFD83AD3-A4A9-46A1-A2BD-87CCD1226BAF}"/>
              </a:ext>
            </a:extLst>
          </p:cNvPr>
          <p:cNvSpPr>
            <a:spLocks noGrp="1"/>
          </p:cNvSpPr>
          <p:nvPr/>
        </p:nvSpPr>
        <p:spPr>
          <a:xfrm>
            <a:off x="3871103" y="3456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0" name="9wup_2_tuned_PredictedAtoms_52">
            <a:extLst>
              <a:ext uri="{FF2B5EF4-FFF2-40B4-BE49-F238E27FC236}">
                <a16:creationId xmlns:a16="http://schemas.microsoft.com/office/drawing/2014/main" id="{97956EA8-02F0-4FC3-A2E8-7999112CF7BC}"/>
              </a:ext>
            </a:extLst>
          </p:cNvPr>
          <p:cNvSpPr>
            <a:spLocks noGrp="1"/>
          </p:cNvSpPr>
          <p:nvPr/>
        </p:nvSpPr>
        <p:spPr>
          <a:xfrm>
            <a:off x="3849434" y="333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1" name="stage3-cases-clash_18">
            <a:extLst>
              <a:ext uri="{FF2B5EF4-FFF2-40B4-BE49-F238E27FC236}">
                <a16:creationId xmlns:a16="http://schemas.microsoft.com/office/drawing/2014/main" id="{FC29B102-B7D1-440F-BC3A-16B1B26BA976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712" name="9wup_2_build_Receptor">
            <a:extLst>
              <a:ext uri="{FF2B5EF4-FFF2-40B4-BE49-F238E27FC236}">
                <a16:creationId xmlns:a16="http://schemas.microsoft.com/office/drawing/2014/main" id="{6B40C91F-D4D0-4F96-98EA-59B95FC65AB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13" name="9wup_2_build_ExperimentalDensity">
            <a:extLst>
              <a:ext uri="{FF2B5EF4-FFF2-40B4-BE49-F238E27FC236}">
                <a16:creationId xmlns:a16="http://schemas.microsoft.com/office/drawing/2014/main" id="{B5139F34-3B76-4242-9F84-4565AD8BA3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14" name="9wup_2_build_ReferenceLigand_0">
            <a:extLst>
              <a:ext uri="{FF2B5EF4-FFF2-40B4-BE49-F238E27FC236}">
                <a16:creationId xmlns:a16="http://schemas.microsoft.com/office/drawing/2014/main" id="{47F63B87-9210-4A7D-95D0-253E91717D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build_ReferenceLigand_1">
            <a:extLst>
              <a:ext uri="{FF2B5EF4-FFF2-40B4-BE49-F238E27FC236}">
                <a16:creationId xmlns:a16="http://schemas.microsoft.com/office/drawing/2014/main" id="{A11A37AA-CEEF-4827-8BF4-6848AADC26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build_ReferenceLigand_2">
            <a:extLst>
              <a:ext uri="{FF2B5EF4-FFF2-40B4-BE49-F238E27FC236}">
                <a16:creationId xmlns:a16="http://schemas.microsoft.com/office/drawing/2014/main" id="{6C17E9A7-6FD1-4FE5-9EBD-62A815DBA3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build_ReferenceLigand_3">
            <a:extLst>
              <a:ext uri="{FF2B5EF4-FFF2-40B4-BE49-F238E27FC236}">
                <a16:creationId xmlns:a16="http://schemas.microsoft.com/office/drawing/2014/main" id="{248069CA-C714-42BF-B9D1-1445725BB8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build_ReferenceLigand_4">
            <a:extLst>
              <a:ext uri="{FF2B5EF4-FFF2-40B4-BE49-F238E27FC236}">
                <a16:creationId xmlns:a16="http://schemas.microsoft.com/office/drawing/2014/main" id="{D028E8B4-548C-4946-882C-2CEE83EF06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build_ReferenceLigand_5">
            <a:extLst>
              <a:ext uri="{FF2B5EF4-FFF2-40B4-BE49-F238E27FC236}">
                <a16:creationId xmlns:a16="http://schemas.microsoft.com/office/drawing/2014/main" id="{90F63645-1E50-4B70-94AC-092E7DB9B3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build_ReferenceLigand_6">
            <a:extLst>
              <a:ext uri="{FF2B5EF4-FFF2-40B4-BE49-F238E27FC236}">
                <a16:creationId xmlns:a16="http://schemas.microsoft.com/office/drawing/2014/main" id="{C5120B4F-85F2-47B3-88C0-A79CA87D8B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build_ReferenceLigand_7">
            <a:extLst>
              <a:ext uri="{FF2B5EF4-FFF2-40B4-BE49-F238E27FC236}">
                <a16:creationId xmlns:a16="http://schemas.microsoft.com/office/drawing/2014/main" id="{FA6D0C79-D4BB-4CF5-8658-AFF6DE3B9B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build_ReferenceLigand_8">
            <a:extLst>
              <a:ext uri="{FF2B5EF4-FFF2-40B4-BE49-F238E27FC236}">
                <a16:creationId xmlns:a16="http://schemas.microsoft.com/office/drawing/2014/main" id="{2CA03CEE-C120-4DC8-A7A3-788CC528FD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build_ReferenceLigand_9">
            <a:extLst>
              <a:ext uri="{FF2B5EF4-FFF2-40B4-BE49-F238E27FC236}">
                <a16:creationId xmlns:a16="http://schemas.microsoft.com/office/drawing/2014/main" id="{16996B0F-98CD-4B8C-A20D-8781B1187D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build_ReferenceLigand_10">
            <a:extLst>
              <a:ext uri="{FF2B5EF4-FFF2-40B4-BE49-F238E27FC236}">
                <a16:creationId xmlns:a16="http://schemas.microsoft.com/office/drawing/2014/main" id="{C1D39F67-E253-4CBF-8DEA-AD2E59831A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build_ReferenceLigand_11">
            <a:extLst>
              <a:ext uri="{FF2B5EF4-FFF2-40B4-BE49-F238E27FC236}">
                <a16:creationId xmlns:a16="http://schemas.microsoft.com/office/drawing/2014/main" id="{51BE1F44-60ED-437C-8928-B26F7118A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build_ReferenceLigand_12">
            <a:extLst>
              <a:ext uri="{FF2B5EF4-FFF2-40B4-BE49-F238E27FC236}">
                <a16:creationId xmlns:a16="http://schemas.microsoft.com/office/drawing/2014/main" id="{A7C9E047-3F1B-412C-BD21-0703EE2123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build_ReferenceLigand_13">
            <a:extLst>
              <a:ext uri="{FF2B5EF4-FFF2-40B4-BE49-F238E27FC236}">
                <a16:creationId xmlns:a16="http://schemas.microsoft.com/office/drawing/2014/main" id="{36243279-A61E-4B3E-BFBA-406C7B424F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build_ReferenceLigand_14">
            <a:extLst>
              <a:ext uri="{FF2B5EF4-FFF2-40B4-BE49-F238E27FC236}">
                <a16:creationId xmlns:a16="http://schemas.microsoft.com/office/drawing/2014/main" id="{0BE0F0FE-6486-49A6-96A8-3ECAAE090C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build_ReferenceLigand_15">
            <a:extLst>
              <a:ext uri="{FF2B5EF4-FFF2-40B4-BE49-F238E27FC236}">
                <a16:creationId xmlns:a16="http://schemas.microsoft.com/office/drawing/2014/main" id="{EF94C9EF-AC24-4A86-AF9F-3BBE979559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build_ReferenceLigand_16">
            <a:extLst>
              <a:ext uri="{FF2B5EF4-FFF2-40B4-BE49-F238E27FC236}">
                <a16:creationId xmlns:a16="http://schemas.microsoft.com/office/drawing/2014/main" id="{5BC780FC-D5D5-4BBD-B110-77351D85C0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build_ReferenceLigand_17">
            <a:extLst>
              <a:ext uri="{FF2B5EF4-FFF2-40B4-BE49-F238E27FC236}">
                <a16:creationId xmlns:a16="http://schemas.microsoft.com/office/drawing/2014/main" id="{C2B48898-83FE-4C79-8A18-E33D334FB3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build_ReferenceLigand_18">
            <a:extLst>
              <a:ext uri="{FF2B5EF4-FFF2-40B4-BE49-F238E27FC236}">
                <a16:creationId xmlns:a16="http://schemas.microsoft.com/office/drawing/2014/main" id="{EAB29BF5-6B71-4BDA-8614-E69E9270EA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build_ReferenceLigand_19">
            <a:extLst>
              <a:ext uri="{FF2B5EF4-FFF2-40B4-BE49-F238E27FC236}">
                <a16:creationId xmlns:a16="http://schemas.microsoft.com/office/drawing/2014/main" id="{467E723B-A363-4288-829E-57352A174C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build_ReferenceLigand_20">
            <a:extLst>
              <a:ext uri="{FF2B5EF4-FFF2-40B4-BE49-F238E27FC236}">
                <a16:creationId xmlns:a16="http://schemas.microsoft.com/office/drawing/2014/main" id="{50886CEE-4E7A-438B-A770-C4C2626F91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build_ReferenceLigand_21">
            <a:extLst>
              <a:ext uri="{FF2B5EF4-FFF2-40B4-BE49-F238E27FC236}">
                <a16:creationId xmlns:a16="http://schemas.microsoft.com/office/drawing/2014/main" id="{766DAC7E-7C13-4DA3-B334-5DD50B0A82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build_ReferenceLigand_22">
            <a:extLst>
              <a:ext uri="{FF2B5EF4-FFF2-40B4-BE49-F238E27FC236}">
                <a16:creationId xmlns:a16="http://schemas.microsoft.com/office/drawing/2014/main" id="{C0B7D7FC-4946-4A22-9D0C-34893FA8F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build_ReferenceLigand_23">
            <a:extLst>
              <a:ext uri="{FF2B5EF4-FFF2-40B4-BE49-F238E27FC236}">
                <a16:creationId xmlns:a16="http://schemas.microsoft.com/office/drawing/2014/main" id="{9C9A6D8F-DF4F-4D28-91BF-987CE4889C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build_ReferenceLigand_24">
            <a:extLst>
              <a:ext uri="{FF2B5EF4-FFF2-40B4-BE49-F238E27FC236}">
                <a16:creationId xmlns:a16="http://schemas.microsoft.com/office/drawing/2014/main" id="{2777D67D-FE82-4739-89E9-6733002F6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build_ReferenceLigand_25">
            <a:extLst>
              <a:ext uri="{FF2B5EF4-FFF2-40B4-BE49-F238E27FC236}">
                <a16:creationId xmlns:a16="http://schemas.microsoft.com/office/drawing/2014/main" id="{E038D8C2-F81C-482D-809C-E9DBCB74C4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build_ReferenceLigand_26">
            <a:extLst>
              <a:ext uri="{FF2B5EF4-FFF2-40B4-BE49-F238E27FC236}">
                <a16:creationId xmlns:a16="http://schemas.microsoft.com/office/drawing/2014/main" id="{8F211315-7C31-48DE-B027-67BD0F29F9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build_ReferenceLigand_27">
            <a:extLst>
              <a:ext uri="{FF2B5EF4-FFF2-40B4-BE49-F238E27FC236}">
                <a16:creationId xmlns:a16="http://schemas.microsoft.com/office/drawing/2014/main" id="{4A2F527D-A97F-4072-9CB3-FF6435C529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build_ReferenceLigand_28">
            <a:extLst>
              <a:ext uri="{FF2B5EF4-FFF2-40B4-BE49-F238E27FC236}">
                <a16:creationId xmlns:a16="http://schemas.microsoft.com/office/drawing/2014/main" id="{4331D77A-8F7E-4E40-8766-28B35D74FF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build_ReferenceLigand_29">
            <a:extLst>
              <a:ext uri="{FF2B5EF4-FFF2-40B4-BE49-F238E27FC236}">
                <a16:creationId xmlns:a16="http://schemas.microsoft.com/office/drawing/2014/main" id="{2ADE17FE-D990-4B02-BEA0-A69377B024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build_ReferenceLigand_30">
            <a:extLst>
              <a:ext uri="{FF2B5EF4-FFF2-40B4-BE49-F238E27FC236}">
                <a16:creationId xmlns:a16="http://schemas.microsoft.com/office/drawing/2014/main" id="{76BCC119-97F7-439D-B9B7-D6C93CADFD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build_ReferenceLigand_31">
            <a:extLst>
              <a:ext uri="{FF2B5EF4-FFF2-40B4-BE49-F238E27FC236}">
                <a16:creationId xmlns:a16="http://schemas.microsoft.com/office/drawing/2014/main" id="{50444F2C-F8E5-4A5C-AC92-50CD75BD92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build_ReferenceLigand_32">
            <a:extLst>
              <a:ext uri="{FF2B5EF4-FFF2-40B4-BE49-F238E27FC236}">
                <a16:creationId xmlns:a16="http://schemas.microsoft.com/office/drawing/2014/main" id="{F1A75171-7AFD-4D22-93F5-72C9C7F090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build_ReferenceLigand_33">
            <a:extLst>
              <a:ext uri="{FF2B5EF4-FFF2-40B4-BE49-F238E27FC236}">
                <a16:creationId xmlns:a16="http://schemas.microsoft.com/office/drawing/2014/main" id="{2BC50901-3582-4FF3-A559-790F843F90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build_ReferenceLigand_34">
            <a:extLst>
              <a:ext uri="{FF2B5EF4-FFF2-40B4-BE49-F238E27FC236}">
                <a16:creationId xmlns:a16="http://schemas.microsoft.com/office/drawing/2014/main" id="{AFA657DF-B3C1-41B1-8A8F-E59BBAF8DC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build_ReferenceLigand_35">
            <a:extLst>
              <a:ext uri="{FF2B5EF4-FFF2-40B4-BE49-F238E27FC236}">
                <a16:creationId xmlns:a16="http://schemas.microsoft.com/office/drawing/2014/main" id="{E4DD991C-AEE9-4607-96DA-86B7C6611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build_ReferenceLigand_36">
            <a:extLst>
              <a:ext uri="{FF2B5EF4-FFF2-40B4-BE49-F238E27FC236}">
                <a16:creationId xmlns:a16="http://schemas.microsoft.com/office/drawing/2014/main" id="{D329DB43-DE20-4187-BDBA-9EC51D2BE4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build_ReferenceLigand_37">
            <a:extLst>
              <a:ext uri="{FF2B5EF4-FFF2-40B4-BE49-F238E27FC236}">
                <a16:creationId xmlns:a16="http://schemas.microsoft.com/office/drawing/2014/main" id="{C4EE64E1-BEEC-468B-A2D9-5B586CB92A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build_ReferenceLigand_38">
            <a:extLst>
              <a:ext uri="{FF2B5EF4-FFF2-40B4-BE49-F238E27FC236}">
                <a16:creationId xmlns:a16="http://schemas.microsoft.com/office/drawing/2014/main" id="{041E339E-32F2-4995-BB90-7A5F456E3E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build_ReferenceLigand_39">
            <a:extLst>
              <a:ext uri="{FF2B5EF4-FFF2-40B4-BE49-F238E27FC236}">
                <a16:creationId xmlns:a16="http://schemas.microsoft.com/office/drawing/2014/main" id="{1269D1DF-2A55-425D-8439-F6343B70BB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build_ReferenceLigand_40">
            <a:extLst>
              <a:ext uri="{FF2B5EF4-FFF2-40B4-BE49-F238E27FC236}">
                <a16:creationId xmlns:a16="http://schemas.microsoft.com/office/drawing/2014/main" id="{B1F4A6E0-C961-439D-84F2-B1E77F45E1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build_ReferenceLigand_41">
            <a:extLst>
              <a:ext uri="{FF2B5EF4-FFF2-40B4-BE49-F238E27FC236}">
                <a16:creationId xmlns:a16="http://schemas.microsoft.com/office/drawing/2014/main" id="{6DD82276-F395-4C56-8114-A911B523AB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build_ReferenceLigand_42">
            <a:extLst>
              <a:ext uri="{FF2B5EF4-FFF2-40B4-BE49-F238E27FC236}">
                <a16:creationId xmlns:a16="http://schemas.microsoft.com/office/drawing/2014/main" id="{1A226DFB-AD74-4474-8CD0-AE50CC09DD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build_ReferenceLigand_43">
            <a:extLst>
              <a:ext uri="{FF2B5EF4-FFF2-40B4-BE49-F238E27FC236}">
                <a16:creationId xmlns:a16="http://schemas.microsoft.com/office/drawing/2014/main" id="{B26601F8-43EB-44CF-A7EE-30B95DFE95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build_ReferenceLigand_44">
            <a:extLst>
              <a:ext uri="{FF2B5EF4-FFF2-40B4-BE49-F238E27FC236}">
                <a16:creationId xmlns:a16="http://schemas.microsoft.com/office/drawing/2014/main" id="{E672A3E8-03B1-44A2-90DE-7AE492B788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build_ReferenceLigand_45">
            <a:extLst>
              <a:ext uri="{FF2B5EF4-FFF2-40B4-BE49-F238E27FC236}">
                <a16:creationId xmlns:a16="http://schemas.microsoft.com/office/drawing/2014/main" id="{05E1CEDC-AFDD-47BB-8EAD-58E5EE78C2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build_ReferenceLigand_46">
            <a:extLst>
              <a:ext uri="{FF2B5EF4-FFF2-40B4-BE49-F238E27FC236}">
                <a16:creationId xmlns:a16="http://schemas.microsoft.com/office/drawing/2014/main" id="{46756D0D-29BE-4F17-B6CC-59BA279449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up_2_build_ReferenceLigand_47">
            <a:extLst>
              <a:ext uri="{FF2B5EF4-FFF2-40B4-BE49-F238E27FC236}">
                <a16:creationId xmlns:a16="http://schemas.microsoft.com/office/drawing/2014/main" id="{27CDBDC9-6B12-4F0E-9AF8-94A040069D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up_2_build_ReferenceLigand_48">
            <a:extLst>
              <a:ext uri="{FF2B5EF4-FFF2-40B4-BE49-F238E27FC236}">
                <a16:creationId xmlns:a16="http://schemas.microsoft.com/office/drawing/2014/main" id="{540C1116-BAEB-4166-82B2-B2EBBDD7B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up_2_build_ReferenceLigand_49">
            <a:extLst>
              <a:ext uri="{FF2B5EF4-FFF2-40B4-BE49-F238E27FC236}">
                <a16:creationId xmlns:a16="http://schemas.microsoft.com/office/drawing/2014/main" id="{67FF791B-EBF7-4870-AB10-34C49B0CE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up_2_build_ReferenceLigand_50">
            <a:extLst>
              <a:ext uri="{FF2B5EF4-FFF2-40B4-BE49-F238E27FC236}">
                <a16:creationId xmlns:a16="http://schemas.microsoft.com/office/drawing/2014/main" id="{3AF64651-F2EC-4DDE-9D7B-1D64DC98B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up_2_build_ReferenceLigand_51">
            <a:extLst>
              <a:ext uri="{FF2B5EF4-FFF2-40B4-BE49-F238E27FC236}">
                <a16:creationId xmlns:a16="http://schemas.microsoft.com/office/drawing/2014/main" id="{F6D2249D-02D8-442C-9612-6E7E0CDC7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up_2_build_ReferenceLigand_52">
            <a:extLst>
              <a:ext uri="{FF2B5EF4-FFF2-40B4-BE49-F238E27FC236}">
                <a16:creationId xmlns:a16="http://schemas.microsoft.com/office/drawing/2014/main" id="{CEB5A0EB-7FDC-4D05-A673-8BBEAAE58C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up_2_build_ReferenceLigand_53">
            <a:extLst>
              <a:ext uri="{FF2B5EF4-FFF2-40B4-BE49-F238E27FC236}">
                <a16:creationId xmlns:a16="http://schemas.microsoft.com/office/drawing/2014/main" id="{00CEF657-E50C-4698-A543-1E34270EC4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up_2_build_ReferenceLigand_54">
            <a:extLst>
              <a:ext uri="{FF2B5EF4-FFF2-40B4-BE49-F238E27FC236}">
                <a16:creationId xmlns:a16="http://schemas.microsoft.com/office/drawing/2014/main" id="{0687F1C7-186C-4145-8BD2-EE137E04E6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up_2_build_ReferenceLigand_55">
            <a:extLst>
              <a:ext uri="{FF2B5EF4-FFF2-40B4-BE49-F238E27FC236}">
                <a16:creationId xmlns:a16="http://schemas.microsoft.com/office/drawing/2014/main" id="{F6423208-BE9F-4ECA-8C60-455A77B0A9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up_2_build_ReferenceLigand_56">
            <a:extLst>
              <a:ext uri="{FF2B5EF4-FFF2-40B4-BE49-F238E27FC236}">
                <a16:creationId xmlns:a16="http://schemas.microsoft.com/office/drawing/2014/main" id="{F25458EA-7E97-47FE-9C69-0436F56169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up_2_build_ReferenceLigand_57">
            <a:extLst>
              <a:ext uri="{FF2B5EF4-FFF2-40B4-BE49-F238E27FC236}">
                <a16:creationId xmlns:a16="http://schemas.microsoft.com/office/drawing/2014/main" id="{ED89B086-F593-4460-B7CF-2AF8495C55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up_2_build_PredictedLigand_0">
            <a:extLst>
              <a:ext uri="{FF2B5EF4-FFF2-40B4-BE49-F238E27FC236}">
                <a16:creationId xmlns:a16="http://schemas.microsoft.com/office/drawing/2014/main" id="{AF7E647D-6C32-4DF7-BE8F-13ADB89E3F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3" name="9wup_2_build_PredictedLigand_1">
            <a:extLst>
              <a:ext uri="{FF2B5EF4-FFF2-40B4-BE49-F238E27FC236}">
                <a16:creationId xmlns:a16="http://schemas.microsoft.com/office/drawing/2014/main" id="{255E476F-7D51-4777-B85C-1B9E64EFB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4" name="9wup_2_build_PredictedLigand_2">
            <a:extLst>
              <a:ext uri="{FF2B5EF4-FFF2-40B4-BE49-F238E27FC236}">
                <a16:creationId xmlns:a16="http://schemas.microsoft.com/office/drawing/2014/main" id="{F722AB06-8AB2-4E52-AF9B-C632114AF3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5" name="9wup_2_build_PredictedLigand_3">
            <a:extLst>
              <a:ext uri="{FF2B5EF4-FFF2-40B4-BE49-F238E27FC236}">
                <a16:creationId xmlns:a16="http://schemas.microsoft.com/office/drawing/2014/main" id="{9D9C8B9E-96B5-4E12-8E46-9AB4E2DD6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6" name="9wup_2_build_PredictedLigand_4">
            <a:extLst>
              <a:ext uri="{FF2B5EF4-FFF2-40B4-BE49-F238E27FC236}">
                <a16:creationId xmlns:a16="http://schemas.microsoft.com/office/drawing/2014/main" id="{8B76EB97-D6B0-4311-A257-1516E9B359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7" name="9wup_2_build_PredictedLigand_5">
            <a:extLst>
              <a:ext uri="{FF2B5EF4-FFF2-40B4-BE49-F238E27FC236}">
                <a16:creationId xmlns:a16="http://schemas.microsoft.com/office/drawing/2014/main" id="{3AA94150-8F88-4ED2-88A8-75CF3262BC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8" name="9wup_2_build_PredictedLigand_6">
            <a:extLst>
              <a:ext uri="{FF2B5EF4-FFF2-40B4-BE49-F238E27FC236}">
                <a16:creationId xmlns:a16="http://schemas.microsoft.com/office/drawing/2014/main" id="{A81F7D68-4F85-4974-8828-6B818E16FB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9" name="9wup_2_build_PredictedLigand_7">
            <a:extLst>
              <a:ext uri="{FF2B5EF4-FFF2-40B4-BE49-F238E27FC236}">
                <a16:creationId xmlns:a16="http://schemas.microsoft.com/office/drawing/2014/main" id="{C65A6077-1E60-4092-B15A-56D7C8C6E4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0" name="9wup_2_build_PredictedLigand_8">
            <a:extLst>
              <a:ext uri="{FF2B5EF4-FFF2-40B4-BE49-F238E27FC236}">
                <a16:creationId xmlns:a16="http://schemas.microsoft.com/office/drawing/2014/main" id="{1AC57B7B-0075-4D36-AB18-D5E0A88B3F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1" name="9wup_2_build_PredictedLigand_9">
            <a:extLst>
              <a:ext uri="{FF2B5EF4-FFF2-40B4-BE49-F238E27FC236}">
                <a16:creationId xmlns:a16="http://schemas.microsoft.com/office/drawing/2014/main" id="{59E1A3AE-9AAB-488A-87BD-28F2050B77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2" name="9wup_2_build_PredictedLigand_10">
            <a:extLst>
              <a:ext uri="{FF2B5EF4-FFF2-40B4-BE49-F238E27FC236}">
                <a16:creationId xmlns:a16="http://schemas.microsoft.com/office/drawing/2014/main" id="{2F4B2FF2-F2A3-4373-93FB-A13C5105FC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3" name="9wup_2_build_PredictedLigand_11">
            <a:extLst>
              <a:ext uri="{FF2B5EF4-FFF2-40B4-BE49-F238E27FC236}">
                <a16:creationId xmlns:a16="http://schemas.microsoft.com/office/drawing/2014/main" id="{F751D5CF-DDC8-4A22-AEEE-E26EB9D894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4" name="9wup_2_build_PredictedLigand_12">
            <a:extLst>
              <a:ext uri="{FF2B5EF4-FFF2-40B4-BE49-F238E27FC236}">
                <a16:creationId xmlns:a16="http://schemas.microsoft.com/office/drawing/2014/main" id="{2B85CA8B-6D74-4193-94CE-391C7278ED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5" name="9wup_2_build_PredictedLigand_13">
            <a:extLst>
              <a:ext uri="{FF2B5EF4-FFF2-40B4-BE49-F238E27FC236}">
                <a16:creationId xmlns:a16="http://schemas.microsoft.com/office/drawing/2014/main" id="{6CEB78BB-E9F9-4D67-9CBD-EDB7DE9733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6" name="9wup_2_build_PredictedLigand_14">
            <a:extLst>
              <a:ext uri="{FF2B5EF4-FFF2-40B4-BE49-F238E27FC236}">
                <a16:creationId xmlns:a16="http://schemas.microsoft.com/office/drawing/2014/main" id="{C43309D2-C920-43CB-9AEE-9CCFA655D1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7" name="9wup_2_build_PredictedLigand_15">
            <a:extLst>
              <a:ext uri="{FF2B5EF4-FFF2-40B4-BE49-F238E27FC236}">
                <a16:creationId xmlns:a16="http://schemas.microsoft.com/office/drawing/2014/main" id="{5AC1BFEB-DF7E-4A88-B3A6-9AD3FFBBCF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8" name="9wup_2_build_PredictedLigand_16">
            <a:extLst>
              <a:ext uri="{FF2B5EF4-FFF2-40B4-BE49-F238E27FC236}">
                <a16:creationId xmlns:a16="http://schemas.microsoft.com/office/drawing/2014/main" id="{B2CDD71A-2C9F-47D6-8AC1-E587F47760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9" name="9wup_2_build_PredictedLigand_17">
            <a:extLst>
              <a:ext uri="{FF2B5EF4-FFF2-40B4-BE49-F238E27FC236}">
                <a16:creationId xmlns:a16="http://schemas.microsoft.com/office/drawing/2014/main" id="{12180B99-BC9A-4244-B381-C913771DD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0" name="9wup_2_build_PredictedLigand_18">
            <a:extLst>
              <a:ext uri="{FF2B5EF4-FFF2-40B4-BE49-F238E27FC236}">
                <a16:creationId xmlns:a16="http://schemas.microsoft.com/office/drawing/2014/main" id="{4B14DD8C-8A44-4BAF-BECE-F6DB26DEB1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1" name="9wup_2_build_PredictedLigand_19">
            <a:extLst>
              <a:ext uri="{FF2B5EF4-FFF2-40B4-BE49-F238E27FC236}">
                <a16:creationId xmlns:a16="http://schemas.microsoft.com/office/drawing/2014/main" id="{B71D58DF-3A67-4A9E-A541-BCD82299C0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2" name="9wup_2_build_PredictedLigand_20">
            <a:extLst>
              <a:ext uri="{FF2B5EF4-FFF2-40B4-BE49-F238E27FC236}">
                <a16:creationId xmlns:a16="http://schemas.microsoft.com/office/drawing/2014/main" id="{6B7046BB-4982-42B7-B94F-135F434BD7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3" name="9wup_2_build_PredictedLigand_21">
            <a:extLst>
              <a:ext uri="{FF2B5EF4-FFF2-40B4-BE49-F238E27FC236}">
                <a16:creationId xmlns:a16="http://schemas.microsoft.com/office/drawing/2014/main" id="{4745974E-A6AF-4636-BBDC-C62AB7F01B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4" name="9wup_2_build_PredictedLigand_22">
            <a:extLst>
              <a:ext uri="{FF2B5EF4-FFF2-40B4-BE49-F238E27FC236}">
                <a16:creationId xmlns:a16="http://schemas.microsoft.com/office/drawing/2014/main" id="{3CC60402-7B83-489E-9085-9C2C7F73C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5" name="9wup_2_build_PredictedLigand_23">
            <a:extLst>
              <a:ext uri="{FF2B5EF4-FFF2-40B4-BE49-F238E27FC236}">
                <a16:creationId xmlns:a16="http://schemas.microsoft.com/office/drawing/2014/main" id="{F2BBD900-ACDD-4908-97BC-E7444BE405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6" name="9wup_2_build_PredictedLigand_24">
            <a:extLst>
              <a:ext uri="{FF2B5EF4-FFF2-40B4-BE49-F238E27FC236}">
                <a16:creationId xmlns:a16="http://schemas.microsoft.com/office/drawing/2014/main" id="{B2DE2BC1-EF61-424F-8204-CA7A1A4B10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7" name="9wup_2_build_PredictedLigand_25">
            <a:extLst>
              <a:ext uri="{FF2B5EF4-FFF2-40B4-BE49-F238E27FC236}">
                <a16:creationId xmlns:a16="http://schemas.microsoft.com/office/drawing/2014/main" id="{6ACFAC77-642B-4B9B-B795-72BF72F28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8" name="9wup_2_build_PredictedLigand_26">
            <a:extLst>
              <a:ext uri="{FF2B5EF4-FFF2-40B4-BE49-F238E27FC236}">
                <a16:creationId xmlns:a16="http://schemas.microsoft.com/office/drawing/2014/main" id="{50C66A30-E5DD-4EF2-9449-C7C8D739A5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9" name="9wup_2_build_PredictedLigand_27">
            <a:extLst>
              <a:ext uri="{FF2B5EF4-FFF2-40B4-BE49-F238E27FC236}">
                <a16:creationId xmlns:a16="http://schemas.microsoft.com/office/drawing/2014/main" id="{612064AC-9D38-4344-AEC3-28428DB151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0" name="9wup_2_build_PredictedLigand_28">
            <a:extLst>
              <a:ext uri="{FF2B5EF4-FFF2-40B4-BE49-F238E27FC236}">
                <a16:creationId xmlns:a16="http://schemas.microsoft.com/office/drawing/2014/main" id="{9483F4BC-EA88-467E-BD02-2B77A6BFF7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1" name="9wup_2_build_PredictedLigand_29">
            <a:extLst>
              <a:ext uri="{FF2B5EF4-FFF2-40B4-BE49-F238E27FC236}">
                <a16:creationId xmlns:a16="http://schemas.microsoft.com/office/drawing/2014/main" id="{823F77A4-1D1B-4355-8911-AF7C2C9D56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2" name="9wup_2_build_PredictedLigand_30">
            <a:extLst>
              <a:ext uri="{FF2B5EF4-FFF2-40B4-BE49-F238E27FC236}">
                <a16:creationId xmlns:a16="http://schemas.microsoft.com/office/drawing/2014/main" id="{6566774D-CF2A-4845-8303-2166B9F327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3" name="9wup_2_build_PredictedLigand_31">
            <a:extLst>
              <a:ext uri="{FF2B5EF4-FFF2-40B4-BE49-F238E27FC236}">
                <a16:creationId xmlns:a16="http://schemas.microsoft.com/office/drawing/2014/main" id="{D3855CB9-F65E-4F10-9AEB-158F3B988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4" name="9wup_2_build_PredictedLigand_32">
            <a:extLst>
              <a:ext uri="{FF2B5EF4-FFF2-40B4-BE49-F238E27FC236}">
                <a16:creationId xmlns:a16="http://schemas.microsoft.com/office/drawing/2014/main" id="{8224FF68-F6DE-4187-98BC-F6D8FA70E2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5" name="9wup_2_build_PredictedLigand_33">
            <a:extLst>
              <a:ext uri="{FF2B5EF4-FFF2-40B4-BE49-F238E27FC236}">
                <a16:creationId xmlns:a16="http://schemas.microsoft.com/office/drawing/2014/main" id="{CEE2B065-7E02-48AC-8042-1B87BA65BA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6" name="9wup_2_build_PredictedLigand_34">
            <a:extLst>
              <a:ext uri="{FF2B5EF4-FFF2-40B4-BE49-F238E27FC236}">
                <a16:creationId xmlns:a16="http://schemas.microsoft.com/office/drawing/2014/main" id="{118957F9-BA26-4E1C-9645-26485F2DED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7" name="9wup_2_build_PredictedLigand_35">
            <a:extLst>
              <a:ext uri="{FF2B5EF4-FFF2-40B4-BE49-F238E27FC236}">
                <a16:creationId xmlns:a16="http://schemas.microsoft.com/office/drawing/2014/main" id="{AFE4DF33-E386-418B-B9FF-DA5FBA5EFA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8" name="9wup_2_build_PredictedLigand_36">
            <a:extLst>
              <a:ext uri="{FF2B5EF4-FFF2-40B4-BE49-F238E27FC236}">
                <a16:creationId xmlns:a16="http://schemas.microsoft.com/office/drawing/2014/main" id="{F4B3671F-C9DF-43DF-82B3-D3EB2FECEA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9" name="9wup_2_build_PredictedLigand_37">
            <a:extLst>
              <a:ext uri="{FF2B5EF4-FFF2-40B4-BE49-F238E27FC236}">
                <a16:creationId xmlns:a16="http://schemas.microsoft.com/office/drawing/2014/main" id="{8352F7A8-C90B-418A-8122-FBB3394B57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0" name="9wup_2_build_PredictedLigand_38">
            <a:extLst>
              <a:ext uri="{FF2B5EF4-FFF2-40B4-BE49-F238E27FC236}">
                <a16:creationId xmlns:a16="http://schemas.microsoft.com/office/drawing/2014/main" id="{363E3C50-D9F0-4F22-8434-7DCFB4879B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1" name="9wup_2_build_PredictedLigand_39">
            <a:extLst>
              <a:ext uri="{FF2B5EF4-FFF2-40B4-BE49-F238E27FC236}">
                <a16:creationId xmlns:a16="http://schemas.microsoft.com/office/drawing/2014/main" id="{04A079D7-6213-436C-A1E0-D362A9C8B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2" name="9wup_2_build_PredictedLigand_40">
            <a:extLst>
              <a:ext uri="{FF2B5EF4-FFF2-40B4-BE49-F238E27FC236}">
                <a16:creationId xmlns:a16="http://schemas.microsoft.com/office/drawing/2014/main" id="{651F9A69-30A0-495F-BC18-D616BBEDB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3" name="9wup_2_build_PredictedLigand_41">
            <a:extLst>
              <a:ext uri="{FF2B5EF4-FFF2-40B4-BE49-F238E27FC236}">
                <a16:creationId xmlns:a16="http://schemas.microsoft.com/office/drawing/2014/main" id="{27681F78-81BD-4215-ACEE-9C4B3D87B4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4" name="9wup_2_build_PredictedLigand_42">
            <a:extLst>
              <a:ext uri="{FF2B5EF4-FFF2-40B4-BE49-F238E27FC236}">
                <a16:creationId xmlns:a16="http://schemas.microsoft.com/office/drawing/2014/main" id="{4CDD54DD-6F65-4731-85A6-63B8172F2B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5" name="9wup_2_build_PredictedLigand_43">
            <a:extLst>
              <a:ext uri="{FF2B5EF4-FFF2-40B4-BE49-F238E27FC236}">
                <a16:creationId xmlns:a16="http://schemas.microsoft.com/office/drawing/2014/main" id="{95F0A91F-4C46-43CA-941B-96A0D84F5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6" name="9wup_2_build_PredictedLigand_44">
            <a:extLst>
              <a:ext uri="{FF2B5EF4-FFF2-40B4-BE49-F238E27FC236}">
                <a16:creationId xmlns:a16="http://schemas.microsoft.com/office/drawing/2014/main" id="{7B2CDE8C-FA29-4F7F-BD2C-2D12880CF2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7" name="9wup_2_build_PredictedLigand_45">
            <a:extLst>
              <a:ext uri="{FF2B5EF4-FFF2-40B4-BE49-F238E27FC236}">
                <a16:creationId xmlns:a16="http://schemas.microsoft.com/office/drawing/2014/main" id="{4B20A7BF-C72F-4A35-83B7-54497B213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8" name="9wup_2_build_PredictedLigand_46">
            <a:extLst>
              <a:ext uri="{FF2B5EF4-FFF2-40B4-BE49-F238E27FC236}">
                <a16:creationId xmlns:a16="http://schemas.microsoft.com/office/drawing/2014/main" id="{174054F6-9F5B-40F8-8D4E-CF0892D0BB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9" name="9wup_2_build_PredictedLigand_47">
            <a:extLst>
              <a:ext uri="{FF2B5EF4-FFF2-40B4-BE49-F238E27FC236}">
                <a16:creationId xmlns:a16="http://schemas.microsoft.com/office/drawing/2014/main" id="{471B4E6F-D048-4674-AD3D-4A9D943617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0" name="9wup_2_build_PredictedLigand_48">
            <a:extLst>
              <a:ext uri="{FF2B5EF4-FFF2-40B4-BE49-F238E27FC236}">
                <a16:creationId xmlns:a16="http://schemas.microsoft.com/office/drawing/2014/main" id="{255505F7-8480-433D-BFED-0535B802B3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1" name="9wup_2_build_PredictedLigand_49">
            <a:extLst>
              <a:ext uri="{FF2B5EF4-FFF2-40B4-BE49-F238E27FC236}">
                <a16:creationId xmlns:a16="http://schemas.microsoft.com/office/drawing/2014/main" id="{D3753B5E-DF51-497C-860A-7A0AA70E03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2" name="9wup_2_build_PredictedLigand_50">
            <a:extLst>
              <a:ext uri="{FF2B5EF4-FFF2-40B4-BE49-F238E27FC236}">
                <a16:creationId xmlns:a16="http://schemas.microsoft.com/office/drawing/2014/main" id="{A405396E-497B-4498-B1BC-6DD644A03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3" name="9wup_2_build_PredictedLigand_51">
            <a:extLst>
              <a:ext uri="{FF2B5EF4-FFF2-40B4-BE49-F238E27FC236}">
                <a16:creationId xmlns:a16="http://schemas.microsoft.com/office/drawing/2014/main" id="{7573915A-61B5-498E-982A-8AD249A90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4" name="9wup_2_build_PredictedLigand_52">
            <a:extLst>
              <a:ext uri="{FF2B5EF4-FFF2-40B4-BE49-F238E27FC236}">
                <a16:creationId xmlns:a16="http://schemas.microsoft.com/office/drawing/2014/main" id="{E8DA85FB-B18B-4EF0-9EE1-6298FD963E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5" name="9wup_2_build_PredictedLigand_53">
            <a:extLst>
              <a:ext uri="{FF2B5EF4-FFF2-40B4-BE49-F238E27FC236}">
                <a16:creationId xmlns:a16="http://schemas.microsoft.com/office/drawing/2014/main" id="{9A8FFC16-8409-434A-951F-6FA7E10B8F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6" name="9wup_2_build_PredictedLigand_54">
            <a:extLst>
              <a:ext uri="{FF2B5EF4-FFF2-40B4-BE49-F238E27FC236}">
                <a16:creationId xmlns:a16="http://schemas.microsoft.com/office/drawing/2014/main" id="{3C4EF25F-1F97-4875-9EE0-63D5BE54E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7" name="9wup_2_build_PredictedLigand_55">
            <a:extLst>
              <a:ext uri="{FF2B5EF4-FFF2-40B4-BE49-F238E27FC236}">
                <a16:creationId xmlns:a16="http://schemas.microsoft.com/office/drawing/2014/main" id="{F8A4AFDD-A1A5-4C25-92EB-EF607E47EF3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8" name="9wup_2_build_PredictedLigand_56">
            <a:extLst>
              <a:ext uri="{FF2B5EF4-FFF2-40B4-BE49-F238E27FC236}">
                <a16:creationId xmlns:a16="http://schemas.microsoft.com/office/drawing/2014/main" id="{8CBF66AD-DBA8-45FD-8EB1-FA0E341142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9" name="9wup_2_build_PredictedLigand_57">
            <a:extLst>
              <a:ext uri="{FF2B5EF4-FFF2-40B4-BE49-F238E27FC236}">
                <a16:creationId xmlns:a16="http://schemas.microsoft.com/office/drawing/2014/main" id="{BC2EF742-897F-4E72-A606-0787F7C5E6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30" name="9wup_2_build_PredictedAtoms_0">
            <a:extLst>
              <a:ext uri="{FF2B5EF4-FFF2-40B4-BE49-F238E27FC236}">
                <a16:creationId xmlns:a16="http://schemas.microsoft.com/office/drawing/2014/main" id="{749ABDCB-4F37-4C9F-9624-2A5DE3C1DBAE}"/>
              </a:ext>
            </a:extLst>
          </p:cNvPr>
          <p:cNvSpPr>
            <a:spLocks noGrp="1"/>
          </p:cNvSpPr>
          <p:nvPr/>
        </p:nvSpPr>
        <p:spPr>
          <a:xfrm>
            <a:off x="7167704" y="32004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1" name="9wup_2_build_PredictedAtoms_1">
            <a:extLst>
              <a:ext uri="{FF2B5EF4-FFF2-40B4-BE49-F238E27FC236}">
                <a16:creationId xmlns:a16="http://schemas.microsoft.com/office/drawing/2014/main" id="{4D0EBAFC-6289-4261-BC40-596D56D62DA3}"/>
              </a:ext>
            </a:extLst>
          </p:cNvPr>
          <p:cNvSpPr>
            <a:spLocks noGrp="1"/>
          </p:cNvSpPr>
          <p:nvPr/>
        </p:nvSpPr>
        <p:spPr>
          <a:xfrm>
            <a:off x="7247469" y="3242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2" name="9wup_2_build_PredictedAtoms_2">
            <a:extLst>
              <a:ext uri="{FF2B5EF4-FFF2-40B4-BE49-F238E27FC236}">
                <a16:creationId xmlns:a16="http://schemas.microsoft.com/office/drawing/2014/main" id="{8394162F-2730-4BB5-AF2B-E573DB7A44FC}"/>
              </a:ext>
            </a:extLst>
          </p:cNvPr>
          <p:cNvSpPr>
            <a:spLocks noGrp="1"/>
          </p:cNvSpPr>
          <p:nvPr/>
        </p:nvSpPr>
        <p:spPr>
          <a:xfrm>
            <a:off x="7369481" y="3196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3" name="9wup_2_build_PredictedAtoms_3">
            <a:extLst>
              <a:ext uri="{FF2B5EF4-FFF2-40B4-BE49-F238E27FC236}">
                <a16:creationId xmlns:a16="http://schemas.microsoft.com/office/drawing/2014/main" id="{7FB664F8-11FD-459D-9D1C-E97D29BBF99B}"/>
              </a:ext>
            </a:extLst>
          </p:cNvPr>
          <p:cNvSpPr>
            <a:spLocks noGrp="1"/>
          </p:cNvSpPr>
          <p:nvPr/>
        </p:nvSpPr>
        <p:spPr>
          <a:xfrm>
            <a:off x="7350554" y="3180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4" name="9wup_2_build_PredictedAtoms_4">
            <a:extLst>
              <a:ext uri="{FF2B5EF4-FFF2-40B4-BE49-F238E27FC236}">
                <a16:creationId xmlns:a16="http://schemas.microsoft.com/office/drawing/2014/main" id="{815A71F2-45B7-415F-BDBE-86A4F8B83FF5}"/>
              </a:ext>
            </a:extLst>
          </p:cNvPr>
          <p:cNvSpPr>
            <a:spLocks noGrp="1"/>
          </p:cNvSpPr>
          <p:nvPr/>
        </p:nvSpPr>
        <p:spPr>
          <a:xfrm>
            <a:off x="7473144" y="3181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5" name="9wup_2_build_PredictedAtoms_5">
            <a:extLst>
              <a:ext uri="{FF2B5EF4-FFF2-40B4-BE49-F238E27FC236}">
                <a16:creationId xmlns:a16="http://schemas.microsoft.com/office/drawing/2014/main" id="{AFAA2B37-C4EE-4799-9453-9F3D024D46E8}"/>
              </a:ext>
            </a:extLst>
          </p:cNvPr>
          <p:cNvSpPr>
            <a:spLocks noGrp="1"/>
          </p:cNvSpPr>
          <p:nvPr/>
        </p:nvSpPr>
        <p:spPr>
          <a:xfrm>
            <a:off x="7457682" y="3235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6" name="9wup_2_build_PredictedAtoms_6">
            <a:extLst>
              <a:ext uri="{FF2B5EF4-FFF2-40B4-BE49-F238E27FC236}">
                <a16:creationId xmlns:a16="http://schemas.microsoft.com/office/drawing/2014/main" id="{4D5864A1-4D9E-44CB-8A57-FF7E050A0981}"/>
              </a:ext>
            </a:extLst>
          </p:cNvPr>
          <p:cNvSpPr>
            <a:spLocks noGrp="1"/>
          </p:cNvSpPr>
          <p:nvPr/>
        </p:nvSpPr>
        <p:spPr>
          <a:xfrm>
            <a:off x="7517282" y="30533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7" name="9wup_2_build_PredictedAtoms_7">
            <a:extLst>
              <a:ext uri="{FF2B5EF4-FFF2-40B4-BE49-F238E27FC236}">
                <a16:creationId xmlns:a16="http://schemas.microsoft.com/office/drawing/2014/main" id="{8CF7C70A-0FA4-417D-8E33-68615BC5A88F}"/>
              </a:ext>
            </a:extLst>
          </p:cNvPr>
          <p:cNvSpPr>
            <a:spLocks noGrp="1"/>
          </p:cNvSpPr>
          <p:nvPr/>
        </p:nvSpPr>
        <p:spPr>
          <a:xfrm>
            <a:off x="7561684" y="32312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8" name="9wup_2_build_PredictedAtoms_8">
            <a:extLst>
              <a:ext uri="{FF2B5EF4-FFF2-40B4-BE49-F238E27FC236}">
                <a16:creationId xmlns:a16="http://schemas.microsoft.com/office/drawing/2014/main" id="{9A301B2B-FEDE-4856-8CB8-0BF536806489}"/>
              </a:ext>
            </a:extLst>
          </p:cNvPr>
          <p:cNvSpPr>
            <a:spLocks noGrp="1"/>
          </p:cNvSpPr>
          <p:nvPr/>
        </p:nvSpPr>
        <p:spPr>
          <a:xfrm>
            <a:off x="7652182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9" name="9wup_2_build_PredictedAtoms_9">
            <a:extLst>
              <a:ext uri="{FF2B5EF4-FFF2-40B4-BE49-F238E27FC236}">
                <a16:creationId xmlns:a16="http://schemas.microsoft.com/office/drawing/2014/main" id="{94F33E11-9C59-43D4-B78E-59DDC294A66B}"/>
              </a:ext>
            </a:extLst>
          </p:cNvPr>
          <p:cNvSpPr>
            <a:spLocks noGrp="1"/>
          </p:cNvSpPr>
          <p:nvPr/>
        </p:nvSpPr>
        <p:spPr>
          <a:xfrm>
            <a:off x="7597227" y="3444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0" name="9wup_2_build_PredictedAtoms_10">
            <a:extLst>
              <a:ext uri="{FF2B5EF4-FFF2-40B4-BE49-F238E27FC236}">
                <a16:creationId xmlns:a16="http://schemas.microsoft.com/office/drawing/2014/main" id="{F796F57F-B369-472A-931A-D04DCC90C1D6}"/>
              </a:ext>
            </a:extLst>
          </p:cNvPr>
          <p:cNvSpPr>
            <a:spLocks noGrp="1"/>
          </p:cNvSpPr>
          <p:nvPr/>
        </p:nvSpPr>
        <p:spPr>
          <a:xfrm>
            <a:off x="7747493" y="33108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1" name="9wup_2_build_PredictedAtoms_11">
            <a:extLst>
              <a:ext uri="{FF2B5EF4-FFF2-40B4-BE49-F238E27FC236}">
                <a16:creationId xmlns:a16="http://schemas.microsoft.com/office/drawing/2014/main" id="{C5B195FF-6CB4-4C65-820C-DD6AAFEEB76B}"/>
              </a:ext>
            </a:extLst>
          </p:cNvPr>
          <p:cNvSpPr>
            <a:spLocks noGrp="1"/>
          </p:cNvSpPr>
          <p:nvPr/>
        </p:nvSpPr>
        <p:spPr>
          <a:xfrm>
            <a:off x="7684165" y="33288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2" name="9wup_2_build_PredictedAtoms_12">
            <a:extLst>
              <a:ext uri="{FF2B5EF4-FFF2-40B4-BE49-F238E27FC236}">
                <a16:creationId xmlns:a16="http://schemas.microsoft.com/office/drawing/2014/main" id="{CDA97C88-5DFC-4A4C-913A-94B4D1920176}"/>
              </a:ext>
            </a:extLst>
          </p:cNvPr>
          <p:cNvSpPr>
            <a:spLocks noGrp="1"/>
          </p:cNvSpPr>
          <p:nvPr/>
        </p:nvSpPr>
        <p:spPr>
          <a:xfrm>
            <a:off x="7802927" y="3320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3" name="9wup_2_build_PredictedAtoms_13">
            <a:extLst>
              <a:ext uri="{FF2B5EF4-FFF2-40B4-BE49-F238E27FC236}">
                <a16:creationId xmlns:a16="http://schemas.microsoft.com/office/drawing/2014/main" id="{A2F780A9-6950-4774-B1C7-D61B0B8528B3}"/>
              </a:ext>
            </a:extLst>
          </p:cNvPr>
          <p:cNvSpPr>
            <a:spLocks noGrp="1"/>
          </p:cNvSpPr>
          <p:nvPr/>
        </p:nvSpPr>
        <p:spPr>
          <a:xfrm>
            <a:off x="7816284" y="33503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4" name="9wup_2_build_PredictedAtoms_14">
            <a:extLst>
              <a:ext uri="{FF2B5EF4-FFF2-40B4-BE49-F238E27FC236}">
                <a16:creationId xmlns:a16="http://schemas.microsoft.com/office/drawing/2014/main" id="{5D1AB4C0-152E-4169-8714-DC3B51DE1D6D}"/>
              </a:ext>
            </a:extLst>
          </p:cNvPr>
          <p:cNvSpPr>
            <a:spLocks noGrp="1"/>
          </p:cNvSpPr>
          <p:nvPr/>
        </p:nvSpPr>
        <p:spPr>
          <a:xfrm>
            <a:off x="7894439" y="3265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5" name="9wup_2_build_PredictedAtoms_15">
            <a:extLst>
              <a:ext uri="{FF2B5EF4-FFF2-40B4-BE49-F238E27FC236}">
                <a16:creationId xmlns:a16="http://schemas.microsoft.com/office/drawing/2014/main" id="{3C4CE915-2493-4BEB-BA34-2E06E21D274B}"/>
              </a:ext>
            </a:extLst>
          </p:cNvPr>
          <p:cNvSpPr>
            <a:spLocks noGrp="1"/>
          </p:cNvSpPr>
          <p:nvPr/>
        </p:nvSpPr>
        <p:spPr>
          <a:xfrm>
            <a:off x="7994594" y="332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6" name="9wup_2_build_PredictedAtoms_16">
            <a:extLst>
              <a:ext uri="{FF2B5EF4-FFF2-40B4-BE49-F238E27FC236}">
                <a16:creationId xmlns:a16="http://schemas.microsoft.com/office/drawing/2014/main" id="{8B0414C6-196F-4EF7-8CC2-100164C9408D}"/>
              </a:ext>
            </a:extLst>
          </p:cNvPr>
          <p:cNvSpPr>
            <a:spLocks noGrp="1"/>
          </p:cNvSpPr>
          <p:nvPr/>
        </p:nvSpPr>
        <p:spPr>
          <a:xfrm>
            <a:off x="8011935" y="3293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7" name="9wup_2_build_PredictedAtoms_17">
            <a:extLst>
              <a:ext uri="{FF2B5EF4-FFF2-40B4-BE49-F238E27FC236}">
                <a16:creationId xmlns:a16="http://schemas.microsoft.com/office/drawing/2014/main" id="{5013E55D-14C5-4ADB-86B7-A968256337CB}"/>
              </a:ext>
            </a:extLst>
          </p:cNvPr>
          <p:cNvSpPr>
            <a:spLocks noGrp="1"/>
          </p:cNvSpPr>
          <p:nvPr/>
        </p:nvSpPr>
        <p:spPr>
          <a:xfrm>
            <a:off x="8049412" y="31083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8" name="9wup_2_build_PredictedAtoms_18">
            <a:extLst>
              <a:ext uri="{FF2B5EF4-FFF2-40B4-BE49-F238E27FC236}">
                <a16:creationId xmlns:a16="http://schemas.microsoft.com/office/drawing/2014/main" id="{58CE08B2-2779-4EF0-B636-FD0FC3EAAD7C}"/>
              </a:ext>
            </a:extLst>
          </p:cNvPr>
          <p:cNvSpPr>
            <a:spLocks noGrp="1"/>
          </p:cNvSpPr>
          <p:nvPr/>
        </p:nvSpPr>
        <p:spPr>
          <a:xfrm>
            <a:off x="8148224" y="3017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9" name="9wup_2_build_PredictedAtoms_19">
            <a:extLst>
              <a:ext uri="{FF2B5EF4-FFF2-40B4-BE49-F238E27FC236}">
                <a16:creationId xmlns:a16="http://schemas.microsoft.com/office/drawing/2014/main" id="{2DD345D4-B5E2-46DD-94D7-A1F23DB47E9C}"/>
              </a:ext>
            </a:extLst>
          </p:cNvPr>
          <p:cNvSpPr>
            <a:spLocks noGrp="1"/>
          </p:cNvSpPr>
          <p:nvPr/>
        </p:nvSpPr>
        <p:spPr>
          <a:xfrm>
            <a:off x="8293842" y="3109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0" name="9wup_2_build_PredictedAtoms_20">
            <a:extLst>
              <a:ext uri="{FF2B5EF4-FFF2-40B4-BE49-F238E27FC236}">
                <a16:creationId xmlns:a16="http://schemas.microsoft.com/office/drawing/2014/main" id="{E68562B2-078A-4377-B281-E49EE291F72D}"/>
              </a:ext>
            </a:extLst>
          </p:cNvPr>
          <p:cNvSpPr>
            <a:spLocks noGrp="1"/>
          </p:cNvSpPr>
          <p:nvPr/>
        </p:nvSpPr>
        <p:spPr>
          <a:xfrm>
            <a:off x="8357523" y="30728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1" name="9wup_2_build_PredictedAtoms_21">
            <a:extLst>
              <a:ext uri="{FF2B5EF4-FFF2-40B4-BE49-F238E27FC236}">
                <a16:creationId xmlns:a16="http://schemas.microsoft.com/office/drawing/2014/main" id="{2FA5D011-565D-49EE-A7F9-8ABAB18EEB70}"/>
              </a:ext>
            </a:extLst>
          </p:cNvPr>
          <p:cNvSpPr>
            <a:spLocks noGrp="1"/>
          </p:cNvSpPr>
          <p:nvPr/>
        </p:nvSpPr>
        <p:spPr>
          <a:xfrm>
            <a:off x="8346916" y="2951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2" name="9wup_2_build_PredictedAtoms_22">
            <a:extLst>
              <a:ext uri="{FF2B5EF4-FFF2-40B4-BE49-F238E27FC236}">
                <a16:creationId xmlns:a16="http://schemas.microsoft.com/office/drawing/2014/main" id="{A36267D1-1D48-4624-8EAC-C958237D0B5A}"/>
              </a:ext>
            </a:extLst>
          </p:cNvPr>
          <p:cNvSpPr>
            <a:spLocks noGrp="1"/>
          </p:cNvSpPr>
          <p:nvPr/>
        </p:nvSpPr>
        <p:spPr>
          <a:xfrm>
            <a:off x="8449594" y="32237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3" name="9wup_2_build_PredictedAtoms_23">
            <a:extLst>
              <a:ext uri="{FF2B5EF4-FFF2-40B4-BE49-F238E27FC236}">
                <a16:creationId xmlns:a16="http://schemas.microsoft.com/office/drawing/2014/main" id="{6BB42DEC-5DD3-4930-AF94-FB3B4A4D0D40}"/>
              </a:ext>
            </a:extLst>
          </p:cNvPr>
          <p:cNvSpPr>
            <a:spLocks noGrp="1"/>
          </p:cNvSpPr>
          <p:nvPr/>
        </p:nvSpPr>
        <p:spPr>
          <a:xfrm>
            <a:off x="8406855" y="325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4" name="9wup_2_build_PredictedAtoms_24">
            <a:extLst>
              <a:ext uri="{FF2B5EF4-FFF2-40B4-BE49-F238E27FC236}">
                <a16:creationId xmlns:a16="http://schemas.microsoft.com/office/drawing/2014/main" id="{F8496A73-169C-47BA-BC97-492BF693DAB5}"/>
              </a:ext>
            </a:extLst>
          </p:cNvPr>
          <p:cNvSpPr>
            <a:spLocks noGrp="1"/>
          </p:cNvSpPr>
          <p:nvPr/>
        </p:nvSpPr>
        <p:spPr>
          <a:xfrm>
            <a:off x="8307389" y="331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5" name="9wup_2_build_PredictedAtoms_25">
            <a:extLst>
              <a:ext uri="{FF2B5EF4-FFF2-40B4-BE49-F238E27FC236}">
                <a16:creationId xmlns:a16="http://schemas.microsoft.com/office/drawing/2014/main" id="{296C17E0-FBD5-44F5-9F44-846465FE57C6}"/>
              </a:ext>
            </a:extLst>
          </p:cNvPr>
          <p:cNvSpPr>
            <a:spLocks noGrp="1"/>
          </p:cNvSpPr>
          <p:nvPr/>
        </p:nvSpPr>
        <p:spPr>
          <a:xfrm>
            <a:off x="8257819" y="3201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6" name="9wup_2_build_PredictedAtoms_26">
            <a:extLst>
              <a:ext uri="{FF2B5EF4-FFF2-40B4-BE49-F238E27FC236}">
                <a16:creationId xmlns:a16="http://schemas.microsoft.com/office/drawing/2014/main" id="{9DD61073-51EB-430C-AE12-8242510863D7}"/>
              </a:ext>
            </a:extLst>
          </p:cNvPr>
          <p:cNvSpPr>
            <a:spLocks noGrp="1"/>
          </p:cNvSpPr>
          <p:nvPr/>
        </p:nvSpPr>
        <p:spPr>
          <a:xfrm>
            <a:off x="7996707" y="34453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7" name="9wup_2_build_PredictedAtoms_27">
            <a:extLst>
              <a:ext uri="{FF2B5EF4-FFF2-40B4-BE49-F238E27FC236}">
                <a16:creationId xmlns:a16="http://schemas.microsoft.com/office/drawing/2014/main" id="{272306E2-84DE-4835-8D9B-6C80D313BFE3}"/>
              </a:ext>
            </a:extLst>
          </p:cNvPr>
          <p:cNvSpPr>
            <a:spLocks noGrp="1"/>
          </p:cNvSpPr>
          <p:nvPr/>
        </p:nvSpPr>
        <p:spPr>
          <a:xfrm>
            <a:off x="8027245" y="3523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8" name="9wup_2_build_PredictedAtoms_28">
            <a:extLst>
              <a:ext uri="{FF2B5EF4-FFF2-40B4-BE49-F238E27FC236}">
                <a16:creationId xmlns:a16="http://schemas.microsoft.com/office/drawing/2014/main" id="{AA784603-21C4-4AE4-9F4A-757C7242FEE2}"/>
              </a:ext>
            </a:extLst>
          </p:cNvPr>
          <p:cNvSpPr>
            <a:spLocks noGrp="1"/>
          </p:cNvSpPr>
          <p:nvPr/>
        </p:nvSpPr>
        <p:spPr>
          <a:xfrm>
            <a:off x="7866178" y="3473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9" name="9wup_2_build_PredictedAtoms_29">
            <a:extLst>
              <a:ext uri="{FF2B5EF4-FFF2-40B4-BE49-F238E27FC236}">
                <a16:creationId xmlns:a16="http://schemas.microsoft.com/office/drawing/2014/main" id="{7E3A9511-084F-4E46-A04E-2099AF1DEB84}"/>
              </a:ext>
            </a:extLst>
          </p:cNvPr>
          <p:cNvSpPr>
            <a:spLocks noGrp="1"/>
          </p:cNvSpPr>
          <p:nvPr/>
        </p:nvSpPr>
        <p:spPr>
          <a:xfrm>
            <a:off x="7802977" y="353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0" name="9wup_2_build_PredictedAtoms_30">
            <a:extLst>
              <a:ext uri="{FF2B5EF4-FFF2-40B4-BE49-F238E27FC236}">
                <a16:creationId xmlns:a16="http://schemas.microsoft.com/office/drawing/2014/main" id="{03C64F15-0B60-4A6E-A47F-AFE61F670628}"/>
              </a:ext>
            </a:extLst>
          </p:cNvPr>
          <p:cNvSpPr>
            <a:spLocks noGrp="1"/>
          </p:cNvSpPr>
          <p:nvPr/>
        </p:nvSpPr>
        <p:spPr>
          <a:xfrm>
            <a:off x="7244307" y="3279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1" name="9wup_2_build_PredictedAtoms_31">
            <a:extLst>
              <a:ext uri="{FF2B5EF4-FFF2-40B4-BE49-F238E27FC236}">
                <a16:creationId xmlns:a16="http://schemas.microsoft.com/office/drawing/2014/main" id="{6B70A397-A05F-41B4-A97D-681B356C9A12}"/>
              </a:ext>
            </a:extLst>
          </p:cNvPr>
          <p:cNvSpPr>
            <a:spLocks noGrp="1"/>
          </p:cNvSpPr>
          <p:nvPr/>
        </p:nvSpPr>
        <p:spPr>
          <a:xfrm>
            <a:off x="7252022" y="33914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2" name="9wup_2_build_PredictedAtoms_32">
            <a:extLst>
              <a:ext uri="{FF2B5EF4-FFF2-40B4-BE49-F238E27FC236}">
                <a16:creationId xmlns:a16="http://schemas.microsoft.com/office/drawing/2014/main" id="{C9E734D1-60E6-4647-B739-94B1A6BB6CC8}"/>
              </a:ext>
            </a:extLst>
          </p:cNvPr>
          <p:cNvSpPr>
            <a:spLocks noGrp="1"/>
          </p:cNvSpPr>
          <p:nvPr/>
        </p:nvSpPr>
        <p:spPr>
          <a:xfrm>
            <a:off x="7130792" y="3219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3" name="9wup_2_build_PredictedAtoms_33">
            <a:extLst>
              <a:ext uri="{FF2B5EF4-FFF2-40B4-BE49-F238E27FC236}">
                <a16:creationId xmlns:a16="http://schemas.microsoft.com/office/drawing/2014/main" id="{DAF589D1-3CDD-44EE-BD7E-C2B995A61910}"/>
              </a:ext>
            </a:extLst>
          </p:cNvPr>
          <p:cNvSpPr>
            <a:spLocks noGrp="1"/>
          </p:cNvSpPr>
          <p:nvPr/>
        </p:nvSpPr>
        <p:spPr>
          <a:xfrm>
            <a:off x="7182800" y="31271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4" name="9wup_2_build_PredictedAtoms_34">
            <a:extLst>
              <a:ext uri="{FF2B5EF4-FFF2-40B4-BE49-F238E27FC236}">
                <a16:creationId xmlns:a16="http://schemas.microsoft.com/office/drawing/2014/main" id="{B488CEAF-CED9-4B69-97B4-D2566E70EFB2}"/>
              </a:ext>
            </a:extLst>
          </p:cNvPr>
          <p:cNvSpPr>
            <a:spLocks noGrp="1"/>
          </p:cNvSpPr>
          <p:nvPr/>
        </p:nvSpPr>
        <p:spPr>
          <a:xfrm>
            <a:off x="7048859" y="327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5" name="9wup_2_build_PredictedAtoms_35">
            <a:extLst>
              <a:ext uri="{FF2B5EF4-FFF2-40B4-BE49-F238E27FC236}">
                <a16:creationId xmlns:a16="http://schemas.microsoft.com/office/drawing/2014/main" id="{3261223C-3885-499C-BF0A-BB3E54FAE682}"/>
              </a:ext>
            </a:extLst>
          </p:cNvPr>
          <p:cNvSpPr>
            <a:spLocks noGrp="1"/>
          </p:cNvSpPr>
          <p:nvPr/>
        </p:nvSpPr>
        <p:spPr>
          <a:xfrm>
            <a:off x="6922065" y="3253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6" name="9wup_2_build_PredictedAtoms_36">
            <a:extLst>
              <a:ext uri="{FF2B5EF4-FFF2-40B4-BE49-F238E27FC236}">
                <a16:creationId xmlns:a16="http://schemas.microsoft.com/office/drawing/2014/main" id="{78764EFD-0767-4297-AE6A-DB9CEEB0D9DA}"/>
              </a:ext>
            </a:extLst>
          </p:cNvPr>
          <p:cNvSpPr>
            <a:spLocks noGrp="1"/>
          </p:cNvSpPr>
          <p:nvPr/>
        </p:nvSpPr>
        <p:spPr>
          <a:xfrm>
            <a:off x="6708176" y="3389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7" name="9wup_2_build_PredictedAtoms_37">
            <a:extLst>
              <a:ext uri="{FF2B5EF4-FFF2-40B4-BE49-F238E27FC236}">
                <a16:creationId xmlns:a16="http://schemas.microsoft.com/office/drawing/2014/main" id="{B6F8F6B8-C36E-48D4-AF80-9729C25CDB7B}"/>
              </a:ext>
            </a:extLst>
          </p:cNvPr>
          <p:cNvSpPr>
            <a:spLocks noGrp="1"/>
          </p:cNvSpPr>
          <p:nvPr/>
        </p:nvSpPr>
        <p:spPr>
          <a:xfrm>
            <a:off x="6881778" y="3419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8" name="9wup_2_build_PredictedAtoms_38">
            <a:extLst>
              <a:ext uri="{FF2B5EF4-FFF2-40B4-BE49-F238E27FC236}">
                <a16:creationId xmlns:a16="http://schemas.microsoft.com/office/drawing/2014/main" id="{985443C9-13D7-45E6-94FB-E9268462CE31}"/>
              </a:ext>
            </a:extLst>
          </p:cNvPr>
          <p:cNvSpPr>
            <a:spLocks noGrp="1"/>
          </p:cNvSpPr>
          <p:nvPr/>
        </p:nvSpPr>
        <p:spPr>
          <a:xfrm>
            <a:off x="7174326" y="36806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9" name="9wup_2_build_PredictedAtoms_39">
            <a:extLst>
              <a:ext uri="{FF2B5EF4-FFF2-40B4-BE49-F238E27FC236}">
                <a16:creationId xmlns:a16="http://schemas.microsoft.com/office/drawing/2014/main" id="{63257D31-DF61-40CD-8A48-EB97B8BA42ED}"/>
              </a:ext>
            </a:extLst>
          </p:cNvPr>
          <p:cNvSpPr>
            <a:spLocks noGrp="1"/>
          </p:cNvSpPr>
          <p:nvPr/>
        </p:nvSpPr>
        <p:spPr>
          <a:xfrm>
            <a:off x="7094964" y="3657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0" name="9wup_2_build_PredictedAtoms_40">
            <a:extLst>
              <a:ext uri="{FF2B5EF4-FFF2-40B4-BE49-F238E27FC236}">
                <a16:creationId xmlns:a16="http://schemas.microsoft.com/office/drawing/2014/main" id="{2CD80D4F-01E5-42C2-9E8F-7174A30B0DD5}"/>
              </a:ext>
            </a:extLst>
          </p:cNvPr>
          <p:cNvSpPr>
            <a:spLocks noGrp="1"/>
          </p:cNvSpPr>
          <p:nvPr/>
        </p:nvSpPr>
        <p:spPr>
          <a:xfrm>
            <a:off x="6868306" y="36517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1" name="9wup_2_build_PredictedAtoms_41">
            <a:extLst>
              <a:ext uri="{FF2B5EF4-FFF2-40B4-BE49-F238E27FC236}">
                <a16:creationId xmlns:a16="http://schemas.microsoft.com/office/drawing/2014/main" id="{44595AAF-E7AB-4AD3-B830-36AEBDB1A127}"/>
              </a:ext>
            </a:extLst>
          </p:cNvPr>
          <p:cNvSpPr>
            <a:spLocks noGrp="1"/>
          </p:cNvSpPr>
          <p:nvPr/>
        </p:nvSpPr>
        <p:spPr>
          <a:xfrm>
            <a:off x="6688478" y="342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2" name="9wup_2_build_PredictedAtoms_42">
            <a:extLst>
              <a:ext uri="{FF2B5EF4-FFF2-40B4-BE49-F238E27FC236}">
                <a16:creationId xmlns:a16="http://schemas.microsoft.com/office/drawing/2014/main" id="{6214B2E7-F85F-4AC0-936B-68236AB25119}"/>
              </a:ext>
            </a:extLst>
          </p:cNvPr>
          <p:cNvSpPr>
            <a:spLocks noGrp="1"/>
          </p:cNvSpPr>
          <p:nvPr/>
        </p:nvSpPr>
        <p:spPr>
          <a:xfrm>
            <a:off x="6605073" y="3428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3" name="9wup_2_build_PredictedAtoms_43">
            <a:extLst>
              <a:ext uri="{FF2B5EF4-FFF2-40B4-BE49-F238E27FC236}">
                <a16:creationId xmlns:a16="http://schemas.microsoft.com/office/drawing/2014/main" id="{FE4E8309-2A68-46D2-9AE6-FD5B441FDC3A}"/>
              </a:ext>
            </a:extLst>
          </p:cNvPr>
          <p:cNvSpPr>
            <a:spLocks noGrp="1"/>
          </p:cNvSpPr>
          <p:nvPr/>
        </p:nvSpPr>
        <p:spPr>
          <a:xfrm>
            <a:off x="6717769" y="3391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4" name="9wup_2_build_PredictedAtoms_44">
            <a:extLst>
              <a:ext uri="{FF2B5EF4-FFF2-40B4-BE49-F238E27FC236}">
                <a16:creationId xmlns:a16="http://schemas.microsoft.com/office/drawing/2014/main" id="{E6C86622-1301-4797-8538-342ADB140356}"/>
              </a:ext>
            </a:extLst>
          </p:cNvPr>
          <p:cNvSpPr>
            <a:spLocks noGrp="1"/>
          </p:cNvSpPr>
          <p:nvPr/>
        </p:nvSpPr>
        <p:spPr>
          <a:xfrm>
            <a:off x="6705089" y="31357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5" name="9wup_2_build_PredictedAtoms_45">
            <a:extLst>
              <a:ext uri="{FF2B5EF4-FFF2-40B4-BE49-F238E27FC236}">
                <a16:creationId xmlns:a16="http://schemas.microsoft.com/office/drawing/2014/main" id="{CA4BA9FB-9BD2-49BC-9DC2-486F0A7E13C4}"/>
              </a:ext>
            </a:extLst>
          </p:cNvPr>
          <p:cNvSpPr>
            <a:spLocks noGrp="1"/>
          </p:cNvSpPr>
          <p:nvPr/>
        </p:nvSpPr>
        <p:spPr>
          <a:xfrm>
            <a:off x="6770936" y="30495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6" name="9wup_2_build_PredictedAtoms_46">
            <a:extLst>
              <a:ext uri="{FF2B5EF4-FFF2-40B4-BE49-F238E27FC236}">
                <a16:creationId xmlns:a16="http://schemas.microsoft.com/office/drawing/2014/main" id="{728E407B-84D9-4E41-8637-45515A456AE1}"/>
              </a:ext>
            </a:extLst>
          </p:cNvPr>
          <p:cNvSpPr>
            <a:spLocks noGrp="1"/>
          </p:cNvSpPr>
          <p:nvPr/>
        </p:nvSpPr>
        <p:spPr>
          <a:xfrm>
            <a:off x="6733061" y="29481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7" name="9wup_2_build_PredictedAtoms_47">
            <a:extLst>
              <a:ext uri="{FF2B5EF4-FFF2-40B4-BE49-F238E27FC236}">
                <a16:creationId xmlns:a16="http://schemas.microsoft.com/office/drawing/2014/main" id="{2CFC5F54-84AF-4648-9FF9-854FEC65179B}"/>
              </a:ext>
            </a:extLst>
          </p:cNvPr>
          <p:cNvSpPr>
            <a:spLocks noGrp="1"/>
          </p:cNvSpPr>
          <p:nvPr/>
        </p:nvSpPr>
        <p:spPr>
          <a:xfrm>
            <a:off x="6751380" y="27659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8" name="9wup_2_build_PredictedAtoms_48">
            <a:extLst>
              <a:ext uri="{FF2B5EF4-FFF2-40B4-BE49-F238E27FC236}">
                <a16:creationId xmlns:a16="http://schemas.microsoft.com/office/drawing/2014/main" id="{E6BB71EC-7B92-4912-8BB0-AA5E793733C6}"/>
              </a:ext>
            </a:extLst>
          </p:cNvPr>
          <p:cNvSpPr>
            <a:spLocks noGrp="1"/>
          </p:cNvSpPr>
          <p:nvPr/>
        </p:nvSpPr>
        <p:spPr>
          <a:xfrm>
            <a:off x="6747916" y="27059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9" name="9wup_2_build_PredictedAtoms_49">
            <a:extLst>
              <a:ext uri="{FF2B5EF4-FFF2-40B4-BE49-F238E27FC236}">
                <a16:creationId xmlns:a16="http://schemas.microsoft.com/office/drawing/2014/main" id="{EAD56FDF-BF4F-460D-95D9-92FCDE01E157}"/>
              </a:ext>
            </a:extLst>
          </p:cNvPr>
          <p:cNvSpPr>
            <a:spLocks noGrp="1"/>
          </p:cNvSpPr>
          <p:nvPr/>
        </p:nvSpPr>
        <p:spPr>
          <a:xfrm>
            <a:off x="7077865" y="2749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0" name="9wup_2_build_PredictedAtoms_50">
            <a:extLst>
              <a:ext uri="{FF2B5EF4-FFF2-40B4-BE49-F238E27FC236}">
                <a16:creationId xmlns:a16="http://schemas.microsoft.com/office/drawing/2014/main" id="{109D22AC-B616-4E5A-87FD-4154DEE898BC}"/>
              </a:ext>
            </a:extLst>
          </p:cNvPr>
          <p:cNvSpPr>
            <a:spLocks noGrp="1"/>
          </p:cNvSpPr>
          <p:nvPr/>
        </p:nvSpPr>
        <p:spPr>
          <a:xfrm>
            <a:off x="7096683" y="2743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1" name="9wup_2_build_PredictedAtoms_51">
            <a:extLst>
              <a:ext uri="{FF2B5EF4-FFF2-40B4-BE49-F238E27FC236}">
                <a16:creationId xmlns:a16="http://schemas.microsoft.com/office/drawing/2014/main" id="{07BEC3A8-4EBF-4D76-B791-C351889B9545}"/>
              </a:ext>
            </a:extLst>
          </p:cNvPr>
          <p:cNvSpPr>
            <a:spLocks noGrp="1"/>
          </p:cNvSpPr>
          <p:nvPr/>
        </p:nvSpPr>
        <p:spPr>
          <a:xfrm>
            <a:off x="6984097" y="2957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2" name="9wup_2_build_PredictedAtoms_52">
            <a:extLst>
              <a:ext uri="{FF2B5EF4-FFF2-40B4-BE49-F238E27FC236}">
                <a16:creationId xmlns:a16="http://schemas.microsoft.com/office/drawing/2014/main" id="{2538117E-D263-4D8A-BFE1-0ACCBE9EB4EA}"/>
              </a:ext>
            </a:extLst>
          </p:cNvPr>
          <p:cNvSpPr>
            <a:spLocks noGrp="1"/>
          </p:cNvSpPr>
          <p:nvPr/>
        </p:nvSpPr>
        <p:spPr>
          <a:xfrm>
            <a:off x="6911108" y="306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3" name="9wup_2_build_Clashes_0">
            <a:extLst>
              <a:ext uri="{FF2B5EF4-FFF2-40B4-BE49-F238E27FC236}">
                <a16:creationId xmlns:a16="http://schemas.microsoft.com/office/drawing/2014/main" id="{777F353D-D8E7-4CEE-BB56-1A0C93D68E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4" name="9wup_2_build_Clashes_1">
            <a:extLst>
              <a:ext uri="{FF2B5EF4-FFF2-40B4-BE49-F238E27FC236}">
                <a16:creationId xmlns:a16="http://schemas.microsoft.com/office/drawing/2014/main" id="{BB9BE6E9-9ED7-458D-AE5F-7BEB5EA361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5" name="9wup_2_build_Clashes_2">
            <a:extLst>
              <a:ext uri="{FF2B5EF4-FFF2-40B4-BE49-F238E27FC236}">
                <a16:creationId xmlns:a16="http://schemas.microsoft.com/office/drawing/2014/main" id="{7CB0ED6E-C77A-4AD7-A81A-D2C77F7929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6" name="9wup_2_build_Clashes_3">
            <a:extLst>
              <a:ext uri="{FF2B5EF4-FFF2-40B4-BE49-F238E27FC236}">
                <a16:creationId xmlns:a16="http://schemas.microsoft.com/office/drawing/2014/main" id="{0C2250B6-7E3C-4FE5-8D7E-A4C3CCA1BC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7" name="9wup_2_build_Clashes_4">
            <a:extLst>
              <a:ext uri="{FF2B5EF4-FFF2-40B4-BE49-F238E27FC236}">
                <a16:creationId xmlns:a16="http://schemas.microsoft.com/office/drawing/2014/main" id="{82E0E532-5237-4303-B6F0-F504C24ECE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8" name="9wup_2_build_Clashes_5">
            <a:extLst>
              <a:ext uri="{FF2B5EF4-FFF2-40B4-BE49-F238E27FC236}">
                <a16:creationId xmlns:a16="http://schemas.microsoft.com/office/drawing/2014/main" id="{82400B7F-29D2-41FC-A6C3-44BA328DB8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9" name="9wup_2_build_Clashes_6">
            <a:extLst>
              <a:ext uri="{FF2B5EF4-FFF2-40B4-BE49-F238E27FC236}">
                <a16:creationId xmlns:a16="http://schemas.microsoft.com/office/drawing/2014/main" id="{18A79F7D-4B94-498E-936A-43BDDB4C98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0" name="9wup_2_build_Clashes_7">
            <a:extLst>
              <a:ext uri="{FF2B5EF4-FFF2-40B4-BE49-F238E27FC236}">
                <a16:creationId xmlns:a16="http://schemas.microsoft.com/office/drawing/2014/main" id="{1BA75936-C575-458C-A81A-A2BAB11657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1" name="9wup_2_build_Clashes_8">
            <a:extLst>
              <a:ext uri="{FF2B5EF4-FFF2-40B4-BE49-F238E27FC236}">
                <a16:creationId xmlns:a16="http://schemas.microsoft.com/office/drawing/2014/main" id="{4D89B8BB-C775-4A1F-8966-5567C9CC7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2" name="9wup_2_build_Clashes_9">
            <a:extLst>
              <a:ext uri="{FF2B5EF4-FFF2-40B4-BE49-F238E27FC236}">
                <a16:creationId xmlns:a16="http://schemas.microsoft.com/office/drawing/2014/main" id="{242EE435-FE4B-4D20-ACFB-E91C97EAB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3" name="9wup_2_build_Clashes_10">
            <a:extLst>
              <a:ext uri="{FF2B5EF4-FFF2-40B4-BE49-F238E27FC236}">
                <a16:creationId xmlns:a16="http://schemas.microsoft.com/office/drawing/2014/main" id="{A77E630B-8934-4C54-8327-FBB3E7C73B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4" name="9wup_2_build_Clashes_11">
            <a:extLst>
              <a:ext uri="{FF2B5EF4-FFF2-40B4-BE49-F238E27FC236}">
                <a16:creationId xmlns:a16="http://schemas.microsoft.com/office/drawing/2014/main" id="{378086A0-65CC-44C6-9CFE-71B8EBACBB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5" name="9wup_2_build_Clashes_12">
            <a:extLst>
              <a:ext uri="{FF2B5EF4-FFF2-40B4-BE49-F238E27FC236}">
                <a16:creationId xmlns:a16="http://schemas.microsoft.com/office/drawing/2014/main" id="{065857D8-BB9A-436B-A335-EDE4D0F88B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6" name="9wup_2_build_Clashes_13">
            <a:extLst>
              <a:ext uri="{FF2B5EF4-FFF2-40B4-BE49-F238E27FC236}">
                <a16:creationId xmlns:a16="http://schemas.microsoft.com/office/drawing/2014/main" id="{EDFF3987-28B7-41B1-AFDD-38AD58179E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7" name="9wup_2_build_Clashes_14">
            <a:extLst>
              <a:ext uri="{FF2B5EF4-FFF2-40B4-BE49-F238E27FC236}">
                <a16:creationId xmlns:a16="http://schemas.microsoft.com/office/drawing/2014/main" id="{6ABF02CB-E332-46BD-90B9-8DEE344C3F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8" name="9wup_2_build_ClashingReceptorAtoms_0">
            <a:extLst>
              <a:ext uri="{FF2B5EF4-FFF2-40B4-BE49-F238E27FC236}">
                <a16:creationId xmlns:a16="http://schemas.microsoft.com/office/drawing/2014/main" id="{6F4CFBC0-E736-46EC-A526-339085375702}"/>
              </a:ext>
            </a:extLst>
          </p:cNvPr>
          <p:cNvSpPr>
            <a:spLocks noGrp="1"/>
          </p:cNvSpPr>
          <p:nvPr/>
        </p:nvSpPr>
        <p:spPr>
          <a:xfrm>
            <a:off x="6752134" y="26405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899" name="9wup_2_build_ClashingReceptorAtoms_1">
            <a:extLst>
              <a:ext uri="{FF2B5EF4-FFF2-40B4-BE49-F238E27FC236}">
                <a16:creationId xmlns:a16="http://schemas.microsoft.com/office/drawing/2014/main" id="{AA12CFCF-A237-4285-B293-6588C041C866}"/>
              </a:ext>
            </a:extLst>
          </p:cNvPr>
          <p:cNvSpPr>
            <a:spLocks noGrp="1"/>
          </p:cNvSpPr>
          <p:nvPr/>
        </p:nvSpPr>
        <p:spPr>
          <a:xfrm>
            <a:off x="7111290" y="25840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0" name="9wup_2_build_ClashingReceptorAtoms_2">
            <a:extLst>
              <a:ext uri="{FF2B5EF4-FFF2-40B4-BE49-F238E27FC236}">
                <a16:creationId xmlns:a16="http://schemas.microsoft.com/office/drawing/2014/main" id="{41B1F5CB-AC2D-425B-8D85-94C3DABAB0F1}"/>
              </a:ext>
            </a:extLst>
          </p:cNvPr>
          <p:cNvSpPr>
            <a:spLocks noGrp="1"/>
          </p:cNvSpPr>
          <p:nvPr/>
        </p:nvSpPr>
        <p:spPr>
          <a:xfrm>
            <a:off x="7224450" y="25950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1" name="9wup_2_build_ClashingReceptorAtoms_3">
            <a:extLst>
              <a:ext uri="{FF2B5EF4-FFF2-40B4-BE49-F238E27FC236}">
                <a16:creationId xmlns:a16="http://schemas.microsoft.com/office/drawing/2014/main" id="{A4B52E50-F921-4199-B9EA-013B7DA32A3B}"/>
              </a:ext>
            </a:extLst>
          </p:cNvPr>
          <p:cNvSpPr>
            <a:spLocks noGrp="1"/>
          </p:cNvSpPr>
          <p:nvPr/>
        </p:nvSpPr>
        <p:spPr>
          <a:xfrm>
            <a:off x="6880855" y="26303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2" name="9wup_2_build_ClashingReceptorAtoms_4">
            <a:extLst>
              <a:ext uri="{FF2B5EF4-FFF2-40B4-BE49-F238E27FC236}">
                <a16:creationId xmlns:a16="http://schemas.microsoft.com/office/drawing/2014/main" id="{D986D656-7929-431E-9952-1C7802BDB77A}"/>
              </a:ext>
            </a:extLst>
          </p:cNvPr>
          <p:cNvSpPr>
            <a:spLocks noGrp="1"/>
          </p:cNvSpPr>
          <p:nvPr/>
        </p:nvSpPr>
        <p:spPr>
          <a:xfrm>
            <a:off x="6738479" y="2936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3" name="9wup_2_build_ClashingReceptorAtoms_5">
            <a:extLst>
              <a:ext uri="{FF2B5EF4-FFF2-40B4-BE49-F238E27FC236}">
                <a16:creationId xmlns:a16="http://schemas.microsoft.com/office/drawing/2014/main" id="{EAD4BBE3-D908-4CB7-AD3B-9BB60F0CAE2D}"/>
              </a:ext>
            </a:extLst>
          </p:cNvPr>
          <p:cNvSpPr>
            <a:spLocks noGrp="1"/>
          </p:cNvSpPr>
          <p:nvPr/>
        </p:nvSpPr>
        <p:spPr>
          <a:xfrm>
            <a:off x="7018505" y="36510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4" name="9wup_2_build_ClashingReceptorAtoms_6">
            <a:extLst>
              <a:ext uri="{FF2B5EF4-FFF2-40B4-BE49-F238E27FC236}">
                <a16:creationId xmlns:a16="http://schemas.microsoft.com/office/drawing/2014/main" id="{74D6EE33-CB4C-4965-BBBA-8297F6DA4DAD}"/>
              </a:ext>
            </a:extLst>
          </p:cNvPr>
          <p:cNvSpPr>
            <a:spLocks noGrp="1"/>
          </p:cNvSpPr>
          <p:nvPr/>
        </p:nvSpPr>
        <p:spPr>
          <a:xfrm>
            <a:off x="7126958" y="37211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5" name="9wup_2_build_ClashingReceptorAtoms_7">
            <a:extLst>
              <a:ext uri="{FF2B5EF4-FFF2-40B4-BE49-F238E27FC236}">
                <a16:creationId xmlns:a16="http://schemas.microsoft.com/office/drawing/2014/main" id="{CF751754-A8A7-4D1B-B738-F26FC175AEE1}"/>
              </a:ext>
            </a:extLst>
          </p:cNvPr>
          <p:cNvSpPr>
            <a:spLocks noGrp="1"/>
          </p:cNvSpPr>
          <p:nvPr/>
        </p:nvSpPr>
        <p:spPr>
          <a:xfrm>
            <a:off x="7226835" y="36452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6" name="9wup_2_build_ClashingReceptorAtoms_8">
            <a:extLst>
              <a:ext uri="{FF2B5EF4-FFF2-40B4-BE49-F238E27FC236}">
                <a16:creationId xmlns:a16="http://schemas.microsoft.com/office/drawing/2014/main" id="{BAF16E81-A65D-4D76-B04C-1FA6F8EAE72E}"/>
              </a:ext>
            </a:extLst>
          </p:cNvPr>
          <p:cNvSpPr>
            <a:spLocks noGrp="1"/>
          </p:cNvSpPr>
          <p:nvPr/>
        </p:nvSpPr>
        <p:spPr>
          <a:xfrm>
            <a:off x="7213436" y="35910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7" name="9wup_2_build_ClashingReceptorAtoms_9">
            <a:extLst>
              <a:ext uri="{FF2B5EF4-FFF2-40B4-BE49-F238E27FC236}">
                <a16:creationId xmlns:a16="http://schemas.microsoft.com/office/drawing/2014/main" id="{EB285BA8-BA56-49D3-ACA8-3F0DA2DBC197}"/>
              </a:ext>
            </a:extLst>
          </p:cNvPr>
          <p:cNvSpPr>
            <a:spLocks noGrp="1"/>
          </p:cNvSpPr>
          <p:nvPr/>
        </p:nvSpPr>
        <p:spPr>
          <a:xfrm>
            <a:off x="7108340" y="38315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8" name="stage3-cases-clash_20">
            <a:extLst>
              <a:ext uri="{FF2B5EF4-FFF2-40B4-BE49-F238E27FC236}">
                <a16:creationId xmlns:a16="http://schemas.microsoft.com/office/drawing/2014/main" id="{792DDE2F-24A8-4DB5-89B1-F80B0220D35D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909" name="stage3-cases-clash_21">
            <a:extLst>
              <a:ext uri="{FF2B5EF4-FFF2-40B4-BE49-F238E27FC236}">
                <a16:creationId xmlns:a16="http://schemas.microsoft.com/office/drawing/2014/main" id="{31F45A7D-CF93-4E5A-AB82-B17BD114CE5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910" name="stage3-cases-clash_22">
            <a:extLst>
              <a:ext uri="{FF2B5EF4-FFF2-40B4-BE49-F238E27FC236}">
                <a16:creationId xmlns:a16="http://schemas.microsoft.com/office/drawing/2014/main" id="{C80850B2-EF26-46AA-A766-6970B6201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11" name="stage3-cases-clash_23">
            <a:extLst>
              <a:ext uri="{FF2B5EF4-FFF2-40B4-BE49-F238E27FC236}">
                <a16:creationId xmlns:a16="http://schemas.microsoft.com/office/drawing/2014/main" id="{04DB3F3E-E7FE-4893-8BCD-7BE408D27A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12" name="9wq3_5_official_Receptor">
            <a:extLst>
              <a:ext uri="{FF2B5EF4-FFF2-40B4-BE49-F238E27FC236}">
                <a16:creationId xmlns:a16="http://schemas.microsoft.com/office/drawing/2014/main" id="{0D649970-2DF1-42EF-9844-20E1588943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13" name="9wq3_5_official_ExperimentalDensity">
            <a:extLst>
              <a:ext uri="{FF2B5EF4-FFF2-40B4-BE49-F238E27FC236}">
                <a16:creationId xmlns:a16="http://schemas.microsoft.com/office/drawing/2014/main" id="{0754AFD0-92E0-4B1C-AE42-608744CC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14" name="9wq3_5_official_ReferenceLigand_0">
            <a:extLst>
              <a:ext uri="{FF2B5EF4-FFF2-40B4-BE49-F238E27FC236}">
                <a16:creationId xmlns:a16="http://schemas.microsoft.com/office/drawing/2014/main" id="{748FF8D2-D679-46F4-BFE0-2D2A5C87A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official_ReferenceLigand_1">
            <a:extLst>
              <a:ext uri="{FF2B5EF4-FFF2-40B4-BE49-F238E27FC236}">
                <a16:creationId xmlns:a16="http://schemas.microsoft.com/office/drawing/2014/main" id="{767EF582-9D63-44BA-AAD9-5245ADD4B8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official_ReferenceLigand_2">
            <a:extLst>
              <a:ext uri="{FF2B5EF4-FFF2-40B4-BE49-F238E27FC236}">
                <a16:creationId xmlns:a16="http://schemas.microsoft.com/office/drawing/2014/main" id="{41BBF624-BE9E-4F33-BF24-2830F586E4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official_ReferenceLigand_3">
            <a:extLst>
              <a:ext uri="{FF2B5EF4-FFF2-40B4-BE49-F238E27FC236}">
                <a16:creationId xmlns:a16="http://schemas.microsoft.com/office/drawing/2014/main" id="{31C3CF72-E41C-4400-AE4A-0256908705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official_ReferenceLigand_4">
            <a:extLst>
              <a:ext uri="{FF2B5EF4-FFF2-40B4-BE49-F238E27FC236}">
                <a16:creationId xmlns:a16="http://schemas.microsoft.com/office/drawing/2014/main" id="{D1F08B64-C9F9-469B-B2C0-796178873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official_ReferenceLigand_5">
            <a:extLst>
              <a:ext uri="{FF2B5EF4-FFF2-40B4-BE49-F238E27FC236}">
                <a16:creationId xmlns:a16="http://schemas.microsoft.com/office/drawing/2014/main" id="{3F9E8254-5830-4D1E-A283-473121F535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official_ReferenceLigand_6">
            <a:extLst>
              <a:ext uri="{FF2B5EF4-FFF2-40B4-BE49-F238E27FC236}">
                <a16:creationId xmlns:a16="http://schemas.microsoft.com/office/drawing/2014/main" id="{81F42D86-9D25-4C3C-B895-63DFE71D1F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official_ReferenceLigand_7">
            <a:extLst>
              <a:ext uri="{FF2B5EF4-FFF2-40B4-BE49-F238E27FC236}">
                <a16:creationId xmlns:a16="http://schemas.microsoft.com/office/drawing/2014/main" id="{92337B96-6B2C-4DBD-9F35-23132C09B1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official_ReferenceLigand_8">
            <a:extLst>
              <a:ext uri="{FF2B5EF4-FFF2-40B4-BE49-F238E27FC236}">
                <a16:creationId xmlns:a16="http://schemas.microsoft.com/office/drawing/2014/main" id="{A850C6BA-FF6D-4A29-A959-D0D03E069B7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official_ReferenceLigand_9">
            <a:extLst>
              <a:ext uri="{FF2B5EF4-FFF2-40B4-BE49-F238E27FC236}">
                <a16:creationId xmlns:a16="http://schemas.microsoft.com/office/drawing/2014/main" id="{D8B50FE0-1E17-493A-BA86-63AB69B529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official_ReferenceLigand_10">
            <a:extLst>
              <a:ext uri="{FF2B5EF4-FFF2-40B4-BE49-F238E27FC236}">
                <a16:creationId xmlns:a16="http://schemas.microsoft.com/office/drawing/2014/main" id="{D255C87A-B9F0-4C04-8544-1B1A8DE755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official_ReferenceLigand_11">
            <a:extLst>
              <a:ext uri="{FF2B5EF4-FFF2-40B4-BE49-F238E27FC236}">
                <a16:creationId xmlns:a16="http://schemas.microsoft.com/office/drawing/2014/main" id="{D2B25A0A-B6EF-4391-BEB2-9149D16FDE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official_ReferenceLigand_12">
            <a:extLst>
              <a:ext uri="{FF2B5EF4-FFF2-40B4-BE49-F238E27FC236}">
                <a16:creationId xmlns:a16="http://schemas.microsoft.com/office/drawing/2014/main" id="{BF781221-01B8-40D6-8386-E9C9F3EF0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official_ReferenceLigand_13">
            <a:extLst>
              <a:ext uri="{FF2B5EF4-FFF2-40B4-BE49-F238E27FC236}">
                <a16:creationId xmlns:a16="http://schemas.microsoft.com/office/drawing/2014/main" id="{276054FE-C96D-404F-A6B5-F1A971E07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official_ReferenceLigand_14">
            <a:extLst>
              <a:ext uri="{FF2B5EF4-FFF2-40B4-BE49-F238E27FC236}">
                <a16:creationId xmlns:a16="http://schemas.microsoft.com/office/drawing/2014/main" id="{8320C6C5-DC28-4B24-9653-E283E94C27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official_ReferenceLigand_15">
            <a:extLst>
              <a:ext uri="{FF2B5EF4-FFF2-40B4-BE49-F238E27FC236}">
                <a16:creationId xmlns:a16="http://schemas.microsoft.com/office/drawing/2014/main" id="{7C2A4C1C-3C31-49E3-957B-46CECCB93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official_ReferenceLigand_16">
            <a:extLst>
              <a:ext uri="{FF2B5EF4-FFF2-40B4-BE49-F238E27FC236}">
                <a16:creationId xmlns:a16="http://schemas.microsoft.com/office/drawing/2014/main" id="{66BB7E56-D047-463F-9E21-BC57828EDC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official_ReferenceLigand_17">
            <a:extLst>
              <a:ext uri="{FF2B5EF4-FFF2-40B4-BE49-F238E27FC236}">
                <a16:creationId xmlns:a16="http://schemas.microsoft.com/office/drawing/2014/main" id="{1F87366B-BE84-4EF4-9F89-8D42111D62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official_ReferenceLigand_18">
            <a:extLst>
              <a:ext uri="{FF2B5EF4-FFF2-40B4-BE49-F238E27FC236}">
                <a16:creationId xmlns:a16="http://schemas.microsoft.com/office/drawing/2014/main" id="{6CEA926C-53BD-457E-8144-B6B11B1919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official_ReferenceLigand_19">
            <a:extLst>
              <a:ext uri="{FF2B5EF4-FFF2-40B4-BE49-F238E27FC236}">
                <a16:creationId xmlns:a16="http://schemas.microsoft.com/office/drawing/2014/main" id="{BB97E82C-9429-4AF6-AB15-3E6DF65E31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official_ReferenceLigand_20">
            <a:extLst>
              <a:ext uri="{FF2B5EF4-FFF2-40B4-BE49-F238E27FC236}">
                <a16:creationId xmlns:a16="http://schemas.microsoft.com/office/drawing/2014/main" id="{55227952-398B-44AA-8448-304E3B6807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official_ReferenceLigand_21">
            <a:extLst>
              <a:ext uri="{FF2B5EF4-FFF2-40B4-BE49-F238E27FC236}">
                <a16:creationId xmlns:a16="http://schemas.microsoft.com/office/drawing/2014/main" id="{90DFE21B-7E51-448A-82B2-B525F33EB2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official_ReferenceLigand_22">
            <a:extLst>
              <a:ext uri="{FF2B5EF4-FFF2-40B4-BE49-F238E27FC236}">
                <a16:creationId xmlns:a16="http://schemas.microsoft.com/office/drawing/2014/main" id="{2CD86FDC-C8E3-4E15-9112-1BE071793A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official_ReferenceLigand_23">
            <a:extLst>
              <a:ext uri="{FF2B5EF4-FFF2-40B4-BE49-F238E27FC236}">
                <a16:creationId xmlns:a16="http://schemas.microsoft.com/office/drawing/2014/main" id="{1F1C3441-6A28-419C-84CD-AF4459BC9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official_ReferenceLigand_24">
            <a:extLst>
              <a:ext uri="{FF2B5EF4-FFF2-40B4-BE49-F238E27FC236}">
                <a16:creationId xmlns:a16="http://schemas.microsoft.com/office/drawing/2014/main" id="{E01E4565-50F2-4D07-B705-AE6CE27F55F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official_ReferenceLigand_25">
            <a:extLst>
              <a:ext uri="{FF2B5EF4-FFF2-40B4-BE49-F238E27FC236}">
                <a16:creationId xmlns:a16="http://schemas.microsoft.com/office/drawing/2014/main" id="{F29E733C-EADC-4CEB-BFE1-BFDABB5D8E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official_ReferenceLigand_26">
            <a:extLst>
              <a:ext uri="{FF2B5EF4-FFF2-40B4-BE49-F238E27FC236}">
                <a16:creationId xmlns:a16="http://schemas.microsoft.com/office/drawing/2014/main" id="{722FD98F-D9C2-42D9-84B2-3F8E8EE291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official_ReferenceLigand_27">
            <a:extLst>
              <a:ext uri="{FF2B5EF4-FFF2-40B4-BE49-F238E27FC236}">
                <a16:creationId xmlns:a16="http://schemas.microsoft.com/office/drawing/2014/main" id="{E7BF5AF6-776D-413E-9ED5-1D085CFBAF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official_ReferenceLigand_28">
            <a:extLst>
              <a:ext uri="{FF2B5EF4-FFF2-40B4-BE49-F238E27FC236}">
                <a16:creationId xmlns:a16="http://schemas.microsoft.com/office/drawing/2014/main" id="{A1EB0C6D-8758-49B8-B167-854F968EA9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official_ReferenceLigand_29">
            <a:extLst>
              <a:ext uri="{FF2B5EF4-FFF2-40B4-BE49-F238E27FC236}">
                <a16:creationId xmlns:a16="http://schemas.microsoft.com/office/drawing/2014/main" id="{A7AB80A6-AFFC-4B1A-89CB-429BF46DB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official_ReferenceLigand_30">
            <a:extLst>
              <a:ext uri="{FF2B5EF4-FFF2-40B4-BE49-F238E27FC236}">
                <a16:creationId xmlns:a16="http://schemas.microsoft.com/office/drawing/2014/main" id="{E39FF4D3-D920-4300-8D47-0EAC2ED2430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official_ReferenceLigand_31">
            <a:extLst>
              <a:ext uri="{FF2B5EF4-FFF2-40B4-BE49-F238E27FC236}">
                <a16:creationId xmlns:a16="http://schemas.microsoft.com/office/drawing/2014/main" id="{43660244-16B5-4DE1-877A-9C846B697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official_ReferenceLigand_32">
            <a:extLst>
              <a:ext uri="{FF2B5EF4-FFF2-40B4-BE49-F238E27FC236}">
                <a16:creationId xmlns:a16="http://schemas.microsoft.com/office/drawing/2014/main" id="{2C6A0561-C062-4867-A7E5-450DFAAD3F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official_ReferenceLigand_33">
            <a:extLst>
              <a:ext uri="{FF2B5EF4-FFF2-40B4-BE49-F238E27FC236}">
                <a16:creationId xmlns:a16="http://schemas.microsoft.com/office/drawing/2014/main" id="{A4DA3EB5-3D8C-4378-A3B5-2261D35D4B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official_ReferenceLigand_34">
            <a:extLst>
              <a:ext uri="{FF2B5EF4-FFF2-40B4-BE49-F238E27FC236}">
                <a16:creationId xmlns:a16="http://schemas.microsoft.com/office/drawing/2014/main" id="{7FC50099-19CE-45A4-8E72-06D1436EBA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9" name="9wq3_5_official_ReferenceLigand_35">
            <a:extLst>
              <a:ext uri="{FF2B5EF4-FFF2-40B4-BE49-F238E27FC236}">
                <a16:creationId xmlns:a16="http://schemas.microsoft.com/office/drawing/2014/main" id="{98B41E00-F5BC-4B24-85F5-76E917C62D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0" name="9wq3_5_official_ReferenceLigand_36">
            <a:extLst>
              <a:ext uri="{FF2B5EF4-FFF2-40B4-BE49-F238E27FC236}">
                <a16:creationId xmlns:a16="http://schemas.microsoft.com/office/drawing/2014/main" id="{16763621-408B-47DD-8936-C571D6685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9wq3_5_official_ReferenceLigand_37">
            <a:extLst>
              <a:ext uri="{FF2B5EF4-FFF2-40B4-BE49-F238E27FC236}">
                <a16:creationId xmlns:a16="http://schemas.microsoft.com/office/drawing/2014/main" id="{2D737978-94F4-46EC-A63D-A667A8C7A6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9wq3_5_official_ReferenceLigand_38">
            <a:extLst>
              <a:ext uri="{FF2B5EF4-FFF2-40B4-BE49-F238E27FC236}">
                <a16:creationId xmlns:a16="http://schemas.microsoft.com/office/drawing/2014/main" id="{850850E6-70E7-40F5-B843-4DFB1CDB3B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9wq3_5_official_ReferenceLigand_39">
            <a:extLst>
              <a:ext uri="{FF2B5EF4-FFF2-40B4-BE49-F238E27FC236}">
                <a16:creationId xmlns:a16="http://schemas.microsoft.com/office/drawing/2014/main" id="{7F889ED0-96E2-4141-8B81-0543203489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9wq3_5_official_ReferenceLigand_40">
            <a:extLst>
              <a:ext uri="{FF2B5EF4-FFF2-40B4-BE49-F238E27FC236}">
                <a16:creationId xmlns:a16="http://schemas.microsoft.com/office/drawing/2014/main" id="{0E86CB98-EB52-4240-8D20-68FB74F860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9wq3_5_official_ReferenceLigand_41">
            <a:extLst>
              <a:ext uri="{FF2B5EF4-FFF2-40B4-BE49-F238E27FC236}">
                <a16:creationId xmlns:a16="http://schemas.microsoft.com/office/drawing/2014/main" id="{4DCBF214-AA57-45E2-BDA1-9CFA47119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9wq3_5_official_ReferenceLigand_42">
            <a:extLst>
              <a:ext uri="{FF2B5EF4-FFF2-40B4-BE49-F238E27FC236}">
                <a16:creationId xmlns:a16="http://schemas.microsoft.com/office/drawing/2014/main" id="{DFAE8899-758C-4410-BE63-45DB73FC8C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9wq3_5_official_ReferenceLigand_43">
            <a:extLst>
              <a:ext uri="{FF2B5EF4-FFF2-40B4-BE49-F238E27FC236}">
                <a16:creationId xmlns:a16="http://schemas.microsoft.com/office/drawing/2014/main" id="{B6FE4ED0-8C44-4B78-BAA7-9B27CA2A38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9wq3_5_official_ReferenceLigand_44">
            <a:extLst>
              <a:ext uri="{FF2B5EF4-FFF2-40B4-BE49-F238E27FC236}">
                <a16:creationId xmlns:a16="http://schemas.microsoft.com/office/drawing/2014/main" id="{48890EB9-B9B9-4D23-874C-49FC4F5FBC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9wq3_5_official_ReferenceLigand_45">
            <a:extLst>
              <a:ext uri="{FF2B5EF4-FFF2-40B4-BE49-F238E27FC236}">
                <a16:creationId xmlns:a16="http://schemas.microsoft.com/office/drawing/2014/main" id="{5E65DF43-AE4F-4A99-B6DB-98C7BED312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9wq3_5_official_ReferenceLigand_46">
            <a:extLst>
              <a:ext uri="{FF2B5EF4-FFF2-40B4-BE49-F238E27FC236}">
                <a16:creationId xmlns:a16="http://schemas.microsoft.com/office/drawing/2014/main" id="{AAF6E1B8-8396-46F9-8CC4-5B52655F1A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9wq3_5_official_ReferenceLigand_47">
            <a:extLst>
              <a:ext uri="{FF2B5EF4-FFF2-40B4-BE49-F238E27FC236}">
                <a16:creationId xmlns:a16="http://schemas.microsoft.com/office/drawing/2014/main" id="{7B40F438-BE22-4B6B-A2EC-9C2992DF72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9wq3_5_official_ReferenceLigand_48">
            <a:extLst>
              <a:ext uri="{FF2B5EF4-FFF2-40B4-BE49-F238E27FC236}">
                <a16:creationId xmlns:a16="http://schemas.microsoft.com/office/drawing/2014/main" id="{0460316E-7D21-482F-8455-3F54141E98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9wq3_5_official_ReferenceLigand_49">
            <a:extLst>
              <a:ext uri="{FF2B5EF4-FFF2-40B4-BE49-F238E27FC236}">
                <a16:creationId xmlns:a16="http://schemas.microsoft.com/office/drawing/2014/main" id="{41170126-FE15-4A1A-90E0-5637A62F8F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9wq3_5_official_ReferenceLigand_50">
            <a:extLst>
              <a:ext uri="{FF2B5EF4-FFF2-40B4-BE49-F238E27FC236}">
                <a16:creationId xmlns:a16="http://schemas.microsoft.com/office/drawing/2014/main" id="{DCB8ACB7-2678-4546-AB8C-E70E9072FE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9wq3_5_official_PredictedLigand_0">
            <a:extLst>
              <a:ext uri="{FF2B5EF4-FFF2-40B4-BE49-F238E27FC236}">
                <a16:creationId xmlns:a16="http://schemas.microsoft.com/office/drawing/2014/main" id="{722E0E1B-335D-48AA-91CE-C6C635BD44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6" name="9wq3_5_official_PredictedLigand_1">
            <a:extLst>
              <a:ext uri="{FF2B5EF4-FFF2-40B4-BE49-F238E27FC236}">
                <a16:creationId xmlns:a16="http://schemas.microsoft.com/office/drawing/2014/main" id="{8A1585B6-55F6-4D78-B94D-0A364CF442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7" name="9wq3_5_official_PredictedLigand_2">
            <a:extLst>
              <a:ext uri="{FF2B5EF4-FFF2-40B4-BE49-F238E27FC236}">
                <a16:creationId xmlns:a16="http://schemas.microsoft.com/office/drawing/2014/main" id="{D14CA1B1-0E6C-4659-8638-6176927344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8" name="9wq3_5_official_PredictedLigand_3">
            <a:extLst>
              <a:ext uri="{FF2B5EF4-FFF2-40B4-BE49-F238E27FC236}">
                <a16:creationId xmlns:a16="http://schemas.microsoft.com/office/drawing/2014/main" id="{F8A73BDE-8B1A-402A-9FC8-4025052B53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9" name="9wq3_5_official_PredictedLigand_4">
            <a:extLst>
              <a:ext uri="{FF2B5EF4-FFF2-40B4-BE49-F238E27FC236}">
                <a16:creationId xmlns:a16="http://schemas.microsoft.com/office/drawing/2014/main" id="{6B918C8A-FB32-44A5-965B-21E54F90A9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0" name="9wq3_5_official_PredictedLigand_5">
            <a:extLst>
              <a:ext uri="{FF2B5EF4-FFF2-40B4-BE49-F238E27FC236}">
                <a16:creationId xmlns:a16="http://schemas.microsoft.com/office/drawing/2014/main" id="{A68DB441-7566-403F-B0C7-FC6301EF21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1" name="9wq3_5_official_PredictedLigand_6">
            <a:extLst>
              <a:ext uri="{FF2B5EF4-FFF2-40B4-BE49-F238E27FC236}">
                <a16:creationId xmlns:a16="http://schemas.microsoft.com/office/drawing/2014/main" id="{7B9C91FF-483F-46D4-BDAE-9085F3DF6A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2" name="9wq3_5_official_PredictedLigand_7">
            <a:extLst>
              <a:ext uri="{FF2B5EF4-FFF2-40B4-BE49-F238E27FC236}">
                <a16:creationId xmlns:a16="http://schemas.microsoft.com/office/drawing/2014/main" id="{A248A173-F210-44D0-AA0F-D2A7EDC9DFE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3" name="9wq3_5_official_PredictedLigand_8">
            <a:extLst>
              <a:ext uri="{FF2B5EF4-FFF2-40B4-BE49-F238E27FC236}">
                <a16:creationId xmlns:a16="http://schemas.microsoft.com/office/drawing/2014/main" id="{04D447FE-3116-4EBC-9EE9-1824520641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4" name="9wq3_5_official_PredictedLigand_9">
            <a:extLst>
              <a:ext uri="{FF2B5EF4-FFF2-40B4-BE49-F238E27FC236}">
                <a16:creationId xmlns:a16="http://schemas.microsoft.com/office/drawing/2014/main" id="{FDFF2133-C10C-4B75-ADB7-171DDB3CB8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5" name="9wq3_5_official_PredictedLigand_10">
            <a:extLst>
              <a:ext uri="{FF2B5EF4-FFF2-40B4-BE49-F238E27FC236}">
                <a16:creationId xmlns:a16="http://schemas.microsoft.com/office/drawing/2014/main" id="{C9608816-3234-400C-95FB-FE672322B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6" name="9wq3_5_official_PredictedLigand_11">
            <a:extLst>
              <a:ext uri="{FF2B5EF4-FFF2-40B4-BE49-F238E27FC236}">
                <a16:creationId xmlns:a16="http://schemas.microsoft.com/office/drawing/2014/main" id="{9B8CB11A-4881-41FA-8B03-FCA9CF944A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7" name="9wq3_5_official_PredictedLigand_12">
            <a:extLst>
              <a:ext uri="{FF2B5EF4-FFF2-40B4-BE49-F238E27FC236}">
                <a16:creationId xmlns:a16="http://schemas.microsoft.com/office/drawing/2014/main" id="{85D8E865-E737-4048-861F-5E15B1B28F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8" name="9wq3_5_official_PredictedLigand_13">
            <a:extLst>
              <a:ext uri="{FF2B5EF4-FFF2-40B4-BE49-F238E27FC236}">
                <a16:creationId xmlns:a16="http://schemas.microsoft.com/office/drawing/2014/main" id="{9854D6BE-B9EE-4832-B7A4-71601243A5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9" name="9wq3_5_official_PredictedLigand_14">
            <a:extLst>
              <a:ext uri="{FF2B5EF4-FFF2-40B4-BE49-F238E27FC236}">
                <a16:creationId xmlns:a16="http://schemas.microsoft.com/office/drawing/2014/main" id="{4E2049DD-983F-4B74-A8C8-5C6773FF35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0" name="9wq3_5_official_PredictedLigand_15">
            <a:extLst>
              <a:ext uri="{FF2B5EF4-FFF2-40B4-BE49-F238E27FC236}">
                <a16:creationId xmlns:a16="http://schemas.microsoft.com/office/drawing/2014/main" id="{6681B1F5-572A-4FE7-B632-60AC2B7C2E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1" name="9wq3_5_official_PredictedLigand_16">
            <a:extLst>
              <a:ext uri="{FF2B5EF4-FFF2-40B4-BE49-F238E27FC236}">
                <a16:creationId xmlns:a16="http://schemas.microsoft.com/office/drawing/2014/main" id="{531EBE48-F69B-423B-BB81-682592B67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2" name="9wq3_5_official_PredictedLigand_17">
            <a:extLst>
              <a:ext uri="{FF2B5EF4-FFF2-40B4-BE49-F238E27FC236}">
                <a16:creationId xmlns:a16="http://schemas.microsoft.com/office/drawing/2014/main" id="{36F812C9-6762-40DB-8FFE-0881259F61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3" name="9wq3_5_official_PredictedLigand_18">
            <a:extLst>
              <a:ext uri="{FF2B5EF4-FFF2-40B4-BE49-F238E27FC236}">
                <a16:creationId xmlns:a16="http://schemas.microsoft.com/office/drawing/2014/main" id="{78C1A917-8058-40BD-B111-1619EFAF99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9wq3_5_official_PredictedLigand_19">
            <a:extLst>
              <a:ext uri="{FF2B5EF4-FFF2-40B4-BE49-F238E27FC236}">
                <a16:creationId xmlns:a16="http://schemas.microsoft.com/office/drawing/2014/main" id="{FA016010-544D-423E-9923-E625671757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9wq3_5_official_PredictedLigand_20">
            <a:extLst>
              <a:ext uri="{FF2B5EF4-FFF2-40B4-BE49-F238E27FC236}">
                <a16:creationId xmlns:a16="http://schemas.microsoft.com/office/drawing/2014/main" id="{99421597-1BDF-454C-86E9-3E64535089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9wq3_5_official_PredictedLigand_21">
            <a:extLst>
              <a:ext uri="{FF2B5EF4-FFF2-40B4-BE49-F238E27FC236}">
                <a16:creationId xmlns:a16="http://schemas.microsoft.com/office/drawing/2014/main" id="{52B8622B-D222-4C9F-A018-526C3BC8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9wq3_5_official_PredictedLigand_22">
            <a:extLst>
              <a:ext uri="{FF2B5EF4-FFF2-40B4-BE49-F238E27FC236}">
                <a16:creationId xmlns:a16="http://schemas.microsoft.com/office/drawing/2014/main" id="{E4EBEAA0-4343-407B-88EB-DCA28FF6A5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9wq3_5_official_PredictedLigand_23">
            <a:extLst>
              <a:ext uri="{FF2B5EF4-FFF2-40B4-BE49-F238E27FC236}">
                <a16:creationId xmlns:a16="http://schemas.microsoft.com/office/drawing/2014/main" id="{093519E3-D37E-4D74-9D2A-EFE94712D7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9wq3_5_official_PredictedLigand_24">
            <a:extLst>
              <a:ext uri="{FF2B5EF4-FFF2-40B4-BE49-F238E27FC236}">
                <a16:creationId xmlns:a16="http://schemas.microsoft.com/office/drawing/2014/main" id="{3AF8DD5A-6629-487F-B22E-46DD9D58D1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9wq3_5_official_PredictedLigand_25">
            <a:extLst>
              <a:ext uri="{FF2B5EF4-FFF2-40B4-BE49-F238E27FC236}">
                <a16:creationId xmlns:a16="http://schemas.microsoft.com/office/drawing/2014/main" id="{3ADA616D-1965-4F7D-A70C-320FA20FB35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9wq3_5_official_PredictedLigand_26">
            <a:extLst>
              <a:ext uri="{FF2B5EF4-FFF2-40B4-BE49-F238E27FC236}">
                <a16:creationId xmlns:a16="http://schemas.microsoft.com/office/drawing/2014/main" id="{22341EAB-A013-4534-9313-06316E8AB2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9wq3_5_official_PredictedLigand_27">
            <a:extLst>
              <a:ext uri="{FF2B5EF4-FFF2-40B4-BE49-F238E27FC236}">
                <a16:creationId xmlns:a16="http://schemas.microsoft.com/office/drawing/2014/main" id="{A0129DE1-CE99-48F2-BC9F-F17F22977D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9wq3_5_official_PredictedLigand_28">
            <a:extLst>
              <a:ext uri="{FF2B5EF4-FFF2-40B4-BE49-F238E27FC236}">
                <a16:creationId xmlns:a16="http://schemas.microsoft.com/office/drawing/2014/main" id="{435A99A9-D5F8-4EEF-8EFD-934CE0EA30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9wq3_5_official_PredictedLigand_29">
            <a:extLst>
              <a:ext uri="{FF2B5EF4-FFF2-40B4-BE49-F238E27FC236}">
                <a16:creationId xmlns:a16="http://schemas.microsoft.com/office/drawing/2014/main" id="{AA8DFAA2-FBD8-455F-A1E3-A358983003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9wq3_5_official_PredictedLigand_30">
            <a:extLst>
              <a:ext uri="{FF2B5EF4-FFF2-40B4-BE49-F238E27FC236}">
                <a16:creationId xmlns:a16="http://schemas.microsoft.com/office/drawing/2014/main" id="{C0F24177-AB55-411C-93ED-A4DC36C30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9wq3_5_official_PredictedLigand_31">
            <a:extLst>
              <a:ext uri="{FF2B5EF4-FFF2-40B4-BE49-F238E27FC236}">
                <a16:creationId xmlns:a16="http://schemas.microsoft.com/office/drawing/2014/main" id="{1F9A4878-8976-44C7-A9FA-B59B1BE24D2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9wq3_5_official_PredictedLigand_32">
            <a:extLst>
              <a:ext uri="{FF2B5EF4-FFF2-40B4-BE49-F238E27FC236}">
                <a16:creationId xmlns:a16="http://schemas.microsoft.com/office/drawing/2014/main" id="{BBA1B036-A39F-4898-82C9-75FF4A5EBD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9wq3_5_official_PredictedLigand_33">
            <a:extLst>
              <a:ext uri="{FF2B5EF4-FFF2-40B4-BE49-F238E27FC236}">
                <a16:creationId xmlns:a16="http://schemas.microsoft.com/office/drawing/2014/main" id="{DE7B684A-B1C8-4398-B5D3-E4EEE034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9wq3_5_official_PredictedLigand_34">
            <a:extLst>
              <a:ext uri="{FF2B5EF4-FFF2-40B4-BE49-F238E27FC236}">
                <a16:creationId xmlns:a16="http://schemas.microsoft.com/office/drawing/2014/main" id="{584C0B29-8037-4275-B551-126FD127C0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9wq3_5_official_PredictedLigand_35">
            <a:extLst>
              <a:ext uri="{FF2B5EF4-FFF2-40B4-BE49-F238E27FC236}">
                <a16:creationId xmlns:a16="http://schemas.microsoft.com/office/drawing/2014/main" id="{A00CC643-FAEC-409F-B0F8-B3C34C6ED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9wq3_5_official_PredictedLigand_36">
            <a:extLst>
              <a:ext uri="{FF2B5EF4-FFF2-40B4-BE49-F238E27FC236}">
                <a16:creationId xmlns:a16="http://schemas.microsoft.com/office/drawing/2014/main" id="{6933B43F-A347-44CC-8E94-5BE36A0E60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9wq3_5_official_PredictedLigand_37">
            <a:extLst>
              <a:ext uri="{FF2B5EF4-FFF2-40B4-BE49-F238E27FC236}">
                <a16:creationId xmlns:a16="http://schemas.microsoft.com/office/drawing/2014/main" id="{00191678-4FD4-4D7F-A28F-AC13479700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9wq3_5_official_PredictedLigand_38">
            <a:extLst>
              <a:ext uri="{FF2B5EF4-FFF2-40B4-BE49-F238E27FC236}">
                <a16:creationId xmlns:a16="http://schemas.microsoft.com/office/drawing/2014/main" id="{8BDBAC85-C53C-4FB3-96AF-48F450DC1C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9wq3_5_official_PredictedLigand_39">
            <a:extLst>
              <a:ext uri="{FF2B5EF4-FFF2-40B4-BE49-F238E27FC236}">
                <a16:creationId xmlns:a16="http://schemas.microsoft.com/office/drawing/2014/main" id="{E462C88C-8012-4A26-A6AB-007880EC39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9wq3_5_official_PredictedLigand_40">
            <a:extLst>
              <a:ext uri="{FF2B5EF4-FFF2-40B4-BE49-F238E27FC236}">
                <a16:creationId xmlns:a16="http://schemas.microsoft.com/office/drawing/2014/main" id="{DF5A5354-398A-4426-B214-26943ECFD76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9wq3_5_official_PredictedLigand_41">
            <a:extLst>
              <a:ext uri="{FF2B5EF4-FFF2-40B4-BE49-F238E27FC236}">
                <a16:creationId xmlns:a16="http://schemas.microsoft.com/office/drawing/2014/main" id="{CF61ED54-9FF1-4014-B758-1F0A634EB8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9wq3_5_official_PredictedLigand_42">
            <a:extLst>
              <a:ext uri="{FF2B5EF4-FFF2-40B4-BE49-F238E27FC236}">
                <a16:creationId xmlns:a16="http://schemas.microsoft.com/office/drawing/2014/main" id="{E58957E0-A4CC-4ED1-9D76-CB4253512A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9wq3_5_official_PredictedLigand_43">
            <a:extLst>
              <a:ext uri="{FF2B5EF4-FFF2-40B4-BE49-F238E27FC236}">
                <a16:creationId xmlns:a16="http://schemas.microsoft.com/office/drawing/2014/main" id="{C43D2522-ACB4-4252-9169-C004D1FDA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9wq3_5_official_PredictedLigand_44">
            <a:extLst>
              <a:ext uri="{FF2B5EF4-FFF2-40B4-BE49-F238E27FC236}">
                <a16:creationId xmlns:a16="http://schemas.microsoft.com/office/drawing/2014/main" id="{9EC9B4AE-CE80-49E5-815F-EB8F8FB0EC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9wq3_5_official_PredictedLigand_45">
            <a:extLst>
              <a:ext uri="{FF2B5EF4-FFF2-40B4-BE49-F238E27FC236}">
                <a16:creationId xmlns:a16="http://schemas.microsoft.com/office/drawing/2014/main" id="{2748F451-24C9-44E4-9FF7-9B2F1E9ED1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9wq3_5_official_PredictedLigand_46">
            <a:extLst>
              <a:ext uri="{FF2B5EF4-FFF2-40B4-BE49-F238E27FC236}">
                <a16:creationId xmlns:a16="http://schemas.microsoft.com/office/drawing/2014/main" id="{7361F436-185B-45FD-A600-1E5308A3B4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9wq3_5_official_PredictedLigand_47">
            <a:extLst>
              <a:ext uri="{FF2B5EF4-FFF2-40B4-BE49-F238E27FC236}">
                <a16:creationId xmlns:a16="http://schemas.microsoft.com/office/drawing/2014/main" id="{D4728CFB-0E6F-41E8-94D8-4216283C17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9wq3_5_official_PredictedLigand_48">
            <a:extLst>
              <a:ext uri="{FF2B5EF4-FFF2-40B4-BE49-F238E27FC236}">
                <a16:creationId xmlns:a16="http://schemas.microsoft.com/office/drawing/2014/main" id="{4198D0A0-3EC0-4C69-9A89-E8A05C4D4C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9wq3_5_official_PredictedAtoms_0">
            <a:extLst>
              <a:ext uri="{FF2B5EF4-FFF2-40B4-BE49-F238E27FC236}">
                <a16:creationId xmlns:a16="http://schemas.microsoft.com/office/drawing/2014/main" id="{3F6CB0E2-481F-4351-9DEB-4E3DF3E4DA5E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5" name="9wq3_5_official_PredictedAtoms_1">
            <a:extLst>
              <a:ext uri="{FF2B5EF4-FFF2-40B4-BE49-F238E27FC236}">
                <a16:creationId xmlns:a16="http://schemas.microsoft.com/office/drawing/2014/main" id="{BB390EF0-B268-48F8-A4F3-9C68E52D7BE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6" name="9wq3_5_official_PredictedAtoms_2">
            <a:extLst>
              <a:ext uri="{FF2B5EF4-FFF2-40B4-BE49-F238E27FC236}">
                <a16:creationId xmlns:a16="http://schemas.microsoft.com/office/drawing/2014/main" id="{8F003342-0DDE-465A-ACA8-54DE866BCFBC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9wq3_5_official_PredictedAtoms_3">
            <a:extLst>
              <a:ext uri="{FF2B5EF4-FFF2-40B4-BE49-F238E27FC236}">
                <a16:creationId xmlns:a16="http://schemas.microsoft.com/office/drawing/2014/main" id="{FD8F647A-B64C-401E-808D-F907EDB2CB84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9wq3_5_official_PredictedAtoms_4">
            <a:extLst>
              <a:ext uri="{FF2B5EF4-FFF2-40B4-BE49-F238E27FC236}">
                <a16:creationId xmlns:a16="http://schemas.microsoft.com/office/drawing/2014/main" id="{4647F3AA-357E-473F-B850-FFFD79FD6E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9wq3_5_official_PredictedAtoms_5">
            <a:extLst>
              <a:ext uri="{FF2B5EF4-FFF2-40B4-BE49-F238E27FC236}">
                <a16:creationId xmlns:a16="http://schemas.microsoft.com/office/drawing/2014/main" id="{A2B72311-97D8-43B8-BB3B-12BD601BBCC3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9wq3_5_official_PredictedAtoms_6">
            <a:extLst>
              <a:ext uri="{FF2B5EF4-FFF2-40B4-BE49-F238E27FC236}">
                <a16:creationId xmlns:a16="http://schemas.microsoft.com/office/drawing/2014/main" id="{0448E24E-0F22-4795-B08D-907707CFEF32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9wq3_5_official_PredictedAtoms_7">
            <a:extLst>
              <a:ext uri="{FF2B5EF4-FFF2-40B4-BE49-F238E27FC236}">
                <a16:creationId xmlns:a16="http://schemas.microsoft.com/office/drawing/2014/main" id="{994F2E11-4D74-4568-93B6-081EC5CE7BDC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9wq3_5_official_PredictedAtoms_8">
            <a:extLst>
              <a:ext uri="{FF2B5EF4-FFF2-40B4-BE49-F238E27FC236}">
                <a16:creationId xmlns:a16="http://schemas.microsoft.com/office/drawing/2014/main" id="{E17A38FC-CA93-4E02-B60F-5413F71BFA99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9wq3_5_official_PredictedAtoms_9">
            <a:extLst>
              <a:ext uri="{FF2B5EF4-FFF2-40B4-BE49-F238E27FC236}">
                <a16:creationId xmlns:a16="http://schemas.microsoft.com/office/drawing/2014/main" id="{3889388C-DD47-4B48-854A-6151223A6A0A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9wq3_5_official_PredictedAtoms_10">
            <a:extLst>
              <a:ext uri="{FF2B5EF4-FFF2-40B4-BE49-F238E27FC236}">
                <a16:creationId xmlns:a16="http://schemas.microsoft.com/office/drawing/2014/main" id="{52AF2D9C-8820-4D47-82F6-08C9E14C155C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9wq3_5_official_PredictedAtoms_11">
            <a:extLst>
              <a:ext uri="{FF2B5EF4-FFF2-40B4-BE49-F238E27FC236}">
                <a16:creationId xmlns:a16="http://schemas.microsoft.com/office/drawing/2014/main" id="{7AFDF049-A60F-4B68-A32B-B917E2FB0181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9wq3_5_official_PredictedAtoms_12">
            <a:extLst>
              <a:ext uri="{FF2B5EF4-FFF2-40B4-BE49-F238E27FC236}">
                <a16:creationId xmlns:a16="http://schemas.microsoft.com/office/drawing/2014/main" id="{714AA510-34EF-480C-B140-9B9336DBECAE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9wq3_5_official_PredictedAtoms_13">
            <a:extLst>
              <a:ext uri="{FF2B5EF4-FFF2-40B4-BE49-F238E27FC236}">
                <a16:creationId xmlns:a16="http://schemas.microsoft.com/office/drawing/2014/main" id="{73FBED90-33A9-4BD3-AAE0-2AA536DDB9AD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9wq3_5_official_PredictedAtoms_14">
            <a:extLst>
              <a:ext uri="{FF2B5EF4-FFF2-40B4-BE49-F238E27FC236}">
                <a16:creationId xmlns:a16="http://schemas.microsoft.com/office/drawing/2014/main" id="{9B5F6914-6943-421A-9F7D-E07BB126C128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9wq3_5_official_PredictedAtoms_15">
            <a:extLst>
              <a:ext uri="{FF2B5EF4-FFF2-40B4-BE49-F238E27FC236}">
                <a16:creationId xmlns:a16="http://schemas.microsoft.com/office/drawing/2014/main" id="{131C3BB9-519D-468A-974E-F4819605E6BA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9wq3_5_official_PredictedAtoms_16">
            <a:extLst>
              <a:ext uri="{FF2B5EF4-FFF2-40B4-BE49-F238E27FC236}">
                <a16:creationId xmlns:a16="http://schemas.microsoft.com/office/drawing/2014/main" id="{A9527BB3-34EF-48DB-9C5C-BC4126AF7D01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9wq3_5_official_PredictedAtoms_17">
            <a:extLst>
              <a:ext uri="{FF2B5EF4-FFF2-40B4-BE49-F238E27FC236}">
                <a16:creationId xmlns:a16="http://schemas.microsoft.com/office/drawing/2014/main" id="{0C32E817-4E37-47DE-8791-25A3AC4715D3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9wq3_5_official_PredictedAtoms_18">
            <a:extLst>
              <a:ext uri="{FF2B5EF4-FFF2-40B4-BE49-F238E27FC236}">
                <a16:creationId xmlns:a16="http://schemas.microsoft.com/office/drawing/2014/main" id="{5091BC86-822C-4BE6-830F-40B04F58350E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9wq3_5_official_PredictedAtoms_19">
            <a:extLst>
              <a:ext uri="{FF2B5EF4-FFF2-40B4-BE49-F238E27FC236}">
                <a16:creationId xmlns:a16="http://schemas.microsoft.com/office/drawing/2014/main" id="{64B87C90-F7AE-4F0B-B3AB-D7D2A995906E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9wq3_5_official_PredictedAtoms_20">
            <a:extLst>
              <a:ext uri="{FF2B5EF4-FFF2-40B4-BE49-F238E27FC236}">
                <a16:creationId xmlns:a16="http://schemas.microsoft.com/office/drawing/2014/main" id="{57849238-667C-4DD9-9B05-C79E1042F03B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9wq3_5_official_PredictedAtoms_21">
            <a:extLst>
              <a:ext uri="{FF2B5EF4-FFF2-40B4-BE49-F238E27FC236}">
                <a16:creationId xmlns:a16="http://schemas.microsoft.com/office/drawing/2014/main" id="{6D1008E0-0963-43BB-8CFD-B9478897CC09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9wq3_5_official_PredictedAtoms_22">
            <a:extLst>
              <a:ext uri="{FF2B5EF4-FFF2-40B4-BE49-F238E27FC236}">
                <a16:creationId xmlns:a16="http://schemas.microsoft.com/office/drawing/2014/main" id="{3A7D5B62-A9D6-4E1D-8DD9-48270F086C20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9wq3_5_official_PredictedAtoms_23">
            <a:extLst>
              <a:ext uri="{FF2B5EF4-FFF2-40B4-BE49-F238E27FC236}">
                <a16:creationId xmlns:a16="http://schemas.microsoft.com/office/drawing/2014/main" id="{136BA3C3-609B-4466-8A43-1512A96EC451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9wq3_5_official_PredictedAtoms_24">
            <a:extLst>
              <a:ext uri="{FF2B5EF4-FFF2-40B4-BE49-F238E27FC236}">
                <a16:creationId xmlns:a16="http://schemas.microsoft.com/office/drawing/2014/main" id="{14221CD1-F742-4A25-AD60-F84A3E511771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9wq3_5_official_PredictedAtoms_25">
            <a:extLst>
              <a:ext uri="{FF2B5EF4-FFF2-40B4-BE49-F238E27FC236}">
                <a16:creationId xmlns:a16="http://schemas.microsoft.com/office/drawing/2014/main" id="{79205C81-9953-4096-B60A-8BDCA5E77BFA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9wq3_5_official_PredictedAtoms_26">
            <a:extLst>
              <a:ext uri="{FF2B5EF4-FFF2-40B4-BE49-F238E27FC236}">
                <a16:creationId xmlns:a16="http://schemas.microsoft.com/office/drawing/2014/main" id="{BDBD6AC3-C2D6-45A6-AAD0-A653994C1F5E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9wq3_5_official_PredictedAtoms_31">
            <a:extLst>
              <a:ext uri="{FF2B5EF4-FFF2-40B4-BE49-F238E27FC236}">
                <a16:creationId xmlns:a16="http://schemas.microsoft.com/office/drawing/2014/main" id="{BB213B12-C3C7-43F6-9C32-DFACBF8221E6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9wq3_5_official_PredictedAtoms_32">
            <a:extLst>
              <a:ext uri="{FF2B5EF4-FFF2-40B4-BE49-F238E27FC236}">
                <a16:creationId xmlns:a16="http://schemas.microsoft.com/office/drawing/2014/main" id="{5612F6C0-0CEC-4475-B89E-F7FF0277DBFF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9wq3_5_official_PredictedAtoms_33">
            <a:extLst>
              <a:ext uri="{FF2B5EF4-FFF2-40B4-BE49-F238E27FC236}">
                <a16:creationId xmlns:a16="http://schemas.microsoft.com/office/drawing/2014/main" id="{AD311DA7-C389-47F1-87B8-C078FC7ED3E1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9wq3_5_official_PredictedAtoms_34">
            <a:extLst>
              <a:ext uri="{FF2B5EF4-FFF2-40B4-BE49-F238E27FC236}">
                <a16:creationId xmlns:a16="http://schemas.microsoft.com/office/drawing/2014/main" id="{BCA6CA1E-3D0B-4DD6-9DA7-42ECCC642B8A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9wq3_5_official_PredictedAtoms_35">
            <a:extLst>
              <a:ext uri="{FF2B5EF4-FFF2-40B4-BE49-F238E27FC236}">
                <a16:creationId xmlns:a16="http://schemas.microsoft.com/office/drawing/2014/main" id="{B209C4BA-0E88-4469-ADFD-705C25FB7051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9wq3_5_official_PredictedAtoms_36">
            <a:extLst>
              <a:ext uri="{FF2B5EF4-FFF2-40B4-BE49-F238E27FC236}">
                <a16:creationId xmlns:a16="http://schemas.microsoft.com/office/drawing/2014/main" id="{8D360C6B-7C7D-4F45-8FC8-072EFC7A56CB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7" name="9wq3_5_official_PredictedAtoms_37">
            <a:extLst>
              <a:ext uri="{FF2B5EF4-FFF2-40B4-BE49-F238E27FC236}">
                <a16:creationId xmlns:a16="http://schemas.microsoft.com/office/drawing/2014/main" id="{7F656E82-BDFE-4B1D-89B3-1E92FAF1655B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8" name="9wq3_5_official_PredictedAtoms_38">
            <a:extLst>
              <a:ext uri="{FF2B5EF4-FFF2-40B4-BE49-F238E27FC236}">
                <a16:creationId xmlns:a16="http://schemas.microsoft.com/office/drawing/2014/main" id="{83F3E191-5392-44C6-B6EF-065730A85AB0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9" name="9wq3_5_official_PredictedAtoms_39">
            <a:extLst>
              <a:ext uri="{FF2B5EF4-FFF2-40B4-BE49-F238E27FC236}">
                <a16:creationId xmlns:a16="http://schemas.microsoft.com/office/drawing/2014/main" id="{1ACC8EFC-B223-4163-B95B-2483379E161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0" name="9wq3_5_official_PredictedAtoms_40">
            <a:extLst>
              <a:ext uri="{FF2B5EF4-FFF2-40B4-BE49-F238E27FC236}">
                <a16:creationId xmlns:a16="http://schemas.microsoft.com/office/drawing/2014/main" id="{320B06AE-3C02-4742-806D-52A66EC19281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1" name="9wq3_5_official_PredictedAtoms_41">
            <a:extLst>
              <a:ext uri="{FF2B5EF4-FFF2-40B4-BE49-F238E27FC236}">
                <a16:creationId xmlns:a16="http://schemas.microsoft.com/office/drawing/2014/main" id="{102E10DB-9F84-4030-84E7-C6405030223B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2" name="9wq3_5_official_PredictedAtoms_42">
            <a:extLst>
              <a:ext uri="{FF2B5EF4-FFF2-40B4-BE49-F238E27FC236}">
                <a16:creationId xmlns:a16="http://schemas.microsoft.com/office/drawing/2014/main" id="{86D4A957-B771-4D82-B8A2-B912D3B86125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3" name="9wq3_5_official_PredictedAtoms_43">
            <a:extLst>
              <a:ext uri="{FF2B5EF4-FFF2-40B4-BE49-F238E27FC236}">
                <a16:creationId xmlns:a16="http://schemas.microsoft.com/office/drawing/2014/main" id="{E87A69F7-922F-428D-AE4F-7D3D50CACA7D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4" name="9wq3_5_official_PredictedAtoms_44">
            <a:extLst>
              <a:ext uri="{FF2B5EF4-FFF2-40B4-BE49-F238E27FC236}">
                <a16:creationId xmlns:a16="http://schemas.microsoft.com/office/drawing/2014/main" id="{61477937-D2F1-42D4-8AA7-713E89BEC0C5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5" name="stage3-cases-clash_25">
            <a:extLst>
              <a:ext uri="{FF2B5EF4-FFF2-40B4-BE49-F238E27FC236}">
                <a16:creationId xmlns:a16="http://schemas.microsoft.com/office/drawing/2014/main" id="{9D7EF241-C161-4E1B-AB51-3673F5A301F3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056" name="9wq3_5_tuned_Receptor">
            <a:extLst>
              <a:ext uri="{FF2B5EF4-FFF2-40B4-BE49-F238E27FC236}">
                <a16:creationId xmlns:a16="http://schemas.microsoft.com/office/drawing/2014/main" id="{5B73EEB8-F835-4310-930B-3CB4C85853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57" name="9wq3_5_tuned_ExperimentalDensity">
            <a:extLst>
              <a:ext uri="{FF2B5EF4-FFF2-40B4-BE49-F238E27FC236}">
                <a16:creationId xmlns:a16="http://schemas.microsoft.com/office/drawing/2014/main" id="{8330F773-7D30-47D6-9D11-5530269129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58" name="9wq3_5_tuned_ReferenceLigand_0">
            <a:extLst>
              <a:ext uri="{FF2B5EF4-FFF2-40B4-BE49-F238E27FC236}">
                <a16:creationId xmlns:a16="http://schemas.microsoft.com/office/drawing/2014/main" id="{2DA2956B-6501-4444-9FA0-55FBE10A9E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q3_5_tuned_ReferenceLigand_1">
            <a:extLst>
              <a:ext uri="{FF2B5EF4-FFF2-40B4-BE49-F238E27FC236}">
                <a16:creationId xmlns:a16="http://schemas.microsoft.com/office/drawing/2014/main" id="{C796779F-2E3C-47AE-A1B5-83446D5EBB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q3_5_tuned_ReferenceLigand_2">
            <a:extLst>
              <a:ext uri="{FF2B5EF4-FFF2-40B4-BE49-F238E27FC236}">
                <a16:creationId xmlns:a16="http://schemas.microsoft.com/office/drawing/2014/main" id="{F4DD8854-149E-4121-A03F-503DA55D60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q3_5_tuned_ReferenceLigand_3">
            <a:extLst>
              <a:ext uri="{FF2B5EF4-FFF2-40B4-BE49-F238E27FC236}">
                <a16:creationId xmlns:a16="http://schemas.microsoft.com/office/drawing/2014/main" id="{5A5B8253-0EAF-4F09-852B-F76557AC72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q3_5_tuned_ReferenceLigand_4">
            <a:extLst>
              <a:ext uri="{FF2B5EF4-FFF2-40B4-BE49-F238E27FC236}">
                <a16:creationId xmlns:a16="http://schemas.microsoft.com/office/drawing/2014/main" id="{910DBC3A-9FCD-45E3-824D-BEF75FD6ED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q3_5_tuned_ReferenceLigand_5">
            <a:extLst>
              <a:ext uri="{FF2B5EF4-FFF2-40B4-BE49-F238E27FC236}">
                <a16:creationId xmlns:a16="http://schemas.microsoft.com/office/drawing/2014/main" id="{9B16BF0A-6FA2-419B-AC6C-2322D8D726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q3_5_tuned_ReferenceLigand_6">
            <a:extLst>
              <a:ext uri="{FF2B5EF4-FFF2-40B4-BE49-F238E27FC236}">
                <a16:creationId xmlns:a16="http://schemas.microsoft.com/office/drawing/2014/main" id="{8CD56FF8-9739-4C48-AFD7-059FF1914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q3_5_tuned_ReferenceLigand_7">
            <a:extLst>
              <a:ext uri="{FF2B5EF4-FFF2-40B4-BE49-F238E27FC236}">
                <a16:creationId xmlns:a16="http://schemas.microsoft.com/office/drawing/2014/main" id="{CAC6E568-675E-4871-94E9-E37B57543B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q3_5_tuned_ReferenceLigand_8">
            <a:extLst>
              <a:ext uri="{FF2B5EF4-FFF2-40B4-BE49-F238E27FC236}">
                <a16:creationId xmlns:a16="http://schemas.microsoft.com/office/drawing/2014/main" id="{FA636A59-512A-4A26-87B1-A396FC4C7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q3_5_tuned_ReferenceLigand_9">
            <a:extLst>
              <a:ext uri="{FF2B5EF4-FFF2-40B4-BE49-F238E27FC236}">
                <a16:creationId xmlns:a16="http://schemas.microsoft.com/office/drawing/2014/main" id="{705F001A-9218-4507-9995-6D34B55366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q3_5_tuned_ReferenceLigand_10">
            <a:extLst>
              <a:ext uri="{FF2B5EF4-FFF2-40B4-BE49-F238E27FC236}">
                <a16:creationId xmlns:a16="http://schemas.microsoft.com/office/drawing/2014/main" id="{9CDA7F8A-4E04-49AA-B8DD-D2C2E7CD0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q3_5_tuned_ReferenceLigand_11">
            <a:extLst>
              <a:ext uri="{FF2B5EF4-FFF2-40B4-BE49-F238E27FC236}">
                <a16:creationId xmlns:a16="http://schemas.microsoft.com/office/drawing/2014/main" id="{C936FBF4-8469-4706-A687-39E6740394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q3_5_tuned_ReferenceLigand_12">
            <a:extLst>
              <a:ext uri="{FF2B5EF4-FFF2-40B4-BE49-F238E27FC236}">
                <a16:creationId xmlns:a16="http://schemas.microsoft.com/office/drawing/2014/main" id="{0FB009C0-CE98-45A6-A494-17026B9274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q3_5_tuned_ReferenceLigand_13">
            <a:extLst>
              <a:ext uri="{FF2B5EF4-FFF2-40B4-BE49-F238E27FC236}">
                <a16:creationId xmlns:a16="http://schemas.microsoft.com/office/drawing/2014/main" id="{CD711EC0-6935-41A0-94F1-51986BDACF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q3_5_tuned_ReferenceLigand_14">
            <a:extLst>
              <a:ext uri="{FF2B5EF4-FFF2-40B4-BE49-F238E27FC236}">
                <a16:creationId xmlns:a16="http://schemas.microsoft.com/office/drawing/2014/main" id="{22A64369-3485-4BE2-AC54-430CD346B7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q3_5_tuned_ReferenceLigand_15">
            <a:extLst>
              <a:ext uri="{FF2B5EF4-FFF2-40B4-BE49-F238E27FC236}">
                <a16:creationId xmlns:a16="http://schemas.microsoft.com/office/drawing/2014/main" id="{5A99D9E6-EB9E-4534-9739-24F0244FC0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tuned_ReferenceLigand_16">
            <a:extLst>
              <a:ext uri="{FF2B5EF4-FFF2-40B4-BE49-F238E27FC236}">
                <a16:creationId xmlns:a16="http://schemas.microsoft.com/office/drawing/2014/main" id="{A08862AF-886B-4F9C-B36D-B4C58482E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tuned_ReferenceLigand_17">
            <a:extLst>
              <a:ext uri="{FF2B5EF4-FFF2-40B4-BE49-F238E27FC236}">
                <a16:creationId xmlns:a16="http://schemas.microsoft.com/office/drawing/2014/main" id="{11E5ECB7-3428-41C4-9C2E-59CBF05DBE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tuned_ReferenceLigand_18">
            <a:extLst>
              <a:ext uri="{FF2B5EF4-FFF2-40B4-BE49-F238E27FC236}">
                <a16:creationId xmlns:a16="http://schemas.microsoft.com/office/drawing/2014/main" id="{69AF3047-75B4-43F8-9573-7F61DE879B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tuned_ReferenceLigand_19">
            <a:extLst>
              <a:ext uri="{FF2B5EF4-FFF2-40B4-BE49-F238E27FC236}">
                <a16:creationId xmlns:a16="http://schemas.microsoft.com/office/drawing/2014/main" id="{8EE495FB-FBD7-4B77-9E2D-BBC771588CC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tuned_ReferenceLigand_20">
            <a:extLst>
              <a:ext uri="{FF2B5EF4-FFF2-40B4-BE49-F238E27FC236}">
                <a16:creationId xmlns:a16="http://schemas.microsoft.com/office/drawing/2014/main" id="{CAFE1AF2-7978-4E86-908B-3D6E9C1831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tuned_ReferenceLigand_21">
            <a:extLst>
              <a:ext uri="{FF2B5EF4-FFF2-40B4-BE49-F238E27FC236}">
                <a16:creationId xmlns:a16="http://schemas.microsoft.com/office/drawing/2014/main" id="{366F1AC9-0268-46AF-B91F-8C688867D5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tuned_ReferenceLigand_22">
            <a:extLst>
              <a:ext uri="{FF2B5EF4-FFF2-40B4-BE49-F238E27FC236}">
                <a16:creationId xmlns:a16="http://schemas.microsoft.com/office/drawing/2014/main" id="{64E70A9B-32E7-4D34-95C7-F3287271B1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tuned_ReferenceLigand_23">
            <a:extLst>
              <a:ext uri="{FF2B5EF4-FFF2-40B4-BE49-F238E27FC236}">
                <a16:creationId xmlns:a16="http://schemas.microsoft.com/office/drawing/2014/main" id="{95B0929C-3468-4688-B6FE-E644A4A93D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tuned_ReferenceLigand_24">
            <a:extLst>
              <a:ext uri="{FF2B5EF4-FFF2-40B4-BE49-F238E27FC236}">
                <a16:creationId xmlns:a16="http://schemas.microsoft.com/office/drawing/2014/main" id="{08C68FE2-BE58-4A72-BB7C-8D9D8D5E3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tuned_ReferenceLigand_25">
            <a:extLst>
              <a:ext uri="{FF2B5EF4-FFF2-40B4-BE49-F238E27FC236}">
                <a16:creationId xmlns:a16="http://schemas.microsoft.com/office/drawing/2014/main" id="{87C489A2-649E-4A25-9260-A61DA1226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tuned_ReferenceLigand_26">
            <a:extLst>
              <a:ext uri="{FF2B5EF4-FFF2-40B4-BE49-F238E27FC236}">
                <a16:creationId xmlns:a16="http://schemas.microsoft.com/office/drawing/2014/main" id="{C79A3561-CFE6-479D-80DB-ADC7A11F56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tuned_ReferenceLigand_27">
            <a:extLst>
              <a:ext uri="{FF2B5EF4-FFF2-40B4-BE49-F238E27FC236}">
                <a16:creationId xmlns:a16="http://schemas.microsoft.com/office/drawing/2014/main" id="{3DAB863B-32B5-4F04-908D-AC589DC153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tuned_ReferenceLigand_28">
            <a:extLst>
              <a:ext uri="{FF2B5EF4-FFF2-40B4-BE49-F238E27FC236}">
                <a16:creationId xmlns:a16="http://schemas.microsoft.com/office/drawing/2014/main" id="{EC22F315-5770-4753-9CC9-2C0A3EDF6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tuned_ReferenceLigand_29">
            <a:extLst>
              <a:ext uri="{FF2B5EF4-FFF2-40B4-BE49-F238E27FC236}">
                <a16:creationId xmlns:a16="http://schemas.microsoft.com/office/drawing/2014/main" id="{8C719E76-0413-4C4E-8620-B5C5C1F357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tuned_ReferenceLigand_30">
            <a:extLst>
              <a:ext uri="{FF2B5EF4-FFF2-40B4-BE49-F238E27FC236}">
                <a16:creationId xmlns:a16="http://schemas.microsoft.com/office/drawing/2014/main" id="{7B84CF86-7C38-4A68-8504-C20BBDFD9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tuned_ReferenceLigand_31">
            <a:extLst>
              <a:ext uri="{FF2B5EF4-FFF2-40B4-BE49-F238E27FC236}">
                <a16:creationId xmlns:a16="http://schemas.microsoft.com/office/drawing/2014/main" id="{7AA64743-CAF9-4AB9-BC7A-7F87245941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tuned_ReferenceLigand_32">
            <a:extLst>
              <a:ext uri="{FF2B5EF4-FFF2-40B4-BE49-F238E27FC236}">
                <a16:creationId xmlns:a16="http://schemas.microsoft.com/office/drawing/2014/main" id="{1B6CEB2C-3828-49BA-8AD9-A49A1BA50A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tuned_ReferenceLigand_33">
            <a:extLst>
              <a:ext uri="{FF2B5EF4-FFF2-40B4-BE49-F238E27FC236}">
                <a16:creationId xmlns:a16="http://schemas.microsoft.com/office/drawing/2014/main" id="{4A6C2B4F-AC20-4B91-B1E4-CEF1D548F9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tuned_ReferenceLigand_34">
            <a:extLst>
              <a:ext uri="{FF2B5EF4-FFF2-40B4-BE49-F238E27FC236}">
                <a16:creationId xmlns:a16="http://schemas.microsoft.com/office/drawing/2014/main" id="{2F5E3823-C674-44B7-AE1A-DE1D294B4D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tuned_ReferenceLigand_35">
            <a:extLst>
              <a:ext uri="{FF2B5EF4-FFF2-40B4-BE49-F238E27FC236}">
                <a16:creationId xmlns:a16="http://schemas.microsoft.com/office/drawing/2014/main" id="{D3E77027-3CEB-48CF-AF3A-D7F1474BE6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tuned_ReferenceLigand_36">
            <a:extLst>
              <a:ext uri="{FF2B5EF4-FFF2-40B4-BE49-F238E27FC236}">
                <a16:creationId xmlns:a16="http://schemas.microsoft.com/office/drawing/2014/main" id="{2A1AF38D-A639-4A2A-B9C7-E5D5172955F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tuned_ReferenceLigand_37">
            <a:extLst>
              <a:ext uri="{FF2B5EF4-FFF2-40B4-BE49-F238E27FC236}">
                <a16:creationId xmlns:a16="http://schemas.microsoft.com/office/drawing/2014/main" id="{626B88F7-928F-4E89-9A00-ECE428BF0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tuned_ReferenceLigand_38">
            <a:extLst>
              <a:ext uri="{FF2B5EF4-FFF2-40B4-BE49-F238E27FC236}">
                <a16:creationId xmlns:a16="http://schemas.microsoft.com/office/drawing/2014/main" id="{060E513C-3E1B-4E44-B615-16C2DAD3D0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tuned_ReferenceLigand_39">
            <a:extLst>
              <a:ext uri="{FF2B5EF4-FFF2-40B4-BE49-F238E27FC236}">
                <a16:creationId xmlns:a16="http://schemas.microsoft.com/office/drawing/2014/main" id="{4084EF16-8AC3-4C9D-9E22-0395538CE3B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tuned_ReferenceLigand_40">
            <a:extLst>
              <a:ext uri="{FF2B5EF4-FFF2-40B4-BE49-F238E27FC236}">
                <a16:creationId xmlns:a16="http://schemas.microsoft.com/office/drawing/2014/main" id="{2844050D-8F50-4DAB-A314-93BA8AA8CF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tuned_ReferenceLigand_41">
            <a:extLst>
              <a:ext uri="{FF2B5EF4-FFF2-40B4-BE49-F238E27FC236}">
                <a16:creationId xmlns:a16="http://schemas.microsoft.com/office/drawing/2014/main" id="{C3EC8BC2-6BB2-4520-9E1E-540B844D65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tuned_ReferenceLigand_42">
            <a:extLst>
              <a:ext uri="{FF2B5EF4-FFF2-40B4-BE49-F238E27FC236}">
                <a16:creationId xmlns:a16="http://schemas.microsoft.com/office/drawing/2014/main" id="{1919BAAF-913E-48AD-957B-3791C7D7E4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tuned_ReferenceLigand_43">
            <a:extLst>
              <a:ext uri="{FF2B5EF4-FFF2-40B4-BE49-F238E27FC236}">
                <a16:creationId xmlns:a16="http://schemas.microsoft.com/office/drawing/2014/main" id="{785168F6-9803-4D94-8668-4E0B8DDF8E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tuned_ReferenceLigand_44">
            <a:extLst>
              <a:ext uri="{FF2B5EF4-FFF2-40B4-BE49-F238E27FC236}">
                <a16:creationId xmlns:a16="http://schemas.microsoft.com/office/drawing/2014/main" id="{653A7093-0C78-4DC0-AD8C-A78B01A3BD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tuned_ReferenceLigand_45">
            <a:extLst>
              <a:ext uri="{FF2B5EF4-FFF2-40B4-BE49-F238E27FC236}">
                <a16:creationId xmlns:a16="http://schemas.microsoft.com/office/drawing/2014/main" id="{D4518D31-9CA1-4FB7-A813-B613A467D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tuned_ReferenceLigand_46">
            <a:extLst>
              <a:ext uri="{FF2B5EF4-FFF2-40B4-BE49-F238E27FC236}">
                <a16:creationId xmlns:a16="http://schemas.microsoft.com/office/drawing/2014/main" id="{2E2A474B-3DA2-4125-84B2-EF5C655669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tuned_ReferenceLigand_47">
            <a:extLst>
              <a:ext uri="{FF2B5EF4-FFF2-40B4-BE49-F238E27FC236}">
                <a16:creationId xmlns:a16="http://schemas.microsoft.com/office/drawing/2014/main" id="{A5E0726F-87A8-45DC-AA04-8E7477650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tuned_ReferenceLigand_48">
            <a:extLst>
              <a:ext uri="{FF2B5EF4-FFF2-40B4-BE49-F238E27FC236}">
                <a16:creationId xmlns:a16="http://schemas.microsoft.com/office/drawing/2014/main" id="{2D0A2AA6-F66D-40C6-B1E0-191D4C5B20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tuned_ReferenceLigand_49">
            <a:extLst>
              <a:ext uri="{FF2B5EF4-FFF2-40B4-BE49-F238E27FC236}">
                <a16:creationId xmlns:a16="http://schemas.microsoft.com/office/drawing/2014/main" id="{CEE5DA72-3F45-4C92-B663-CA5F02BF8D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tuned_ReferenceLigand_50">
            <a:extLst>
              <a:ext uri="{FF2B5EF4-FFF2-40B4-BE49-F238E27FC236}">
                <a16:creationId xmlns:a16="http://schemas.microsoft.com/office/drawing/2014/main" id="{9475B663-7B72-4543-89DC-BA743D06B9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tuned_PredictedLigand_0">
            <a:extLst>
              <a:ext uri="{FF2B5EF4-FFF2-40B4-BE49-F238E27FC236}">
                <a16:creationId xmlns:a16="http://schemas.microsoft.com/office/drawing/2014/main" id="{7EEC6445-4FD7-4B8A-A420-F46F371C42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9wq3_5_tuned_PredictedLigand_1">
            <a:extLst>
              <a:ext uri="{FF2B5EF4-FFF2-40B4-BE49-F238E27FC236}">
                <a16:creationId xmlns:a16="http://schemas.microsoft.com/office/drawing/2014/main" id="{2C856E87-808A-4B71-8562-A05B8C3F5F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9wq3_5_tuned_PredictedLigand_2">
            <a:extLst>
              <a:ext uri="{FF2B5EF4-FFF2-40B4-BE49-F238E27FC236}">
                <a16:creationId xmlns:a16="http://schemas.microsoft.com/office/drawing/2014/main" id="{554CE7FF-BC2A-428B-B9D4-43F201D5B8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9wq3_5_tuned_PredictedLigand_3">
            <a:extLst>
              <a:ext uri="{FF2B5EF4-FFF2-40B4-BE49-F238E27FC236}">
                <a16:creationId xmlns:a16="http://schemas.microsoft.com/office/drawing/2014/main" id="{7C81648B-9770-4539-9B2A-C6D96406DC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9wq3_5_tuned_PredictedLigand_4">
            <a:extLst>
              <a:ext uri="{FF2B5EF4-FFF2-40B4-BE49-F238E27FC236}">
                <a16:creationId xmlns:a16="http://schemas.microsoft.com/office/drawing/2014/main" id="{7D459181-BD7C-4BF8-80F4-EAB5B1409B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9wq3_5_tuned_PredictedLigand_5">
            <a:extLst>
              <a:ext uri="{FF2B5EF4-FFF2-40B4-BE49-F238E27FC236}">
                <a16:creationId xmlns:a16="http://schemas.microsoft.com/office/drawing/2014/main" id="{F815CD3B-64B1-4F7A-84D3-D10D2F65CB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9wq3_5_tuned_PredictedLigand_6">
            <a:extLst>
              <a:ext uri="{FF2B5EF4-FFF2-40B4-BE49-F238E27FC236}">
                <a16:creationId xmlns:a16="http://schemas.microsoft.com/office/drawing/2014/main" id="{DB3D237F-0D66-4E3A-80DC-10E244DE51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6" name="9wq3_5_tuned_PredictedLigand_7">
            <a:extLst>
              <a:ext uri="{FF2B5EF4-FFF2-40B4-BE49-F238E27FC236}">
                <a16:creationId xmlns:a16="http://schemas.microsoft.com/office/drawing/2014/main" id="{82BF4A2D-F9A4-46C7-B547-2A33311189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7" name="9wq3_5_tuned_PredictedLigand_8">
            <a:extLst>
              <a:ext uri="{FF2B5EF4-FFF2-40B4-BE49-F238E27FC236}">
                <a16:creationId xmlns:a16="http://schemas.microsoft.com/office/drawing/2014/main" id="{51D978D3-FD5C-46A9-926E-D8E0208C70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8" name="9wq3_5_tuned_PredictedLigand_9">
            <a:extLst>
              <a:ext uri="{FF2B5EF4-FFF2-40B4-BE49-F238E27FC236}">
                <a16:creationId xmlns:a16="http://schemas.microsoft.com/office/drawing/2014/main" id="{A65AB12A-5393-4574-90E6-CE69D945AE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9" name="9wq3_5_tuned_PredictedLigand_10">
            <a:extLst>
              <a:ext uri="{FF2B5EF4-FFF2-40B4-BE49-F238E27FC236}">
                <a16:creationId xmlns:a16="http://schemas.microsoft.com/office/drawing/2014/main" id="{6CBE7780-0C7A-4E53-B481-040753BEA6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0" name="9wq3_5_tuned_PredictedLigand_11">
            <a:extLst>
              <a:ext uri="{FF2B5EF4-FFF2-40B4-BE49-F238E27FC236}">
                <a16:creationId xmlns:a16="http://schemas.microsoft.com/office/drawing/2014/main" id="{AC5E0291-B961-4898-8A5A-F83506B2C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1" name="9wq3_5_tuned_PredictedLigand_12">
            <a:extLst>
              <a:ext uri="{FF2B5EF4-FFF2-40B4-BE49-F238E27FC236}">
                <a16:creationId xmlns:a16="http://schemas.microsoft.com/office/drawing/2014/main" id="{CA4720A9-CEB6-49FA-A88F-BEA7D0EEDC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2" name="9wq3_5_tuned_PredictedLigand_13">
            <a:extLst>
              <a:ext uri="{FF2B5EF4-FFF2-40B4-BE49-F238E27FC236}">
                <a16:creationId xmlns:a16="http://schemas.microsoft.com/office/drawing/2014/main" id="{EC90F6FF-9343-4CF8-BAFC-6D3563F3D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wq3_5_tuned_PredictedLigand_14">
            <a:extLst>
              <a:ext uri="{FF2B5EF4-FFF2-40B4-BE49-F238E27FC236}">
                <a16:creationId xmlns:a16="http://schemas.microsoft.com/office/drawing/2014/main" id="{421614A0-CD16-4FDE-B841-C43A36EDC9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wq3_5_tuned_PredictedLigand_15">
            <a:extLst>
              <a:ext uri="{FF2B5EF4-FFF2-40B4-BE49-F238E27FC236}">
                <a16:creationId xmlns:a16="http://schemas.microsoft.com/office/drawing/2014/main" id="{6573B728-12D1-45CC-A89F-853BFE77D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wq3_5_tuned_PredictedLigand_16">
            <a:extLst>
              <a:ext uri="{FF2B5EF4-FFF2-40B4-BE49-F238E27FC236}">
                <a16:creationId xmlns:a16="http://schemas.microsoft.com/office/drawing/2014/main" id="{96649DEC-646B-4627-A2F1-B6B60C3E96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wq3_5_tuned_PredictedLigand_17">
            <a:extLst>
              <a:ext uri="{FF2B5EF4-FFF2-40B4-BE49-F238E27FC236}">
                <a16:creationId xmlns:a16="http://schemas.microsoft.com/office/drawing/2014/main" id="{A868DC6F-CEB6-49BA-8FF3-42C191AFF8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wq3_5_tuned_PredictedLigand_18">
            <a:extLst>
              <a:ext uri="{FF2B5EF4-FFF2-40B4-BE49-F238E27FC236}">
                <a16:creationId xmlns:a16="http://schemas.microsoft.com/office/drawing/2014/main" id="{89078EE2-22AA-437A-96D0-D7C03DB6D5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wq3_5_tuned_PredictedLigand_19">
            <a:extLst>
              <a:ext uri="{FF2B5EF4-FFF2-40B4-BE49-F238E27FC236}">
                <a16:creationId xmlns:a16="http://schemas.microsoft.com/office/drawing/2014/main" id="{CF6B47AD-C878-462B-9414-DAD7F6709F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wq3_5_tuned_PredictedLigand_20">
            <a:extLst>
              <a:ext uri="{FF2B5EF4-FFF2-40B4-BE49-F238E27FC236}">
                <a16:creationId xmlns:a16="http://schemas.microsoft.com/office/drawing/2014/main" id="{524940CB-64A5-407C-A691-F98E4CE061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wq3_5_tuned_PredictedLigand_21">
            <a:extLst>
              <a:ext uri="{FF2B5EF4-FFF2-40B4-BE49-F238E27FC236}">
                <a16:creationId xmlns:a16="http://schemas.microsoft.com/office/drawing/2014/main" id="{33FD8090-B96E-4A5C-AC7E-A764164FEE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wq3_5_tuned_PredictedLigand_22">
            <a:extLst>
              <a:ext uri="{FF2B5EF4-FFF2-40B4-BE49-F238E27FC236}">
                <a16:creationId xmlns:a16="http://schemas.microsoft.com/office/drawing/2014/main" id="{9A7A7661-E201-4824-8194-FC6E3DA744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wq3_5_tuned_PredictedLigand_23">
            <a:extLst>
              <a:ext uri="{FF2B5EF4-FFF2-40B4-BE49-F238E27FC236}">
                <a16:creationId xmlns:a16="http://schemas.microsoft.com/office/drawing/2014/main" id="{D9D5672A-654C-48AE-B2C9-9AE7C85F9B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wq3_5_tuned_PredictedLigand_24">
            <a:extLst>
              <a:ext uri="{FF2B5EF4-FFF2-40B4-BE49-F238E27FC236}">
                <a16:creationId xmlns:a16="http://schemas.microsoft.com/office/drawing/2014/main" id="{BC839201-2B84-4601-8229-FE8AF85F77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wq3_5_tuned_PredictedLigand_25">
            <a:extLst>
              <a:ext uri="{FF2B5EF4-FFF2-40B4-BE49-F238E27FC236}">
                <a16:creationId xmlns:a16="http://schemas.microsoft.com/office/drawing/2014/main" id="{5FF24BB0-958D-437F-9784-E1F7095D50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wq3_5_tuned_PredictedLigand_26">
            <a:extLst>
              <a:ext uri="{FF2B5EF4-FFF2-40B4-BE49-F238E27FC236}">
                <a16:creationId xmlns:a16="http://schemas.microsoft.com/office/drawing/2014/main" id="{7CE7DE53-C02E-4899-9357-3CD0F2E61A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wq3_5_tuned_PredictedLigand_27">
            <a:extLst>
              <a:ext uri="{FF2B5EF4-FFF2-40B4-BE49-F238E27FC236}">
                <a16:creationId xmlns:a16="http://schemas.microsoft.com/office/drawing/2014/main" id="{BCEB2F22-80FC-4DC5-8DC4-FCB2A5D6E5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wq3_5_tuned_PredictedLigand_28">
            <a:extLst>
              <a:ext uri="{FF2B5EF4-FFF2-40B4-BE49-F238E27FC236}">
                <a16:creationId xmlns:a16="http://schemas.microsoft.com/office/drawing/2014/main" id="{0B619FF4-EAB9-4A4C-8657-690B18F5F9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wq3_5_tuned_PredictedLigand_29">
            <a:extLst>
              <a:ext uri="{FF2B5EF4-FFF2-40B4-BE49-F238E27FC236}">
                <a16:creationId xmlns:a16="http://schemas.microsoft.com/office/drawing/2014/main" id="{6491F474-9A8A-41A9-A4A0-6713966F68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wq3_5_tuned_PredictedLigand_30">
            <a:extLst>
              <a:ext uri="{FF2B5EF4-FFF2-40B4-BE49-F238E27FC236}">
                <a16:creationId xmlns:a16="http://schemas.microsoft.com/office/drawing/2014/main" id="{B66AAF45-FB2F-4232-8E1F-CE87B54359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wq3_5_tuned_PredictedLigand_31">
            <a:extLst>
              <a:ext uri="{FF2B5EF4-FFF2-40B4-BE49-F238E27FC236}">
                <a16:creationId xmlns:a16="http://schemas.microsoft.com/office/drawing/2014/main" id="{7152872B-E6CB-4BAA-85C3-B1032276C4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wq3_5_tuned_PredictedLigand_32">
            <a:extLst>
              <a:ext uri="{FF2B5EF4-FFF2-40B4-BE49-F238E27FC236}">
                <a16:creationId xmlns:a16="http://schemas.microsoft.com/office/drawing/2014/main" id="{663595A5-2652-4F84-9348-F5BDB7463F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wq3_5_tuned_PredictedLigand_33">
            <a:extLst>
              <a:ext uri="{FF2B5EF4-FFF2-40B4-BE49-F238E27FC236}">
                <a16:creationId xmlns:a16="http://schemas.microsoft.com/office/drawing/2014/main" id="{C4F153A9-B00F-4517-AC70-101E3BAFFA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wq3_5_tuned_PredictedLigand_34">
            <a:extLst>
              <a:ext uri="{FF2B5EF4-FFF2-40B4-BE49-F238E27FC236}">
                <a16:creationId xmlns:a16="http://schemas.microsoft.com/office/drawing/2014/main" id="{C68468A6-48DD-42D7-859D-CF66720AD0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wq3_5_tuned_PredictedLigand_35">
            <a:extLst>
              <a:ext uri="{FF2B5EF4-FFF2-40B4-BE49-F238E27FC236}">
                <a16:creationId xmlns:a16="http://schemas.microsoft.com/office/drawing/2014/main" id="{87B251E7-D2D3-4097-B5A6-5E24CCD3E7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wq3_5_tuned_PredictedLigand_36">
            <a:extLst>
              <a:ext uri="{FF2B5EF4-FFF2-40B4-BE49-F238E27FC236}">
                <a16:creationId xmlns:a16="http://schemas.microsoft.com/office/drawing/2014/main" id="{222AE000-F030-4A2B-9A6D-08F0FCDC4A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wq3_5_tuned_PredictedLigand_37">
            <a:extLst>
              <a:ext uri="{FF2B5EF4-FFF2-40B4-BE49-F238E27FC236}">
                <a16:creationId xmlns:a16="http://schemas.microsoft.com/office/drawing/2014/main" id="{B6F927B9-A455-4A42-B7BC-4EC85279F4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wq3_5_tuned_PredictedLigand_38">
            <a:extLst>
              <a:ext uri="{FF2B5EF4-FFF2-40B4-BE49-F238E27FC236}">
                <a16:creationId xmlns:a16="http://schemas.microsoft.com/office/drawing/2014/main" id="{E243E332-AAD9-4DCC-BBAE-98D796FA14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wq3_5_tuned_PredictedLigand_39">
            <a:extLst>
              <a:ext uri="{FF2B5EF4-FFF2-40B4-BE49-F238E27FC236}">
                <a16:creationId xmlns:a16="http://schemas.microsoft.com/office/drawing/2014/main" id="{7AA6D7C5-3644-4D79-A957-AD5E02AFE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wq3_5_tuned_PredictedLigand_40">
            <a:extLst>
              <a:ext uri="{FF2B5EF4-FFF2-40B4-BE49-F238E27FC236}">
                <a16:creationId xmlns:a16="http://schemas.microsoft.com/office/drawing/2014/main" id="{27358739-0080-44F0-9B03-5B769B0C9E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wq3_5_tuned_PredictedLigand_41">
            <a:extLst>
              <a:ext uri="{FF2B5EF4-FFF2-40B4-BE49-F238E27FC236}">
                <a16:creationId xmlns:a16="http://schemas.microsoft.com/office/drawing/2014/main" id="{EC7DE455-294B-4BEE-AD67-49AC4B81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wq3_5_tuned_PredictedLigand_42">
            <a:extLst>
              <a:ext uri="{FF2B5EF4-FFF2-40B4-BE49-F238E27FC236}">
                <a16:creationId xmlns:a16="http://schemas.microsoft.com/office/drawing/2014/main" id="{30612CBD-EEEA-4F94-82DE-E27AB4BDC9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wq3_5_tuned_PredictedLigand_43">
            <a:extLst>
              <a:ext uri="{FF2B5EF4-FFF2-40B4-BE49-F238E27FC236}">
                <a16:creationId xmlns:a16="http://schemas.microsoft.com/office/drawing/2014/main" id="{7496FC6A-6DA6-45B4-BC5B-E632EEBC65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wq3_5_tuned_PredictedLigand_44">
            <a:extLst>
              <a:ext uri="{FF2B5EF4-FFF2-40B4-BE49-F238E27FC236}">
                <a16:creationId xmlns:a16="http://schemas.microsoft.com/office/drawing/2014/main" id="{EAF12B75-4668-4522-8A90-4389628000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wq3_5_tuned_PredictedLigand_45">
            <a:extLst>
              <a:ext uri="{FF2B5EF4-FFF2-40B4-BE49-F238E27FC236}">
                <a16:creationId xmlns:a16="http://schemas.microsoft.com/office/drawing/2014/main" id="{E7B3A67D-0C6D-4882-89EA-1B9437DE7B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wq3_5_tuned_PredictedLigand_46">
            <a:extLst>
              <a:ext uri="{FF2B5EF4-FFF2-40B4-BE49-F238E27FC236}">
                <a16:creationId xmlns:a16="http://schemas.microsoft.com/office/drawing/2014/main" id="{D6ABFAB7-3692-4FCA-9405-ACC8D1A06A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wq3_5_tuned_PredictedLigand_47">
            <a:extLst>
              <a:ext uri="{FF2B5EF4-FFF2-40B4-BE49-F238E27FC236}">
                <a16:creationId xmlns:a16="http://schemas.microsoft.com/office/drawing/2014/main" id="{DC9C471B-F310-4D45-9762-73BB368BE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wq3_5_tuned_PredictedLigand_48">
            <a:extLst>
              <a:ext uri="{FF2B5EF4-FFF2-40B4-BE49-F238E27FC236}">
                <a16:creationId xmlns:a16="http://schemas.microsoft.com/office/drawing/2014/main" id="{73DF9B0B-0C87-4F3E-9320-F4031A2A8A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wq3_5_tuned_PredictedLigand_49">
            <a:extLst>
              <a:ext uri="{FF2B5EF4-FFF2-40B4-BE49-F238E27FC236}">
                <a16:creationId xmlns:a16="http://schemas.microsoft.com/office/drawing/2014/main" id="{DFF588C5-6F6E-4D49-B3DB-FB552EAB07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wq3_5_tuned_PredictedLigand_50">
            <a:extLst>
              <a:ext uri="{FF2B5EF4-FFF2-40B4-BE49-F238E27FC236}">
                <a16:creationId xmlns:a16="http://schemas.microsoft.com/office/drawing/2014/main" id="{7665C171-6F2F-46AE-941A-C2DF65B4D0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wq3_5_tuned_PredictedAtoms_0">
            <a:extLst>
              <a:ext uri="{FF2B5EF4-FFF2-40B4-BE49-F238E27FC236}">
                <a16:creationId xmlns:a16="http://schemas.microsoft.com/office/drawing/2014/main" id="{FFB9FF1D-A07B-48D5-A03C-308D10BE3D12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wq3_5_tuned_PredictedAtoms_1">
            <a:extLst>
              <a:ext uri="{FF2B5EF4-FFF2-40B4-BE49-F238E27FC236}">
                <a16:creationId xmlns:a16="http://schemas.microsoft.com/office/drawing/2014/main" id="{947FFF53-EC47-4075-A604-38A51ECE1CBA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wq3_5_tuned_PredictedAtoms_2">
            <a:extLst>
              <a:ext uri="{FF2B5EF4-FFF2-40B4-BE49-F238E27FC236}">
                <a16:creationId xmlns:a16="http://schemas.microsoft.com/office/drawing/2014/main" id="{C9120893-BD9F-4F6F-B84A-52292428C55F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wq3_5_tuned_PredictedAtoms_3">
            <a:extLst>
              <a:ext uri="{FF2B5EF4-FFF2-40B4-BE49-F238E27FC236}">
                <a16:creationId xmlns:a16="http://schemas.microsoft.com/office/drawing/2014/main" id="{42D07366-999E-491D-B76A-2990DB070F1D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wq3_5_tuned_PredictedAtoms_4">
            <a:extLst>
              <a:ext uri="{FF2B5EF4-FFF2-40B4-BE49-F238E27FC236}">
                <a16:creationId xmlns:a16="http://schemas.microsoft.com/office/drawing/2014/main" id="{6268E8AD-ED47-4BA3-9DB8-DD6A1A295918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wq3_5_tuned_PredictedAtoms_5">
            <a:extLst>
              <a:ext uri="{FF2B5EF4-FFF2-40B4-BE49-F238E27FC236}">
                <a16:creationId xmlns:a16="http://schemas.microsoft.com/office/drawing/2014/main" id="{9F1B0860-70FB-407A-BBF3-536E8F729C16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wq3_5_tuned_PredictedAtoms_6">
            <a:extLst>
              <a:ext uri="{FF2B5EF4-FFF2-40B4-BE49-F238E27FC236}">
                <a16:creationId xmlns:a16="http://schemas.microsoft.com/office/drawing/2014/main" id="{C4B062AE-4E42-4EC9-8CFB-3BE9DBD33BB7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7" name="9wq3_5_tuned_PredictedAtoms_7">
            <a:extLst>
              <a:ext uri="{FF2B5EF4-FFF2-40B4-BE49-F238E27FC236}">
                <a16:creationId xmlns:a16="http://schemas.microsoft.com/office/drawing/2014/main" id="{038175E2-8AC4-4C83-B206-F438AF6038D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wq3_5_tuned_PredictedAtoms_8">
            <a:extLst>
              <a:ext uri="{FF2B5EF4-FFF2-40B4-BE49-F238E27FC236}">
                <a16:creationId xmlns:a16="http://schemas.microsoft.com/office/drawing/2014/main" id="{0F9E1AEF-537C-4F8C-A571-FD54C2448563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wq3_5_tuned_PredictedAtoms_9">
            <a:extLst>
              <a:ext uri="{FF2B5EF4-FFF2-40B4-BE49-F238E27FC236}">
                <a16:creationId xmlns:a16="http://schemas.microsoft.com/office/drawing/2014/main" id="{0787689F-C337-468F-9498-BA748EE86962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wq3_5_tuned_PredictedAtoms_10">
            <a:extLst>
              <a:ext uri="{FF2B5EF4-FFF2-40B4-BE49-F238E27FC236}">
                <a16:creationId xmlns:a16="http://schemas.microsoft.com/office/drawing/2014/main" id="{9CA4AF96-B8F4-43F5-89A0-13C9D5E60AC9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wq3_5_tuned_PredictedAtoms_11">
            <a:extLst>
              <a:ext uri="{FF2B5EF4-FFF2-40B4-BE49-F238E27FC236}">
                <a16:creationId xmlns:a16="http://schemas.microsoft.com/office/drawing/2014/main" id="{0424892D-8897-4860-B258-4A218D39A929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wq3_5_tuned_PredictedAtoms_12">
            <a:extLst>
              <a:ext uri="{FF2B5EF4-FFF2-40B4-BE49-F238E27FC236}">
                <a16:creationId xmlns:a16="http://schemas.microsoft.com/office/drawing/2014/main" id="{D9F7F8B8-C3E0-4FBB-A9F9-02BF11AB38A7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wq3_5_tuned_PredictedAtoms_13">
            <a:extLst>
              <a:ext uri="{FF2B5EF4-FFF2-40B4-BE49-F238E27FC236}">
                <a16:creationId xmlns:a16="http://schemas.microsoft.com/office/drawing/2014/main" id="{ABEFD259-8BBD-4A2A-956D-0DEA4E437470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4" name="9wq3_5_tuned_PredictedAtoms_14">
            <a:extLst>
              <a:ext uri="{FF2B5EF4-FFF2-40B4-BE49-F238E27FC236}">
                <a16:creationId xmlns:a16="http://schemas.microsoft.com/office/drawing/2014/main" id="{E95C5BC7-60F4-4F59-B6AE-EAD361B0B8C4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5" name="9wq3_5_tuned_PredictedAtoms_15">
            <a:extLst>
              <a:ext uri="{FF2B5EF4-FFF2-40B4-BE49-F238E27FC236}">
                <a16:creationId xmlns:a16="http://schemas.microsoft.com/office/drawing/2014/main" id="{140827BF-AD85-4E81-86CD-9303371D2C5A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wq3_5_tuned_PredictedAtoms_16">
            <a:extLst>
              <a:ext uri="{FF2B5EF4-FFF2-40B4-BE49-F238E27FC236}">
                <a16:creationId xmlns:a16="http://schemas.microsoft.com/office/drawing/2014/main" id="{E5C21B01-4701-479B-A453-EBD2ED2CE041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wq3_5_tuned_PredictedAtoms_17">
            <a:extLst>
              <a:ext uri="{FF2B5EF4-FFF2-40B4-BE49-F238E27FC236}">
                <a16:creationId xmlns:a16="http://schemas.microsoft.com/office/drawing/2014/main" id="{FFD62817-DB38-4F5F-8DC1-0BC3B6B08A52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8" name="9wq3_5_tuned_PredictedAtoms_18">
            <a:extLst>
              <a:ext uri="{FF2B5EF4-FFF2-40B4-BE49-F238E27FC236}">
                <a16:creationId xmlns:a16="http://schemas.microsoft.com/office/drawing/2014/main" id="{BB54470B-0969-45EE-A4DE-624AD96E8EF3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wq3_5_tuned_PredictedAtoms_19">
            <a:extLst>
              <a:ext uri="{FF2B5EF4-FFF2-40B4-BE49-F238E27FC236}">
                <a16:creationId xmlns:a16="http://schemas.microsoft.com/office/drawing/2014/main" id="{E109F4A2-5E66-4C40-AC27-EF60B9B39987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9wq3_5_tuned_PredictedAtoms_20">
            <a:extLst>
              <a:ext uri="{FF2B5EF4-FFF2-40B4-BE49-F238E27FC236}">
                <a16:creationId xmlns:a16="http://schemas.microsoft.com/office/drawing/2014/main" id="{B5A31249-93B5-440A-9E3A-AE38F5E7EDE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1" name="9wq3_5_tuned_PredictedAtoms_21">
            <a:extLst>
              <a:ext uri="{FF2B5EF4-FFF2-40B4-BE49-F238E27FC236}">
                <a16:creationId xmlns:a16="http://schemas.microsoft.com/office/drawing/2014/main" id="{4CF9CC42-DC23-4EBA-A36A-4724AC2EF3F7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2" name="9wq3_5_tuned_PredictedAtoms_22">
            <a:extLst>
              <a:ext uri="{FF2B5EF4-FFF2-40B4-BE49-F238E27FC236}">
                <a16:creationId xmlns:a16="http://schemas.microsoft.com/office/drawing/2014/main" id="{97501F75-4D6B-4FEB-8BA0-6C1919C95EF8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wq3_5_tuned_PredictedAtoms_23">
            <a:extLst>
              <a:ext uri="{FF2B5EF4-FFF2-40B4-BE49-F238E27FC236}">
                <a16:creationId xmlns:a16="http://schemas.microsoft.com/office/drawing/2014/main" id="{CC055EE7-E412-49BB-804F-E240327344FC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wq3_5_tuned_PredictedAtoms_24">
            <a:extLst>
              <a:ext uri="{FF2B5EF4-FFF2-40B4-BE49-F238E27FC236}">
                <a16:creationId xmlns:a16="http://schemas.microsoft.com/office/drawing/2014/main" id="{35FCAFC6-EB58-491C-9C9F-5CE295111E54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wq3_5_tuned_PredictedAtoms_25">
            <a:extLst>
              <a:ext uri="{FF2B5EF4-FFF2-40B4-BE49-F238E27FC236}">
                <a16:creationId xmlns:a16="http://schemas.microsoft.com/office/drawing/2014/main" id="{27D78C12-1C5B-4830-8997-BD6D0250A1A7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wq3_5_tuned_PredictedAtoms_26">
            <a:extLst>
              <a:ext uri="{FF2B5EF4-FFF2-40B4-BE49-F238E27FC236}">
                <a16:creationId xmlns:a16="http://schemas.microsoft.com/office/drawing/2014/main" id="{D5741A34-4894-4EC5-B760-B9D6651B71FD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wq3_5_tuned_PredictedAtoms_27">
            <a:extLst>
              <a:ext uri="{FF2B5EF4-FFF2-40B4-BE49-F238E27FC236}">
                <a16:creationId xmlns:a16="http://schemas.microsoft.com/office/drawing/2014/main" id="{5DD3D1A5-897F-4707-82D4-8BEA678E5FF8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wq3_5_tuned_PredictedAtoms_28">
            <a:extLst>
              <a:ext uri="{FF2B5EF4-FFF2-40B4-BE49-F238E27FC236}">
                <a16:creationId xmlns:a16="http://schemas.microsoft.com/office/drawing/2014/main" id="{EACA9818-A220-4182-A453-B50E2B60B9B8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wq3_5_tuned_PredictedAtoms_29">
            <a:extLst>
              <a:ext uri="{FF2B5EF4-FFF2-40B4-BE49-F238E27FC236}">
                <a16:creationId xmlns:a16="http://schemas.microsoft.com/office/drawing/2014/main" id="{C7CEA5DF-A36E-44D2-A06B-9F041FDE5E82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wq3_5_tuned_PredictedAtoms_30">
            <a:extLst>
              <a:ext uri="{FF2B5EF4-FFF2-40B4-BE49-F238E27FC236}">
                <a16:creationId xmlns:a16="http://schemas.microsoft.com/office/drawing/2014/main" id="{7D48C97F-1EA5-4B1D-9E1E-1552AE585256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wq3_5_tuned_PredictedAtoms_31">
            <a:extLst>
              <a:ext uri="{FF2B5EF4-FFF2-40B4-BE49-F238E27FC236}">
                <a16:creationId xmlns:a16="http://schemas.microsoft.com/office/drawing/2014/main" id="{C1B70287-39BB-407F-9CCC-4CC212E40950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wq3_5_tuned_PredictedAtoms_32">
            <a:extLst>
              <a:ext uri="{FF2B5EF4-FFF2-40B4-BE49-F238E27FC236}">
                <a16:creationId xmlns:a16="http://schemas.microsoft.com/office/drawing/2014/main" id="{E60C4A6E-2660-417D-B940-4CC97FD69E68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wq3_5_tuned_PredictedAtoms_33">
            <a:extLst>
              <a:ext uri="{FF2B5EF4-FFF2-40B4-BE49-F238E27FC236}">
                <a16:creationId xmlns:a16="http://schemas.microsoft.com/office/drawing/2014/main" id="{12796A27-8FA6-4FD8-98FA-44DA081435B1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wq3_5_tuned_PredictedAtoms_34">
            <a:extLst>
              <a:ext uri="{FF2B5EF4-FFF2-40B4-BE49-F238E27FC236}">
                <a16:creationId xmlns:a16="http://schemas.microsoft.com/office/drawing/2014/main" id="{CE11D2F3-69BF-42F4-887A-5FEC0BAE709E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wq3_5_tuned_PredictedAtoms_35">
            <a:extLst>
              <a:ext uri="{FF2B5EF4-FFF2-40B4-BE49-F238E27FC236}">
                <a16:creationId xmlns:a16="http://schemas.microsoft.com/office/drawing/2014/main" id="{B030A605-185D-4B41-8DE9-AC6A42467FA3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wq3_5_tuned_PredictedAtoms_36">
            <a:extLst>
              <a:ext uri="{FF2B5EF4-FFF2-40B4-BE49-F238E27FC236}">
                <a16:creationId xmlns:a16="http://schemas.microsoft.com/office/drawing/2014/main" id="{7646E6B4-CBE9-4CB2-9AC9-75062FBC7B68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wq3_5_tuned_PredictedAtoms_37">
            <a:extLst>
              <a:ext uri="{FF2B5EF4-FFF2-40B4-BE49-F238E27FC236}">
                <a16:creationId xmlns:a16="http://schemas.microsoft.com/office/drawing/2014/main" id="{E91078C8-83FA-4E20-9559-BAD6A38142D1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wq3_5_tuned_PredictedAtoms_38">
            <a:extLst>
              <a:ext uri="{FF2B5EF4-FFF2-40B4-BE49-F238E27FC236}">
                <a16:creationId xmlns:a16="http://schemas.microsoft.com/office/drawing/2014/main" id="{81DC2B35-AE8C-4531-AF16-3E209316590B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wq3_5_tuned_PredictedAtoms_39">
            <a:extLst>
              <a:ext uri="{FF2B5EF4-FFF2-40B4-BE49-F238E27FC236}">
                <a16:creationId xmlns:a16="http://schemas.microsoft.com/office/drawing/2014/main" id="{6DF9DC6A-9E6D-497C-8B98-AA8D5686F500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wq3_5_tuned_PredictedAtoms_41">
            <a:extLst>
              <a:ext uri="{FF2B5EF4-FFF2-40B4-BE49-F238E27FC236}">
                <a16:creationId xmlns:a16="http://schemas.microsoft.com/office/drawing/2014/main" id="{401B7946-0C23-4F1B-A912-CF7CD8BAEBF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wq3_5_tuned_PredictedAtoms_42">
            <a:extLst>
              <a:ext uri="{FF2B5EF4-FFF2-40B4-BE49-F238E27FC236}">
                <a16:creationId xmlns:a16="http://schemas.microsoft.com/office/drawing/2014/main" id="{E0607DA6-E67A-4D3F-BEC3-D8A93DAD2DBA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wq3_5_tuned_PredictedAtoms_43">
            <a:extLst>
              <a:ext uri="{FF2B5EF4-FFF2-40B4-BE49-F238E27FC236}">
                <a16:creationId xmlns:a16="http://schemas.microsoft.com/office/drawing/2014/main" id="{A82153BA-D5D8-4912-BE68-0FEC13D5186F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wq3_5_tuned_PredictedAtoms_44">
            <a:extLst>
              <a:ext uri="{FF2B5EF4-FFF2-40B4-BE49-F238E27FC236}">
                <a16:creationId xmlns:a16="http://schemas.microsoft.com/office/drawing/2014/main" id="{BF5895DA-8158-4214-BE06-239D3D5AE7E0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stage3-cases-clash_27">
            <a:extLst>
              <a:ext uri="{FF2B5EF4-FFF2-40B4-BE49-F238E27FC236}">
                <a16:creationId xmlns:a16="http://schemas.microsoft.com/office/drawing/2014/main" id="{90B0BB24-D3D2-48D6-A80B-89B74EF7B305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205" name="9wq3_5_build_Receptor">
            <a:extLst>
              <a:ext uri="{FF2B5EF4-FFF2-40B4-BE49-F238E27FC236}">
                <a16:creationId xmlns:a16="http://schemas.microsoft.com/office/drawing/2014/main" id="{142D0FD2-E98E-4D12-9351-13C43A285B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06" name="9wq3_5_build_ExperimentalDensity">
            <a:extLst>
              <a:ext uri="{FF2B5EF4-FFF2-40B4-BE49-F238E27FC236}">
                <a16:creationId xmlns:a16="http://schemas.microsoft.com/office/drawing/2014/main" id="{02E44A1F-7381-442C-B72B-B70ADA8C57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07" name="9wq3_5_build_ReferenceLigand_0">
            <a:extLst>
              <a:ext uri="{FF2B5EF4-FFF2-40B4-BE49-F238E27FC236}">
                <a16:creationId xmlns:a16="http://schemas.microsoft.com/office/drawing/2014/main" id="{DEAC8D77-4C3C-44AE-A9EF-BE79ED1FD9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q3_5_build_ReferenceLigand_1">
            <a:extLst>
              <a:ext uri="{FF2B5EF4-FFF2-40B4-BE49-F238E27FC236}">
                <a16:creationId xmlns:a16="http://schemas.microsoft.com/office/drawing/2014/main" id="{F3541EFC-8A65-4146-A3C6-F5DCCFD37C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q3_5_build_ReferenceLigand_2">
            <a:extLst>
              <a:ext uri="{FF2B5EF4-FFF2-40B4-BE49-F238E27FC236}">
                <a16:creationId xmlns:a16="http://schemas.microsoft.com/office/drawing/2014/main" id="{0CD6C00F-3062-4E44-B8F2-1B849D6878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q3_5_build_ReferenceLigand_3">
            <a:extLst>
              <a:ext uri="{FF2B5EF4-FFF2-40B4-BE49-F238E27FC236}">
                <a16:creationId xmlns:a16="http://schemas.microsoft.com/office/drawing/2014/main" id="{9CACC966-27A9-4F77-9344-52FA635D40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q3_5_build_ReferenceLigand_4">
            <a:extLst>
              <a:ext uri="{FF2B5EF4-FFF2-40B4-BE49-F238E27FC236}">
                <a16:creationId xmlns:a16="http://schemas.microsoft.com/office/drawing/2014/main" id="{7DC07975-6350-4AC0-819E-0932BA1FD8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q3_5_build_ReferenceLigand_5">
            <a:extLst>
              <a:ext uri="{FF2B5EF4-FFF2-40B4-BE49-F238E27FC236}">
                <a16:creationId xmlns:a16="http://schemas.microsoft.com/office/drawing/2014/main" id="{032BC04A-8C2D-400E-B555-13E46E1466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q3_5_build_ReferenceLigand_6">
            <a:extLst>
              <a:ext uri="{FF2B5EF4-FFF2-40B4-BE49-F238E27FC236}">
                <a16:creationId xmlns:a16="http://schemas.microsoft.com/office/drawing/2014/main" id="{868A23AF-7D57-49AE-9AB1-92B7144556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q3_5_build_ReferenceLigand_7">
            <a:extLst>
              <a:ext uri="{FF2B5EF4-FFF2-40B4-BE49-F238E27FC236}">
                <a16:creationId xmlns:a16="http://schemas.microsoft.com/office/drawing/2014/main" id="{189D26A8-862C-4187-A47B-4133B05DB1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q3_5_build_ReferenceLigand_8">
            <a:extLst>
              <a:ext uri="{FF2B5EF4-FFF2-40B4-BE49-F238E27FC236}">
                <a16:creationId xmlns:a16="http://schemas.microsoft.com/office/drawing/2014/main" id="{25066305-0588-45BD-B378-CD3FC3488D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q3_5_build_ReferenceLigand_9">
            <a:extLst>
              <a:ext uri="{FF2B5EF4-FFF2-40B4-BE49-F238E27FC236}">
                <a16:creationId xmlns:a16="http://schemas.microsoft.com/office/drawing/2014/main" id="{A52ED178-450D-4777-9C46-3D2F625458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q3_5_build_ReferenceLigand_10">
            <a:extLst>
              <a:ext uri="{FF2B5EF4-FFF2-40B4-BE49-F238E27FC236}">
                <a16:creationId xmlns:a16="http://schemas.microsoft.com/office/drawing/2014/main" id="{E1D73352-3A2D-41FA-94C2-5EEF51D274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q3_5_build_ReferenceLigand_11">
            <a:extLst>
              <a:ext uri="{FF2B5EF4-FFF2-40B4-BE49-F238E27FC236}">
                <a16:creationId xmlns:a16="http://schemas.microsoft.com/office/drawing/2014/main" id="{A1677F14-8241-466B-BF15-8F938C4BAD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q3_5_build_ReferenceLigand_12">
            <a:extLst>
              <a:ext uri="{FF2B5EF4-FFF2-40B4-BE49-F238E27FC236}">
                <a16:creationId xmlns:a16="http://schemas.microsoft.com/office/drawing/2014/main" id="{8AAD7A9B-3038-4B53-8DE8-FE82D6B815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build_ReferenceLigand_13">
            <a:extLst>
              <a:ext uri="{FF2B5EF4-FFF2-40B4-BE49-F238E27FC236}">
                <a16:creationId xmlns:a16="http://schemas.microsoft.com/office/drawing/2014/main" id="{4E418827-7F03-4E56-94FD-0B509C5050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build_ReferenceLigand_14">
            <a:extLst>
              <a:ext uri="{FF2B5EF4-FFF2-40B4-BE49-F238E27FC236}">
                <a16:creationId xmlns:a16="http://schemas.microsoft.com/office/drawing/2014/main" id="{4BE2FB71-351F-47E4-8099-A650773D7C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build_ReferenceLigand_15">
            <a:extLst>
              <a:ext uri="{FF2B5EF4-FFF2-40B4-BE49-F238E27FC236}">
                <a16:creationId xmlns:a16="http://schemas.microsoft.com/office/drawing/2014/main" id="{1141D156-35D1-4A63-B0A3-62502C63C5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build_ReferenceLigand_16">
            <a:extLst>
              <a:ext uri="{FF2B5EF4-FFF2-40B4-BE49-F238E27FC236}">
                <a16:creationId xmlns:a16="http://schemas.microsoft.com/office/drawing/2014/main" id="{E069F284-F64D-439C-B256-0B231C597B6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build_ReferenceLigand_17">
            <a:extLst>
              <a:ext uri="{FF2B5EF4-FFF2-40B4-BE49-F238E27FC236}">
                <a16:creationId xmlns:a16="http://schemas.microsoft.com/office/drawing/2014/main" id="{65883FD1-C229-4433-8527-B264B21676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build_ReferenceLigand_18">
            <a:extLst>
              <a:ext uri="{FF2B5EF4-FFF2-40B4-BE49-F238E27FC236}">
                <a16:creationId xmlns:a16="http://schemas.microsoft.com/office/drawing/2014/main" id="{603C5502-35DF-437B-9EF1-A79A364D3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build_ReferenceLigand_19">
            <a:extLst>
              <a:ext uri="{FF2B5EF4-FFF2-40B4-BE49-F238E27FC236}">
                <a16:creationId xmlns:a16="http://schemas.microsoft.com/office/drawing/2014/main" id="{A2DB6D96-A230-4A03-9C91-3E06367D53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build_ReferenceLigand_20">
            <a:extLst>
              <a:ext uri="{FF2B5EF4-FFF2-40B4-BE49-F238E27FC236}">
                <a16:creationId xmlns:a16="http://schemas.microsoft.com/office/drawing/2014/main" id="{B9A468F2-F5F5-4E78-9D8E-65B241D22C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build_ReferenceLigand_21">
            <a:extLst>
              <a:ext uri="{FF2B5EF4-FFF2-40B4-BE49-F238E27FC236}">
                <a16:creationId xmlns:a16="http://schemas.microsoft.com/office/drawing/2014/main" id="{A9AE0A8D-0051-40F1-8F57-BAB76FF247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build_ReferenceLigand_22">
            <a:extLst>
              <a:ext uri="{FF2B5EF4-FFF2-40B4-BE49-F238E27FC236}">
                <a16:creationId xmlns:a16="http://schemas.microsoft.com/office/drawing/2014/main" id="{7E3A389B-9FA7-402D-85F9-7E96B9BF21E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build_ReferenceLigand_23">
            <a:extLst>
              <a:ext uri="{FF2B5EF4-FFF2-40B4-BE49-F238E27FC236}">
                <a16:creationId xmlns:a16="http://schemas.microsoft.com/office/drawing/2014/main" id="{7E6D6A09-9918-4C9A-8E82-53F6C47C63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build_ReferenceLigand_24">
            <a:extLst>
              <a:ext uri="{FF2B5EF4-FFF2-40B4-BE49-F238E27FC236}">
                <a16:creationId xmlns:a16="http://schemas.microsoft.com/office/drawing/2014/main" id="{9A8A71C2-B842-4157-87A4-ED6F45A39C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build_ReferenceLigand_25">
            <a:extLst>
              <a:ext uri="{FF2B5EF4-FFF2-40B4-BE49-F238E27FC236}">
                <a16:creationId xmlns:a16="http://schemas.microsoft.com/office/drawing/2014/main" id="{1649E322-5C16-4279-951C-BD0C22855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build_ReferenceLigand_26">
            <a:extLst>
              <a:ext uri="{FF2B5EF4-FFF2-40B4-BE49-F238E27FC236}">
                <a16:creationId xmlns:a16="http://schemas.microsoft.com/office/drawing/2014/main" id="{F027E4C8-6AC2-4113-B3BB-CA6147037E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build_ReferenceLigand_27">
            <a:extLst>
              <a:ext uri="{FF2B5EF4-FFF2-40B4-BE49-F238E27FC236}">
                <a16:creationId xmlns:a16="http://schemas.microsoft.com/office/drawing/2014/main" id="{891B4137-CB1A-41F8-94EF-0793864993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build_ReferenceLigand_28">
            <a:extLst>
              <a:ext uri="{FF2B5EF4-FFF2-40B4-BE49-F238E27FC236}">
                <a16:creationId xmlns:a16="http://schemas.microsoft.com/office/drawing/2014/main" id="{9826473B-EB40-4172-9E5E-4B4FB466FC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build_ReferenceLigand_29">
            <a:extLst>
              <a:ext uri="{FF2B5EF4-FFF2-40B4-BE49-F238E27FC236}">
                <a16:creationId xmlns:a16="http://schemas.microsoft.com/office/drawing/2014/main" id="{8EE27F40-177C-42D9-8895-74CC3674681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build_ReferenceLigand_30">
            <a:extLst>
              <a:ext uri="{FF2B5EF4-FFF2-40B4-BE49-F238E27FC236}">
                <a16:creationId xmlns:a16="http://schemas.microsoft.com/office/drawing/2014/main" id="{E8BEAE1E-5504-47BF-AF47-7C014FCE75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build_ReferenceLigand_31">
            <a:extLst>
              <a:ext uri="{FF2B5EF4-FFF2-40B4-BE49-F238E27FC236}">
                <a16:creationId xmlns:a16="http://schemas.microsoft.com/office/drawing/2014/main" id="{8422D03B-C89A-4D49-A55C-AF0F3F4259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build_ReferenceLigand_32">
            <a:extLst>
              <a:ext uri="{FF2B5EF4-FFF2-40B4-BE49-F238E27FC236}">
                <a16:creationId xmlns:a16="http://schemas.microsoft.com/office/drawing/2014/main" id="{40A92BD2-6269-4A18-944A-95B6C2FBD6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build_ReferenceLigand_33">
            <a:extLst>
              <a:ext uri="{FF2B5EF4-FFF2-40B4-BE49-F238E27FC236}">
                <a16:creationId xmlns:a16="http://schemas.microsoft.com/office/drawing/2014/main" id="{863F04AC-EF74-433E-899B-756ADF5EC2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build_ReferenceLigand_34">
            <a:extLst>
              <a:ext uri="{FF2B5EF4-FFF2-40B4-BE49-F238E27FC236}">
                <a16:creationId xmlns:a16="http://schemas.microsoft.com/office/drawing/2014/main" id="{2D06799D-9F46-4395-8BB6-EFA04CABF95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build_ReferenceLigand_35">
            <a:extLst>
              <a:ext uri="{FF2B5EF4-FFF2-40B4-BE49-F238E27FC236}">
                <a16:creationId xmlns:a16="http://schemas.microsoft.com/office/drawing/2014/main" id="{5FD82610-3752-41B2-97A0-9D17919AB6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build_ReferenceLigand_36">
            <a:extLst>
              <a:ext uri="{FF2B5EF4-FFF2-40B4-BE49-F238E27FC236}">
                <a16:creationId xmlns:a16="http://schemas.microsoft.com/office/drawing/2014/main" id="{23F88D7E-0F82-45ED-B42E-DE927CFF88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build_ReferenceLigand_37">
            <a:extLst>
              <a:ext uri="{FF2B5EF4-FFF2-40B4-BE49-F238E27FC236}">
                <a16:creationId xmlns:a16="http://schemas.microsoft.com/office/drawing/2014/main" id="{CD81141E-07FE-45BD-AF49-1E5C85C3FE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build_ReferenceLigand_38">
            <a:extLst>
              <a:ext uri="{FF2B5EF4-FFF2-40B4-BE49-F238E27FC236}">
                <a16:creationId xmlns:a16="http://schemas.microsoft.com/office/drawing/2014/main" id="{AD58ABE3-6429-4CA5-9457-7CF1A913D2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build_ReferenceLigand_39">
            <a:extLst>
              <a:ext uri="{FF2B5EF4-FFF2-40B4-BE49-F238E27FC236}">
                <a16:creationId xmlns:a16="http://schemas.microsoft.com/office/drawing/2014/main" id="{72536E81-6DD9-4A4F-A4E2-CF81ABD2F4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build_ReferenceLigand_40">
            <a:extLst>
              <a:ext uri="{FF2B5EF4-FFF2-40B4-BE49-F238E27FC236}">
                <a16:creationId xmlns:a16="http://schemas.microsoft.com/office/drawing/2014/main" id="{1F531158-4C90-42B9-B979-3170B8B285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build_ReferenceLigand_41">
            <a:extLst>
              <a:ext uri="{FF2B5EF4-FFF2-40B4-BE49-F238E27FC236}">
                <a16:creationId xmlns:a16="http://schemas.microsoft.com/office/drawing/2014/main" id="{E10C44D7-CB7A-4BA3-87AC-57B23E27C8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build_ReferenceLigand_42">
            <a:extLst>
              <a:ext uri="{FF2B5EF4-FFF2-40B4-BE49-F238E27FC236}">
                <a16:creationId xmlns:a16="http://schemas.microsoft.com/office/drawing/2014/main" id="{D3C195DC-A496-4273-8555-F754961F98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build_ReferenceLigand_43">
            <a:extLst>
              <a:ext uri="{FF2B5EF4-FFF2-40B4-BE49-F238E27FC236}">
                <a16:creationId xmlns:a16="http://schemas.microsoft.com/office/drawing/2014/main" id="{666DA020-5C4A-4EED-B4CA-DDEE9F0B92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build_ReferenceLigand_44">
            <a:extLst>
              <a:ext uri="{FF2B5EF4-FFF2-40B4-BE49-F238E27FC236}">
                <a16:creationId xmlns:a16="http://schemas.microsoft.com/office/drawing/2014/main" id="{0DF54DFA-EC6D-4199-B89A-3AEE59F21C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build_ReferenceLigand_45">
            <a:extLst>
              <a:ext uri="{FF2B5EF4-FFF2-40B4-BE49-F238E27FC236}">
                <a16:creationId xmlns:a16="http://schemas.microsoft.com/office/drawing/2014/main" id="{E2081C95-E1A7-47A9-8805-3CCC53F81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build_ReferenceLigand_46">
            <a:extLst>
              <a:ext uri="{FF2B5EF4-FFF2-40B4-BE49-F238E27FC236}">
                <a16:creationId xmlns:a16="http://schemas.microsoft.com/office/drawing/2014/main" id="{599ED75A-2641-4519-A856-440A6A09D9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build_ReferenceLigand_47">
            <a:extLst>
              <a:ext uri="{FF2B5EF4-FFF2-40B4-BE49-F238E27FC236}">
                <a16:creationId xmlns:a16="http://schemas.microsoft.com/office/drawing/2014/main" id="{F3895059-E011-4215-9AAC-AC91E3EEE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build_ReferenceLigand_48">
            <a:extLst>
              <a:ext uri="{FF2B5EF4-FFF2-40B4-BE49-F238E27FC236}">
                <a16:creationId xmlns:a16="http://schemas.microsoft.com/office/drawing/2014/main" id="{A374FF03-8E08-4EFB-BDC9-656062EC8D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build_ReferenceLigand_49">
            <a:extLst>
              <a:ext uri="{FF2B5EF4-FFF2-40B4-BE49-F238E27FC236}">
                <a16:creationId xmlns:a16="http://schemas.microsoft.com/office/drawing/2014/main" id="{6EEB8D91-AEE8-4980-9F14-A5BFDD997F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build_ReferenceLigand_50">
            <a:extLst>
              <a:ext uri="{FF2B5EF4-FFF2-40B4-BE49-F238E27FC236}">
                <a16:creationId xmlns:a16="http://schemas.microsoft.com/office/drawing/2014/main" id="{A33725F2-51F0-48D3-8001-FFFB2C6DF6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build_PredictedLigand_0">
            <a:extLst>
              <a:ext uri="{FF2B5EF4-FFF2-40B4-BE49-F238E27FC236}">
                <a16:creationId xmlns:a16="http://schemas.microsoft.com/office/drawing/2014/main" id="{3E69C20B-AC69-4430-BDBB-D963412497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wq3_5_build_PredictedLigand_1">
            <a:extLst>
              <a:ext uri="{FF2B5EF4-FFF2-40B4-BE49-F238E27FC236}">
                <a16:creationId xmlns:a16="http://schemas.microsoft.com/office/drawing/2014/main" id="{74CA631A-C9BA-4794-8078-2B00CFDEB4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wq3_5_build_PredictedLigand_2">
            <a:extLst>
              <a:ext uri="{FF2B5EF4-FFF2-40B4-BE49-F238E27FC236}">
                <a16:creationId xmlns:a16="http://schemas.microsoft.com/office/drawing/2014/main" id="{8EBFE552-BD99-47FD-8BCC-F78B43A712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wq3_5_build_PredictedLigand_3">
            <a:extLst>
              <a:ext uri="{FF2B5EF4-FFF2-40B4-BE49-F238E27FC236}">
                <a16:creationId xmlns:a16="http://schemas.microsoft.com/office/drawing/2014/main" id="{938FF74F-87AB-4982-9A33-A7DE39924F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wq3_5_build_PredictedLigand_4">
            <a:extLst>
              <a:ext uri="{FF2B5EF4-FFF2-40B4-BE49-F238E27FC236}">
                <a16:creationId xmlns:a16="http://schemas.microsoft.com/office/drawing/2014/main" id="{94909642-E4B2-4F8B-BF6D-2AA7AC1070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wq3_5_build_PredictedLigand_5">
            <a:extLst>
              <a:ext uri="{FF2B5EF4-FFF2-40B4-BE49-F238E27FC236}">
                <a16:creationId xmlns:a16="http://schemas.microsoft.com/office/drawing/2014/main" id="{79D0030F-CA7C-40C2-9BB8-1F768792BB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wq3_5_build_PredictedLigand_6">
            <a:extLst>
              <a:ext uri="{FF2B5EF4-FFF2-40B4-BE49-F238E27FC236}">
                <a16:creationId xmlns:a16="http://schemas.microsoft.com/office/drawing/2014/main" id="{9617CA20-768B-49C4-91C1-74D3992839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wq3_5_build_PredictedLigand_7">
            <a:extLst>
              <a:ext uri="{FF2B5EF4-FFF2-40B4-BE49-F238E27FC236}">
                <a16:creationId xmlns:a16="http://schemas.microsoft.com/office/drawing/2014/main" id="{F9083E7C-60FE-45AE-9B24-E047E064BC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wq3_5_build_PredictedLigand_8">
            <a:extLst>
              <a:ext uri="{FF2B5EF4-FFF2-40B4-BE49-F238E27FC236}">
                <a16:creationId xmlns:a16="http://schemas.microsoft.com/office/drawing/2014/main" id="{51339AEA-0609-42BD-9E7A-E1BA8C3908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wq3_5_build_PredictedLigand_9">
            <a:extLst>
              <a:ext uri="{FF2B5EF4-FFF2-40B4-BE49-F238E27FC236}">
                <a16:creationId xmlns:a16="http://schemas.microsoft.com/office/drawing/2014/main" id="{7B948E17-D3BD-4357-8FE9-F7E651B722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wq3_5_build_PredictedLigand_10">
            <a:extLst>
              <a:ext uri="{FF2B5EF4-FFF2-40B4-BE49-F238E27FC236}">
                <a16:creationId xmlns:a16="http://schemas.microsoft.com/office/drawing/2014/main" id="{47E1456E-8E68-4082-A3E0-86B19625F7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wq3_5_build_PredictedLigand_11">
            <a:extLst>
              <a:ext uri="{FF2B5EF4-FFF2-40B4-BE49-F238E27FC236}">
                <a16:creationId xmlns:a16="http://schemas.microsoft.com/office/drawing/2014/main" id="{70742D75-FD2B-4B07-99E7-06CF0DAB43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wq3_5_build_PredictedLigand_12">
            <a:extLst>
              <a:ext uri="{FF2B5EF4-FFF2-40B4-BE49-F238E27FC236}">
                <a16:creationId xmlns:a16="http://schemas.microsoft.com/office/drawing/2014/main" id="{B4D9C728-18AA-4AC3-8549-DA0BEAF79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wq3_5_build_PredictedLigand_13">
            <a:extLst>
              <a:ext uri="{FF2B5EF4-FFF2-40B4-BE49-F238E27FC236}">
                <a16:creationId xmlns:a16="http://schemas.microsoft.com/office/drawing/2014/main" id="{69400CA2-2A48-4150-B8C5-3527B7E414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wq3_5_build_PredictedLigand_14">
            <a:extLst>
              <a:ext uri="{FF2B5EF4-FFF2-40B4-BE49-F238E27FC236}">
                <a16:creationId xmlns:a16="http://schemas.microsoft.com/office/drawing/2014/main" id="{05F65B64-F677-4470-9ED6-4924D45A4C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wq3_5_build_PredictedLigand_15">
            <a:extLst>
              <a:ext uri="{FF2B5EF4-FFF2-40B4-BE49-F238E27FC236}">
                <a16:creationId xmlns:a16="http://schemas.microsoft.com/office/drawing/2014/main" id="{81431423-7E36-478B-8C6C-76BBC9A370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wq3_5_build_PredictedLigand_16">
            <a:extLst>
              <a:ext uri="{FF2B5EF4-FFF2-40B4-BE49-F238E27FC236}">
                <a16:creationId xmlns:a16="http://schemas.microsoft.com/office/drawing/2014/main" id="{3B5323C7-5EB8-44F5-9572-0833856CB1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wq3_5_build_PredictedLigand_17">
            <a:extLst>
              <a:ext uri="{FF2B5EF4-FFF2-40B4-BE49-F238E27FC236}">
                <a16:creationId xmlns:a16="http://schemas.microsoft.com/office/drawing/2014/main" id="{3B0E7FB1-A371-4A92-B136-F785249045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wq3_5_build_PredictedLigand_18">
            <a:extLst>
              <a:ext uri="{FF2B5EF4-FFF2-40B4-BE49-F238E27FC236}">
                <a16:creationId xmlns:a16="http://schemas.microsoft.com/office/drawing/2014/main" id="{07F53E2D-B26A-41DA-8EDF-9DC797167C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wq3_5_build_PredictedLigand_19">
            <a:extLst>
              <a:ext uri="{FF2B5EF4-FFF2-40B4-BE49-F238E27FC236}">
                <a16:creationId xmlns:a16="http://schemas.microsoft.com/office/drawing/2014/main" id="{E871323F-E4A1-4DC0-9B13-265878BB26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wq3_5_build_PredictedLigand_20">
            <a:extLst>
              <a:ext uri="{FF2B5EF4-FFF2-40B4-BE49-F238E27FC236}">
                <a16:creationId xmlns:a16="http://schemas.microsoft.com/office/drawing/2014/main" id="{834A207A-800D-46F1-BE83-1AD704F756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wq3_5_build_PredictedLigand_21">
            <a:extLst>
              <a:ext uri="{FF2B5EF4-FFF2-40B4-BE49-F238E27FC236}">
                <a16:creationId xmlns:a16="http://schemas.microsoft.com/office/drawing/2014/main" id="{5497A238-5CB4-49B0-965D-6BF5C8018C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wq3_5_build_PredictedLigand_22">
            <a:extLst>
              <a:ext uri="{FF2B5EF4-FFF2-40B4-BE49-F238E27FC236}">
                <a16:creationId xmlns:a16="http://schemas.microsoft.com/office/drawing/2014/main" id="{9220CBBE-5773-4861-A468-4A254345C4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wq3_5_build_PredictedLigand_23">
            <a:extLst>
              <a:ext uri="{FF2B5EF4-FFF2-40B4-BE49-F238E27FC236}">
                <a16:creationId xmlns:a16="http://schemas.microsoft.com/office/drawing/2014/main" id="{88B2482C-8FC3-4EB3-B04F-E3C48DC427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wq3_5_build_PredictedLigand_24">
            <a:extLst>
              <a:ext uri="{FF2B5EF4-FFF2-40B4-BE49-F238E27FC236}">
                <a16:creationId xmlns:a16="http://schemas.microsoft.com/office/drawing/2014/main" id="{88DA9E3F-BA8E-4BEB-8DBE-75CD325CC3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wq3_5_build_PredictedLigand_25">
            <a:extLst>
              <a:ext uri="{FF2B5EF4-FFF2-40B4-BE49-F238E27FC236}">
                <a16:creationId xmlns:a16="http://schemas.microsoft.com/office/drawing/2014/main" id="{D23FC3B4-9213-4095-9DB1-536B692B7C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wq3_5_build_PredictedLigand_26">
            <a:extLst>
              <a:ext uri="{FF2B5EF4-FFF2-40B4-BE49-F238E27FC236}">
                <a16:creationId xmlns:a16="http://schemas.microsoft.com/office/drawing/2014/main" id="{E675C588-477E-4596-9284-CB0D8CB29D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wq3_5_build_PredictedLigand_27">
            <a:extLst>
              <a:ext uri="{FF2B5EF4-FFF2-40B4-BE49-F238E27FC236}">
                <a16:creationId xmlns:a16="http://schemas.microsoft.com/office/drawing/2014/main" id="{42F14B75-9B4B-40E4-8725-54C48C9610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wq3_5_build_PredictedLigand_28">
            <a:extLst>
              <a:ext uri="{FF2B5EF4-FFF2-40B4-BE49-F238E27FC236}">
                <a16:creationId xmlns:a16="http://schemas.microsoft.com/office/drawing/2014/main" id="{CC532002-C005-4A4A-8FEA-599530C0F8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wq3_5_build_PredictedLigand_29">
            <a:extLst>
              <a:ext uri="{FF2B5EF4-FFF2-40B4-BE49-F238E27FC236}">
                <a16:creationId xmlns:a16="http://schemas.microsoft.com/office/drawing/2014/main" id="{E53F25FF-3940-467A-A552-C0689808098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wq3_5_build_PredictedLigand_30">
            <a:extLst>
              <a:ext uri="{FF2B5EF4-FFF2-40B4-BE49-F238E27FC236}">
                <a16:creationId xmlns:a16="http://schemas.microsoft.com/office/drawing/2014/main" id="{1A7EAD99-874E-4A00-B42A-05898F3D12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wq3_5_build_PredictedLigand_31">
            <a:extLst>
              <a:ext uri="{FF2B5EF4-FFF2-40B4-BE49-F238E27FC236}">
                <a16:creationId xmlns:a16="http://schemas.microsoft.com/office/drawing/2014/main" id="{8FD12218-8BFA-4D58-95C7-FA50135774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wq3_5_build_PredictedLigand_32">
            <a:extLst>
              <a:ext uri="{FF2B5EF4-FFF2-40B4-BE49-F238E27FC236}">
                <a16:creationId xmlns:a16="http://schemas.microsoft.com/office/drawing/2014/main" id="{60E6E362-B4A5-40C0-A1E9-95A692C2DC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wq3_5_build_PredictedLigand_33">
            <a:extLst>
              <a:ext uri="{FF2B5EF4-FFF2-40B4-BE49-F238E27FC236}">
                <a16:creationId xmlns:a16="http://schemas.microsoft.com/office/drawing/2014/main" id="{9A8454F7-300A-41AF-AB71-1B58982B5F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wq3_5_build_PredictedLigand_34">
            <a:extLst>
              <a:ext uri="{FF2B5EF4-FFF2-40B4-BE49-F238E27FC236}">
                <a16:creationId xmlns:a16="http://schemas.microsoft.com/office/drawing/2014/main" id="{B453450D-C8F1-4573-82B7-8D74656E78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wq3_5_build_PredictedLigand_35">
            <a:extLst>
              <a:ext uri="{FF2B5EF4-FFF2-40B4-BE49-F238E27FC236}">
                <a16:creationId xmlns:a16="http://schemas.microsoft.com/office/drawing/2014/main" id="{AB1F1B33-2251-40C6-9F2C-397BA12407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wq3_5_build_PredictedLigand_36">
            <a:extLst>
              <a:ext uri="{FF2B5EF4-FFF2-40B4-BE49-F238E27FC236}">
                <a16:creationId xmlns:a16="http://schemas.microsoft.com/office/drawing/2014/main" id="{9D42D6CF-DFD1-420A-BCF8-0F1E72DDD0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wq3_5_build_PredictedLigand_37">
            <a:extLst>
              <a:ext uri="{FF2B5EF4-FFF2-40B4-BE49-F238E27FC236}">
                <a16:creationId xmlns:a16="http://schemas.microsoft.com/office/drawing/2014/main" id="{383C3055-B222-49DE-B157-B6EA10622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wq3_5_build_PredictedLigand_38">
            <a:extLst>
              <a:ext uri="{FF2B5EF4-FFF2-40B4-BE49-F238E27FC236}">
                <a16:creationId xmlns:a16="http://schemas.microsoft.com/office/drawing/2014/main" id="{116DE1CB-89B5-43C4-B0E0-64D2B3A19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wq3_5_build_PredictedLigand_39">
            <a:extLst>
              <a:ext uri="{FF2B5EF4-FFF2-40B4-BE49-F238E27FC236}">
                <a16:creationId xmlns:a16="http://schemas.microsoft.com/office/drawing/2014/main" id="{FE958A6E-54EF-4BC6-A5B0-049B0D3712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wq3_5_build_PredictedLigand_40">
            <a:extLst>
              <a:ext uri="{FF2B5EF4-FFF2-40B4-BE49-F238E27FC236}">
                <a16:creationId xmlns:a16="http://schemas.microsoft.com/office/drawing/2014/main" id="{518D52A9-2283-447C-B11B-2F7F7DA3FE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wq3_5_build_PredictedLigand_41">
            <a:extLst>
              <a:ext uri="{FF2B5EF4-FFF2-40B4-BE49-F238E27FC236}">
                <a16:creationId xmlns:a16="http://schemas.microsoft.com/office/drawing/2014/main" id="{254C39A8-6D61-4648-A4EA-A8D68647A9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wq3_5_build_PredictedLigand_42">
            <a:extLst>
              <a:ext uri="{FF2B5EF4-FFF2-40B4-BE49-F238E27FC236}">
                <a16:creationId xmlns:a16="http://schemas.microsoft.com/office/drawing/2014/main" id="{5F20C59B-12D2-44BB-9257-5983B79948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wq3_5_build_PredictedLigand_43">
            <a:extLst>
              <a:ext uri="{FF2B5EF4-FFF2-40B4-BE49-F238E27FC236}">
                <a16:creationId xmlns:a16="http://schemas.microsoft.com/office/drawing/2014/main" id="{09321878-04B4-4D02-ACC4-A66A700EEB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wq3_5_build_PredictedLigand_44">
            <a:extLst>
              <a:ext uri="{FF2B5EF4-FFF2-40B4-BE49-F238E27FC236}">
                <a16:creationId xmlns:a16="http://schemas.microsoft.com/office/drawing/2014/main" id="{25D8AB51-3AA8-477D-AB5B-935CE2F3DA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wq3_5_build_PredictedLigand_45">
            <a:extLst>
              <a:ext uri="{FF2B5EF4-FFF2-40B4-BE49-F238E27FC236}">
                <a16:creationId xmlns:a16="http://schemas.microsoft.com/office/drawing/2014/main" id="{A5FFB102-5CAA-41C8-90FC-0AB8CE7552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wq3_5_build_PredictedLigand_46">
            <a:extLst>
              <a:ext uri="{FF2B5EF4-FFF2-40B4-BE49-F238E27FC236}">
                <a16:creationId xmlns:a16="http://schemas.microsoft.com/office/drawing/2014/main" id="{58689D13-2C6B-493D-8ADA-25914AEBD2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5" name="9wq3_5_build_PredictedLigand_47">
            <a:extLst>
              <a:ext uri="{FF2B5EF4-FFF2-40B4-BE49-F238E27FC236}">
                <a16:creationId xmlns:a16="http://schemas.microsoft.com/office/drawing/2014/main" id="{CBA5D8F8-3C8E-4205-A54F-E21ABCA310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6" name="9wq3_5_build_PredictedLigand_48">
            <a:extLst>
              <a:ext uri="{FF2B5EF4-FFF2-40B4-BE49-F238E27FC236}">
                <a16:creationId xmlns:a16="http://schemas.microsoft.com/office/drawing/2014/main" id="{498ACDC9-460D-438B-8143-58CF2F27FB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7" name="9wq3_5_build_PredictedAtoms_0">
            <a:extLst>
              <a:ext uri="{FF2B5EF4-FFF2-40B4-BE49-F238E27FC236}">
                <a16:creationId xmlns:a16="http://schemas.microsoft.com/office/drawing/2014/main" id="{B0F76967-9219-402F-808B-26574C363B80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wq3_5_build_PredictedAtoms_1">
            <a:extLst>
              <a:ext uri="{FF2B5EF4-FFF2-40B4-BE49-F238E27FC236}">
                <a16:creationId xmlns:a16="http://schemas.microsoft.com/office/drawing/2014/main" id="{2D8F87E6-BBC1-44CC-865F-46003A065EA1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wq3_5_build_PredictedAtoms_2">
            <a:extLst>
              <a:ext uri="{FF2B5EF4-FFF2-40B4-BE49-F238E27FC236}">
                <a16:creationId xmlns:a16="http://schemas.microsoft.com/office/drawing/2014/main" id="{E0B7D982-F32D-41E4-89B3-17A2D24CE6C4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wq3_5_build_PredictedAtoms_3">
            <a:extLst>
              <a:ext uri="{FF2B5EF4-FFF2-40B4-BE49-F238E27FC236}">
                <a16:creationId xmlns:a16="http://schemas.microsoft.com/office/drawing/2014/main" id="{8AE5B9EA-F7E0-4F92-9A5E-9932B0D77EFF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wq3_5_build_PredictedAtoms_4">
            <a:extLst>
              <a:ext uri="{FF2B5EF4-FFF2-40B4-BE49-F238E27FC236}">
                <a16:creationId xmlns:a16="http://schemas.microsoft.com/office/drawing/2014/main" id="{CC6533FF-CC99-4A91-ACB9-6194E91ED2D0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wq3_5_build_PredictedAtoms_5">
            <a:extLst>
              <a:ext uri="{FF2B5EF4-FFF2-40B4-BE49-F238E27FC236}">
                <a16:creationId xmlns:a16="http://schemas.microsoft.com/office/drawing/2014/main" id="{B640CF04-718F-4A7B-BEDA-64B01A216B24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wq3_5_build_PredictedAtoms_6">
            <a:extLst>
              <a:ext uri="{FF2B5EF4-FFF2-40B4-BE49-F238E27FC236}">
                <a16:creationId xmlns:a16="http://schemas.microsoft.com/office/drawing/2014/main" id="{13906E4D-C108-4624-8564-88D3B90E7C09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wq3_5_build_PredictedAtoms_7">
            <a:extLst>
              <a:ext uri="{FF2B5EF4-FFF2-40B4-BE49-F238E27FC236}">
                <a16:creationId xmlns:a16="http://schemas.microsoft.com/office/drawing/2014/main" id="{E69E404E-D9E6-417E-84B7-67C58B2E41AF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wq3_5_build_PredictedAtoms_8">
            <a:extLst>
              <a:ext uri="{FF2B5EF4-FFF2-40B4-BE49-F238E27FC236}">
                <a16:creationId xmlns:a16="http://schemas.microsoft.com/office/drawing/2014/main" id="{ADBABDBD-C126-46E7-9BF3-366E620E4B46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wq3_5_build_PredictedAtoms_9">
            <a:extLst>
              <a:ext uri="{FF2B5EF4-FFF2-40B4-BE49-F238E27FC236}">
                <a16:creationId xmlns:a16="http://schemas.microsoft.com/office/drawing/2014/main" id="{FC14B853-7488-4D11-9C56-4A1357362DB5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wq3_5_build_PredictedAtoms_10">
            <a:extLst>
              <a:ext uri="{FF2B5EF4-FFF2-40B4-BE49-F238E27FC236}">
                <a16:creationId xmlns:a16="http://schemas.microsoft.com/office/drawing/2014/main" id="{9C1B33C2-93A2-412B-86D6-0BF5E889BB28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wq3_5_build_PredictedAtoms_11">
            <a:extLst>
              <a:ext uri="{FF2B5EF4-FFF2-40B4-BE49-F238E27FC236}">
                <a16:creationId xmlns:a16="http://schemas.microsoft.com/office/drawing/2014/main" id="{EA069CA0-C6FC-4C21-B413-E8434374397F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wq3_5_build_PredictedAtoms_12">
            <a:extLst>
              <a:ext uri="{FF2B5EF4-FFF2-40B4-BE49-F238E27FC236}">
                <a16:creationId xmlns:a16="http://schemas.microsoft.com/office/drawing/2014/main" id="{FFEFD78F-3716-402E-832A-7CB8DB01AFF2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wq3_5_build_PredictedAtoms_13">
            <a:extLst>
              <a:ext uri="{FF2B5EF4-FFF2-40B4-BE49-F238E27FC236}">
                <a16:creationId xmlns:a16="http://schemas.microsoft.com/office/drawing/2014/main" id="{820026AD-BB3D-45A7-8EB6-401E4D84ABDD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wq3_5_build_PredictedAtoms_14">
            <a:extLst>
              <a:ext uri="{FF2B5EF4-FFF2-40B4-BE49-F238E27FC236}">
                <a16:creationId xmlns:a16="http://schemas.microsoft.com/office/drawing/2014/main" id="{3B961A8D-4428-4008-ABC5-22935E904A27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wq3_5_build_PredictedAtoms_15">
            <a:extLst>
              <a:ext uri="{FF2B5EF4-FFF2-40B4-BE49-F238E27FC236}">
                <a16:creationId xmlns:a16="http://schemas.microsoft.com/office/drawing/2014/main" id="{F9C5822A-4CC5-4E81-8F9F-EF7C6DB05E68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wq3_5_build_PredictedAtoms_16">
            <a:extLst>
              <a:ext uri="{FF2B5EF4-FFF2-40B4-BE49-F238E27FC236}">
                <a16:creationId xmlns:a16="http://schemas.microsoft.com/office/drawing/2014/main" id="{B97D6150-AA1D-4E9A-A819-38042A14895D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wq3_5_build_PredictedAtoms_17">
            <a:extLst>
              <a:ext uri="{FF2B5EF4-FFF2-40B4-BE49-F238E27FC236}">
                <a16:creationId xmlns:a16="http://schemas.microsoft.com/office/drawing/2014/main" id="{0B06F08C-FA67-4149-8589-2ECFDA182255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wq3_5_build_PredictedAtoms_18">
            <a:extLst>
              <a:ext uri="{FF2B5EF4-FFF2-40B4-BE49-F238E27FC236}">
                <a16:creationId xmlns:a16="http://schemas.microsoft.com/office/drawing/2014/main" id="{576E454B-3186-407B-AE9C-18F0997DD8B8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wq3_5_build_PredictedAtoms_19">
            <a:extLst>
              <a:ext uri="{FF2B5EF4-FFF2-40B4-BE49-F238E27FC236}">
                <a16:creationId xmlns:a16="http://schemas.microsoft.com/office/drawing/2014/main" id="{C06D63A7-581D-4AE5-87D4-75DAC58E8C3B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wq3_5_build_PredictedAtoms_20">
            <a:extLst>
              <a:ext uri="{FF2B5EF4-FFF2-40B4-BE49-F238E27FC236}">
                <a16:creationId xmlns:a16="http://schemas.microsoft.com/office/drawing/2014/main" id="{F94222C3-376A-4463-A387-59C81CFFF974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wq3_5_build_PredictedAtoms_21">
            <a:extLst>
              <a:ext uri="{FF2B5EF4-FFF2-40B4-BE49-F238E27FC236}">
                <a16:creationId xmlns:a16="http://schemas.microsoft.com/office/drawing/2014/main" id="{FE501C59-9A5B-48F9-9AD4-730ADF813743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wq3_5_build_PredictedAtoms_22">
            <a:extLst>
              <a:ext uri="{FF2B5EF4-FFF2-40B4-BE49-F238E27FC236}">
                <a16:creationId xmlns:a16="http://schemas.microsoft.com/office/drawing/2014/main" id="{67022339-089F-4D8F-A55E-2A043360A4B6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wq3_5_build_PredictedAtoms_23">
            <a:extLst>
              <a:ext uri="{FF2B5EF4-FFF2-40B4-BE49-F238E27FC236}">
                <a16:creationId xmlns:a16="http://schemas.microsoft.com/office/drawing/2014/main" id="{A31A3B41-0A3A-430D-A550-F94FF65A2623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wq3_5_build_PredictedAtoms_24">
            <a:extLst>
              <a:ext uri="{FF2B5EF4-FFF2-40B4-BE49-F238E27FC236}">
                <a16:creationId xmlns:a16="http://schemas.microsoft.com/office/drawing/2014/main" id="{16E8495E-CB50-46D9-A76A-61732AD1C837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wq3_5_build_PredictedAtoms_25">
            <a:extLst>
              <a:ext uri="{FF2B5EF4-FFF2-40B4-BE49-F238E27FC236}">
                <a16:creationId xmlns:a16="http://schemas.microsoft.com/office/drawing/2014/main" id="{666960D3-7065-48C0-8E2C-6D1F66551BB5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wq3_5_build_PredictedAtoms_26">
            <a:extLst>
              <a:ext uri="{FF2B5EF4-FFF2-40B4-BE49-F238E27FC236}">
                <a16:creationId xmlns:a16="http://schemas.microsoft.com/office/drawing/2014/main" id="{2201BF77-3996-4945-800F-56EAC6028E94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wq3_5_build_PredictedAtoms_27">
            <a:extLst>
              <a:ext uri="{FF2B5EF4-FFF2-40B4-BE49-F238E27FC236}">
                <a16:creationId xmlns:a16="http://schemas.microsoft.com/office/drawing/2014/main" id="{D0DF5235-6D08-4459-A950-58C5761BA2A0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wq3_5_build_PredictedAtoms_28">
            <a:extLst>
              <a:ext uri="{FF2B5EF4-FFF2-40B4-BE49-F238E27FC236}">
                <a16:creationId xmlns:a16="http://schemas.microsoft.com/office/drawing/2014/main" id="{CF4D8A99-BA1D-4260-AE82-ECBCC1D15695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wq3_5_build_PredictedAtoms_29">
            <a:extLst>
              <a:ext uri="{FF2B5EF4-FFF2-40B4-BE49-F238E27FC236}">
                <a16:creationId xmlns:a16="http://schemas.microsoft.com/office/drawing/2014/main" id="{C5CE902C-A7B1-4A76-BB99-B5C7021F08F7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wq3_5_build_PredictedAtoms_30">
            <a:extLst>
              <a:ext uri="{FF2B5EF4-FFF2-40B4-BE49-F238E27FC236}">
                <a16:creationId xmlns:a16="http://schemas.microsoft.com/office/drawing/2014/main" id="{856ED97A-70C0-45A0-97D8-F991F6954D27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wq3_5_build_PredictedAtoms_31">
            <a:extLst>
              <a:ext uri="{FF2B5EF4-FFF2-40B4-BE49-F238E27FC236}">
                <a16:creationId xmlns:a16="http://schemas.microsoft.com/office/drawing/2014/main" id="{4167A357-A4F7-42BA-80F5-70F82BEEAEE7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wq3_5_build_PredictedAtoms_32">
            <a:extLst>
              <a:ext uri="{FF2B5EF4-FFF2-40B4-BE49-F238E27FC236}">
                <a16:creationId xmlns:a16="http://schemas.microsoft.com/office/drawing/2014/main" id="{6F24D0B7-C734-410D-A7D2-61CB5E8CB52A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wq3_5_build_PredictedAtoms_33">
            <a:extLst>
              <a:ext uri="{FF2B5EF4-FFF2-40B4-BE49-F238E27FC236}">
                <a16:creationId xmlns:a16="http://schemas.microsoft.com/office/drawing/2014/main" id="{C21D3145-F366-4D54-9761-8F0DFB852433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1" name="9wq3_5_build_PredictedAtoms_34">
            <a:extLst>
              <a:ext uri="{FF2B5EF4-FFF2-40B4-BE49-F238E27FC236}">
                <a16:creationId xmlns:a16="http://schemas.microsoft.com/office/drawing/2014/main" id="{BD40D3E6-97A5-4DA7-AB46-FF632A9ADC10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2" name="9wq3_5_build_PredictedAtoms_35">
            <a:extLst>
              <a:ext uri="{FF2B5EF4-FFF2-40B4-BE49-F238E27FC236}">
                <a16:creationId xmlns:a16="http://schemas.microsoft.com/office/drawing/2014/main" id="{E6C23EEF-8B1B-4524-B655-62D2D91215BD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3" name="9wq3_5_build_PredictedAtoms_36">
            <a:extLst>
              <a:ext uri="{FF2B5EF4-FFF2-40B4-BE49-F238E27FC236}">
                <a16:creationId xmlns:a16="http://schemas.microsoft.com/office/drawing/2014/main" id="{C7E27CBF-7607-40F5-8559-EA2473D97167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4" name="9wq3_5_build_PredictedAtoms_37">
            <a:extLst>
              <a:ext uri="{FF2B5EF4-FFF2-40B4-BE49-F238E27FC236}">
                <a16:creationId xmlns:a16="http://schemas.microsoft.com/office/drawing/2014/main" id="{3C753790-6804-4002-93A2-41F1501A5FF5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5" name="9wq3_5_build_PredictedAtoms_41">
            <a:extLst>
              <a:ext uri="{FF2B5EF4-FFF2-40B4-BE49-F238E27FC236}">
                <a16:creationId xmlns:a16="http://schemas.microsoft.com/office/drawing/2014/main" id="{BC10E548-D368-4DBB-A1AA-7B4B9D0D4155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6" name="9wq3_5_build_PredictedAtoms_42">
            <a:extLst>
              <a:ext uri="{FF2B5EF4-FFF2-40B4-BE49-F238E27FC236}">
                <a16:creationId xmlns:a16="http://schemas.microsoft.com/office/drawing/2014/main" id="{6ECA10B7-8D5B-4D6A-8EFB-E451D3A456DC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7" name="9wq3_5_build_PredictedAtoms_43">
            <a:extLst>
              <a:ext uri="{FF2B5EF4-FFF2-40B4-BE49-F238E27FC236}">
                <a16:creationId xmlns:a16="http://schemas.microsoft.com/office/drawing/2014/main" id="{2C190F6D-3863-48B7-8B20-9C06429D8D2F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8" name="9wq3_5_build_PredictedAtoms_44">
            <a:extLst>
              <a:ext uri="{FF2B5EF4-FFF2-40B4-BE49-F238E27FC236}">
                <a16:creationId xmlns:a16="http://schemas.microsoft.com/office/drawing/2014/main" id="{07576C15-9CB5-49DF-8EE4-21493E90F671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9" name="9wq3_5_build_Clashes_0">
            <a:extLst>
              <a:ext uri="{FF2B5EF4-FFF2-40B4-BE49-F238E27FC236}">
                <a16:creationId xmlns:a16="http://schemas.microsoft.com/office/drawing/2014/main" id="{FFB2E392-460C-42C6-A7D8-936DF73F9B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wq3_5_build_Clashes_1">
            <a:extLst>
              <a:ext uri="{FF2B5EF4-FFF2-40B4-BE49-F238E27FC236}">
                <a16:creationId xmlns:a16="http://schemas.microsoft.com/office/drawing/2014/main" id="{03C6286A-A0F6-462D-BEA2-19BD3C7AAD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1" name="9wq3_5_build_Clashes_2">
            <a:extLst>
              <a:ext uri="{FF2B5EF4-FFF2-40B4-BE49-F238E27FC236}">
                <a16:creationId xmlns:a16="http://schemas.microsoft.com/office/drawing/2014/main" id="{8719E6C0-F9D4-43F0-B389-62CCC13D85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2" name="9wq3_5_build_Clashes_3">
            <a:extLst>
              <a:ext uri="{FF2B5EF4-FFF2-40B4-BE49-F238E27FC236}">
                <a16:creationId xmlns:a16="http://schemas.microsoft.com/office/drawing/2014/main" id="{A93F25AC-AC94-4753-88EF-339EE6A773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3" name="9wq3_5_build_Clashes_4">
            <a:extLst>
              <a:ext uri="{FF2B5EF4-FFF2-40B4-BE49-F238E27FC236}">
                <a16:creationId xmlns:a16="http://schemas.microsoft.com/office/drawing/2014/main" id="{D993AF07-BB53-493A-8DC5-20977EB03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4" name="9wq3_5_build_Clashes_5">
            <a:extLst>
              <a:ext uri="{FF2B5EF4-FFF2-40B4-BE49-F238E27FC236}">
                <a16:creationId xmlns:a16="http://schemas.microsoft.com/office/drawing/2014/main" id="{9B829824-A3C4-4C65-94C0-A05F564210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5" name="9wq3_5_build_Clashes_6">
            <a:extLst>
              <a:ext uri="{FF2B5EF4-FFF2-40B4-BE49-F238E27FC236}">
                <a16:creationId xmlns:a16="http://schemas.microsoft.com/office/drawing/2014/main" id="{AA2A29D9-9E63-4A6B-95F7-8CEE6C5157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6" name="9wq3_5_build_Clashes_7">
            <a:extLst>
              <a:ext uri="{FF2B5EF4-FFF2-40B4-BE49-F238E27FC236}">
                <a16:creationId xmlns:a16="http://schemas.microsoft.com/office/drawing/2014/main" id="{690C20F9-F107-49DA-8792-CE2FCDCBD6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7" name="9wq3_5_build_Clashes_8">
            <a:extLst>
              <a:ext uri="{FF2B5EF4-FFF2-40B4-BE49-F238E27FC236}">
                <a16:creationId xmlns:a16="http://schemas.microsoft.com/office/drawing/2014/main" id="{54BE832A-4D4F-443F-8FE4-247D8E1950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8" name="9wq3_5_build_Clashes_9">
            <a:extLst>
              <a:ext uri="{FF2B5EF4-FFF2-40B4-BE49-F238E27FC236}">
                <a16:creationId xmlns:a16="http://schemas.microsoft.com/office/drawing/2014/main" id="{0AB819D0-94D9-45D2-BBB9-1C2C0FEA3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9" name="9wq3_5_build_ClashingReceptorAtoms_2">
            <a:extLst>
              <a:ext uri="{FF2B5EF4-FFF2-40B4-BE49-F238E27FC236}">
                <a16:creationId xmlns:a16="http://schemas.microsoft.com/office/drawing/2014/main" id="{EBD40ABB-5CEB-428A-A2DA-1BB2309481CC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0" name="9wq3_5_build_ClashingReceptorAtoms_3">
            <a:extLst>
              <a:ext uri="{FF2B5EF4-FFF2-40B4-BE49-F238E27FC236}">
                <a16:creationId xmlns:a16="http://schemas.microsoft.com/office/drawing/2014/main" id="{73618B88-D230-426F-8745-EF4DECDE4DD3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1" name="9wq3_5_build_ClashingReceptorAtoms_4">
            <a:extLst>
              <a:ext uri="{FF2B5EF4-FFF2-40B4-BE49-F238E27FC236}">
                <a16:creationId xmlns:a16="http://schemas.microsoft.com/office/drawing/2014/main" id="{EDCAAA3D-442C-48D8-895A-2FD6D1947F14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2" name="9wq3_5_build_ClashingReceptorAtoms_5">
            <a:extLst>
              <a:ext uri="{FF2B5EF4-FFF2-40B4-BE49-F238E27FC236}">
                <a16:creationId xmlns:a16="http://schemas.microsoft.com/office/drawing/2014/main" id="{9AF660C5-E12B-49E3-9336-2FDCFA315F82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3" name="9wq3_5_build_ClashingReceptorAtoms_6">
            <a:extLst>
              <a:ext uri="{FF2B5EF4-FFF2-40B4-BE49-F238E27FC236}">
                <a16:creationId xmlns:a16="http://schemas.microsoft.com/office/drawing/2014/main" id="{BC5518C8-286E-48CF-9FDE-1F456F72686B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4" name="9wq3_5_build_ClashingReceptorAtoms_7">
            <a:extLst>
              <a:ext uri="{FF2B5EF4-FFF2-40B4-BE49-F238E27FC236}">
                <a16:creationId xmlns:a16="http://schemas.microsoft.com/office/drawing/2014/main" id="{583E2745-E947-4FA7-9F76-208C2FE22936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5" name="9wq3_5_build_ClashingReceptorAtoms_8">
            <a:extLst>
              <a:ext uri="{FF2B5EF4-FFF2-40B4-BE49-F238E27FC236}">
                <a16:creationId xmlns:a16="http://schemas.microsoft.com/office/drawing/2014/main" id="{10B05D70-9F63-462B-A644-00552550FA30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6" name="9wq3_5_build_ClashingReceptorAtoms_9">
            <a:extLst>
              <a:ext uri="{FF2B5EF4-FFF2-40B4-BE49-F238E27FC236}">
                <a16:creationId xmlns:a16="http://schemas.microsoft.com/office/drawing/2014/main" id="{9A6A7BC0-A884-44EC-963E-93ACDE33100F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7" name="stage3-cases-clash_29">
            <a:extLst>
              <a:ext uri="{FF2B5EF4-FFF2-40B4-BE49-F238E27FC236}">
                <a16:creationId xmlns:a16="http://schemas.microsoft.com/office/drawing/2014/main" id="{B3097878-8D58-41D1-9E6D-B51FE77C73A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368" name="stage3-cases-clash_30">
            <a:extLst>
              <a:ext uri="{FF2B5EF4-FFF2-40B4-BE49-F238E27FC236}">
                <a16:creationId xmlns:a16="http://schemas.microsoft.com/office/drawing/2014/main" id="{7B6B17D9-1A2E-4853-A429-BC6694994D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369" name="stage3-cases-clash_31">
            <a:extLst>
              <a:ext uri="{FF2B5EF4-FFF2-40B4-BE49-F238E27FC236}">
                <a16:creationId xmlns:a16="http://schemas.microsoft.com/office/drawing/2014/main" id="{75483D64-5919-475C-9567-7EA8F8CD8BDC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370" name="stage3-cases-clash_32">
            <a:extLst>
              <a:ext uri="{FF2B5EF4-FFF2-40B4-BE49-F238E27FC236}">
                <a16:creationId xmlns:a16="http://schemas.microsoft.com/office/drawing/2014/main" id="{F46216BE-ED5F-4DE5-964E-2ED1A73C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371" name="stage3-cases-clash_33">
            <a:extLst>
              <a:ext uri="{FF2B5EF4-FFF2-40B4-BE49-F238E27FC236}">
                <a16:creationId xmlns:a16="http://schemas.microsoft.com/office/drawing/2014/main" id="{3CB00EB0-577E-400F-BC96-739141413C9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372" name="stage3-cases-clash_34">
            <a:extLst>
              <a:ext uri="{FF2B5EF4-FFF2-40B4-BE49-F238E27FC236}">
                <a16:creationId xmlns:a16="http://schemas.microsoft.com/office/drawing/2014/main" id="{46453A85-2F6F-4C13-8CED-30BD91FD81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373" name="stage3-cases-clash_35">
            <a:extLst>
              <a:ext uri="{FF2B5EF4-FFF2-40B4-BE49-F238E27FC236}">
                <a16:creationId xmlns:a16="http://schemas.microsoft.com/office/drawing/2014/main" id="{BB0EE3E3-9F9F-4B1A-9A63-E4AEA3F60325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374" name="stage3-cases-clash_36">
            <a:extLst>
              <a:ext uri="{FF2B5EF4-FFF2-40B4-BE49-F238E27FC236}">
                <a16:creationId xmlns:a16="http://schemas.microsoft.com/office/drawing/2014/main" id="{5F72AAB7-0D25-4E3B-8BDB-6C54A625D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375" name="stage3-cases-clash_37">
            <a:extLst>
              <a:ext uri="{FF2B5EF4-FFF2-40B4-BE49-F238E27FC236}">
                <a16:creationId xmlns:a16="http://schemas.microsoft.com/office/drawing/2014/main" id="{3034A6EC-72DC-4B00-82C8-055D7287CFAD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7371549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tage3-cases-alternatives_0">
            <a:extLst>
              <a:ext uri="{FF2B5EF4-FFF2-40B4-BE49-F238E27FC236}">
                <a16:creationId xmlns:a16="http://schemas.microsoft.com/office/drawing/2014/main" id="{F6CBDA6A-7962-45FD-B961-4E9D2E45D49C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EADEECBB-ECCB-4675-B279-5C621EFC36D9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61FE4002-C02F-4550-926E-31BE2D9A41C1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692E562E-B132-4A9B-A66E-0F97A7ED9733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AB5F6CCF-2D16-4D89-A31B-C6BEB51AA5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5BA217F-11AF-470A-9856-67BB7C8A068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062347ED-3A4B-4B18-A586-4698FC1CF9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229C32D7-DAA1-4C3D-B49D-05807C85AB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43EE52E7-B83E-40BA-9374-EF5E4D9CE8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82495B4-E1B1-4640-B728-23B7B7593C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50E9E204-E00F-4DE4-93BC-B3B5477E97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208974F9-C5B1-44B7-8D4F-FA9B657A04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89F38511-2F77-4853-B118-883826E357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92D6FA89-AC35-4587-B234-F82EF1D7E2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BCAF89ED-993E-43F3-8DFF-31798D23A1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1AD2E011-0384-482E-8073-831A0EB0D0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D34639F8-8DFE-45FA-BC7E-C6DFD3BD0E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93374356-E2D4-4CF3-A130-1BE627B619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D5DE638A-C9A4-43BB-8B3F-9490C93AFE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0F073B1B-F831-48B0-A144-61F008AD09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296326C7-527C-454A-9746-1FE23A330B1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28BC1EFC-A49E-48FA-9122-6BABEC4B95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1DB0F473-1A56-4B1E-882B-06AAA5D03A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9F6244F0-38D3-42D8-A521-3D6D0B4826A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F0492634-616F-4E5D-A7BA-D43A16006E4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C8FDDE87-9069-4CAF-AD2C-644CDBBC91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126ADD7D-60A4-4ADA-9CCF-AC151205D2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EE2B141B-10B4-47C5-995F-6011FC0A07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8EA7986-EF81-4B1A-BE15-245E7AA70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B771DC92-AF26-4F7C-BC0A-51B845C79D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4F374790-A8D0-43A7-9CC5-BE4B45B35ED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674AD5AC-E4C9-422B-BB6A-F5599E95E2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21BB1DBD-C3C8-40AD-9800-2D18F7D9EA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089E344-041C-49A2-98EC-33C0A9264C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E6C1DB0C-F6A6-41DF-852A-F99709056A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8B5BAAD1-0185-4352-836D-5E901597F1E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F55F8809-20B9-4E6D-80CB-00C710F33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F1C2FE43-3341-41A3-BA83-E8C60EB9FB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0B872CC4-7F50-460D-AB45-7BCE013645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E828DBBB-8562-4883-BBCB-81B517CED7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1BAB8305-B380-4496-AE70-673ED7A78F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9F870107-773D-46E3-B2A0-ABE35B7AF7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45730F86-98D4-4938-9C48-84610C36EF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7C8D1BE7-6AB0-4214-BE99-37E6C7A6D6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A47AEF7B-2F0F-48BD-B6F5-2B0DFE99B5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609271E6-6A92-479B-81CF-76D8AD9F7F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9AECD0D3-9EAD-486E-953D-31458BC866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7A2D9D48-6B79-45CF-AA41-BB7B22ED3C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5C0AEB17-46F3-482A-AEFD-14F06BC18E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4531A92D-7C0F-49FD-87F0-4A3F64B2D7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138E1868-A9FA-4266-BB2F-450C0CD12F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873764C7-59A8-4FE2-820A-FBC20115B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301761FF-27E5-4C06-A0A3-2F72D59EC4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5667B8C3-C716-43E2-A14B-BEF49F9CBB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B599F899-0C9D-4867-B7F8-6A5D8EC17C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0E6A2BF8-A6C9-4507-8238-FC60805BFE6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B94AAAFF-E78F-4AAF-9045-E61ECE43DE6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415451EF-5ADA-4BE4-83DA-A3F7DF90AD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7F0ACF20-1B66-44BF-AE45-B3DCCA154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C26AC0D1-AC3C-423D-9042-87404105C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ADC4616-5FD5-4BA3-9468-65EA1276E8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909F719A-2C4E-4CC1-A167-740579EEA7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1CF5D851-8047-4C97-A58C-1C9DD9D2B3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00030E44-E8E9-4FA4-A545-09202B689F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37FDFB02-29F9-429A-9227-C746034B01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A6688491-354D-45AA-AEE4-77AD7283CC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CF7E474C-8C4D-446B-926D-0601BFA123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F48467E2-75AD-401B-83C7-ED031B987B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CAE656BC-E874-4C6F-8562-60EC34D99A0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DFB0EA7B-A37D-44C3-BF1F-ECB64B8F35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34DF0C21-FAFD-4727-AF51-886435A81E27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BA8FEBC-7B43-4008-A4E3-DBE460367B6E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A3FBC83B-0576-4A57-9ECF-7A9180D4D0EA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0C36E412-54D7-4C72-9FBC-DD52C5FDF949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AB5B5E72-FF98-419B-9B25-123611D04642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BB4C6654-24B8-43F7-BA6C-39AF469CBD5C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E17FBB11-76AF-441D-8FC9-9276FACF566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EC3CA181-4258-495A-8CBD-3BD241749854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11AB6371-17AD-4492-A6D5-2AC192D51404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2CD9003E-E158-43DC-B727-098854B3D1DC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F712B5B2-D1B2-498C-A23E-6FE92BB98FBF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EED7C2C3-2801-43C6-9A8D-F65E5C4A1767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9B326A28-884A-4CED-AA1A-3C34900DAB0B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AC4F6838-94DF-464A-8551-35F315967F5D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FC3301C-5A91-43F5-9E57-F11F945B8D8B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0FB40F94-5EFD-40D7-AA76-D85A4FDCE0C7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32094002-968B-44D5-A374-FDE9B3F0FA66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55EE9CD3-EA01-4477-9E93-ED01454D72E4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F3CC25F3-71A1-418C-B26A-5BE30D3883B6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FD50BA40-3751-4A55-BB10-92425BEBF1A6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E88763D2-4BA0-429F-86A0-9355F7A88672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6AA16C43-9FFF-461D-BDA2-FEEF741350CB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1B7F0049-A70D-4268-9E32-8FD4ADD191AF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10F19B96-5B56-4918-BFF3-C810FF4DB145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9AA09A2C-8963-4EAE-A050-B897ABB8DAFE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3C0E83B-EADC-4B00-BFAF-83EB17AD2D96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1AB528EC-5F88-41AB-AA6E-E02B86C32078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48684ACB-6D60-4A0C-A412-9B0A6A6BEA6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93E10049-947D-420C-B8C4-49121F60F0F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64738AC6-A051-4E81-B399-03B4FB54CD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6E2AB1DF-C13E-4C4D-9637-20BC84199A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79189F14-D5CA-47F2-88AF-9FF4FA3EA6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A911E908-D710-4D88-A47C-9447C7F518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2604AB39-FB86-4202-BAD3-0D2F9F5CD0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93F98AD7-44E5-4EE1-B61B-360A4F31C3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17355849-FDC4-4DCB-AA0A-D11E19E8E6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0AB6B6A-8C7B-458C-A86E-E2373A7A14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EE474C59-5606-4E12-8FF7-53A4D3E714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5CE41434-77F3-4208-8FFF-99A0CC4CD2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493F1DA3-5725-4A13-970C-63F491FFB3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1323B7B7-6D16-49AE-B95C-35B78F9173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A41276A9-07B1-4F54-B433-C393EB663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E4DED57C-8B2F-4238-BF99-FA342ECBC5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FE254425-5A7E-4CBD-9329-3CBAF5903C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33329ACE-A75F-4DBD-A4B4-23F4375FDD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B4EE800B-296C-4DE1-B089-756D853063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984D713A-B811-44A0-9FA9-67694CF282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1073D235-3744-4DDF-8B9C-B0A6588004F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F2FDF238-5737-41DF-8F75-62214395108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2DFF88DC-3CFE-4088-BEB0-7508DF027C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91EBCBED-B049-4558-BCA5-7BAE46AA47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FC822161-632C-4422-A84D-F9E719510C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E9E565E1-2861-4C94-A1C5-756113612F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8E7200A4-11C0-4C39-966F-BE0054986C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42718E0C-703E-4D81-AD86-9471CA96EF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AB6DF397-E174-41F1-8612-CBB224AD29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F7B9FB6-E61E-482F-AB29-C4FADBBFDB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91003278-61B5-44E0-8070-CF4ED66BDC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870977D7-2E9D-4F13-9037-60C830F5EB7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467B8528-A51D-43D4-BDC8-D3FEA4ED6E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F1B21A96-58C8-423C-8CBD-A5C30578C5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70FD55D9-01CF-473B-8F11-0CBEC7ABEE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A009722F-EA13-47CC-8C6B-D7EF63D055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A30598E5-037C-47A3-8C56-4E9C493889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824511D6-8FA7-4A02-8B1D-01D789E20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C6495C84-60B1-4EF1-9AE8-4E92EADEC2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B4F57C78-75DB-4CAC-9AB6-71BACF7435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C8DD7890-617D-479E-B29D-FCB226AD4B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29B75C25-D3E3-4F47-BA78-5C1DEB0283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13DA94C-DD65-4981-9ED2-641C385A82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A3BC330D-D1E5-4F98-828E-83C194A997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74AE532E-0B8F-475A-9CB0-E697D5FFF07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E3425F14-02B0-4B31-8EC4-4D1AA449C8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D16BEDAB-6971-4158-8E7D-886A90255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C0B7A252-D501-40FB-A09E-2C44FF75F88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2B7B9D06-E95D-4DB5-8D54-AC320996F3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86C1B7CD-21E0-4F4C-BFA1-63FEDB14F8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2764C789-2DCE-4CB9-A453-9342D85FDB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81E60F7F-302A-4B0C-8791-3606D7131D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AD37AE1-F1A7-4119-A040-510BB8608A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2F949B0B-76A8-4533-B3C9-EA46BF97EC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A6D1B836-BE83-4330-9330-D34F30AB395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535C67D-CD55-4F2A-A329-5723AB2E03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1B8C1245-3244-46D9-86AE-A91EE353AF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BAB1AF52-9403-458C-95B9-8C23B3940D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F82F24A3-6E6D-45F9-B9FF-FFC05059C5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FDF57BB1-F56D-4C92-A704-81EAF48328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6597CA64-6838-4C6D-9C3A-B29D88E90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C8C9D494-2A62-4AF5-93DE-00A2E130E5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DD72B740-9D53-4FE8-B1FB-D35CBF960C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963F7527-9529-49B0-9706-84CD240E7C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471F9218-7BF8-49EE-B765-65DA181FC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49556AA3-5762-4945-99A2-F03FAD16E99C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16C89ED6-F203-4D8D-AB95-2B6656DD7B71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4FF48B3F-8E9C-47AF-AF74-B5F6FD57F320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8B67E84E-D61B-4F23-A9FE-5F3D683732FD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A6053EC4-66D4-46A8-A33A-C2C70C58ECE1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99404251-7D22-4C68-B561-DF09506784A9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2A1F7336-4B09-4836-A9E3-AE18BC55817B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A1176F79-5828-4AB9-AABB-37AC5FF64360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394CB168-53B8-4223-BBBA-F5D0C5F55A75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A0665677-F6D8-4CEE-ABE9-E294C11C67AD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5A3E6C5E-06C3-4008-B251-38692773D2D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C261DFA6-970A-432D-A892-3E7E52F99E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58E11BB-6A80-45F6-B560-D9C53D196086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3CF12CFF-400D-4D7E-8DF6-1E83D6B61CF0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994A2537-047B-4107-A512-338084986F68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2271510F-0573-4BD2-804F-306090AF9F61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84E46EC5-51CC-4CB3-B9FF-15E7DD001593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89B3BF26-2F0D-4E46-8344-F7F0D3D6D723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D85A242A-843B-4B15-8EEB-86C61864CC56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1EDDBED4-4160-4E5A-9BD2-B8EEDDA3C0D7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93ED655D-ED32-4C23-B196-CECD80F24D6C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284E1B82-C34D-4061-8A67-9D1C09039E8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AF61DE79-19DB-4DA4-B357-5DEA7EAC5C0C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8D28687E-BF96-454B-90BD-11176C50C5C8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B5CB9469-3081-4DED-ADE6-9AB47F586980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CA4B82C6-B67D-4BEF-B91D-54E631FEFC46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65C97946-E82E-4FF5-87DF-53ED5015F46E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27650D5B-5E37-4062-86D2-C0DF157AE0AD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097622C8-309D-4B27-A523-5D280CDD9D2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74AD39E-D091-4876-B642-FEF67F3949C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A9A5A9C6-4465-4B11-979C-7BD099BD7C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F4D32E93-4914-41FD-8D71-0FBDA0AED9B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4A151512-0C4C-431E-B0F7-9535621763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C4C7B5B6-2BF5-46F3-AF3A-8324B10EA0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0CF86C99-7465-413C-8E5C-B10FD1BBBB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B671DD9B-D8CA-48F8-A0BB-EAA4C0E06B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51164E4A-B0ED-4267-B194-B790D00599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054AF136-16E9-4C4E-8AD4-ABF8E1F945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3472C365-A721-42AB-9C87-D04C2B24B35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D5B69A55-0804-4279-8577-33CD9178A4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33F2EC72-EB46-4C2D-8390-10D0469E45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89231145-21B7-4CAA-B99C-0FB45F0DEC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9B3CD2FF-6DE4-4CAE-9702-7DB8D457B00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A76DEF75-154C-4960-BEB7-104541C1DF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04DF72DB-54EB-4C0D-BC50-EAEA75E9924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30DE6204-D419-4E67-9148-F8BB7938BD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300FD77F-E6B2-4E05-B08A-AFC82EBD8D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DFB2656F-178D-4FD1-8676-7E3E22097C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6B45D12A-FFE5-4658-8C28-0724D2F081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73549530-EA82-465A-9CCF-AE8022050E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56D95890-87DF-4947-8029-811323C848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3F7FDA9B-8EB0-4992-8261-FBDFED5968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1EF8FBFF-7463-4B6F-ACA2-F324D52CC3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86896EE1-8949-4C81-976D-51C21872784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0550A3E6-19EC-4912-915F-66A667CC60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D754F15C-0763-4E14-8ED7-CEBDA4C47D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CEFDA5F-BE8D-4346-B746-20C4EF1AD6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2A40A1DF-4AB0-46CD-B9F9-D86C1C4D9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80AB4DE3-1B25-4ECA-B39D-280C44A380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D0EBC264-3F6C-480E-AEEA-CCF236C2EC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2D15AA77-8E49-4F7F-9489-38B781B868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31117575-9620-43DC-986F-BD580E6026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DB299864-C557-4A87-A733-74314B718D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C4274237-32F0-4FBC-886C-64E4038A0A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07952326-8F3C-4184-B227-85EEAF3BC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5A8C386C-1E3F-4A2A-8B44-6C9CB674E2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F569519D-2A91-44B9-9B1A-24B8AE845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EE8D56F0-1D5C-4DF8-A4E6-BF539EE71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549A81E-43D9-4A42-BDB0-D8361014C0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066AD108-D27C-45CA-8188-166D3EAD5C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B82BE11F-6C1D-444E-9016-C54260BAD14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BFAFAE29-A7FD-46BB-8D14-29149A20E0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03351823-321E-4549-99AB-06843C56F3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B1CA199F-907A-4EB1-8A2E-A41F5801AC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A79ED3B3-5E9E-4E42-B46F-BC08D9E65F1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5A58F634-6D8E-450C-B064-7BFDA6821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C2CD614C-25FB-424D-830E-34A0A5481B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7D3EB041-9DFD-4EFF-9471-2AC5EFBBA4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C807DB14-A76B-439D-AD8E-E2E3A41E47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302E73C-F627-4668-8BBF-B81F4D45DD2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F5D869FD-93FE-4F7B-B20E-3A1FCD3303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136E4EF7-D3FB-4ED1-9DA8-CBEBA107C5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EF832639-1F7E-49A5-98AD-AB5ACF26BA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B419D4D6-F779-4E09-8A8B-98B98504BD9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00986FD1-FC89-44ED-BEA3-4B1FA4B56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9D8188E4-00ED-4C48-B5E3-34D3B5F2A6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06D238A2-21D9-4545-94CD-0C1A589BCC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BEBDAAB0-04F9-43CE-98E6-F9748C938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938BB8B1-6F4B-4CC2-837F-42684A0EB5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D5A2E316-76D0-46B8-9FB4-C41954B3DB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7D1DCBC3-E61F-4248-8B12-EF65E06209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6AB111BA-C279-45B8-A529-46379808B3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372BFC06-B737-4C7B-B32E-D2DC4F040A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3FAFA6F2-36C9-48B0-B4D0-913330719DE7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14053622-3CE0-440B-B681-CB3FD5D1B951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4B03F8DE-EF69-43D4-91E7-716454DC1271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FD0B1775-ECFF-4799-AE5F-16E9BBC45410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1403C31A-88E5-4429-97E2-5E2565B9C61C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8EBD0934-B016-4849-AB41-DDFD75BE2084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2594D670-5ADF-4D46-BD52-4D49C55870A4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FBDB8651-E8FA-4FD3-BB94-D13B28C14585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FA16532B-B880-4ED0-A862-B978FBA4C88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FECBC4AE-10A3-49B2-9B28-68945355CFF5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8B0B2163-3745-4182-AA86-0BB66D3AC437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B2F97EB2-7A09-4A5F-A62C-24DA301323F9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08B69F3-CC3B-43B6-A058-F9E12129B37D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3D242045-AE70-43EB-B528-4A8FA8B938FB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B97DF106-EE76-423F-91D2-85A5DA675312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1D19723-047E-4751-B9B1-8ECD099E7CF9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F10F5018-5781-477A-87D3-F9A7DA070BB8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2F72D2E2-BB62-4AB9-8517-21271B395DCA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97E1B85A-3B09-407E-9958-0C098DCEECEB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7F6CC8AC-F151-4152-BD8F-D71E0B9DFD96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D6F66A03-5F51-416E-87AB-DDAE027A0D87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02369102-C967-4ADF-B5EC-3E82653A7781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CC11D6F-B5D2-4D0D-A7E2-BD41AD994063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297CD53C-6376-4855-98D4-0255C7E583ED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5A9C51FC-B5DA-4591-A6AC-837C1BAC395C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4A61F76E-F5BC-40BA-A1C3-725F7E4834B5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EB33FBF5-F49F-46DE-BDC5-EA1290EA2DBC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CDA60B99-8F54-41EA-A574-1CFCC9829BB5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0D6C1BFC-7EE3-484B-83C8-E744D258C0B0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37D460BB-516B-452A-AA3B-77A0C5C3AB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FE4C716A-5755-467D-9A5C-36BCD31FF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27AB67CC-28C3-43B0-BB33-65F88F91A7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58CF58BE-14E8-492A-B16E-4509F89AD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03213769-6D6D-47F6-99C8-687B34B6204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E5C5706A-89AA-4454-823D-52612891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1378CADE-D0C4-458C-AC4C-898D0D3D19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B0FDA26E-6C35-46F2-B13B-571F3EE79A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8FCDDE96-77DE-46B4-AFF8-27F14481E4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18BD61E-B997-4C46-92F5-AF96BD1474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6712AC12-9AE0-48E5-94EB-1B6B75AC658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A768F774-29A8-462B-BD8A-A03EC14C4B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789FE1F6-A404-4B89-83EE-95F4B8F466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93CFAA2A-D0C5-42FB-A529-FB7F2AE9A1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6D59BA4C-866D-42D2-88F9-41A847972F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4EDB050-A76C-4AE8-9203-2F500C1F5B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41090BDA-A2A6-4EB9-BB95-E88D96AC69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4FC33858-1863-4A13-AF38-AA95CB471E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AB827008-2CDA-473F-9E8C-8F55B161DD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227ABAE2-4560-44C0-B771-0A9D54769B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E5203D56-E55D-4979-AD96-B7514E7F2C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6118BD52-C089-44EB-A134-B938868F09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54319FA3-A431-4DCA-B20D-6F53D7E99D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160605C0-59C0-4CDA-87E8-6757AF9B29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F29B5DA7-EF48-4383-885A-FE7A7F2E65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5B0EFF42-F445-4E25-80E8-1C1BF29F28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04DC5EA3-83A8-4267-94BF-47F4E3D4E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3CFB96A7-959B-4318-A2DC-6D0D4E4809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22BFC460-B939-4363-8169-CAFF6A7695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AE22675-3329-4B7A-9CF6-D3AB2709CD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305F1232-08F9-481E-BAF0-D48C8DC606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DB3440A8-BDDE-4456-A5A6-B51F5E3A9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C0727BA6-725E-4E04-9C66-7DC5EDAF5F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CDF62A41-67F2-4FFB-A070-359EE08D95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EE2A2DD-8515-4F28-A1A8-FC3CF7F7CE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1C15E915-64CA-45DE-990B-C41BD10C75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5C476A82-9E5A-4D2B-85B6-61E5358778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A5F90FE-769B-45B6-B4B6-C8E9EC6644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61AAF53E-0D70-4A98-A1A0-9FF4FC9554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486C7544-6A53-4E90-8B48-94E9810D9E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B30DFCC4-FD8D-49FF-9AAD-53602F0E26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FC57CCA1-6BA3-43AF-8B2A-599FCD5CA9F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6EB870D7-7C46-46F5-95C3-4F6D6B169A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539C54BC-0612-4A74-9405-2298CC3250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3DCFA088-CFA8-48F8-8772-97CC824059E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9700443A-8E63-4207-99B3-77E25FFFDA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4CE98F6A-CA40-4E97-831A-192B5847D5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02D77399-7C4A-4564-8FFF-DD66F0E22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E35094F0-B5C8-4615-A486-C0C5A805D7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FB2EFA04-8BF0-4529-9426-6FF983C853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27E952C6-B5F1-4968-BFAB-4CF10C8DE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55494E64-BAA5-482E-9FAA-5E8D8B3ACD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12A3B2EA-285F-4729-9A6B-98FC52845F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721D91E5-2AE7-4AF6-A020-D300DAA9A8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F0EB8E98-B208-41A4-B739-7CBA64622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D2049A7D-E049-41E6-8DBE-CF4628F55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A388D97B-A98E-437F-8510-4150F5E54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3C4CFC05-C1A9-4E77-A4E6-0F270889CC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13265CFD-62A5-4167-A7C0-950849A2E7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9CF6E002-A707-4221-96B3-7352C38BAE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BB48F27A-A688-4EA1-9277-6D9AA138A0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C7F0D06C-9EC0-40A9-873C-DDEBC8EDC5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20B1D730-7F1B-4FB2-AE04-D509154398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BDB26366-03BA-4860-9358-E37E619420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2019C06F-0394-45D5-A2B5-3779D75CE4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98756517-61AA-466D-8511-5EB5B29AC9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ABE28442-BF95-4AD7-A8F4-BFA88AD805D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EA929510-86F5-4665-AD15-24110916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2296180B-3BF8-4570-B145-7BB75C8122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60701B1C-C9C1-4A43-B1FD-80B67347BD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C238B449-18CA-4505-B2F5-CF96BE9817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1812BFAA-074C-46EA-A0DA-65EB8C479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C6303FF4-4B1C-4597-9D8F-67883A98AD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AF33CA0-B9B9-4285-B279-03ABB8569E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9C9E9C6E-6009-46AC-BA93-D8D802890E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D4A0047D-AB2B-4DC9-867B-98D2F6F79C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C713CB4C-9D92-4C5D-82E4-3746E8647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3F69B7EF-6293-4486-8326-88060ED47C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3320B061-ADE2-4513-B8A5-C73A06803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5401BF60-3656-4315-BA9A-D8768D978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CCE3B620-349F-4F96-B128-54DD0422D4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0D02FF02-97B0-400F-BEFD-620554A44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A9A14D62-A601-4BDE-AD6D-44B36663D2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5EEB52BD-03DF-4CC4-B794-E0D15019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9E48519E-5E15-46EB-97FE-259230D867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1E694DE2-5F92-4D30-9D50-19872CF0CA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853EAAB1-9342-4D2C-BCB0-409E6B11A63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8092D3F3-3040-4283-B7FD-32FDC4CE63E2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785FDBD4-1F6B-45AA-87F5-B84A68122708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D1EFF0CC-3837-4FCD-B682-7A6978C251EA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360E4CA6-4614-4402-9EFD-810284DEB310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0FA036E9-D6E0-4C45-BB49-694E45ABA83B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A3F61009-F0B3-4E72-8D26-489F4DEE6215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870A8974-DA0A-4F6A-BB0D-5D8F5A75D4A0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DCDBEC57-4F8C-4673-94EC-C1D3CF4D47BE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0EBA7331-1F0E-46CA-BB96-5C8871571B88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EA8BBB7E-EBEF-4F2B-9AAD-319D3F84CB02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62D153CC-DFFC-4A5C-B049-2562AC38680A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3F5AF88B-03C6-4E4F-9348-A9C7DD50F719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B8B2A5F-312C-4365-A27D-56069A3249AD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1B4416DD-10ED-4B96-A60C-E6E7D835B8CC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57FE7F24-E5AE-4F83-8493-01C42A3904EB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AFCA4161-20AE-4636-9531-80C4BE9F7857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CE254B4D-325C-4EA7-AC5A-8D60DB08B261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78A1B59D-C31D-4FDD-A88C-142E08165F24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52D66BBF-E02B-4532-B646-4F0DCA819356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9547BE9-9E73-4E72-BCE0-20FFE496DE92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9D8BEC89-6EB4-482D-8559-5A03A8781BAC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6FE46531-F656-4541-BE94-2A471C018C73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A7B7B316-DBB2-4F00-AD51-647B4D0CA609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24D82257-207D-4C64-8F7A-91B7BB74DC39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6EAFD6BF-29B4-41BD-8E36-3787412839B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33B305A5-BEDF-434D-A5A2-CF0B8C21C8A3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89499389-5E3A-40EC-9BFB-5D299E0211F4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85D119D9-5853-4524-984A-8D2A0F38A2AC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3D306361-1926-444E-9CB1-5E8FD54006FB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44933000-4C66-4085-96A2-053C605E3740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6156A49F-AD0E-4ADF-86FE-44F0B5C83A76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06B52037-BE55-4A7D-8E97-956AF596560C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8B24510A-1A3A-40F6-897D-2F7E50729548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2D26D35E-F92F-487A-8F00-0FBE814D2753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C6E7EB3E-3AC3-4E97-A66D-952C9DF344AD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2BFADBFE-DA48-4DE8-AFF2-2CCA6C8E8D36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939DD4B6-CC8F-4320-B3E3-402845385B7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AA935741-BD2D-4E31-839F-E431EFA0B7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9146B325-8AEA-4DED-A061-33D1BB445D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506A43F8-2B72-41FB-B670-DE048D4F18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A41E34B4-53C7-4B78-BA50-AEF8369E72D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94604DB3-11EA-4F15-ACB7-2EBF70B4D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CE75780B-2660-4234-91F0-3D766FC83A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E076BD5-4757-4F2A-A4F7-1C90E893FD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968D196A-C70F-42F0-8A37-5C8ACC1F67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80B82FD0-0CE9-494A-A609-E087BF5F4A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78234F4A-2CAD-4E21-B31C-9AFC794F58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15F86410-A29D-4BEF-99FF-CCA8AD9A3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50AADAB6-11BB-4BFA-AF55-BF3E7751AF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9BB78CED-3731-43FD-AE0C-1BE731ACF86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270C6893-E704-4F78-8F25-8ED48BC921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A0CF50E0-720A-44C7-9396-F44B12F0D3B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C7944C12-E0D5-41F1-9C6B-294F84FD5C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092478BC-4036-410B-9A14-FAAB23AA19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C72AAED9-BAF3-4A11-8F4D-B51153244F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B1835D26-D4CC-4DEA-8F48-AA3D622BC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2581692B-3A9D-485A-A63C-AA3484CC92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DBF0A6A6-C6D1-4D53-9709-0DAB2D44EE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BEBDC07D-ACE2-4C76-8164-3EB65608BD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71FC4E2B-564D-46C6-9E03-D236C6ACD8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A2D6C56D-9649-4CED-85A2-1A546B6371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3EA778D8-431F-41D0-8112-B86EFE97AA7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3B60A7E1-A24A-418A-9A96-850E2D664C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6002FCCE-3B8A-4379-87F8-6D3EE03ECD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53BCCE46-7527-421D-901E-058A811DEA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B274C860-5D0E-4901-9EC6-5BFD2735B1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E17B3B35-02EE-4410-BF41-5A7DF5FF34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5B8301E1-989E-41B4-98B0-09EC02E0E5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AAA7D8C4-6FEE-4BAC-A8D0-E9B8FFA6CA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4371AEEE-AD39-43CF-ACB5-3D1BDD6A3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F24EDC54-FB20-40D2-BCB9-0694B16C18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CE6BD2F-C195-4DD7-9681-FE76A88FA2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1F8E171C-DEE8-4C16-A9A1-41184AAF11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3EF5046-F802-4908-A84A-59AEB05DD8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26A09B0D-B44B-4441-A1BE-0232B94FCD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B2007B07-76A3-4725-92B9-1206479BF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08ABF337-7476-4F7D-BC72-DB3C16021C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C1FC5B35-4F81-4F10-A2EB-30EA415D32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666ADF6E-EA00-4F6C-8C3B-4B29F905F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01D5FFA6-B0A5-4F61-9467-E43A076D11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6CD6180F-BF85-432F-BD60-52E1CE725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C356432C-523F-4CE0-BA52-B372A2FE04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94E6BC77-1E7B-418D-B93E-B60B74DB2F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53D12E69-61D2-4A6B-B1E5-F312F75E21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C728654C-6443-464F-8023-9BAB3DDC8E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582E16C9-58E2-4D98-AF24-2C5D97619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2AC1C052-D9B8-47EE-8187-D8EB460653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91A6B4BA-4AB0-4235-A29E-E8BECD36DE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09039FE6-72AA-4347-A822-BB107A3596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057DD717-F9E8-475B-BCFB-8A566678E6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21F18CAB-619C-4241-B2F4-7D1576330C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B38136AE-50DA-4135-AD35-88BCB705C7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FD702147-75BE-48B2-AB02-92D075FC99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950F182D-F798-45CA-A4F9-F9BF71C1AD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DBF5985E-4DC7-4B42-8E8D-C6705003F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B6CDC4FF-4892-4977-A944-0E182D9D9B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398F001A-DE14-47E8-8F1B-3FB9AEBBFC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61F53A53-5A95-4073-8734-51E6B85442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ECE58A71-C014-4C3F-9318-7D1E13F7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0894A57B-FCF9-46D9-BC4F-588AE35B6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1ADC03CC-8D84-4219-A9FF-60A205C437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469F2AB7-9E7F-4EB1-8ECE-AC101D1D561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B0AF3E0C-B223-4A0D-9F86-4935BC7CE1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0CF83E55-BBCD-4307-8C81-0E65EFF2B2F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E9F5E195-4400-495A-8CD8-1CA5A7151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4A5272B-4CEC-4394-B35F-8D44A5B4FC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4B425492-19D1-40A9-8698-9213AB97BF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27533BAC-0AC9-40C9-93B7-206879702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104F203D-E74B-4980-9E81-A3B9022DFA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A2D623A0-BC99-4A8E-8FEE-9E439F2381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46E209AA-64E8-4323-A41A-D66F8E415CD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1F2A00CF-6552-46BF-8912-E52361CA09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8B8E9179-206A-4DE1-9F19-CC776365F6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7C89911C-1200-4AA0-BCC6-BBDD01B4E5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0232ECED-DAFA-4D9E-8BBB-086C045764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A3120F44-AB97-4CC7-B91D-6F852CC49E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5B206B18-C28D-4021-A627-215D2D61A4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30BD24F9-AC9F-4EAB-83AA-07342D9542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61732AD0-713E-49A9-84F3-56B796D394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6A700EFE-C861-4623-AABD-3652A90F03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55820FC0-C9AC-43C9-93C8-E7F24C0B31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83F5EE1B-7737-43C1-8482-EF97B3ED31A7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0ADD70F5-DD1B-4423-B104-4C624A55FAA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CDC81D9E-C893-4697-B757-71EA7F77635B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9C8B0C27-19EE-4841-9795-D4B2A2041C30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B92E01A7-8C7D-472F-9866-B63315F3F2A5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599969A6-AEBD-46B5-8870-3BBCCE9A386A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9041FAAA-44C9-4214-8D1C-FF067E739987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4DBDB712-736B-4F63-9DAB-BDF86D6CC99B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C3A93C48-6BCD-4EB3-A35E-65C201BE5548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3B45EDD1-551B-4F11-B3FC-34E833C715A7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DDB9028D-65CA-4BC3-8AA0-25A09F582FBA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C2106FA5-F59D-4DC7-BD6E-6509E762E00E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053B419C-168F-43CB-952F-3F143B4576B2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7F06DDD-46B8-4D89-AE83-495ECC6CB2EF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5BA94296-09DC-457D-B82F-A47324920C34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DB962048-DD03-443A-9C1D-137B7A79A3A0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AB564BB5-7565-401E-8E3C-2CAE390B97E4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7A3AE403-CDA8-427D-B3BF-645CEF028C40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E6A25E01-6B6A-497E-92F0-6691E4A16397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3D7EF951-259B-4885-8F60-8FD4BC501C24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29F560B1-E5B4-411D-A938-3ECAAED48CF8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09BDA4BA-27AD-47C6-84E6-16B288887A57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BAC42A01-5AB4-412F-B3B7-0AC0E37E210A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89B34607-CC81-4BE5-BBA2-1E49C2E3121F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D6EFFFAA-1C88-464C-9489-EEDD15572552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78AD81FB-0499-4474-A98F-BE043266338F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0C2E5058-09BB-46AA-A204-331DF9CE0E06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0143268A-E130-4890-B731-887F0FBC397E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5E92A2E-914D-42F9-8D37-D22D5C0E4CBE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C65672B6-AEED-46CC-B5DC-319D26A8B472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EC138F11-3F99-448F-B4F9-9F1E0EC7ACC5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66CFB046-7C15-4D1E-8B49-E3B22BB7AA57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3C9BB1C-A114-47A1-B8DE-9E03C3EF52EF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F53994DE-D130-4E2C-B05A-77E97CA834C9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C7CE7D56-E30C-440C-82FF-733857495191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E5DB2C74-7418-4A90-BA0A-8FCA70C32E8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3D70706B-3674-4F7B-B0A7-B35A7B1E0A59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F992C176-7DE3-4FE9-B8A9-E786EDCB24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6271511C-7020-414D-B0EF-6AFD252EEB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837A8B64-D015-4E83-B127-579890A160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CF2AD626-D701-4C26-B0F2-5509259396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CB019E03-C839-4319-AC59-8C3CB55084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D5FDAB49-E68F-4D3C-B108-44907C4BC3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55E59DFF-97AD-4C7A-AC10-28819B40A1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48C35401-7FA6-433B-8AA5-BB07CF54D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520DBE6A-782D-4DE0-A076-B12CD87F1F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33BE8DC9-E67E-4E00-98A1-FF3452808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9878191F-3D47-4CAA-83ED-EA5414DD44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C9000A5D-CE4D-41B2-B57B-2EFD686552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897B2332-29BB-4FA6-9E47-C1EB32D99E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11DB4D19-F92E-4A7B-AFEF-777D9046A4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CCE6D77-209B-4338-BB78-3E0C573472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56BDC20C-74BB-40A9-89C9-EE2FB1CA0F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B9A4D9A3-D191-4433-A2B1-242DF11376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DA1695FC-3708-4087-840E-0308E88A09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479D4765-CE4D-427B-9D51-FA808EA3E8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8EBF926-2A08-4730-BD09-EF30A67DB3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17C1D935-0765-4AD0-830E-0A966A881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83C143F8-71A5-44F3-8EE5-5C690A2798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B2AAF6B8-DEF0-40C8-A6E4-717CD45109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A1830487-1617-4787-AE40-023A7515E6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A60F326B-F75C-4C41-8A3F-BC48DAE91C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641E3914-ECF3-40E2-86DF-F5625F0223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5C150CD1-ECC8-410C-990F-C14F39EFFD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931F314F-C41F-4756-ABB1-544439988E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E2DF7DD0-4511-4E14-975B-88960B3F71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01F9922-A9D0-48C2-B0F5-50626FA741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F70DF8C5-8174-4692-94EE-612138C9C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D7B3FC1-A265-4E27-B280-5B24028CAF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BE9C5937-9D89-44E4-8741-FF3610171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00DCE9B2-DE28-460A-868D-4404F30730D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F51F43E3-62A4-4DFF-8BC7-296BCC871B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3A9638F3-4391-4DCF-9130-5A900E6581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940840E9-AD52-41E5-BE88-9D8B00F50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78A3958E-09C5-4EE1-83D1-054B6CEEDC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065A487D-6CF6-499A-A58B-A939E8EE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398BC033-D717-4C28-B42C-58C25A4D5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0CEEB273-C31D-48B6-893E-D002C0FEEA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205E9028-F6CE-48AB-A0D6-61AB18E4CD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353D7496-A1AC-466E-8068-FCE3A0CDC0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E78EF1C3-6F16-4173-9E8F-71738CD4EA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12306A8D-75E1-4C6A-AEE9-B6CC321EE1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C92C1E2D-D27D-48FB-8343-46B7A3B592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DEBDC6B9-A335-46C2-8E6B-03ECE7EB8F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EF2A8D8F-4A37-4C5D-82A4-EF557A24D3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BE322401-5C9D-4F1A-BAA1-BCB420A273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E3FF9B92-C644-43B0-8C08-0F019451F0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CD27A9D-03BB-4DD7-AFB7-A750661D5C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FE4E973F-3963-4978-8709-51B5D67E67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1AE1560E-D19D-4F99-95AE-93604B35E2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305213FB-B311-4E6F-9D2D-B5F73001EE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B7EF3E01-80F1-485C-9149-FE69F94CB7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5FF3988A-53BE-4F7F-8B35-CD0156E2B3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2B667C5B-B6EE-43B4-B5FF-633C188D4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369A7FED-F322-413A-A561-8AC9ED53F0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521F1577-F8BC-435F-BEFE-6A819308E3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B82E064-CCB5-433E-A048-538B8D8F096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60EF5D32-C0BF-4EC7-BDF0-C7EB23AF63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BAFBD4CB-827E-4642-BA98-BAA0F83FD3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87B4000A-7EA6-4853-B008-78391A6B40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9C6BE69C-B58E-4152-8C6F-9FCBE8C751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6894079B-A76E-4400-A568-AA050B78CD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C359046-88F9-4032-9DB0-8C0EC5B87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733C0776-6E46-4B64-B382-BB6ED8359A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1C3CCE77-E56F-4C0F-B813-E7A5ADC49DB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F0565249-2C9C-4DAC-8836-1F5776BC74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5F4C1EAE-684B-4DBE-9326-EA8888598A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E16F5B4-E94E-4374-A4AC-7316FF7223F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397CD199-7DF6-4650-BCC0-7DB50221E8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661D58D9-C780-4DF7-8C15-E74CD7C7E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23E71F55-305A-4645-8D76-34B6BD5D18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198192FC-D9F9-4356-B7D1-3F50B5BFE0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CE91724C-7F21-45CF-B07C-7B5E1561D82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B0FF3E8C-D448-4799-9455-113BAE00393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86679799-5597-4EFE-9E7D-3FEF6401EE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402439E4-414F-4E3C-9E48-8D61E49754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14D80EAE-6701-4015-B32D-0D039B338E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399B7A62-4A54-4006-9BB4-2033A463A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BA11963F-8C34-4A07-88BF-2788F32033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EC1C4FE-2383-4423-A917-42FC1A5AC2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E5081F9F-AA39-4622-A087-5EB89F9353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83BFA76B-FA68-4AD5-A578-86329E00CA1F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199A6E52-C586-4671-B164-FCAFFE1FD515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F8C3D84D-3BDC-424D-AFF4-6664B7422CB1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0D7CCC79-9766-467F-8A03-76CF721621CD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6B6AC4D-4D32-41AB-82DE-379B44B1BFD4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38B04B4D-1F65-4D43-AA38-747644ECB6D0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1D45C108-A75E-49A1-9CA9-6D85BA6836D3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2CF303B2-65AE-49DB-A5DC-F159A6909322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32A35B7D-BA26-4C6C-B628-D9579F6B846E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EEE56281-1972-408A-B169-24AA0197736C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F70CD991-EAB3-4CDE-9106-B53EA3ADEA3E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1968BAE8-60A8-435D-A28E-CBE19C45D854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AAB5D9B7-1E17-422C-BC31-37822E17ACFD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95B2C3B1-604C-492C-ADF2-3C8E11A945D8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EA5649E9-837D-40C4-A793-204483F11AD4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BAEC375D-55A2-4BC9-9336-563B2A4D593B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07912669-EA56-4550-B58C-86A07D81307C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A6E2050B-1509-445F-B357-A09B30D0C360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0717A688-733D-49AA-832E-9C1BD11E0888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07CB7CF-CA51-4CE9-9524-AAB485141ECA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0DBF95C7-D78B-4864-98AF-189CE673B6E9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94F5645C-B0A1-4286-93B8-FE81D08B007D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BC1DB99D-6B77-4253-8477-FA015BB0F5DD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C32EAE69-9508-4A4C-9FC3-F1F50C39385F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852BD803-6660-4DCA-8DB4-9B42D94D6116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DE3D1E7A-FC79-40A8-831D-D746616CDB53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685B3B3E-BDE5-4DB4-A8B9-B6696D70ED53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61965B37-7616-4298-829A-8AE4A1FB194F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1FE12A94-5378-4D67-AD86-B6BACE9CDBC4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E451E8E4-65C9-4DA3-A64B-A8D312E0930B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3E4212E0-4A65-47D7-8A6D-40C14B39E192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F09BD2CF-14EB-4425-94DC-B5561361F39C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B4267321-2502-449A-8F3D-1B5F2CEB70A2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7650165-AD77-4D1C-9683-C58FABA77E19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16E47A31-D4DB-4AF7-9DA3-89A1E4BB5B75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04CCE618-5712-4F1A-B6AB-DEA0A853EB3D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A08F06F4-1A0D-437E-B5E9-2A45B159BA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A16ACC0A-DA82-4CCF-96CE-5B9E434013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D78BB7E6-309B-41A4-8A1F-939E5721B9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5384FFDA-B486-4AF9-A9CA-64767BC225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C380FD9F-D45B-4CEE-8A25-698A4D71607C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35548BF9-5812-4734-B685-6C835F869A6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A3690598-2AD2-418D-AD2D-26C4069132EF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9BJJ · A1AP0 (E:1001)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68B76EB4-F0C3-4684-8D15-E031BC85F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AB3AE359-C2F7-4B1F-9145-E805EB7513A7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bjj_16_official_Receptor">
            <a:extLst>
              <a:ext uri="{FF2B5EF4-FFF2-40B4-BE49-F238E27FC236}">
                <a16:creationId xmlns:a16="http://schemas.microsoft.com/office/drawing/2014/main" id="{B58AA9DB-C872-4112-B01D-6A425BD82F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60" name="9bjj_16_official_ExperimentalDensity">
            <a:extLst>
              <a:ext uri="{FF2B5EF4-FFF2-40B4-BE49-F238E27FC236}">
                <a16:creationId xmlns:a16="http://schemas.microsoft.com/office/drawing/2014/main" id="{24021A88-F868-45F1-932E-84D3CEC5D5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bjj_16_official_ReferenceLigand_0">
            <a:extLst>
              <a:ext uri="{FF2B5EF4-FFF2-40B4-BE49-F238E27FC236}">
                <a16:creationId xmlns:a16="http://schemas.microsoft.com/office/drawing/2014/main" id="{74B09704-B296-4B70-A2D7-A5D2B56D92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bjj_16_official_ReferenceLigand_1">
            <a:extLst>
              <a:ext uri="{FF2B5EF4-FFF2-40B4-BE49-F238E27FC236}">
                <a16:creationId xmlns:a16="http://schemas.microsoft.com/office/drawing/2014/main" id="{57F167B6-3C8D-4069-817E-4095E6DA45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bjj_16_official_ReferenceLigand_2">
            <a:extLst>
              <a:ext uri="{FF2B5EF4-FFF2-40B4-BE49-F238E27FC236}">
                <a16:creationId xmlns:a16="http://schemas.microsoft.com/office/drawing/2014/main" id="{387436D2-FC29-4F44-ACD3-F85ACCD3F7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bjj_16_official_ReferenceLigand_3">
            <a:extLst>
              <a:ext uri="{FF2B5EF4-FFF2-40B4-BE49-F238E27FC236}">
                <a16:creationId xmlns:a16="http://schemas.microsoft.com/office/drawing/2014/main" id="{DC58C93D-F9A4-4CC6-BD4D-F0BF12406E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bjj_16_official_ReferenceLigand_4">
            <a:extLst>
              <a:ext uri="{FF2B5EF4-FFF2-40B4-BE49-F238E27FC236}">
                <a16:creationId xmlns:a16="http://schemas.microsoft.com/office/drawing/2014/main" id="{646EC947-EA56-46B3-BF5A-8CC954D76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bjj_16_official_ReferenceLigand_5">
            <a:extLst>
              <a:ext uri="{FF2B5EF4-FFF2-40B4-BE49-F238E27FC236}">
                <a16:creationId xmlns:a16="http://schemas.microsoft.com/office/drawing/2014/main" id="{1CE71FCE-EB29-411F-AD37-ADF51B13D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bjj_16_official_ReferenceLigand_6">
            <a:extLst>
              <a:ext uri="{FF2B5EF4-FFF2-40B4-BE49-F238E27FC236}">
                <a16:creationId xmlns:a16="http://schemas.microsoft.com/office/drawing/2014/main" id="{30E810D5-67C1-4824-94AA-55DF895813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bjj_16_official_ReferenceLigand_7">
            <a:extLst>
              <a:ext uri="{FF2B5EF4-FFF2-40B4-BE49-F238E27FC236}">
                <a16:creationId xmlns:a16="http://schemas.microsoft.com/office/drawing/2014/main" id="{96561281-22C1-4AFB-921F-CF3AEBD9ED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bjj_16_official_ReferenceLigand_8">
            <a:extLst>
              <a:ext uri="{FF2B5EF4-FFF2-40B4-BE49-F238E27FC236}">
                <a16:creationId xmlns:a16="http://schemas.microsoft.com/office/drawing/2014/main" id="{CD6A61B2-4F57-4ADA-A5C2-8CDE544E9A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bjj_16_official_ReferenceLigand_9">
            <a:extLst>
              <a:ext uri="{FF2B5EF4-FFF2-40B4-BE49-F238E27FC236}">
                <a16:creationId xmlns:a16="http://schemas.microsoft.com/office/drawing/2014/main" id="{5E3A29A2-4BC8-47F1-965A-B0354AE8E1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bjj_16_official_ReferenceLigand_10">
            <a:extLst>
              <a:ext uri="{FF2B5EF4-FFF2-40B4-BE49-F238E27FC236}">
                <a16:creationId xmlns:a16="http://schemas.microsoft.com/office/drawing/2014/main" id="{32E0643E-D5E8-4082-8F21-F6B89B16C7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bjj_16_official_ReferenceLigand_11">
            <a:extLst>
              <a:ext uri="{FF2B5EF4-FFF2-40B4-BE49-F238E27FC236}">
                <a16:creationId xmlns:a16="http://schemas.microsoft.com/office/drawing/2014/main" id="{CDE4164B-A501-4B31-85F8-9F1EA56073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bjj_16_official_ReferenceLigand_12">
            <a:extLst>
              <a:ext uri="{FF2B5EF4-FFF2-40B4-BE49-F238E27FC236}">
                <a16:creationId xmlns:a16="http://schemas.microsoft.com/office/drawing/2014/main" id="{27103CB2-22C7-48D7-9674-8F65622FDE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bjj_16_official_ReferenceLigand_13">
            <a:extLst>
              <a:ext uri="{FF2B5EF4-FFF2-40B4-BE49-F238E27FC236}">
                <a16:creationId xmlns:a16="http://schemas.microsoft.com/office/drawing/2014/main" id="{BC728E08-054A-46AB-BB8C-8856DAB93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bjj_16_official_ReferenceLigand_14">
            <a:extLst>
              <a:ext uri="{FF2B5EF4-FFF2-40B4-BE49-F238E27FC236}">
                <a16:creationId xmlns:a16="http://schemas.microsoft.com/office/drawing/2014/main" id="{E24228FF-E3E1-491F-A1C2-9C603A300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bjj_16_official_ReferenceLigand_15">
            <a:extLst>
              <a:ext uri="{FF2B5EF4-FFF2-40B4-BE49-F238E27FC236}">
                <a16:creationId xmlns:a16="http://schemas.microsoft.com/office/drawing/2014/main" id="{D4F1054C-7B09-4B08-9843-DC0E0766BE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bjj_16_official_ReferenceLigand_16">
            <a:extLst>
              <a:ext uri="{FF2B5EF4-FFF2-40B4-BE49-F238E27FC236}">
                <a16:creationId xmlns:a16="http://schemas.microsoft.com/office/drawing/2014/main" id="{5B3F3884-0B13-4414-93CA-235FA4661C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bjj_16_official_ReferenceLigand_17">
            <a:extLst>
              <a:ext uri="{FF2B5EF4-FFF2-40B4-BE49-F238E27FC236}">
                <a16:creationId xmlns:a16="http://schemas.microsoft.com/office/drawing/2014/main" id="{897D08AC-CACE-440A-A0C7-FDF32EBE7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bjj_16_official_ReferenceLigand_18">
            <a:extLst>
              <a:ext uri="{FF2B5EF4-FFF2-40B4-BE49-F238E27FC236}">
                <a16:creationId xmlns:a16="http://schemas.microsoft.com/office/drawing/2014/main" id="{AA1C2BE7-052E-44BD-9F83-8774C1B09A2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bjj_16_official_ReferenceLigand_19">
            <a:extLst>
              <a:ext uri="{FF2B5EF4-FFF2-40B4-BE49-F238E27FC236}">
                <a16:creationId xmlns:a16="http://schemas.microsoft.com/office/drawing/2014/main" id="{C307B0F6-3996-4BAC-88B9-21182091E2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bjj_16_official_ReferenceLigand_20">
            <a:extLst>
              <a:ext uri="{FF2B5EF4-FFF2-40B4-BE49-F238E27FC236}">
                <a16:creationId xmlns:a16="http://schemas.microsoft.com/office/drawing/2014/main" id="{096126C7-29B9-4BA5-A936-AC318F321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bjj_16_official_ReferenceLigand_21">
            <a:extLst>
              <a:ext uri="{FF2B5EF4-FFF2-40B4-BE49-F238E27FC236}">
                <a16:creationId xmlns:a16="http://schemas.microsoft.com/office/drawing/2014/main" id="{2D5E16AC-48B8-49A9-B102-C2429E43F5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bjj_16_official_ReferenceLigand_22">
            <a:extLst>
              <a:ext uri="{FF2B5EF4-FFF2-40B4-BE49-F238E27FC236}">
                <a16:creationId xmlns:a16="http://schemas.microsoft.com/office/drawing/2014/main" id="{0E35A3A5-1A6F-4F23-9FED-09B1425ED8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bjj_16_official_ReferenceLigand_23">
            <a:extLst>
              <a:ext uri="{FF2B5EF4-FFF2-40B4-BE49-F238E27FC236}">
                <a16:creationId xmlns:a16="http://schemas.microsoft.com/office/drawing/2014/main" id="{C9A1A9E1-72AC-483D-A232-8DC5C80D12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bjj_16_official_ReferenceLigand_24">
            <a:extLst>
              <a:ext uri="{FF2B5EF4-FFF2-40B4-BE49-F238E27FC236}">
                <a16:creationId xmlns:a16="http://schemas.microsoft.com/office/drawing/2014/main" id="{57793464-821A-42EA-A229-46E18FEA5D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bjj_16_official_ReferenceLigand_25">
            <a:extLst>
              <a:ext uri="{FF2B5EF4-FFF2-40B4-BE49-F238E27FC236}">
                <a16:creationId xmlns:a16="http://schemas.microsoft.com/office/drawing/2014/main" id="{13C0C56C-B598-4AAA-B205-95106794D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bjj_16_official_ReferenceLigand_26">
            <a:extLst>
              <a:ext uri="{FF2B5EF4-FFF2-40B4-BE49-F238E27FC236}">
                <a16:creationId xmlns:a16="http://schemas.microsoft.com/office/drawing/2014/main" id="{4CF01CE8-FF1D-443E-A054-20704756D5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bjj_16_official_ReferenceLigand_27">
            <a:extLst>
              <a:ext uri="{FF2B5EF4-FFF2-40B4-BE49-F238E27FC236}">
                <a16:creationId xmlns:a16="http://schemas.microsoft.com/office/drawing/2014/main" id="{52DC4052-9648-49CD-94AE-795806DA53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bjj_16_official_ReferenceLigand_28">
            <a:extLst>
              <a:ext uri="{FF2B5EF4-FFF2-40B4-BE49-F238E27FC236}">
                <a16:creationId xmlns:a16="http://schemas.microsoft.com/office/drawing/2014/main" id="{561F31AB-65FB-4376-95D2-1E74CF72DE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bjj_16_official_ReferenceLigand_29">
            <a:extLst>
              <a:ext uri="{FF2B5EF4-FFF2-40B4-BE49-F238E27FC236}">
                <a16:creationId xmlns:a16="http://schemas.microsoft.com/office/drawing/2014/main" id="{E3B90A8D-252B-4A47-BC71-F6D9914A72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bjj_16_official_ReferenceLigand_30">
            <a:extLst>
              <a:ext uri="{FF2B5EF4-FFF2-40B4-BE49-F238E27FC236}">
                <a16:creationId xmlns:a16="http://schemas.microsoft.com/office/drawing/2014/main" id="{0D3B0E62-26F8-4A16-8BD1-AC7D8EC32E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bjj_16_official_PredictedLigand_0">
            <a:extLst>
              <a:ext uri="{FF2B5EF4-FFF2-40B4-BE49-F238E27FC236}">
                <a16:creationId xmlns:a16="http://schemas.microsoft.com/office/drawing/2014/main" id="{D72293DA-7828-45C5-8C4E-DCE6F90BAF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bjj_16_official_PredictedLigand_1">
            <a:extLst>
              <a:ext uri="{FF2B5EF4-FFF2-40B4-BE49-F238E27FC236}">
                <a16:creationId xmlns:a16="http://schemas.microsoft.com/office/drawing/2014/main" id="{5A3E5E67-AC82-4476-8BFC-4B1A2383BF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bjj_16_official_PredictedLigand_2">
            <a:extLst>
              <a:ext uri="{FF2B5EF4-FFF2-40B4-BE49-F238E27FC236}">
                <a16:creationId xmlns:a16="http://schemas.microsoft.com/office/drawing/2014/main" id="{CFE4499D-8B3E-4222-8153-0E39D91DBA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bjj_16_official_PredictedLigand_3">
            <a:extLst>
              <a:ext uri="{FF2B5EF4-FFF2-40B4-BE49-F238E27FC236}">
                <a16:creationId xmlns:a16="http://schemas.microsoft.com/office/drawing/2014/main" id="{57763B5D-D8AF-4764-8081-31E864BD02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bjj_16_official_PredictedLigand_4">
            <a:extLst>
              <a:ext uri="{FF2B5EF4-FFF2-40B4-BE49-F238E27FC236}">
                <a16:creationId xmlns:a16="http://schemas.microsoft.com/office/drawing/2014/main" id="{466AE778-8371-4CE3-8C78-EEF4105285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bjj_16_official_PredictedLigand_5">
            <a:extLst>
              <a:ext uri="{FF2B5EF4-FFF2-40B4-BE49-F238E27FC236}">
                <a16:creationId xmlns:a16="http://schemas.microsoft.com/office/drawing/2014/main" id="{2BF59E80-4A24-417C-BE29-010C338B1B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bjj_16_official_PredictedLigand_6">
            <a:extLst>
              <a:ext uri="{FF2B5EF4-FFF2-40B4-BE49-F238E27FC236}">
                <a16:creationId xmlns:a16="http://schemas.microsoft.com/office/drawing/2014/main" id="{3F606FFA-8BCC-463C-8154-E3210639A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bjj_16_official_PredictedLigand_7">
            <a:extLst>
              <a:ext uri="{FF2B5EF4-FFF2-40B4-BE49-F238E27FC236}">
                <a16:creationId xmlns:a16="http://schemas.microsoft.com/office/drawing/2014/main" id="{EC373CC1-E01F-4C7C-9E98-8D240EB928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bjj_16_official_PredictedLigand_8">
            <a:extLst>
              <a:ext uri="{FF2B5EF4-FFF2-40B4-BE49-F238E27FC236}">
                <a16:creationId xmlns:a16="http://schemas.microsoft.com/office/drawing/2014/main" id="{DAE73DE5-46A9-4049-8438-35D0FB96D0F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bjj_16_official_PredictedLigand_9">
            <a:extLst>
              <a:ext uri="{FF2B5EF4-FFF2-40B4-BE49-F238E27FC236}">
                <a16:creationId xmlns:a16="http://schemas.microsoft.com/office/drawing/2014/main" id="{37ADC423-F876-4781-8DB2-58FE59C106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bjj_16_official_PredictedLigand_10">
            <a:extLst>
              <a:ext uri="{FF2B5EF4-FFF2-40B4-BE49-F238E27FC236}">
                <a16:creationId xmlns:a16="http://schemas.microsoft.com/office/drawing/2014/main" id="{C420956D-9C3F-4D33-95DB-C5EC63EA82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bjj_16_official_PredictedLigand_11">
            <a:extLst>
              <a:ext uri="{FF2B5EF4-FFF2-40B4-BE49-F238E27FC236}">
                <a16:creationId xmlns:a16="http://schemas.microsoft.com/office/drawing/2014/main" id="{F27AD778-2757-4529-9780-802A15E734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bjj_16_official_PredictedLigand_12">
            <a:extLst>
              <a:ext uri="{FF2B5EF4-FFF2-40B4-BE49-F238E27FC236}">
                <a16:creationId xmlns:a16="http://schemas.microsoft.com/office/drawing/2014/main" id="{66203F1E-6A9C-4BBC-9526-12EE335F85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bjj_16_official_PredictedLigand_13">
            <a:extLst>
              <a:ext uri="{FF2B5EF4-FFF2-40B4-BE49-F238E27FC236}">
                <a16:creationId xmlns:a16="http://schemas.microsoft.com/office/drawing/2014/main" id="{CF510F80-8513-4D37-B3A5-C1DA79C08A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bjj_16_official_PredictedLigand_14">
            <a:extLst>
              <a:ext uri="{FF2B5EF4-FFF2-40B4-BE49-F238E27FC236}">
                <a16:creationId xmlns:a16="http://schemas.microsoft.com/office/drawing/2014/main" id="{1E15B489-FF92-478E-835A-3D8B56BCA5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bjj_16_official_PredictedLigand_15">
            <a:extLst>
              <a:ext uri="{FF2B5EF4-FFF2-40B4-BE49-F238E27FC236}">
                <a16:creationId xmlns:a16="http://schemas.microsoft.com/office/drawing/2014/main" id="{D765E276-295E-410E-A974-6691189482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bjj_16_official_PredictedLigand_16">
            <a:extLst>
              <a:ext uri="{FF2B5EF4-FFF2-40B4-BE49-F238E27FC236}">
                <a16:creationId xmlns:a16="http://schemas.microsoft.com/office/drawing/2014/main" id="{A17789AE-D933-44A9-9611-A40A14CE2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bjj_16_official_PredictedLigand_17">
            <a:extLst>
              <a:ext uri="{FF2B5EF4-FFF2-40B4-BE49-F238E27FC236}">
                <a16:creationId xmlns:a16="http://schemas.microsoft.com/office/drawing/2014/main" id="{030B3013-7A39-4ED4-BFB6-B7F588C728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bjj_16_official_PredictedLigand_18">
            <a:extLst>
              <a:ext uri="{FF2B5EF4-FFF2-40B4-BE49-F238E27FC236}">
                <a16:creationId xmlns:a16="http://schemas.microsoft.com/office/drawing/2014/main" id="{4299CFF6-A89C-459F-844C-6300047DE5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bjj_16_official_PredictedLigand_19">
            <a:extLst>
              <a:ext uri="{FF2B5EF4-FFF2-40B4-BE49-F238E27FC236}">
                <a16:creationId xmlns:a16="http://schemas.microsoft.com/office/drawing/2014/main" id="{A1ED43C8-C80E-45C9-A926-166D2894D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bjj_16_official_PredictedLigand_20">
            <a:extLst>
              <a:ext uri="{FF2B5EF4-FFF2-40B4-BE49-F238E27FC236}">
                <a16:creationId xmlns:a16="http://schemas.microsoft.com/office/drawing/2014/main" id="{AD4CD1B4-CE43-407E-8504-ADE5FF80B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bjj_16_official_PredictedLigand_21">
            <a:extLst>
              <a:ext uri="{FF2B5EF4-FFF2-40B4-BE49-F238E27FC236}">
                <a16:creationId xmlns:a16="http://schemas.microsoft.com/office/drawing/2014/main" id="{B6C54C65-B77B-4CE1-A19E-B2D69CC75D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bjj_16_official_PredictedLigand_22">
            <a:extLst>
              <a:ext uri="{FF2B5EF4-FFF2-40B4-BE49-F238E27FC236}">
                <a16:creationId xmlns:a16="http://schemas.microsoft.com/office/drawing/2014/main" id="{500AC10C-5E15-4129-A504-3C546F2350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bjj_16_official_PredictedLigand_23">
            <a:extLst>
              <a:ext uri="{FF2B5EF4-FFF2-40B4-BE49-F238E27FC236}">
                <a16:creationId xmlns:a16="http://schemas.microsoft.com/office/drawing/2014/main" id="{625B5C63-14BD-405B-9990-A68965886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bjj_16_official_PredictedLigand_24">
            <a:extLst>
              <a:ext uri="{FF2B5EF4-FFF2-40B4-BE49-F238E27FC236}">
                <a16:creationId xmlns:a16="http://schemas.microsoft.com/office/drawing/2014/main" id="{1EC8B8D6-812B-4FE1-AF97-4875009CA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bjj_16_official_PredictedLigand_25">
            <a:extLst>
              <a:ext uri="{FF2B5EF4-FFF2-40B4-BE49-F238E27FC236}">
                <a16:creationId xmlns:a16="http://schemas.microsoft.com/office/drawing/2014/main" id="{FB4B3297-3E9D-4C7A-B0F5-FEF27E09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bjj_16_official_PredictedLigand_26">
            <a:extLst>
              <a:ext uri="{FF2B5EF4-FFF2-40B4-BE49-F238E27FC236}">
                <a16:creationId xmlns:a16="http://schemas.microsoft.com/office/drawing/2014/main" id="{DA4B20E7-013D-440A-BD1B-26DEF4D94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bjj_16_official_PredictedLigand_27">
            <a:extLst>
              <a:ext uri="{FF2B5EF4-FFF2-40B4-BE49-F238E27FC236}">
                <a16:creationId xmlns:a16="http://schemas.microsoft.com/office/drawing/2014/main" id="{6174F185-C931-41F6-981C-BAF29C0098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bjj_16_official_PredictedLigand_28">
            <a:extLst>
              <a:ext uri="{FF2B5EF4-FFF2-40B4-BE49-F238E27FC236}">
                <a16:creationId xmlns:a16="http://schemas.microsoft.com/office/drawing/2014/main" id="{8AC22293-E183-4E72-9788-033CFC4356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bjj_16_official_PredictedLigand_29">
            <a:extLst>
              <a:ext uri="{FF2B5EF4-FFF2-40B4-BE49-F238E27FC236}">
                <a16:creationId xmlns:a16="http://schemas.microsoft.com/office/drawing/2014/main" id="{0DB1CB3D-9D7B-48BF-84F7-081701E3A7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bjj_16_official_PredictedLigand_30">
            <a:extLst>
              <a:ext uri="{FF2B5EF4-FFF2-40B4-BE49-F238E27FC236}">
                <a16:creationId xmlns:a16="http://schemas.microsoft.com/office/drawing/2014/main" id="{3E2A81A2-CF09-4135-9469-C2B3871CE1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bjj_16_official_PredictedAtoms_0">
            <a:extLst>
              <a:ext uri="{FF2B5EF4-FFF2-40B4-BE49-F238E27FC236}">
                <a16:creationId xmlns:a16="http://schemas.microsoft.com/office/drawing/2014/main" id="{5CF484B8-D7D7-4DC5-9926-46E4B0F3D3C0}"/>
              </a:ext>
            </a:extLst>
          </p:cNvPr>
          <p:cNvSpPr>
            <a:spLocks noGrp="1"/>
          </p:cNvSpPr>
          <p:nvPr/>
        </p:nvSpPr>
        <p:spPr>
          <a:xfrm>
            <a:off x="807621" y="48274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4" name="9bjj_16_official_PredictedAtoms_1">
            <a:extLst>
              <a:ext uri="{FF2B5EF4-FFF2-40B4-BE49-F238E27FC236}">
                <a16:creationId xmlns:a16="http://schemas.microsoft.com/office/drawing/2014/main" id="{785FF992-FB59-423B-9F64-661E8341A151}"/>
              </a:ext>
            </a:extLst>
          </p:cNvPr>
          <p:cNvSpPr>
            <a:spLocks noGrp="1"/>
          </p:cNvSpPr>
          <p:nvPr/>
        </p:nvSpPr>
        <p:spPr>
          <a:xfrm>
            <a:off x="897297" y="4745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5" name="9bjj_16_official_PredictedAtoms_2">
            <a:extLst>
              <a:ext uri="{FF2B5EF4-FFF2-40B4-BE49-F238E27FC236}">
                <a16:creationId xmlns:a16="http://schemas.microsoft.com/office/drawing/2014/main" id="{BA206A0B-8B29-4FE9-8D87-830FF39F8CD7}"/>
              </a:ext>
            </a:extLst>
          </p:cNvPr>
          <p:cNvSpPr>
            <a:spLocks noGrp="1"/>
          </p:cNvSpPr>
          <p:nvPr/>
        </p:nvSpPr>
        <p:spPr>
          <a:xfrm>
            <a:off x="1059724" y="4778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bjj_16_official_PredictedAtoms_3">
            <a:extLst>
              <a:ext uri="{FF2B5EF4-FFF2-40B4-BE49-F238E27FC236}">
                <a16:creationId xmlns:a16="http://schemas.microsoft.com/office/drawing/2014/main" id="{3182E108-3809-48CB-91A1-685194CA873E}"/>
              </a:ext>
            </a:extLst>
          </p:cNvPr>
          <p:cNvSpPr>
            <a:spLocks noGrp="1"/>
          </p:cNvSpPr>
          <p:nvPr/>
        </p:nvSpPr>
        <p:spPr>
          <a:xfrm>
            <a:off x="1078694" y="4885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bjj_16_official_PredictedAtoms_4">
            <a:extLst>
              <a:ext uri="{FF2B5EF4-FFF2-40B4-BE49-F238E27FC236}">
                <a16:creationId xmlns:a16="http://schemas.microsoft.com/office/drawing/2014/main" id="{4C610600-AA60-45EF-AE51-BD6AA60C0BB6}"/>
              </a:ext>
            </a:extLst>
          </p:cNvPr>
          <p:cNvSpPr>
            <a:spLocks noGrp="1"/>
          </p:cNvSpPr>
          <p:nvPr/>
        </p:nvSpPr>
        <p:spPr>
          <a:xfrm>
            <a:off x="1232995" y="49496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8" name="9bjj_16_official_PredictedAtoms_5">
            <a:extLst>
              <a:ext uri="{FF2B5EF4-FFF2-40B4-BE49-F238E27FC236}">
                <a16:creationId xmlns:a16="http://schemas.microsoft.com/office/drawing/2014/main" id="{488D534C-212F-4F3C-BE28-25E1C0924E53}"/>
              </a:ext>
            </a:extLst>
          </p:cNvPr>
          <p:cNvSpPr>
            <a:spLocks noGrp="1"/>
          </p:cNvSpPr>
          <p:nvPr/>
        </p:nvSpPr>
        <p:spPr>
          <a:xfrm>
            <a:off x="1235005" y="5039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bjj_16_official_PredictedAtoms_6">
            <a:extLst>
              <a:ext uri="{FF2B5EF4-FFF2-40B4-BE49-F238E27FC236}">
                <a16:creationId xmlns:a16="http://schemas.microsoft.com/office/drawing/2014/main" id="{288B2306-DA66-4CBD-93C4-7AE9FE74F721}"/>
              </a:ext>
            </a:extLst>
          </p:cNvPr>
          <p:cNvSpPr>
            <a:spLocks noGrp="1"/>
          </p:cNvSpPr>
          <p:nvPr/>
        </p:nvSpPr>
        <p:spPr>
          <a:xfrm>
            <a:off x="1377949" y="49160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0" name="9bjj_16_official_PredictedAtoms_7">
            <a:extLst>
              <a:ext uri="{FF2B5EF4-FFF2-40B4-BE49-F238E27FC236}">
                <a16:creationId xmlns:a16="http://schemas.microsoft.com/office/drawing/2014/main" id="{D0C2D1CB-85CD-455B-81C7-160379D84C63}"/>
              </a:ext>
            </a:extLst>
          </p:cNvPr>
          <p:cNvSpPr>
            <a:spLocks noGrp="1"/>
          </p:cNvSpPr>
          <p:nvPr/>
        </p:nvSpPr>
        <p:spPr>
          <a:xfrm>
            <a:off x="1539281" y="49458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bjj_16_official_PredictedAtoms_8">
            <a:extLst>
              <a:ext uri="{FF2B5EF4-FFF2-40B4-BE49-F238E27FC236}">
                <a16:creationId xmlns:a16="http://schemas.microsoft.com/office/drawing/2014/main" id="{E0D65C83-AD99-4B38-905C-96C7ED92F292}"/>
              </a:ext>
            </a:extLst>
          </p:cNvPr>
          <p:cNvSpPr>
            <a:spLocks noGrp="1"/>
          </p:cNvSpPr>
          <p:nvPr/>
        </p:nvSpPr>
        <p:spPr>
          <a:xfrm>
            <a:off x="1600433" y="5074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2" name="9bjj_16_official_PredictedAtoms_9">
            <a:extLst>
              <a:ext uri="{FF2B5EF4-FFF2-40B4-BE49-F238E27FC236}">
                <a16:creationId xmlns:a16="http://schemas.microsoft.com/office/drawing/2014/main" id="{1F6A1216-482E-44C8-9F04-792578C03EB2}"/>
              </a:ext>
            </a:extLst>
          </p:cNvPr>
          <p:cNvSpPr>
            <a:spLocks noGrp="1"/>
          </p:cNvSpPr>
          <p:nvPr/>
        </p:nvSpPr>
        <p:spPr>
          <a:xfrm>
            <a:off x="1763984" y="51014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bjj_16_official_PredictedAtoms_10">
            <a:extLst>
              <a:ext uri="{FF2B5EF4-FFF2-40B4-BE49-F238E27FC236}">
                <a16:creationId xmlns:a16="http://schemas.microsoft.com/office/drawing/2014/main" id="{9885F1D1-1E94-4D36-9512-6BC6D2E97FD9}"/>
              </a:ext>
            </a:extLst>
          </p:cNvPr>
          <p:cNvSpPr>
            <a:spLocks noGrp="1"/>
          </p:cNvSpPr>
          <p:nvPr/>
        </p:nvSpPr>
        <p:spPr>
          <a:xfrm>
            <a:off x="1870719" y="4990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bjj_16_official_PredictedAtoms_11">
            <a:extLst>
              <a:ext uri="{FF2B5EF4-FFF2-40B4-BE49-F238E27FC236}">
                <a16:creationId xmlns:a16="http://schemas.microsoft.com/office/drawing/2014/main" id="{C7C970D7-C016-4BF9-AB82-878858FFDE9B}"/>
              </a:ext>
            </a:extLst>
          </p:cNvPr>
          <p:cNvSpPr>
            <a:spLocks noGrp="1"/>
          </p:cNvSpPr>
          <p:nvPr/>
        </p:nvSpPr>
        <p:spPr>
          <a:xfrm>
            <a:off x="1802136" y="4858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bjj_16_official_PredictedAtoms_12">
            <a:extLst>
              <a:ext uri="{FF2B5EF4-FFF2-40B4-BE49-F238E27FC236}">
                <a16:creationId xmlns:a16="http://schemas.microsoft.com/office/drawing/2014/main" id="{F9C6234A-58F2-47F3-9C16-2441A2B066EB}"/>
              </a:ext>
            </a:extLst>
          </p:cNvPr>
          <p:cNvSpPr>
            <a:spLocks noGrp="1"/>
          </p:cNvSpPr>
          <p:nvPr/>
        </p:nvSpPr>
        <p:spPr>
          <a:xfrm>
            <a:off x="1636230" y="4842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bjj_16_official_PredictedAtoms_13">
            <a:extLst>
              <a:ext uri="{FF2B5EF4-FFF2-40B4-BE49-F238E27FC236}">
                <a16:creationId xmlns:a16="http://schemas.microsoft.com/office/drawing/2014/main" id="{D06B3C44-A785-4E3B-9660-77E297CFEBB2}"/>
              </a:ext>
            </a:extLst>
          </p:cNvPr>
          <p:cNvSpPr>
            <a:spLocks noGrp="1"/>
          </p:cNvSpPr>
          <p:nvPr/>
        </p:nvSpPr>
        <p:spPr>
          <a:xfrm>
            <a:off x="1903802" y="47163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bjj_16_official_PredictedAtoms_14">
            <a:extLst>
              <a:ext uri="{FF2B5EF4-FFF2-40B4-BE49-F238E27FC236}">
                <a16:creationId xmlns:a16="http://schemas.microsoft.com/office/drawing/2014/main" id="{9804BC21-DFE8-4EEE-A361-A5EE61CF06D8}"/>
              </a:ext>
            </a:extLst>
          </p:cNvPr>
          <p:cNvSpPr>
            <a:spLocks noGrp="1"/>
          </p:cNvSpPr>
          <p:nvPr/>
        </p:nvSpPr>
        <p:spPr>
          <a:xfrm>
            <a:off x="2050992" y="46335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bjj_16_official_PredictedAtoms_15">
            <a:extLst>
              <a:ext uri="{FF2B5EF4-FFF2-40B4-BE49-F238E27FC236}">
                <a16:creationId xmlns:a16="http://schemas.microsoft.com/office/drawing/2014/main" id="{1592A43E-B36D-4CBB-BBF0-576438A4C939}"/>
              </a:ext>
            </a:extLst>
          </p:cNvPr>
          <p:cNvSpPr>
            <a:spLocks noGrp="1"/>
          </p:cNvSpPr>
          <p:nvPr/>
        </p:nvSpPr>
        <p:spPr>
          <a:xfrm>
            <a:off x="2063408" y="4464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bjj_16_official_PredictedAtoms_16">
            <a:extLst>
              <a:ext uri="{FF2B5EF4-FFF2-40B4-BE49-F238E27FC236}">
                <a16:creationId xmlns:a16="http://schemas.microsoft.com/office/drawing/2014/main" id="{46B3A9F6-2ED4-464D-B41A-EE4694EAF080}"/>
              </a:ext>
            </a:extLst>
          </p:cNvPr>
          <p:cNvSpPr>
            <a:spLocks noGrp="1"/>
          </p:cNvSpPr>
          <p:nvPr/>
        </p:nvSpPr>
        <p:spPr>
          <a:xfrm>
            <a:off x="2174035" y="43785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bjj_16_official_PredictedAtoms_17">
            <a:extLst>
              <a:ext uri="{FF2B5EF4-FFF2-40B4-BE49-F238E27FC236}">
                <a16:creationId xmlns:a16="http://schemas.microsoft.com/office/drawing/2014/main" id="{B855B983-ACB4-4745-8573-144A17190DBD}"/>
              </a:ext>
            </a:extLst>
          </p:cNvPr>
          <p:cNvSpPr>
            <a:spLocks noGrp="1"/>
          </p:cNvSpPr>
          <p:nvPr/>
        </p:nvSpPr>
        <p:spPr>
          <a:xfrm>
            <a:off x="2276204" y="44549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bjj_16_official_PredictedAtoms_18">
            <a:extLst>
              <a:ext uri="{FF2B5EF4-FFF2-40B4-BE49-F238E27FC236}">
                <a16:creationId xmlns:a16="http://schemas.microsoft.com/office/drawing/2014/main" id="{1D6B1B86-8D64-46C3-BF55-FA1876FFF3CC}"/>
              </a:ext>
            </a:extLst>
          </p:cNvPr>
          <p:cNvSpPr>
            <a:spLocks noGrp="1"/>
          </p:cNvSpPr>
          <p:nvPr/>
        </p:nvSpPr>
        <p:spPr>
          <a:xfrm>
            <a:off x="2274530" y="46232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bjj_16_official_PredictedAtoms_19">
            <a:extLst>
              <a:ext uri="{FF2B5EF4-FFF2-40B4-BE49-F238E27FC236}">
                <a16:creationId xmlns:a16="http://schemas.microsoft.com/office/drawing/2014/main" id="{80E9E3DB-6213-4B78-98CF-D16A367DDB8F}"/>
              </a:ext>
            </a:extLst>
          </p:cNvPr>
          <p:cNvSpPr>
            <a:spLocks noGrp="1"/>
          </p:cNvSpPr>
          <p:nvPr/>
        </p:nvSpPr>
        <p:spPr>
          <a:xfrm>
            <a:off x="2164213" y="47211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bjj_16_official_PredictedAtoms_20">
            <a:extLst>
              <a:ext uri="{FF2B5EF4-FFF2-40B4-BE49-F238E27FC236}">
                <a16:creationId xmlns:a16="http://schemas.microsoft.com/office/drawing/2014/main" id="{70061ACC-F837-4D73-9D02-21388F431FB3}"/>
              </a:ext>
            </a:extLst>
          </p:cNvPr>
          <p:cNvSpPr>
            <a:spLocks noGrp="1"/>
          </p:cNvSpPr>
          <p:nvPr/>
        </p:nvSpPr>
        <p:spPr>
          <a:xfrm>
            <a:off x="2172042" y="4894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bjj_16_official_PredictedAtoms_21">
            <a:extLst>
              <a:ext uri="{FF2B5EF4-FFF2-40B4-BE49-F238E27FC236}">
                <a16:creationId xmlns:a16="http://schemas.microsoft.com/office/drawing/2014/main" id="{5044E417-0DD8-4C60-B7B0-B9F5606D5FA6}"/>
              </a:ext>
            </a:extLst>
          </p:cNvPr>
          <p:cNvSpPr>
            <a:spLocks noGrp="1"/>
          </p:cNvSpPr>
          <p:nvPr/>
        </p:nvSpPr>
        <p:spPr>
          <a:xfrm>
            <a:off x="2306384" y="49558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bjj_16_official_PredictedAtoms_22">
            <a:extLst>
              <a:ext uri="{FF2B5EF4-FFF2-40B4-BE49-F238E27FC236}">
                <a16:creationId xmlns:a16="http://schemas.microsoft.com/office/drawing/2014/main" id="{63F1F3C4-94B4-48FF-97D9-9E6F3BAD1D17}"/>
              </a:ext>
            </a:extLst>
          </p:cNvPr>
          <p:cNvSpPr>
            <a:spLocks noGrp="1"/>
          </p:cNvSpPr>
          <p:nvPr/>
        </p:nvSpPr>
        <p:spPr>
          <a:xfrm>
            <a:off x="2039435" y="5005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bjj_16_official_PredictedAtoms_23">
            <a:extLst>
              <a:ext uri="{FF2B5EF4-FFF2-40B4-BE49-F238E27FC236}">
                <a16:creationId xmlns:a16="http://schemas.microsoft.com/office/drawing/2014/main" id="{F1AF7FB0-ABEF-47A9-A38D-2C441403C568}"/>
              </a:ext>
            </a:extLst>
          </p:cNvPr>
          <p:cNvSpPr>
            <a:spLocks noGrp="1"/>
          </p:cNvSpPr>
          <p:nvPr/>
        </p:nvSpPr>
        <p:spPr>
          <a:xfrm>
            <a:off x="2092227" y="51780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bjj_16_official_PredictedAtoms_24">
            <a:extLst>
              <a:ext uri="{FF2B5EF4-FFF2-40B4-BE49-F238E27FC236}">
                <a16:creationId xmlns:a16="http://schemas.microsoft.com/office/drawing/2014/main" id="{45F33116-8A9B-44AF-820B-C4ECF3327ABA}"/>
              </a:ext>
            </a:extLst>
          </p:cNvPr>
          <p:cNvSpPr>
            <a:spLocks noGrp="1"/>
          </p:cNvSpPr>
          <p:nvPr/>
        </p:nvSpPr>
        <p:spPr>
          <a:xfrm>
            <a:off x="2124332" y="5242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bjj_16_official_PredictedAtoms_25">
            <a:extLst>
              <a:ext uri="{FF2B5EF4-FFF2-40B4-BE49-F238E27FC236}">
                <a16:creationId xmlns:a16="http://schemas.microsoft.com/office/drawing/2014/main" id="{BDAD4D22-CE48-43AB-8A13-2C93909C380F}"/>
              </a:ext>
            </a:extLst>
          </p:cNvPr>
          <p:cNvSpPr>
            <a:spLocks noGrp="1"/>
          </p:cNvSpPr>
          <p:nvPr/>
        </p:nvSpPr>
        <p:spPr>
          <a:xfrm>
            <a:off x="2290968" y="52108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bjj_16_official_PredictedAtoms_26">
            <a:extLst>
              <a:ext uri="{FF2B5EF4-FFF2-40B4-BE49-F238E27FC236}">
                <a16:creationId xmlns:a16="http://schemas.microsoft.com/office/drawing/2014/main" id="{680307B2-CC7C-44C6-86D6-7BCBE39EACF5}"/>
              </a:ext>
            </a:extLst>
          </p:cNvPr>
          <p:cNvSpPr>
            <a:spLocks noGrp="1"/>
          </p:cNvSpPr>
          <p:nvPr/>
        </p:nvSpPr>
        <p:spPr>
          <a:xfrm>
            <a:off x="2319524" y="52955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bjj_16_official_PredictedAtoms_27">
            <a:extLst>
              <a:ext uri="{FF2B5EF4-FFF2-40B4-BE49-F238E27FC236}">
                <a16:creationId xmlns:a16="http://schemas.microsoft.com/office/drawing/2014/main" id="{187F82F3-1DAE-401B-A1BF-EBFC1344E15B}"/>
              </a:ext>
            </a:extLst>
          </p:cNvPr>
          <p:cNvSpPr>
            <a:spLocks noGrp="1"/>
          </p:cNvSpPr>
          <p:nvPr/>
        </p:nvSpPr>
        <p:spPr>
          <a:xfrm>
            <a:off x="920325" y="49174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stage3-cases-alternatives_25">
            <a:extLst>
              <a:ext uri="{FF2B5EF4-FFF2-40B4-BE49-F238E27FC236}">
                <a16:creationId xmlns:a16="http://schemas.microsoft.com/office/drawing/2014/main" id="{6DC47D5A-D93F-45DB-B60B-68A7A2BBF6DB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752" name="9bjj_16_tuned_Receptor">
            <a:extLst>
              <a:ext uri="{FF2B5EF4-FFF2-40B4-BE49-F238E27FC236}">
                <a16:creationId xmlns:a16="http://schemas.microsoft.com/office/drawing/2014/main" id="{64E4081B-E702-4105-BE90-10BD008151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53" name="9bjj_16_tuned_ExperimentalDensity">
            <a:extLst>
              <a:ext uri="{FF2B5EF4-FFF2-40B4-BE49-F238E27FC236}">
                <a16:creationId xmlns:a16="http://schemas.microsoft.com/office/drawing/2014/main" id="{B84D057E-CD03-4E8A-9B51-BDC46FEFC3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54" name="9bjj_16_tuned_ReferenceLigand_0">
            <a:extLst>
              <a:ext uri="{FF2B5EF4-FFF2-40B4-BE49-F238E27FC236}">
                <a16:creationId xmlns:a16="http://schemas.microsoft.com/office/drawing/2014/main" id="{1A9DAD79-D9BB-4B0E-9B63-1CE850C28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bjj_16_tuned_ReferenceLigand_1">
            <a:extLst>
              <a:ext uri="{FF2B5EF4-FFF2-40B4-BE49-F238E27FC236}">
                <a16:creationId xmlns:a16="http://schemas.microsoft.com/office/drawing/2014/main" id="{B6541D78-5C03-4508-A40C-22A1B11C64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bjj_16_tuned_ReferenceLigand_2">
            <a:extLst>
              <a:ext uri="{FF2B5EF4-FFF2-40B4-BE49-F238E27FC236}">
                <a16:creationId xmlns:a16="http://schemas.microsoft.com/office/drawing/2014/main" id="{2B8DBE1B-3137-4392-A676-DD9AB11357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bjj_16_tuned_ReferenceLigand_3">
            <a:extLst>
              <a:ext uri="{FF2B5EF4-FFF2-40B4-BE49-F238E27FC236}">
                <a16:creationId xmlns:a16="http://schemas.microsoft.com/office/drawing/2014/main" id="{58AE564F-AAFF-4BBC-A483-E1B5534562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bjj_16_tuned_ReferenceLigand_4">
            <a:extLst>
              <a:ext uri="{FF2B5EF4-FFF2-40B4-BE49-F238E27FC236}">
                <a16:creationId xmlns:a16="http://schemas.microsoft.com/office/drawing/2014/main" id="{4FD1F1C9-4BFE-4B0B-8CDA-0100196064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bjj_16_tuned_ReferenceLigand_5">
            <a:extLst>
              <a:ext uri="{FF2B5EF4-FFF2-40B4-BE49-F238E27FC236}">
                <a16:creationId xmlns:a16="http://schemas.microsoft.com/office/drawing/2014/main" id="{33444BF2-939D-495A-9F2A-AD3F74824A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bjj_16_tuned_ReferenceLigand_6">
            <a:extLst>
              <a:ext uri="{FF2B5EF4-FFF2-40B4-BE49-F238E27FC236}">
                <a16:creationId xmlns:a16="http://schemas.microsoft.com/office/drawing/2014/main" id="{A188A58B-FECF-4ABD-8E74-6531EC2209A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bjj_16_tuned_ReferenceLigand_7">
            <a:extLst>
              <a:ext uri="{FF2B5EF4-FFF2-40B4-BE49-F238E27FC236}">
                <a16:creationId xmlns:a16="http://schemas.microsoft.com/office/drawing/2014/main" id="{BB1D8CD9-7645-4CA0-935D-1C94C14DCF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bjj_16_tuned_ReferenceLigand_8">
            <a:extLst>
              <a:ext uri="{FF2B5EF4-FFF2-40B4-BE49-F238E27FC236}">
                <a16:creationId xmlns:a16="http://schemas.microsoft.com/office/drawing/2014/main" id="{CC921BD1-984B-47EC-8A04-75D845A1A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bjj_16_tuned_ReferenceLigand_9">
            <a:extLst>
              <a:ext uri="{FF2B5EF4-FFF2-40B4-BE49-F238E27FC236}">
                <a16:creationId xmlns:a16="http://schemas.microsoft.com/office/drawing/2014/main" id="{C744CFD5-0F25-4D18-84C7-297EABC9C8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bjj_16_tuned_ReferenceLigand_10">
            <a:extLst>
              <a:ext uri="{FF2B5EF4-FFF2-40B4-BE49-F238E27FC236}">
                <a16:creationId xmlns:a16="http://schemas.microsoft.com/office/drawing/2014/main" id="{FAD08B3B-306C-45EE-95AC-AE925E1775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bjj_16_tuned_ReferenceLigand_11">
            <a:extLst>
              <a:ext uri="{FF2B5EF4-FFF2-40B4-BE49-F238E27FC236}">
                <a16:creationId xmlns:a16="http://schemas.microsoft.com/office/drawing/2014/main" id="{94C9581B-7C62-4BBA-B1F3-9E559F5E9F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bjj_16_tuned_ReferenceLigand_12">
            <a:extLst>
              <a:ext uri="{FF2B5EF4-FFF2-40B4-BE49-F238E27FC236}">
                <a16:creationId xmlns:a16="http://schemas.microsoft.com/office/drawing/2014/main" id="{71971A66-C2C7-4610-8E1F-2125EF8B3D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bjj_16_tuned_ReferenceLigand_13">
            <a:extLst>
              <a:ext uri="{FF2B5EF4-FFF2-40B4-BE49-F238E27FC236}">
                <a16:creationId xmlns:a16="http://schemas.microsoft.com/office/drawing/2014/main" id="{FC9F45FF-4A47-4936-8EBA-5CA1600BC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bjj_16_tuned_ReferenceLigand_14">
            <a:extLst>
              <a:ext uri="{FF2B5EF4-FFF2-40B4-BE49-F238E27FC236}">
                <a16:creationId xmlns:a16="http://schemas.microsoft.com/office/drawing/2014/main" id="{C7C45A33-371E-4B45-95B9-D42BB622E5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bjj_16_tuned_ReferenceLigand_15">
            <a:extLst>
              <a:ext uri="{FF2B5EF4-FFF2-40B4-BE49-F238E27FC236}">
                <a16:creationId xmlns:a16="http://schemas.microsoft.com/office/drawing/2014/main" id="{5F90D287-E518-4A3E-8744-1BB2FB4941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bjj_16_tuned_ReferenceLigand_16">
            <a:extLst>
              <a:ext uri="{FF2B5EF4-FFF2-40B4-BE49-F238E27FC236}">
                <a16:creationId xmlns:a16="http://schemas.microsoft.com/office/drawing/2014/main" id="{09BD4DDD-E925-4B6D-B8E0-4EF6B0172D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bjj_16_tuned_ReferenceLigand_17">
            <a:extLst>
              <a:ext uri="{FF2B5EF4-FFF2-40B4-BE49-F238E27FC236}">
                <a16:creationId xmlns:a16="http://schemas.microsoft.com/office/drawing/2014/main" id="{81641218-E718-4AC8-9B7B-F9410361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bjj_16_tuned_ReferenceLigand_18">
            <a:extLst>
              <a:ext uri="{FF2B5EF4-FFF2-40B4-BE49-F238E27FC236}">
                <a16:creationId xmlns:a16="http://schemas.microsoft.com/office/drawing/2014/main" id="{E03150BC-9C71-4921-A285-83EBC3AB67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bjj_16_tuned_ReferenceLigand_19">
            <a:extLst>
              <a:ext uri="{FF2B5EF4-FFF2-40B4-BE49-F238E27FC236}">
                <a16:creationId xmlns:a16="http://schemas.microsoft.com/office/drawing/2014/main" id="{B079FD25-CFBB-4ECD-B271-6B185051B6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bjj_16_tuned_ReferenceLigand_20">
            <a:extLst>
              <a:ext uri="{FF2B5EF4-FFF2-40B4-BE49-F238E27FC236}">
                <a16:creationId xmlns:a16="http://schemas.microsoft.com/office/drawing/2014/main" id="{6C7F3DAF-5214-4F68-A721-317465FC21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bjj_16_tuned_ReferenceLigand_21">
            <a:extLst>
              <a:ext uri="{FF2B5EF4-FFF2-40B4-BE49-F238E27FC236}">
                <a16:creationId xmlns:a16="http://schemas.microsoft.com/office/drawing/2014/main" id="{9D5084DA-3234-4D04-8D75-E0D593B774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bjj_16_tuned_ReferenceLigand_22">
            <a:extLst>
              <a:ext uri="{FF2B5EF4-FFF2-40B4-BE49-F238E27FC236}">
                <a16:creationId xmlns:a16="http://schemas.microsoft.com/office/drawing/2014/main" id="{FC20518D-CF05-4ECF-ADE2-B37DD09B3D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bjj_16_tuned_ReferenceLigand_23">
            <a:extLst>
              <a:ext uri="{FF2B5EF4-FFF2-40B4-BE49-F238E27FC236}">
                <a16:creationId xmlns:a16="http://schemas.microsoft.com/office/drawing/2014/main" id="{3DF2F07B-199A-43CE-A974-B41DDC9137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bjj_16_tuned_ReferenceLigand_24">
            <a:extLst>
              <a:ext uri="{FF2B5EF4-FFF2-40B4-BE49-F238E27FC236}">
                <a16:creationId xmlns:a16="http://schemas.microsoft.com/office/drawing/2014/main" id="{7D522AA9-E674-4B31-845C-47EE020782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bjj_16_tuned_ReferenceLigand_25">
            <a:extLst>
              <a:ext uri="{FF2B5EF4-FFF2-40B4-BE49-F238E27FC236}">
                <a16:creationId xmlns:a16="http://schemas.microsoft.com/office/drawing/2014/main" id="{B8BF88D1-E765-4361-A582-681C4CE332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bjj_16_tuned_ReferenceLigand_26">
            <a:extLst>
              <a:ext uri="{FF2B5EF4-FFF2-40B4-BE49-F238E27FC236}">
                <a16:creationId xmlns:a16="http://schemas.microsoft.com/office/drawing/2014/main" id="{A79C5B6C-91B4-4837-B79C-7EB18B86A4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bjj_16_tuned_ReferenceLigand_27">
            <a:extLst>
              <a:ext uri="{FF2B5EF4-FFF2-40B4-BE49-F238E27FC236}">
                <a16:creationId xmlns:a16="http://schemas.microsoft.com/office/drawing/2014/main" id="{548B8360-AFD9-42D7-A364-8C5009D15F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bjj_16_tuned_ReferenceLigand_28">
            <a:extLst>
              <a:ext uri="{FF2B5EF4-FFF2-40B4-BE49-F238E27FC236}">
                <a16:creationId xmlns:a16="http://schemas.microsoft.com/office/drawing/2014/main" id="{4BBA3A2F-1EA5-4627-96BD-5312DCF783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bjj_16_tuned_ReferenceLigand_29">
            <a:extLst>
              <a:ext uri="{FF2B5EF4-FFF2-40B4-BE49-F238E27FC236}">
                <a16:creationId xmlns:a16="http://schemas.microsoft.com/office/drawing/2014/main" id="{0B946AC5-7DE7-46D2-B441-EE9BA398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bjj_16_tuned_ReferenceLigand_30">
            <a:extLst>
              <a:ext uri="{FF2B5EF4-FFF2-40B4-BE49-F238E27FC236}">
                <a16:creationId xmlns:a16="http://schemas.microsoft.com/office/drawing/2014/main" id="{B96E237D-7153-42E5-BF97-DCE80FF8AD8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bjj_16_tuned_PredictedLigand_0">
            <a:extLst>
              <a:ext uri="{FF2B5EF4-FFF2-40B4-BE49-F238E27FC236}">
                <a16:creationId xmlns:a16="http://schemas.microsoft.com/office/drawing/2014/main" id="{DF7A3D71-17A5-4B27-BFC8-5A500AE79D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6" name="9bjj_16_tuned_PredictedLigand_1">
            <a:extLst>
              <a:ext uri="{FF2B5EF4-FFF2-40B4-BE49-F238E27FC236}">
                <a16:creationId xmlns:a16="http://schemas.microsoft.com/office/drawing/2014/main" id="{6B801515-81C8-4627-A5A2-025D36DEC5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7" name="9bjj_16_tuned_PredictedLigand_2">
            <a:extLst>
              <a:ext uri="{FF2B5EF4-FFF2-40B4-BE49-F238E27FC236}">
                <a16:creationId xmlns:a16="http://schemas.microsoft.com/office/drawing/2014/main" id="{4CFF7003-8D7C-4CF1-933F-6CAECFD10D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8" name="9bjj_16_tuned_PredictedLigand_3">
            <a:extLst>
              <a:ext uri="{FF2B5EF4-FFF2-40B4-BE49-F238E27FC236}">
                <a16:creationId xmlns:a16="http://schemas.microsoft.com/office/drawing/2014/main" id="{68073ACF-2B8C-4E30-9E38-6AA667FC74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9" name="9bjj_16_tuned_PredictedLigand_4">
            <a:extLst>
              <a:ext uri="{FF2B5EF4-FFF2-40B4-BE49-F238E27FC236}">
                <a16:creationId xmlns:a16="http://schemas.microsoft.com/office/drawing/2014/main" id="{1447A1B6-A2C7-4989-BD94-F6D969E265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0" name="9bjj_16_tuned_PredictedLigand_5">
            <a:extLst>
              <a:ext uri="{FF2B5EF4-FFF2-40B4-BE49-F238E27FC236}">
                <a16:creationId xmlns:a16="http://schemas.microsoft.com/office/drawing/2014/main" id="{69D8C720-B204-49BD-BBC4-53B4FE2AE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1" name="9bjj_16_tuned_PredictedLigand_6">
            <a:extLst>
              <a:ext uri="{FF2B5EF4-FFF2-40B4-BE49-F238E27FC236}">
                <a16:creationId xmlns:a16="http://schemas.microsoft.com/office/drawing/2014/main" id="{8205C977-BD32-4AFC-AF12-71BB67A87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2" name="9bjj_16_tuned_PredictedLigand_7">
            <a:extLst>
              <a:ext uri="{FF2B5EF4-FFF2-40B4-BE49-F238E27FC236}">
                <a16:creationId xmlns:a16="http://schemas.microsoft.com/office/drawing/2014/main" id="{BFAD09DD-1893-4A74-AC26-4E31BA21B1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3" name="9bjj_16_tuned_PredictedLigand_8">
            <a:extLst>
              <a:ext uri="{FF2B5EF4-FFF2-40B4-BE49-F238E27FC236}">
                <a16:creationId xmlns:a16="http://schemas.microsoft.com/office/drawing/2014/main" id="{96CF5E61-82B1-43E8-8B4A-86F29712574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4" name="9bjj_16_tuned_PredictedLigand_9">
            <a:extLst>
              <a:ext uri="{FF2B5EF4-FFF2-40B4-BE49-F238E27FC236}">
                <a16:creationId xmlns:a16="http://schemas.microsoft.com/office/drawing/2014/main" id="{9F40486B-1C45-4719-BFB1-C8EE050101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5" name="9bjj_16_tuned_PredictedLigand_10">
            <a:extLst>
              <a:ext uri="{FF2B5EF4-FFF2-40B4-BE49-F238E27FC236}">
                <a16:creationId xmlns:a16="http://schemas.microsoft.com/office/drawing/2014/main" id="{3604FB2B-E018-4552-8BC4-714B1326499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6" name="9bjj_16_tuned_PredictedLigand_11">
            <a:extLst>
              <a:ext uri="{FF2B5EF4-FFF2-40B4-BE49-F238E27FC236}">
                <a16:creationId xmlns:a16="http://schemas.microsoft.com/office/drawing/2014/main" id="{D8B1F0AC-C0E3-48DF-91A0-E74E9FFBB8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7" name="9bjj_16_tuned_PredictedLigand_12">
            <a:extLst>
              <a:ext uri="{FF2B5EF4-FFF2-40B4-BE49-F238E27FC236}">
                <a16:creationId xmlns:a16="http://schemas.microsoft.com/office/drawing/2014/main" id="{A9ED0690-23FC-442F-8663-F4006C8E2B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8" name="9bjj_16_tuned_PredictedLigand_13">
            <a:extLst>
              <a:ext uri="{FF2B5EF4-FFF2-40B4-BE49-F238E27FC236}">
                <a16:creationId xmlns:a16="http://schemas.microsoft.com/office/drawing/2014/main" id="{9905E859-B8BB-448F-838D-C71AE4C6EC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9" name="9bjj_16_tuned_PredictedLigand_14">
            <a:extLst>
              <a:ext uri="{FF2B5EF4-FFF2-40B4-BE49-F238E27FC236}">
                <a16:creationId xmlns:a16="http://schemas.microsoft.com/office/drawing/2014/main" id="{C6118B21-30BB-4AA6-8BA3-A10A271501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bjj_16_tuned_PredictedLigand_15">
            <a:extLst>
              <a:ext uri="{FF2B5EF4-FFF2-40B4-BE49-F238E27FC236}">
                <a16:creationId xmlns:a16="http://schemas.microsoft.com/office/drawing/2014/main" id="{37AFE31A-7E04-49D2-AFF3-C8E5AD95C3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bjj_16_tuned_PredictedLigand_16">
            <a:extLst>
              <a:ext uri="{FF2B5EF4-FFF2-40B4-BE49-F238E27FC236}">
                <a16:creationId xmlns:a16="http://schemas.microsoft.com/office/drawing/2014/main" id="{95B0FCB0-3DF9-4A69-887C-06FF3A4656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bjj_16_tuned_PredictedLigand_17">
            <a:extLst>
              <a:ext uri="{FF2B5EF4-FFF2-40B4-BE49-F238E27FC236}">
                <a16:creationId xmlns:a16="http://schemas.microsoft.com/office/drawing/2014/main" id="{E3158DA1-49B1-4B1E-BADD-447F944E8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bjj_16_tuned_PredictedLigand_18">
            <a:extLst>
              <a:ext uri="{FF2B5EF4-FFF2-40B4-BE49-F238E27FC236}">
                <a16:creationId xmlns:a16="http://schemas.microsoft.com/office/drawing/2014/main" id="{3554D993-274F-48F4-B292-2ED9F17504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bjj_16_tuned_PredictedLigand_19">
            <a:extLst>
              <a:ext uri="{FF2B5EF4-FFF2-40B4-BE49-F238E27FC236}">
                <a16:creationId xmlns:a16="http://schemas.microsoft.com/office/drawing/2014/main" id="{4B19C930-79A1-4154-A469-F760D8CF02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bjj_16_tuned_PredictedLigand_20">
            <a:extLst>
              <a:ext uri="{FF2B5EF4-FFF2-40B4-BE49-F238E27FC236}">
                <a16:creationId xmlns:a16="http://schemas.microsoft.com/office/drawing/2014/main" id="{93B30401-A536-4F44-82F9-E7BFAA506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bjj_16_tuned_PredictedLigand_21">
            <a:extLst>
              <a:ext uri="{FF2B5EF4-FFF2-40B4-BE49-F238E27FC236}">
                <a16:creationId xmlns:a16="http://schemas.microsoft.com/office/drawing/2014/main" id="{6CBBB195-18F1-494C-B8BD-A6D186A18C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bjj_16_tuned_PredictedLigand_22">
            <a:extLst>
              <a:ext uri="{FF2B5EF4-FFF2-40B4-BE49-F238E27FC236}">
                <a16:creationId xmlns:a16="http://schemas.microsoft.com/office/drawing/2014/main" id="{BD40C4D0-7517-43EA-A84B-423173C395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bjj_16_tuned_PredictedLigand_23">
            <a:extLst>
              <a:ext uri="{FF2B5EF4-FFF2-40B4-BE49-F238E27FC236}">
                <a16:creationId xmlns:a16="http://schemas.microsoft.com/office/drawing/2014/main" id="{02D64FBD-8A32-492F-9BC3-A7B738CC69C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bjj_16_tuned_PredictedLigand_24">
            <a:extLst>
              <a:ext uri="{FF2B5EF4-FFF2-40B4-BE49-F238E27FC236}">
                <a16:creationId xmlns:a16="http://schemas.microsoft.com/office/drawing/2014/main" id="{3AEDACAF-AD7B-4D8E-99CF-D43C522271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bjj_16_tuned_PredictedLigand_25">
            <a:extLst>
              <a:ext uri="{FF2B5EF4-FFF2-40B4-BE49-F238E27FC236}">
                <a16:creationId xmlns:a16="http://schemas.microsoft.com/office/drawing/2014/main" id="{8E7998E8-5222-4E26-B96F-9BAA6C9689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bjj_16_tuned_PredictedLigand_26">
            <a:extLst>
              <a:ext uri="{FF2B5EF4-FFF2-40B4-BE49-F238E27FC236}">
                <a16:creationId xmlns:a16="http://schemas.microsoft.com/office/drawing/2014/main" id="{75939DF8-58F0-48E5-B560-D3A188067E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bjj_16_tuned_PredictedLigand_27">
            <a:extLst>
              <a:ext uri="{FF2B5EF4-FFF2-40B4-BE49-F238E27FC236}">
                <a16:creationId xmlns:a16="http://schemas.microsoft.com/office/drawing/2014/main" id="{7DC9EA1D-36BA-4B8C-B62A-1FC001D27E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bjj_16_tuned_PredictedLigand_28">
            <a:extLst>
              <a:ext uri="{FF2B5EF4-FFF2-40B4-BE49-F238E27FC236}">
                <a16:creationId xmlns:a16="http://schemas.microsoft.com/office/drawing/2014/main" id="{E1BABAF7-7377-4833-B797-4BF811AD9E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bjj_16_tuned_PredictedLigand_29">
            <a:extLst>
              <a:ext uri="{FF2B5EF4-FFF2-40B4-BE49-F238E27FC236}">
                <a16:creationId xmlns:a16="http://schemas.microsoft.com/office/drawing/2014/main" id="{0A8DF85C-3D91-4C81-B060-FFE18CDC81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bjj_16_tuned_PredictedLigand_30">
            <a:extLst>
              <a:ext uri="{FF2B5EF4-FFF2-40B4-BE49-F238E27FC236}">
                <a16:creationId xmlns:a16="http://schemas.microsoft.com/office/drawing/2014/main" id="{6399FF99-C2BB-4AEE-92E8-EA967D1E4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bjj_16_tuned_PredictedAtoms_0">
            <a:extLst>
              <a:ext uri="{FF2B5EF4-FFF2-40B4-BE49-F238E27FC236}">
                <a16:creationId xmlns:a16="http://schemas.microsoft.com/office/drawing/2014/main" id="{CD2EE77B-5585-4D9F-A992-F1E741749F9B}"/>
              </a:ext>
            </a:extLst>
          </p:cNvPr>
          <p:cNvSpPr>
            <a:spLocks noGrp="1"/>
          </p:cNvSpPr>
          <p:nvPr/>
        </p:nvSpPr>
        <p:spPr>
          <a:xfrm>
            <a:off x="3776075" y="4879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7" name="9bjj_16_tuned_PredictedAtoms_1">
            <a:extLst>
              <a:ext uri="{FF2B5EF4-FFF2-40B4-BE49-F238E27FC236}">
                <a16:creationId xmlns:a16="http://schemas.microsoft.com/office/drawing/2014/main" id="{58F613DC-71F7-4182-95E2-58B13736AA67}"/>
              </a:ext>
            </a:extLst>
          </p:cNvPr>
          <p:cNvSpPr>
            <a:spLocks noGrp="1"/>
          </p:cNvSpPr>
          <p:nvPr/>
        </p:nvSpPr>
        <p:spPr>
          <a:xfrm>
            <a:off x="3857458" y="4807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8" name="9bjj_16_tuned_PredictedAtoms_2">
            <a:extLst>
              <a:ext uri="{FF2B5EF4-FFF2-40B4-BE49-F238E27FC236}">
                <a16:creationId xmlns:a16="http://schemas.microsoft.com/office/drawing/2014/main" id="{AB3E87A8-FEAB-4DC2-9095-7F80EC10F4D3}"/>
              </a:ext>
            </a:extLst>
          </p:cNvPr>
          <p:cNvSpPr>
            <a:spLocks noGrp="1"/>
          </p:cNvSpPr>
          <p:nvPr/>
        </p:nvSpPr>
        <p:spPr>
          <a:xfrm>
            <a:off x="4022025" y="4839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9" name="9bjj_16_tuned_PredictedAtoms_3">
            <a:extLst>
              <a:ext uri="{FF2B5EF4-FFF2-40B4-BE49-F238E27FC236}">
                <a16:creationId xmlns:a16="http://schemas.microsoft.com/office/drawing/2014/main" id="{CC0795DF-F7EA-4A37-8913-BA6E7D26BD1F}"/>
              </a:ext>
            </a:extLst>
          </p:cNvPr>
          <p:cNvSpPr>
            <a:spLocks noGrp="1"/>
          </p:cNvSpPr>
          <p:nvPr/>
        </p:nvSpPr>
        <p:spPr>
          <a:xfrm>
            <a:off x="4052057" y="4932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0" name="9bjj_16_tuned_PredictedAtoms_4">
            <a:extLst>
              <a:ext uri="{FF2B5EF4-FFF2-40B4-BE49-F238E27FC236}">
                <a16:creationId xmlns:a16="http://schemas.microsoft.com/office/drawing/2014/main" id="{800C2F85-26DD-4793-89E6-CA481EB976BF}"/>
              </a:ext>
            </a:extLst>
          </p:cNvPr>
          <p:cNvSpPr>
            <a:spLocks noGrp="1"/>
          </p:cNvSpPr>
          <p:nvPr/>
        </p:nvSpPr>
        <p:spPr>
          <a:xfrm>
            <a:off x="4209341" y="4985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1" name="9bjj_16_tuned_PredictedAtoms_5">
            <a:extLst>
              <a:ext uri="{FF2B5EF4-FFF2-40B4-BE49-F238E27FC236}">
                <a16:creationId xmlns:a16="http://schemas.microsoft.com/office/drawing/2014/main" id="{9EEA82DB-8638-48F1-A6FD-0BF98F6AD3D0}"/>
              </a:ext>
            </a:extLst>
          </p:cNvPr>
          <p:cNvSpPr>
            <a:spLocks noGrp="1"/>
          </p:cNvSpPr>
          <p:nvPr/>
        </p:nvSpPr>
        <p:spPr>
          <a:xfrm>
            <a:off x="4224547" y="50768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2" name="9bjj_16_tuned_PredictedAtoms_6">
            <a:extLst>
              <a:ext uri="{FF2B5EF4-FFF2-40B4-BE49-F238E27FC236}">
                <a16:creationId xmlns:a16="http://schemas.microsoft.com/office/drawing/2014/main" id="{394EA678-374A-4AF7-8178-F03D4142D0E3}"/>
              </a:ext>
            </a:extLst>
          </p:cNvPr>
          <p:cNvSpPr>
            <a:spLocks noGrp="1"/>
          </p:cNvSpPr>
          <p:nvPr/>
        </p:nvSpPr>
        <p:spPr>
          <a:xfrm>
            <a:off x="4350402" y="49371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3" name="9bjj_16_tuned_PredictedAtoms_7">
            <a:extLst>
              <a:ext uri="{FF2B5EF4-FFF2-40B4-BE49-F238E27FC236}">
                <a16:creationId xmlns:a16="http://schemas.microsoft.com/office/drawing/2014/main" id="{3098DD20-A086-4346-B289-F4AE90D4E589}"/>
              </a:ext>
            </a:extLst>
          </p:cNvPr>
          <p:cNvSpPr>
            <a:spLocks noGrp="1"/>
          </p:cNvSpPr>
          <p:nvPr/>
        </p:nvSpPr>
        <p:spPr>
          <a:xfrm>
            <a:off x="4516270" y="49675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4" name="9bjj_16_tuned_PredictedAtoms_8">
            <a:extLst>
              <a:ext uri="{FF2B5EF4-FFF2-40B4-BE49-F238E27FC236}">
                <a16:creationId xmlns:a16="http://schemas.microsoft.com/office/drawing/2014/main" id="{6933A726-85C9-44E2-9852-8F81EB6A78ED}"/>
              </a:ext>
            </a:extLst>
          </p:cNvPr>
          <p:cNvSpPr>
            <a:spLocks noGrp="1"/>
          </p:cNvSpPr>
          <p:nvPr/>
        </p:nvSpPr>
        <p:spPr>
          <a:xfrm>
            <a:off x="4576770" y="50878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5" name="9bjj_16_tuned_PredictedAtoms_9">
            <a:extLst>
              <a:ext uri="{FF2B5EF4-FFF2-40B4-BE49-F238E27FC236}">
                <a16:creationId xmlns:a16="http://schemas.microsoft.com/office/drawing/2014/main" id="{0A8F9905-F5AF-440A-B079-17029EE92F41}"/>
              </a:ext>
            </a:extLst>
          </p:cNvPr>
          <p:cNvSpPr>
            <a:spLocks noGrp="1"/>
          </p:cNvSpPr>
          <p:nvPr/>
        </p:nvSpPr>
        <p:spPr>
          <a:xfrm>
            <a:off x="4745206" y="5111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6" name="9bjj_16_tuned_PredictedAtoms_10">
            <a:extLst>
              <a:ext uri="{FF2B5EF4-FFF2-40B4-BE49-F238E27FC236}">
                <a16:creationId xmlns:a16="http://schemas.microsoft.com/office/drawing/2014/main" id="{17EA136C-F8C8-4B7B-A5A5-F0E2E6AF4CBE}"/>
              </a:ext>
            </a:extLst>
          </p:cNvPr>
          <p:cNvSpPr>
            <a:spLocks noGrp="1"/>
          </p:cNvSpPr>
          <p:nvPr/>
        </p:nvSpPr>
        <p:spPr>
          <a:xfrm>
            <a:off x="4850120" y="5010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7" name="9bjj_16_tuned_PredictedAtoms_11">
            <a:extLst>
              <a:ext uri="{FF2B5EF4-FFF2-40B4-BE49-F238E27FC236}">
                <a16:creationId xmlns:a16="http://schemas.microsoft.com/office/drawing/2014/main" id="{D6004207-9CD7-4FBB-B61F-B28F5545DA83}"/>
              </a:ext>
            </a:extLst>
          </p:cNvPr>
          <p:cNvSpPr>
            <a:spLocks noGrp="1"/>
          </p:cNvSpPr>
          <p:nvPr/>
        </p:nvSpPr>
        <p:spPr>
          <a:xfrm>
            <a:off x="4782379" y="48918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8" name="9bjj_16_tuned_PredictedAtoms_12">
            <a:extLst>
              <a:ext uri="{FF2B5EF4-FFF2-40B4-BE49-F238E27FC236}">
                <a16:creationId xmlns:a16="http://schemas.microsoft.com/office/drawing/2014/main" id="{4BF32391-E8F1-4AD5-893B-FB0999C539AC}"/>
              </a:ext>
            </a:extLst>
          </p:cNvPr>
          <p:cNvSpPr>
            <a:spLocks noGrp="1"/>
          </p:cNvSpPr>
          <p:nvPr/>
        </p:nvSpPr>
        <p:spPr>
          <a:xfrm>
            <a:off x="4614447" y="4873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9" name="9bjj_16_tuned_PredictedAtoms_13">
            <a:extLst>
              <a:ext uri="{FF2B5EF4-FFF2-40B4-BE49-F238E27FC236}">
                <a16:creationId xmlns:a16="http://schemas.microsoft.com/office/drawing/2014/main" id="{1F3B901A-F082-4186-BB38-5F825912F31B}"/>
              </a:ext>
            </a:extLst>
          </p:cNvPr>
          <p:cNvSpPr>
            <a:spLocks noGrp="1"/>
          </p:cNvSpPr>
          <p:nvPr/>
        </p:nvSpPr>
        <p:spPr>
          <a:xfrm>
            <a:off x="4910421" y="47549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0" name="9bjj_16_tuned_PredictedAtoms_14">
            <a:extLst>
              <a:ext uri="{FF2B5EF4-FFF2-40B4-BE49-F238E27FC236}">
                <a16:creationId xmlns:a16="http://schemas.microsoft.com/office/drawing/2014/main" id="{339B423B-03C7-49BA-A0C4-E7B8C6D1B066}"/>
              </a:ext>
            </a:extLst>
          </p:cNvPr>
          <p:cNvSpPr>
            <a:spLocks noGrp="1"/>
          </p:cNvSpPr>
          <p:nvPr/>
        </p:nvSpPr>
        <p:spPr>
          <a:xfrm>
            <a:off x="5044069" y="4634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1" name="9bjj_16_tuned_PredictedAtoms_15">
            <a:extLst>
              <a:ext uri="{FF2B5EF4-FFF2-40B4-BE49-F238E27FC236}">
                <a16:creationId xmlns:a16="http://schemas.microsoft.com/office/drawing/2014/main" id="{BF574F0F-9480-4831-A7F1-1FB4F993867B}"/>
              </a:ext>
            </a:extLst>
          </p:cNvPr>
          <p:cNvSpPr>
            <a:spLocks noGrp="1"/>
          </p:cNvSpPr>
          <p:nvPr/>
        </p:nvSpPr>
        <p:spPr>
          <a:xfrm>
            <a:off x="5035882" y="44632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2" name="9bjj_16_tuned_PredictedAtoms_17">
            <a:extLst>
              <a:ext uri="{FF2B5EF4-FFF2-40B4-BE49-F238E27FC236}">
                <a16:creationId xmlns:a16="http://schemas.microsoft.com/office/drawing/2014/main" id="{DB969817-961E-4602-A70D-9D76ADB3AADE}"/>
              </a:ext>
            </a:extLst>
          </p:cNvPr>
          <p:cNvSpPr>
            <a:spLocks noGrp="1"/>
          </p:cNvSpPr>
          <p:nvPr/>
        </p:nvSpPr>
        <p:spPr>
          <a:xfrm>
            <a:off x="5234206" y="44276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3" name="9bjj_16_tuned_PredictedAtoms_18">
            <a:extLst>
              <a:ext uri="{FF2B5EF4-FFF2-40B4-BE49-F238E27FC236}">
                <a16:creationId xmlns:a16="http://schemas.microsoft.com/office/drawing/2014/main" id="{7FD49507-79A2-42A9-9A14-FB9A573A0E1E}"/>
              </a:ext>
            </a:extLst>
          </p:cNvPr>
          <p:cNvSpPr>
            <a:spLocks noGrp="1"/>
          </p:cNvSpPr>
          <p:nvPr/>
        </p:nvSpPr>
        <p:spPr>
          <a:xfrm>
            <a:off x="5250308" y="46032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4" name="9bjj_16_tuned_PredictedAtoms_19">
            <a:extLst>
              <a:ext uri="{FF2B5EF4-FFF2-40B4-BE49-F238E27FC236}">
                <a16:creationId xmlns:a16="http://schemas.microsoft.com/office/drawing/2014/main" id="{28316B84-AAF7-46F5-87E7-8B8CA64AD24F}"/>
              </a:ext>
            </a:extLst>
          </p:cNvPr>
          <p:cNvSpPr>
            <a:spLocks noGrp="1"/>
          </p:cNvSpPr>
          <p:nvPr/>
        </p:nvSpPr>
        <p:spPr>
          <a:xfrm>
            <a:off x="5153041" y="4708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5" name="9bjj_16_tuned_PredictedAtoms_20">
            <a:extLst>
              <a:ext uri="{FF2B5EF4-FFF2-40B4-BE49-F238E27FC236}">
                <a16:creationId xmlns:a16="http://schemas.microsoft.com/office/drawing/2014/main" id="{5F511866-5602-4A95-B331-E4A71F475669}"/>
              </a:ext>
            </a:extLst>
          </p:cNvPr>
          <p:cNvSpPr>
            <a:spLocks noGrp="1"/>
          </p:cNvSpPr>
          <p:nvPr/>
        </p:nvSpPr>
        <p:spPr>
          <a:xfrm>
            <a:off x="5169494" y="4887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6" name="9bjj_16_tuned_PredictedAtoms_21">
            <a:extLst>
              <a:ext uri="{FF2B5EF4-FFF2-40B4-BE49-F238E27FC236}">
                <a16:creationId xmlns:a16="http://schemas.microsoft.com/office/drawing/2014/main" id="{0F3746F1-BC12-4B3C-B039-92C1050B895B}"/>
              </a:ext>
            </a:extLst>
          </p:cNvPr>
          <p:cNvSpPr>
            <a:spLocks noGrp="1"/>
          </p:cNvSpPr>
          <p:nvPr/>
        </p:nvSpPr>
        <p:spPr>
          <a:xfrm>
            <a:off x="5308601" y="49454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7" name="9bjj_16_tuned_PredictedAtoms_22">
            <a:extLst>
              <a:ext uri="{FF2B5EF4-FFF2-40B4-BE49-F238E27FC236}">
                <a16:creationId xmlns:a16="http://schemas.microsoft.com/office/drawing/2014/main" id="{20B9F305-9F66-4FE5-B712-3984BB05FA67}"/>
              </a:ext>
            </a:extLst>
          </p:cNvPr>
          <p:cNvSpPr>
            <a:spLocks noGrp="1"/>
          </p:cNvSpPr>
          <p:nvPr/>
        </p:nvSpPr>
        <p:spPr>
          <a:xfrm>
            <a:off x="5026238" y="5011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8" name="9bjj_16_tuned_PredictedAtoms_23">
            <a:extLst>
              <a:ext uri="{FF2B5EF4-FFF2-40B4-BE49-F238E27FC236}">
                <a16:creationId xmlns:a16="http://schemas.microsoft.com/office/drawing/2014/main" id="{47C08CFC-442E-49D0-B3F3-5B0506367910}"/>
              </a:ext>
            </a:extLst>
          </p:cNvPr>
          <p:cNvSpPr>
            <a:spLocks noGrp="1"/>
          </p:cNvSpPr>
          <p:nvPr/>
        </p:nvSpPr>
        <p:spPr>
          <a:xfrm>
            <a:off x="5079786" y="5188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9" name="9bjj_16_tuned_PredictedAtoms_24">
            <a:extLst>
              <a:ext uri="{FF2B5EF4-FFF2-40B4-BE49-F238E27FC236}">
                <a16:creationId xmlns:a16="http://schemas.microsoft.com/office/drawing/2014/main" id="{36C8305A-B351-4C2C-9EC8-65C4670C553F}"/>
              </a:ext>
            </a:extLst>
          </p:cNvPr>
          <p:cNvSpPr>
            <a:spLocks noGrp="1"/>
          </p:cNvSpPr>
          <p:nvPr/>
        </p:nvSpPr>
        <p:spPr>
          <a:xfrm>
            <a:off x="5087275" y="52598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0" name="9bjj_16_tuned_PredictedAtoms_25">
            <a:extLst>
              <a:ext uri="{FF2B5EF4-FFF2-40B4-BE49-F238E27FC236}">
                <a16:creationId xmlns:a16="http://schemas.microsoft.com/office/drawing/2014/main" id="{6D5ABD22-E4EE-4537-8A58-D8E387756D18}"/>
              </a:ext>
            </a:extLst>
          </p:cNvPr>
          <p:cNvSpPr>
            <a:spLocks noGrp="1"/>
          </p:cNvSpPr>
          <p:nvPr/>
        </p:nvSpPr>
        <p:spPr>
          <a:xfrm>
            <a:off x="5244832" y="5225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1" name="9bjj_16_tuned_PredictedAtoms_26">
            <a:extLst>
              <a:ext uri="{FF2B5EF4-FFF2-40B4-BE49-F238E27FC236}">
                <a16:creationId xmlns:a16="http://schemas.microsoft.com/office/drawing/2014/main" id="{87400E1E-F26C-4106-B36B-548A4A3159FA}"/>
              </a:ext>
            </a:extLst>
          </p:cNvPr>
          <p:cNvSpPr>
            <a:spLocks noGrp="1"/>
          </p:cNvSpPr>
          <p:nvPr/>
        </p:nvSpPr>
        <p:spPr>
          <a:xfrm>
            <a:off x="5263028" y="52664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2" name="9bjj_16_tuned_PredictedAtoms_27">
            <a:extLst>
              <a:ext uri="{FF2B5EF4-FFF2-40B4-BE49-F238E27FC236}">
                <a16:creationId xmlns:a16="http://schemas.microsoft.com/office/drawing/2014/main" id="{857DCDBB-CA71-4183-AD6C-307CC381B208}"/>
              </a:ext>
            </a:extLst>
          </p:cNvPr>
          <p:cNvSpPr>
            <a:spLocks noGrp="1"/>
          </p:cNvSpPr>
          <p:nvPr/>
        </p:nvSpPr>
        <p:spPr>
          <a:xfrm>
            <a:off x="3899140" y="49601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3" name="stage3-cases-alternatives_27">
            <a:extLst>
              <a:ext uri="{FF2B5EF4-FFF2-40B4-BE49-F238E27FC236}">
                <a16:creationId xmlns:a16="http://schemas.microsoft.com/office/drawing/2014/main" id="{726EB425-7EAA-4ABA-9327-FF18A92E627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844" name="9bjj_16_build_Receptor">
            <a:extLst>
              <a:ext uri="{FF2B5EF4-FFF2-40B4-BE49-F238E27FC236}">
                <a16:creationId xmlns:a16="http://schemas.microsoft.com/office/drawing/2014/main" id="{DF37F01A-45B0-4945-9A12-97A530BC8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45" name="9bjj_16_build_ExperimentalDensity">
            <a:extLst>
              <a:ext uri="{FF2B5EF4-FFF2-40B4-BE49-F238E27FC236}">
                <a16:creationId xmlns:a16="http://schemas.microsoft.com/office/drawing/2014/main" id="{DE29C9D2-1765-4E10-BCF3-20B3E61789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46" name="9bjj_16_build_ReferenceLigand_0">
            <a:extLst>
              <a:ext uri="{FF2B5EF4-FFF2-40B4-BE49-F238E27FC236}">
                <a16:creationId xmlns:a16="http://schemas.microsoft.com/office/drawing/2014/main" id="{36761308-2067-4BC0-926E-77948BBB22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7" name="9bjj_16_build_ReferenceLigand_1">
            <a:extLst>
              <a:ext uri="{FF2B5EF4-FFF2-40B4-BE49-F238E27FC236}">
                <a16:creationId xmlns:a16="http://schemas.microsoft.com/office/drawing/2014/main" id="{46427255-00A9-44C8-8F15-05943396B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8" name="9bjj_16_build_ReferenceLigand_2">
            <a:extLst>
              <a:ext uri="{FF2B5EF4-FFF2-40B4-BE49-F238E27FC236}">
                <a16:creationId xmlns:a16="http://schemas.microsoft.com/office/drawing/2014/main" id="{04BC9DE3-D7CD-4186-80AD-9B7335208E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9" name="9bjj_16_build_ReferenceLigand_3">
            <a:extLst>
              <a:ext uri="{FF2B5EF4-FFF2-40B4-BE49-F238E27FC236}">
                <a16:creationId xmlns:a16="http://schemas.microsoft.com/office/drawing/2014/main" id="{2CE1FE0C-BD8C-4A71-9932-BE00F89F62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0" name="9bjj_16_build_ReferenceLigand_4">
            <a:extLst>
              <a:ext uri="{FF2B5EF4-FFF2-40B4-BE49-F238E27FC236}">
                <a16:creationId xmlns:a16="http://schemas.microsoft.com/office/drawing/2014/main" id="{A0E15FEB-D17B-4817-9DF1-54B24C8E99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1" name="9bjj_16_build_ReferenceLigand_5">
            <a:extLst>
              <a:ext uri="{FF2B5EF4-FFF2-40B4-BE49-F238E27FC236}">
                <a16:creationId xmlns:a16="http://schemas.microsoft.com/office/drawing/2014/main" id="{AA671D3C-12AA-421E-9F33-E525A6972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2" name="9bjj_16_build_ReferenceLigand_6">
            <a:extLst>
              <a:ext uri="{FF2B5EF4-FFF2-40B4-BE49-F238E27FC236}">
                <a16:creationId xmlns:a16="http://schemas.microsoft.com/office/drawing/2014/main" id="{2AC53C9A-6F9A-42E1-BC28-39B23902DF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3" name="9bjj_16_build_ReferenceLigand_7">
            <a:extLst>
              <a:ext uri="{FF2B5EF4-FFF2-40B4-BE49-F238E27FC236}">
                <a16:creationId xmlns:a16="http://schemas.microsoft.com/office/drawing/2014/main" id="{CD0251B6-7A24-4AAE-AF1B-9550FA42D5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4" name="9bjj_16_build_ReferenceLigand_8">
            <a:extLst>
              <a:ext uri="{FF2B5EF4-FFF2-40B4-BE49-F238E27FC236}">
                <a16:creationId xmlns:a16="http://schemas.microsoft.com/office/drawing/2014/main" id="{02665F71-4CA4-4EFD-AE50-3778231A0D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5" name="9bjj_16_build_ReferenceLigand_9">
            <a:extLst>
              <a:ext uri="{FF2B5EF4-FFF2-40B4-BE49-F238E27FC236}">
                <a16:creationId xmlns:a16="http://schemas.microsoft.com/office/drawing/2014/main" id="{72195D33-F356-4508-8000-AD39A35A9B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6" name="9bjj_16_build_ReferenceLigand_10">
            <a:extLst>
              <a:ext uri="{FF2B5EF4-FFF2-40B4-BE49-F238E27FC236}">
                <a16:creationId xmlns:a16="http://schemas.microsoft.com/office/drawing/2014/main" id="{158CFBF4-91B4-4F58-BD74-1F1DD27EB1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7" name="9bjj_16_build_ReferenceLigand_11">
            <a:extLst>
              <a:ext uri="{FF2B5EF4-FFF2-40B4-BE49-F238E27FC236}">
                <a16:creationId xmlns:a16="http://schemas.microsoft.com/office/drawing/2014/main" id="{463BD3B5-CB78-4C99-B75C-F8DBDC9D6A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8" name="9bjj_16_build_ReferenceLigand_12">
            <a:extLst>
              <a:ext uri="{FF2B5EF4-FFF2-40B4-BE49-F238E27FC236}">
                <a16:creationId xmlns:a16="http://schemas.microsoft.com/office/drawing/2014/main" id="{EDF40277-59A6-4833-8796-C355428C00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9" name="9bjj_16_build_ReferenceLigand_13">
            <a:extLst>
              <a:ext uri="{FF2B5EF4-FFF2-40B4-BE49-F238E27FC236}">
                <a16:creationId xmlns:a16="http://schemas.microsoft.com/office/drawing/2014/main" id="{A8A3B118-4DDD-4D06-8331-5495F67289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0" name="9bjj_16_build_ReferenceLigand_14">
            <a:extLst>
              <a:ext uri="{FF2B5EF4-FFF2-40B4-BE49-F238E27FC236}">
                <a16:creationId xmlns:a16="http://schemas.microsoft.com/office/drawing/2014/main" id="{12BF2B73-A0D8-406B-B19F-76F700B6C6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1" name="9bjj_16_build_ReferenceLigand_15">
            <a:extLst>
              <a:ext uri="{FF2B5EF4-FFF2-40B4-BE49-F238E27FC236}">
                <a16:creationId xmlns:a16="http://schemas.microsoft.com/office/drawing/2014/main" id="{B158EB13-A8B2-4F4B-ACD6-494B865646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2" name="9bjj_16_build_ReferenceLigand_16">
            <a:extLst>
              <a:ext uri="{FF2B5EF4-FFF2-40B4-BE49-F238E27FC236}">
                <a16:creationId xmlns:a16="http://schemas.microsoft.com/office/drawing/2014/main" id="{620A9EE3-AF52-4149-8986-5DFD53A83E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3" name="9bjj_16_build_ReferenceLigand_17">
            <a:extLst>
              <a:ext uri="{FF2B5EF4-FFF2-40B4-BE49-F238E27FC236}">
                <a16:creationId xmlns:a16="http://schemas.microsoft.com/office/drawing/2014/main" id="{EF95D34A-1C0E-467F-94EC-D2091E1627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4" name="9bjj_16_build_ReferenceLigand_18">
            <a:extLst>
              <a:ext uri="{FF2B5EF4-FFF2-40B4-BE49-F238E27FC236}">
                <a16:creationId xmlns:a16="http://schemas.microsoft.com/office/drawing/2014/main" id="{BF13EE8B-EAA2-49B5-9456-41696D0B17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5" name="9bjj_16_build_ReferenceLigand_19">
            <a:extLst>
              <a:ext uri="{FF2B5EF4-FFF2-40B4-BE49-F238E27FC236}">
                <a16:creationId xmlns:a16="http://schemas.microsoft.com/office/drawing/2014/main" id="{430EA029-6E21-4E26-8EC3-C5EC46B3472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6" name="9bjj_16_build_ReferenceLigand_20">
            <a:extLst>
              <a:ext uri="{FF2B5EF4-FFF2-40B4-BE49-F238E27FC236}">
                <a16:creationId xmlns:a16="http://schemas.microsoft.com/office/drawing/2014/main" id="{501E4375-EAD9-489D-AA63-BF6E19A8DB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7" name="9bjj_16_build_ReferenceLigand_21">
            <a:extLst>
              <a:ext uri="{FF2B5EF4-FFF2-40B4-BE49-F238E27FC236}">
                <a16:creationId xmlns:a16="http://schemas.microsoft.com/office/drawing/2014/main" id="{26147D38-6E59-4C5D-B107-208546ED42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8" name="9bjj_16_build_ReferenceLigand_22">
            <a:extLst>
              <a:ext uri="{FF2B5EF4-FFF2-40B4-BE49-F238E27FC236}">
                <a16:creationId xmlns:a16="http://schemas.microsoft.com/office/drawing/2014/main" id="{5097D5A9-8E5D-4B66-BC41-20CD812365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9" name="9bjj_16_build_ReferenceLigand_23">
            <a:extLst>
              <a:ext uri="{FF2B5EF4-FFF2-40B4-BE49-F238E27FC236}">
                <a16:creationId xmlns:a16="http://schemas.microsoft.com/office/drawing/2014/main" id="{EE35EE1F-EF9C-44B8-A380-99C837CCDB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0" name="9bjj_16_build_ReferenceLigand_24">
            <a:extLst>
              <a:ext uri="{FF2B5EF4-FFF2-40B4-BE49-F238E27FC236}">
                <a16:creationId xmlns:a16="http://schemas.microsoft.com/office/drawing/2014/main" id="{BB597EFE-9A70-40CB-AC51-1961A81D51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1" name="9bjj_16_build_ReferenceLigand_25">
            <a:extLst>
              <a:ext uri="{FF2B5EF4-FFF2-40B4-BE49-F238E27FC236}">
                <a16:creationId xmlns:a16="http://schemas.microsoft.com/office/drawing/2014/main" id="{FDDD9D93-FD5B-4796-BE79-989C8B7BAE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2" name="9bjj_16_build_ReferenceLigand_26">
            <a:extLst>
              <a:ext uri="{FF2B5EF4-FFF2-40B4-BE49-F238E27FC236}">
                <a16:creationId xmlns:a16="http://schemas.microsoft.com/office/drawing/2014/main" id="{0C85D4E4-E321-4875-833D-D32193FB0F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3" name="9bjj_16_build_ReferenceLigand_27">
            <a:extLst>
              <a:ext uri="{FF2B5EF4-FFF2-40B4-BE49-F238E27FC236}">
                <a16:creationId xmlns:a16="http://schemas.microsoft.com/office/drawing/2014/main" id="{1A8F6FFE-E2B7-471F-A364-40536E3FB9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4" name="9bjj_16_build_ReferenceLigand_28">
            <a:extLst>
              <a:ext uri="{FF2B5EF4-FFF2-40B4-BE49-F238E27FC236}">
                <a16:creationId xmlns:a16="http://schemas.microsoft.com/office/drawing/2014/main" id="{34E2C75A-AEDC-4F5A-A489-1A32A060027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5" name="9bjj_16_build_ReferenceLigand_29">
            <a:extLst>
              <a:ext uri="{FF2B5EF4-FFF2-40B4-BE49-F238E27FC236}">
                <a16:creationId xmlns:a16="http://schemas.microsoft.com/office/drawing/2014/main" id="{209B8209-82F1-4B2E-8840-CFE570E45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6" name="9bjj_16_build_ReferenceLigand_30">
            <a:extLst>
              <a:ext uri="{FF2B5EF4-FFF2-40B4-BE49-F238E27FC236}">
                <a16:creationId xmlns:a16="http://schemas.microsoft.com/office/drawing/2014/main" id="{A7126343-817D-4182-B641-D5A7CDE9AF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7" name="9bjj_16_build_PredictedLigand_0">
            <a:extLst>
              <a:ext uri="{FF2B5EF4-FFF2-40B4-BE49-F238E27FC236}">
                <a16:creationId xmlns:a16="http://schemas.microsoft.com/office/drawing/2014/main" id="{A236E53B-B5EC-4528-A7DE-7B9CC6E50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8" name="9bjj_16_build_PredictedLigand_1">
            <a:extLst>
              <a:ext uri="{FF2B5EF4-FFF2-40B4-BE49-F238E27FC236}">
                <a16:creationId xmlns:a16="http://schemas.microsoft.com/office/drawing/2014/main" id="{3FD66798-C4A5-4093-B8A6-FE2F74091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9" name="9bjj_16_build_PredictedLigand_2">
            <a:extLst>
              <a:ext uri="{FF2B5EF4-FFF2-40B4-BE49-F238E27FC236}">
                <a16:creationId xmlns:a16="http://schemas.microsoft.com/office/drawing/2014/main" id="{F705168B-7098-460E-8831-7A776BA1AE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0" name="9bjj_16_build_PredictedLigand_3">
            <a:extLst>
              <a:ext uri="{FF2B5EF4-FFF2-40B4-BE49-F238E27FC236}">
                <a16:creationId xmlns:a16="http://schemas.microsoft.com/office/drawing/2014/main" id="{A30AFD8B-C22C-48C9-A21A-63AEF4FAC5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1" name="9bjj_16_build_PredictedLigand_4">
            <a:extLst>
              <a:ext uri="{FF2B5EF4-FFF2-40B4-BE49-F238E27FC236}">
                <a16:creationId xmlns:a16="http://schemas.microsoft.com/office/drawing/2014/main" id="{5E9E8B3C-AD29-4C56-81B8-1DE1DF7C8B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2" name="9bjj_16_build_PredictedLigand_5">
            <a:extLst>
              <a:ext uri="{FF2B5EF4-FFF2-40B4-BE49-F238E27FC236}">
                <a16:creationId xmlns:a16="http://schemas.microsoft.com/office/drawing/2014/main" id="{8C749DBF-532A-4BA6-9DDB-DE72E5D250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3" name="9bjj_16_build_PredictedLigand_6">
            <a:extLst>
              <a:ext uri="{FF2B5EF4-FFF2-40B4-BE49-F238E27FC236}">
                <a16:creationId xmlns:a16="http://schemas.microsoft.com/office/drawing/2014/main" id="{15AC72D1-F0B0-4071-9EFB-469FB4735F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4" name="9bjj_16_build_PredictedLigand_7">
            <a:extLst>
              <a:ext uri="{FF2B5EF4-FFF2-40B4-BE49-F238E27FC236}">
                <a16:creationId xmlns:a16="http://schemas.microsoft.com/office/drawing/2014/main" id="{F7E0C364-82F2-4722-8D30-17459CF8A7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5" name="9bjj_16_build_PredictedLigand_8">
            <a:extLst>
              <a:ext uri="{FF2B5EF4-FFF2-40B4-BE49-F238E27FC236}">
                <a16:creationId xmlns:a16="http://schemas.microsoft.com/office/drawing/2014/main" id="{5180C377-44C5-4D41-AEE8-30F1F7B63D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6" name="9bjj_16_build_PredictedLigand_9">
            <a:extLst>
              <a:ext uri="{FF2B5EF4-FFF2-40B4-BE49-F238E27FC236}">
                <a16:creationId xmlns:a16="http://schemas.microsoft.com/office/drawing/2014/main" id="{53A88CE8-B680-4DB5-84F0-A3F51931ED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7" name="9bjj_16_build_PredictedLigand_10">
            <a:extLst>
              <a:ext uri="{FF2B5EF4-FFF2-40B4-BE49-F238E27FC236}">
                <a16:creationId xmlns:a16="http://schemas.microsoft.com/office/drawing/2014/main" id="{FAEC5238-F867-422B-BAF6-ED51FDBC25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8" name="9bjj_16_build_PredictedLigand_11">
            <a:extLst>
              <a:ext uri="{FF2B5EF4-FFF2-40B4-BE49-F238E27FC236}">
                <a16:creationId xmlns:a16="http://schemas.microsoft.com/office/drawing/2014/main" id="{CFA7AE80-58EB-4577-9A0E-5D80AACA06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9" name="9bjj_16_build_PredictedLigand_12">
            <a:extLst>
              <a:ext uri="{FF2B5EF4-FFF2-40B4-BE49-F238E27FC236}">
                <a16:creationId xmlns:a16="http://schemas.microsoft.com/office/drawing/2014/main" id="{7E487C4F-CF8F-48E7-BE16-E1050E668F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0" name="9bjj_16_build_PredictedLigand_13">
            <a:extLst>
              <a:ext uri="{FF2B5EF4-FFF2-40B4-BE49-F238E27FC236}">
                <a16:creationId xmlns:a16="http://schemas.microsoft.com/office/drawing/2014/main" id="{97DC252A-D3FD-4205-B673-612B42F7E7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1" name="9bjj_16_build_PredictedLigand_14">
            <a:extLst>
              <a:ext uri="{FF2B5EF4-FFF2-40B4-BE49-F238E27FC236}">
                <a16:creationId xmlns:a16="http://schemas.microsoft.com/office/drawing/2014/main" id="{1451CCD8-AD36-40B4-8E32-3A5A0835B4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2" name="9bjj_16_build_PredictedLigand_15">
            <a:extLst>
              <a:ext uri="{FF2B5EF4-FFF2-40B4-BE49-F238E27FC236}">
                <a16:creationId xmlns:a16="http://schemas.microsoft.com/office/drawing/2014/main" id="{E67EB347-EFDC-446D-8193-DFD83311F2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3" name="9bjj_16_build_PredictedLigand_16">
            <a:extLst>
              <a:ext uri="{FF2B5EF4-FFF2-40B4-BE49-F238E27FC236}">
                <a16:creationId xmlns:a16="http://schemas.microsoft.com/office/drawing/2014/main" id="{BFDE60E6-FED3-49A9-9646-80A8D5F505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4" name="9bjj_16_build_PredictedLigand_17">
            <a:extLst>
              <a:ext uri="{FF2B5EF4-FFF2-40B4-BE49-F238E27FC236}">
                <a16:creationId xmlns:a16="http://schemas.microsoft.com/office/drawing/2014/main" id="{E4D19478-42C5-4BE5-8633-372E785CA4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5" name="9bjj_16_build_PredictedLigand_18">
            <a:extLst>
              <a:ext uri="{FF2B5EF4-FFF2-40B4-BE49-F238E27FC236}">
                <a16:creationId xmlns:a16="http://schemas.microsoft.com/office/drawing/2014/main" id="{62E45BC9-8B58-437B-90C7-C11527EB27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6" name="9bjj_16_build_PredictedLigand_19">
            <a:extLst>
              <a:ext uri="{FF2B5EF4-FFF2-40B4-BE49-F238E27FC236}">
                <a16:creationId xmlns:a16="http://schemas.microsoft.com/office/drawing/2014/main" id="{63C907AD-438D-424D-87B6-612AC4DA3C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7" name="9bjj_16_build_PredictedLigand_20">
            <a:extLst>
              <a:ext uri="{FF2B5EF4-FFF2-40B4-BE49-F238E27FC236}">
                <a16:creationId xmlns:a16="http://schemas.microsoft.com/office/drawing/2014/main" id="{36339F00-3E26-431E-AD61-E46E15EE5C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8" name="9bjj_16_build_PredictedLigand_21">
            <a:extLst>
              <a:ext uri="{FF2B5EF4-FFF2-40B4-BE49-F238E27FC236}">
                <a16:creationId xmlns:a16="http://schemas.microsoft.com/office/drawing/2014/main" id="{08029947-6788-4551-8F6C-385980BA7D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9" name="9bjj_16_build_PredictedLigand_22">
            <a:extLst>
              <a:ext uri="{FF2B5EF4-FFF2-40B4-BE49-F238E27FC236}">
                <a16:creationId xmlns:a16="http://schemas.microsoft.com/office/drawing/2014/main" id="{81881737-0613-46B9-84DA-59F1B4F256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0" name="9bjj_16_build_PredictedLigand_23">
            <a:extLst>
              <a:ext uri="{FF2B5EF4-FFF2-40B4-BE49-F238E27FC236}">
                <a16:creationId xmlns:a16="http://schemas.microsoft.com/office/drawing/2014/main" id="{E2405060-930A-4819-8C69-18BFF66CDA8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1" name="9bjj_16_build_PredictedLigand_24">
            <a:extLst>
              <a:ext uri="{FF2B5EF4-FFF2-40B4-BE49-F238E27FC236}">
                <a16:creationId xmlns:a16="http://schemas.microsoft.com/office/drawing/2014/main" id="{E5F041B8-0CEB-4D0F-AD6F-E3C67A4331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2" name="9bjj_16_build_PredictedLigand_25">
            <a:extLst>
              <a:ext uri="{FF2B5EF4-FFF2-40B4-BE49-F238E27FC236}">
                <a16:creationId xmlns:a16="http://schemas.microsoft.com/office/drawing/2014/main" id="{A0CA53D2-DF3D-42BE-A3CC-594666730A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3" name="9bjj_16_build_PredictedLigand_26">
            <a:extLst>
              <a:ext uri="{FF2B5EF4-FFF2-40B4-BE49-F238E27FC236}">
                <a16:creationId xmlns:a16="http://schemas.microsoft.com/office/drawing/2014/main" id="{6CC1B84D-76BF-44EC-9B6E-7034C5A9D31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4" name="9bjj_16_build_PredictedLigand_27">
            <a:extLst>
              <a:ext uri="{FF2B5EF4-FFF2-40B4-BE49-F238E27FC236}">
                <a16:creationId xmlns:a16="http://schemas.microsoft.com/office/drawing/2014/main" id="{E5DAF81C-E837-4D56-88DF-8807A3BF13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5" name="9bjj_16_build_PredictedLigand_28">
            <a:extLst>
              <a:ext uri="{FF2B5EF4-FFF2-40B4-BE49-F238E27FC236}">
                <a16:creationId xmlns:a16="http://schemas.microsoft.com/office/drawing/2014/main" id="{ED50D28A-C0AC-46C2-A70B-A902430F3A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6" name="9bjj_16_build_PredictedLigand_29">
            <a:extLst>
              <a:ext uri="{FF2B5EF4-FFF2-40B4-BE49-F238E27FC236}">
                <a16:creationId xmlns:a16="http://schemas.microsoft.com/office/drawing/2014/main" id="{B5653CE3-4EAB-41C6-BE04-250CE4BEDC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7" name="9bjj_16_build_PredictedAtoms_0">
            <a:extLst>
              <a:ext uri="{FF2B5EF4-FFF2-40B4-BE49-F238E27FC236}">
                <a16:creationId xmlns:a16="http://schemas.microsoft.com/office/drawing/2014/main" id="{40076436-6D75-402E-87FA-705614417F9C}"/>
              </a:ext>
            </a:extLst>
          </p:cNvPr>
          <p:cNvSpPr>
            <a:spLocks noGrp="1"/>
          </p:cNvSpPr>
          <p:nvPr/>
        </p:nvSpPr>
        <p:spPr>
          <a:xfrm>
            <a:off x="6718711" y="493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8" name="9bjj_16_build_PredictedAtoms_1">
            <a:extLst>
              <a:ext uri="{FF2B5EF4-FFF2-40B4-BE49-F238E27FC236}">
                <a16:creationId xmlns:a16="http://schemas.microsoft.com/office/drawing/2014/main" id="{22B122A8-B455-438C-80AB-F66A253A6B28}"/>
              </a:ext>
            </a:extLst>
          </p:cNvPr>
          <p:cNvSpPr>
            <a:spLocks noGrp="1"/>
          </p:cNvSpPr>
          <p:nvPr/>
        </p:nvSpPr>
        <p:spPr>
          <a:xfrm>
            <a:off x="6649575" y="4828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9" name="9bjj_16_build_PredictedAtoms_2">
            <a:extLst>
              <a:ext uri="{FF2B5EF4-FFF2-40B4-BE49-F238E27FC236}">
                <a16:creationId xmlns:a16="http://schemas.microsoft.com/office/drawing/2014/main" id="{5891244E-2CC7-4504-BDD0-C7A828BC6A0F}"/>
              </a:ext>
            </a:extLst>
          </p:cNvPr>
          <p:cNvSpPr>
            <a:spLocks noGrp="1"/>
          </p:cNvSpPr>
          <p:nvPr/>
        </p:nvSpPr>
        <p:spPr>
          <a:xfrm>
            <a:off x="6741235" y="4772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0" name="9bjj_16_build_PredictedAtoms_3">
            <a:extLst>
              <a:ext uri="{FF2B5EF4-FFF2-40B4-BE49-F238E27FC236}">
                <a16:creationId xmlns:a16="http://schemas.microsoft.com/office/drawing/2014/main" id="{A2460E3C-2F15-4458-9456-D777BF007EFD}"/>
              </a:ext>
            </a:extLst>
          </p:cNvPr>
          <p:cNvSpPr>
            <a:spLocks noGrp="1"/>
          </p:cNvSpPr>
          <p:nvPr/>
        </p:nvSpPr>
        <p:spPr>
          <a:xfrm>
            <a:off x="6915536" y="496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1" name="9bjj_16_build_PredictedAtoms_4">
            <a:extLst>
              <a:ext uri="{FF2B5EF4-FFF2-40B4-BE49-F238E27FC236}">
                <a16:creationId xmlns:a16="http://schemas.microsoft.com/office/drawing/2014/main" id="{D8F6CD8A-5D25-4C92-B494-83296937D58C}"/>
              </a:ext>
            </a:extLst>
          </p:cNvPr>
          <p:cNvSpPr>
            <a:spLocks noGrp="1"/>
          </p:cNvSpPr>
          <p:nvPr/>
        </p:nvSpPr>
        <p:spPr>
          <a:xfrm>
            <a:off x="7076986" y="4904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2" name="9bjj_16_build_PredictedAtoms_5">
            <a:extLst>
              <a:ext uri="{FF2B5EF4-FFF2-40B4-BE49-F238E27FC236}">
                <a16:creationId xmlns:a16="http://schemas.microsoft.com/office/drawing/2014/main" id="{3DAB9E7F-FE59-470E-B6F4-11F5AD9D8B16}"/>
              </a:ext>
            </a:extLst>
          </p:cNvPr>
          <p:cNvSpPr>
            <a:spLocks noGrp="1"/>
          </p:cNvSpPr>
          <p:nvPr/>
        </p:nvSpPr>
        <p:spPr>
          <a:xfrm>
            <a:off x="7089835" y="47880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3" name="9bjj_16_build_PredictedAtoms_6">
            <a:extLst>
              <a:ext uri="{FF2B5EF4-FFF2-40B4-BE49-F238E27FC236}">
                <a16:creationId xmlns:a16="http://schemas.microsoft.com/office/drawing/2014/main" id="{C60C18EF-D19B-469C-93B9-4851AB3BC3B2}"/>
              </a:ext>
            </a:extLst>
          </p:cNvPr>
          <p:cNvSpPr>
            <a:spLocks noGrp="1"/>
          </p:cNvSpPr>
          <p:nvPr/>
        </p:nvSpPr>
        <p:spPr>
          <a:xfrm>
            <a:off x="7206459" y="5015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4" name="9bjj_16_build_PredictedAtoms_7">
            <a:extLst>
              <a:ext uri="{FF2B5EF4-FFF2-40B4-BE49-F238E27FC236}">
                <a16:creationId xmlns:a16="http://schemas.microsoft.com/office/drawing/2014/main" id="{6E702669-2EE5-47B8-9859-DCEFDAC444C5}"/>
              </a:ext>
            </a:extLst>
          </p:cNvPr>
          <p:cNvSpPr>
            <a:spLocks noGrp="1"/>
          </p:cNvSpPr>
          <p:nvPr/>
        </p:nvSpPr>
        <p:spPr>
          <a:xfrm>
            <a:off x="7343563" y="49881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5" name="9bjj_16_build_PredictedAtoms_8">
            <a:extLst>
              <a:ext uri="{FF2B5EF4-FFF2-40B4-BE49-F238E27FC236}">
                <a16:creationId xmlns:a16="http://schemas.microsoft.com/office/drawing/2014/main" id="{57FC0625-3240-477A-A558-9A3FB5328B64}"/>
              </a:ext>
            </a:extLst>
          </p:cNvPr>
          <p:cNvSpPr>
            <a:spLocks noGrp="1"/>
          </p:cNvSpPr>
          <p:nvPr/>
        </p:nvSpPr>
        <p:spPr>
          <a:xfrm>
            <a:off x="7468313" y="48269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6" name="9bjj_16_build_PredictedAtoms_9">
            <a:extLst>
              <a:ext uri="{FF2B5EF4-FFF2-40B4-BE49-F238E27FC236}">
                <a16:creationId xmlns:a16="http://schemas.microsoft.com/office/drawing/2014/main" id="{D91CDEB8-0C02-4833-930E-B9EB340C3223}"/>
              </a:ext>
            </a:extLst>
          </p:cNvPr>
          <p:cNvSpPr>
            <a:spLocks noGrp="1"/>
          </p:cNvSpPr>
          <p:nvPr/>
        </p:nvSpPr>
        <p:spPr>
          <a:xfrm>
            <a:off x="7636234" y="4883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7" name="9bjj_16_build_PredictedAtoms_10">
            <a:extLst>
              <a:ext uri="{FF2B5EF4-FFF2-40B4-BE49-F238E27FC236}">
                <a16:creationId xmlns:a16="http://schemas.microsoft.com/office/drawing/2014/main" id="{F46832E6-5EA3-434A-A448-C18BE8B345A6}"/>
              </a:ext>
            </a:extLst>
          </p:cNvPr>
          <p:cNvSpPr>
            <a:spLocks noGrp="1"/>
          </p:cNvSpPr>
          <p:nvPr/>
        </p:nvSpPr>
        <p:spPr>
          <a:xfrm>
            <a:off x="7781478" y="4795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8" name="9bjj_16_build_PredictedAtoms_11">
            <a:extLst>
              <a:ext uri="{FF2B5EF4-FFF2-40B4-BE49-F238E27FC236}">
                <a16:creationId xmlns:a16="http://schemas.microsoft.com/office/drawing/2014/main" id="{6E78491C-853A-4D4C-9FB6-63C907004C3B}"/>
              </a:ext>
            </a:extLst>
          </p:cNvPr>
          <p:cNvSpPr>
            <a:spLocks noGrp="1"/>
          </p:cNvSpPr>
          <p:nvPr/>
        </p:nvSpPr>
        <p:spPr>
          <a:xfrm>
            <a:off x="7667936" y="5047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9" name="9bjj_16_build_PredictedAtoms_12">
            <a:extLst>
              <a:ext uri="{FF2B5EF4-FFF2-40B4-BE49-F238E27FC236}">
                <a16:creationId xmlns:a16="http://schemas.microsoft.com/office/drawing/2014/main" id="{03B71818-AFE6-4C5A-9BB2-EC3E9567ABB5}"/>
              </a:ext>
            </a:extLst>
          </p:cNvPr>
          <p:cNvSpPr>
            <a:spLocks noGrp="1"/>
          </p:cNvSpPr>
          <p:nvPr/>
        </p:nvSpPr>
        <p:spPr>
          <a:xfrm>
            <a:off x="7461564" y="5047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0" name="9bjj_16_build_PredictedAtoms_13">
            <a:extLst>
              <a:ext uri="{FF2B5EF4-FFF2-40B4-BE49-F238E27FC236}">
                <a16:creationId xmlns:a16="http://schemas.microsoft.com/office/drawing/2014/main" id="{8477C3DD-525D-4516-930E-1FC86A976C1D}"/>
              </a:ext>
            </a:extLst>
          </p:cNvPr>
          <p:cNvSpPr>
            <a:spLocks noGrp="1"/>
          </p:cNvSpPr>
          <p:nvPr/>
        </p:nvSpPr>
        <p:spPr>
          <a:xfrm>
            <a:off x="7776977" y="51612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1" name="9bjj_16_build_PredictedAtoms_14">
            <a:extLst>
              <a:ext uri="{FF2B5EF4-FFF2-40B4-BE49-F238E27FC236}">
                <a16:creationId xmlns:a16="http://schemas.microsoft.com/office/drawing/2014/main" id="{DFAB7C02-2AC9-470D-B4FF-76F7A3D7919B}"/>
              </a:ext>
            </a:extLst>
          </p:cNvPr>
          <p:cNvSpPr>
            <a:spLocks noGrp="1"/>
          </p:cNvSpPr>
          <p:nvPr/>
        </p:nvSpPr>
        <p:spPr>
          <a:xfrm>
            <a:off x="7964941" y="5233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2" name="9bjj_16_build_PredictedAtoms_15">
            <a:extLst>
              <a:ext uri="{FF2B5EF4-FFF2-40B4-BE49-F238E27FC236}">
                <a16:creationId xmlns:a16="http://schemas.microsoft.com/office/drawing/2014/main" id="{80FB8CBE-B178-4E98-A537-6F381E0E6CD2}"/>
              </a:ext>
            </a:extLst>
          </p:cNvPr>
          <p:cNvSpPr>
            <a:spLocks noGrp="1"/>
          </p:cNvSpPr>
          <p:nvPr/>
        </p:nvSpPr>
        <p:spPr>
          <a:xfrm>
            <a:off x="8023607" y="5412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3" name="9bjj_16_build_PredictedAtoms_16">
            <a:extLst>
              <a:ext uri="{FF2B5EF4-FFF2-40B4-BE49-F238E27FC236}">
                <a16:creationId xmlns:a16="http://schemas.microsoft.com/office/drawing/2014/main" id="{37B2A0B5-7CCB-46A0-9159-B0EA4C21F193}"/>
              </a:ext>
            </a:extLst>
          </p:cNvPr>
          <p:cNvSpPr>
            <a:spLocks noGrp="1"/>
          </p:cNvSpPr>
          <p:nvPr/>
        </p:nvSpPr>
        <p:spPr>
          <a:xfrm>
            <a:off x="8156707" y="54451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4" name="9bjj_16_build_PredictedAtoms_17">
            <a:extLst>
              <a:ext uri="{FF2B5EF4-FFF2-40B4-BE49-F238E27FC236}">
                <a16:creationId xmlns:a16="http://schemas.microsoft.com/office/drawing/2014/main" id="{F1FEB719-18FC-49F8-A064-12EC4E3027DA}"/>
              </a:ext>
            </a:extLst>
          </p:cNvPr>
          <p:cNvSpPr>
            <a:spLocks noGrp="1"/>
          </p:cNvSpPr>
          <p:nvPr/>
        </p:nvSpPr>
        <p:spPr>
          <a:xfrm>
            <a:off x="8145266" y="53322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5" name="9bjj_16_build_PredictedAtoms_18">
            <a:extLst>
              <a:ext uri="{FF2B5EF4-FFF2-40B4-BE49-F238E27FC236}">
                <a16:creationId xmlns:a16="http://schemas.microsoft.com/office/drawing/2014/main" id="{464A523B-AA64-4623-85F2-607A631A18EC}"/>
              </a:ext>
            </a:extLst>
          </p:cNvPr>
          <p:cNvSpPr>
            <a:spLocks noGrp="1"/>
          </p:cNvSpPr>
          <p:nvPr/>
        </p:nvSpPr>
        <p:spPr>
          <a:xfrm>
            <a:off x="8220886" y="5191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6" name="9bjj_16_build_PredictedAtoms_19">
            <a:extLst>
              <a:ext uri="{FF2B5EF4-FFF2-40B4-BE49-F238E27FC236}">
                <a16:creationId xmlns:a16="http://schemas.microsoft.com/office/drawing/2014/main" id="{A0CDE2B2-1040-4A01-97E1-BBD558B7E2E2}"/>
              </a:ext>
            </a:extLst>
          </p:cNvPr>
          <p:cNvSpPr>
            <a:spLocks noGrp="1"/>
          </p:cNvSpPr>
          <p:nvPr/>
        </p:nvSpPr>
        <p:spPr>
          <a:xfrm>
            <a:off x="8065610" y="500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7" name="9bjj_16_build_PredictedAtoms_20">
            <a:extLst>
              <a:ext uri="{FF2B5EF4-FFF2-40B4-BE49-F238E27FC236}">
                <a16:creationId xmlns:a16="http://schemas.microsoft.com/office/drawing/2014/main" id="{D47C7567-3318-4114-976D-5FB454751FA2}"/>
              </a:ext>
            </a:extLst>
          </p:cNvPr>
          <p:cNvSpPr>
            <a:spLocks noGrp="1"/>
          </p:cNvSpPr>
          <p:nvPr/>
        </p:nvSpPr>
        <p:spPr>
          <a:xfrm>
            <a:off x="8064823" y="48847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8" name="9bjj_16_build_PredictedAtoms_21">
            <a:extLst>
              <a:ext uri="{FF2B5EF4-FFF2-40B4-BE49-F238E27FC236}">
                <a16:creationId xmlns:a16="http://schemas.microsoft.com/office/drawing/2014/main" id="{DA76A85D-4937-4BE6-8D34-B1568FA567C5}"/>
              </a:ext>
            </a:extLst>
          </p:cNvPr>
          <p:cNvSpPr>
            <a:spLocks noGrp="1"/>
          </p:cNvSpPr>
          <p:nvPr/>
        </p:nvSpPr>
        <p:spPr>
          <a:xfrm>
            <a:off x="8177680" y="49012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9" name="9bjj_16_build_PredictedAtoms_22">
            <a:extLst>
              <a:ext uri="{FF2B5EF4-FFF2-40B4-BE49-F238E27FC236}">
                <a16:creationId xmlns:a16="http://schemas.microsoft.com/office/drawing/2014/main" id="{F1EA3B53-93F5-4A7B-AF2C-5DD9FCF44795}"/>
              </a:ext>
            </a:extLst>
          </p:cNvPr>
          <p:cNvSpPr>
            <a:spLocks noGrp="1"/>
          </p:cNvSpPr>
          <p:nvPr/>
        </p:nvSpPr>
        <p:spPr>
          <a:xfrm>
            <a:off x="7942659" y="4775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0" name="9bjj_16_build_PredictedAtoms_23">
            <a:extLst>
              <a:ext uri="{FF2B5EF4-FFF2-40B4-BE49-F238E27FC236}">
                <a16:creationId xmlns:a16="http://schemas.microsoft.com/office/drawing/2014/main" id="{0BE0E6D5-A665-4384-910B-BF20708A0E88}"/>
              </a:ext>
            </a:extLst>
          </p:cNvPr>
          <p:cNvSpPr>
            <a:spLocks noGrp="1"/>
          </p:cNvSpPr>
          <p:nvPr/>
        </p:nvSpPr>
        <p:spPr>
          <a:xfrm>
            <a:off x="8015275" y="46182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1" name="9bjj_16_build_PredictedAtoms_24">
            <a:extLst>
              <a:ext uri="{FF2B5EF4-FFF2-40B4-BE49-F238E27FC236}">
                <a16:creationId xmlns:a16="http://schemas.microsoft.com/office/drawing/2014/main" id="{27FD2C1F-2BC3-4D94-92DF-8A460E17C5F5}"/>
              </a:ext>
            </a:extLst>
          </p:cNvPr>
          <p:cNvSpPr>
            <a:spLocks noGrp="1"/>
          </p:cNvSpPr>
          <p:nvPr/>
        </p:nvSpPr>
        <p:spPr>
          <a:xfrm>
            <a:off x="7932147" y="448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2" name="9bjj_16_build_PredictedAtoms_27">
            <a:extLst>
              <a:ext uri="{FF2B5EF4-FFF2-40B4-BE49-F238E27FC236}">
                <a16:creationId xmlns:a16="http://schemas.microsoft.com/office/drawing/2014/main" id="{4A723469-A05F-4A2E-AAC3-3BA30044C9BD}"/>
              </a:ext>
            </a:extLst>
          </p:cNvPr>
          <p:cNvSpPr>
            <a:spLocks noGrp="1"/>
          </p:cNvSpPr>
          <p:nvPr/>
        </p:nvSpPr>
        <p:spPr>
          <a:xfrm>
            <a:off x="6715791" y="48640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3" name="9bjj_16_build_Clashes_0">
            <a:extLst>
              <a:ext uri="{FF2B5EF4-FFF2-40B4-BE49-F238E27FC236}">
                <a16:creationId xmlns:a16="http://schemas.microsoft.com/office/drawing/2014/main" id="{B4904BEE-BD34-476C-AF2F-C62B54FBD4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4" name="9bjj_16_build_Clashes_1">
            <a:extLst>
              <a:ext uri="{FF2B5EF4-FFF2-40B4-BE49-F238E27FC236}">
                <a16:creationId xmlns:a16="http://schemas.microsoft.com/office/drawing/2014/main" id="{3D20DE01-FD8D-45EB-AC68-51E0FEC938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5" name="9bjj_16_build_Clashes_2">
            <a:extLst>
              <a:ext uri="{FF2B5EF4-FFF2-40B4-BE49-F238E27FC236}">
                <a16:creationId xmlns:a16="http://schemas.microsoft.com/office/drawing/2014/main" id="{2D2570A1-5B93-497B-B824-9885D7E1E5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6" name="9bjj_16_build_Clashes_3">
            <a:extLst>
              <a:ext uri="{FF2B5EF4-FFF2-40B4-BE49-F238E27FC236}">
                <a16:creationId xmlns:a16="http://schemas.microsoft.com/office/drawing/2014/main" id="{C2085DE0-AEEC-482D-B999-F627DAA1C5C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7" name="9bjj_16_build_Clashes_4">
            <a:extLst>
              <a:ext uri="{FF2B5EF4-FFF2-40B4-BE49-F238E27FC236}">
                <a16:creationId xmlns:a16="http://schemas.microsoft.com/office/drawing/2014/main" id="{82366E78-1E83-409D-9C92-F96FFFB748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8" name="9bjj_16_build_Clashes_5">
            <a:extLst>
              <a:ext uri="{FF2B5EF4-FFF2-40B4-BE49-F238E27FC236}">
                <a16:creationId xmlns:a16="http://schemas.microsoft.com/office/drawing/2014/main" id="{06B65323-FF99-46BB-93AD-0F344F4570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9" name="9bjj_16_build_ClashingReceptorAtoms_0">
            <a:extLst>
              <a:ext uri="{FF2B5EF4-FFF2-40B4-BE49-F238E27FC236}">
                <a16:creationId xmlns:a16="http://schemas.microsoft.com/office/drawing/2014/main" id="{67F45871-5D3A-46BD-8770-34C8E926FAFF}"/>
              </a:ext>
            </a:extLst>
          </p:cNvPr>
          <p:cNvSpPr>
            <a:spLocks noGrp="1"/>
          </p:cNvSpPr>
          <p:nvPr/>
        </p:nvSpPr>
        <p:spPr>
          <a:xfrm>
            <a:off x="7719041" y="5100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0" name="9bjj_16_build_ClashingReceptorAtoms_1">
            <a:extLst>
              <a:ext uri="{FF2B5EF4-FFF2-40B4-BE49-F238E27FC236}">
                <a16:creationId xmlns:a16="http://schemas.microsoft.com/office/drawing/2014/main" id="{1440C6FE-ADD1-4BA2-99A4-0F72FAB978E2}"/>
              </a:ext>
            </a:extLst>
          </p:cNvPr>
          <p:cNvSpPr>
            <a:spLocks noGrp="1"/>
          </p:cNvSpPr>
          <p:nvPr/>
        </p:nvSpPr>
        <p:spPr>
          <a:xfrm>
            <a:off x="7834442" y="51760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1" name="9bjj_16_build_ClashingReceptorAtoms_2">
            <a:extLst>
              <a:ext uri="{FF2B5EF4-FFF2-40B4-BE49-F238E27FC236}">
                <a16:creationId xmlns:a16="http://schemas.microsoft.com/office/drawing/2014/main" id="{9EC9E565-AF2B-4118-9F51-C68B0F537A52}"/>
              </a:ext>
            </a:extLst>
          </p:cNvPr>
          <p:cNvSpPr>
            <a:spLocks noGrp="1"/>
          </p:cNvSpPr>
          <p:nvPr/>
        </p:nvSpPr>
        <p:spPr>
          <a:xfrm>
            <a:off x="7707506" y="4937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2" name="9bjj_16_build_ClashingReceptorAtoms_4">
            <a:extLst>
              <a:ext uri="{FF2B5EF4-FFF2-40B4-BE49-F238E27FC236}">
                <a16:creationId xmlns:a16="http://schemas.microsoft.com/office/drawing/2014/main" id="{B1042EFA-A2EB-44C1-9B64-E72D0BFC77E6}"/>
              </a:ext>
            </a:extLst>
          </p:cNvPr>
          <p:cNvSpPr>
            <a:spLocks noGrp="1"/>
          </p:cNvSpPr>
          <p:nvPr/>
        </p:nvSpPr>
        <p:spPr>
          <a:xfrm>
            <a:off x="7883300" y="56131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3" name="9bjj_16_build_ClashingReceptorAtoms_5">
            <a:extLst>
              <a:ext uri="{FF2B5EF4-FFF2-40B4-BE49-F238E27FC236}">
                <a16:creationId xmlns:a16="http://schemas.microsoft.com/office/drawing/2014/main" id="{A135C282-7913-44A3-B454-5F13F2234F35}"/>
              </a:ext>
            </a:extLst>
          </p:cNvPr>
          <p:cNvSpPr>
            <a:spLocks noGrp="1"/>
          </p:cNvSpPr>
          <p:nvPr/>
        </p:nvSpPr>
        <p:spPr>
          <a:xfrm>
            <a:off x="6366740" y="48785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4" name="stage3-cases-alternatives_29">
            <a:extLst>
              <a:ext uri="{FF2B5EF4-FFF2-40B4-BE49-F238E27FC236}">
                <a16:creationId xmlns:a16="http://schemas.microsoft.com/office/drawing/2014/main" id="{EDDFF511-12BB-4AA9-83BE-EF0A977A3E68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945" name="stage3-cases-alternatives_30">
            <a:extLst>
              <a:ext uri="{FF2B5EF4-FFF2-40B4-BE49-F238E27FC236}">
                <a16:creationId xmlns:a16="http://schemas.microsoft.com/office/drawing/2014/main" id="{5E69F341-E2D2-403D-AC06-B4ACB12E0061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30GA · ATP (L:401)</a:t>
            </a:r>
          </a:p>
        </p:txBody>
      </p:sp>
      <p:sp>
        <p:nvSpPr>
          <p:cNvPr id="946" name="stage3-cases-alternatives_31">
            <a:extLst>
              <a:ext uri="{FF2B5EF4-FFF2-40B4-BE49-F238E27FC236}">
                <a16:creationId xmlns:a16="http://schemas.microsoft.com/office/drawing/2014/main" id="{8DF4560B-D92D-487A-9DDF-9C13BC48FD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47" name="stage3-cases-alternatives_32">
            <a:extLst>
              <a:ext uri="{FF2B5EF4-FFF2-40B4-BE49-F238E27FC236}">
                <a16:creationId xmlns:a16="http://schemas.microsoft.com/office/drawing/2014/main" id="{D678B54E-BF63-4C2D-A8BC-246097ABCC2C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48" name="30ga_7_official_Receptor">
            <a:extLst>
              <a:ext uri="{FF2B5EF4-FFF2-40B4-BE49-F238E27FC236}">
                <a16:creationId xmlns:a16="http://schemas.microsoft.com/office/drawing/2014/main" id="{86DEF826-EF31-4059-B7CC-514C18AD9E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49" name="30ga_7_official_ExperimentalDensity">
            <a:extLst>
              <a:ext uri="{FF2B5EF4-FFF2-40B4-BE49-F238E27FC236}">
                <a16:creationId xmlns:a16="http://schemas.microsoft.com/office/drawing/2014/main" id="{8DE77017-8080-44CF-945B-84D65E73D2F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50" name="30ga_7_official_ReferenceLigand_0">
            <a:extLst>
              <a:ext uri="{FF2B5EF4-FFF2-40B4-BE49-F238E27FC236}">
                <a16:creationId xmlns:a16="http://schemas.microsoft.com/office/drawing/2014/main" id="{93A63F93-4169-48E7-B40B-14FC72793D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30ga_7_official_ReferenceLigand_1">
            <a:extLst>
              <a:ext uri="{FF2B5EF4-FFF2-40B4-BE49-F238E27FC236}">
                <a16:creationId xmlns:a16="http://schemas.microsoft.com/office/drawing/2014/main" id="{6465BBE5-F5F0-40E6-B48E-1339C7FFC6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30ga_7_official_ReferenceLigand_2">
            <a:extLst>
              <a:ext uri="{FF2B5EF4-FFF2-40B4-BE49-F238E27FC236}">
                <a16:creationId xmlns:a16="http://schemas.microsoft.com/office/drawing/2014/main" id="{42DDD01A-6E85-4D56-83FE-7824AE2108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30ga_7_official_ReferenceLigand_3">
            <a:extLst>
              <a:ext uri="{FF2B5EF4-FFF2-40B4-BE49-F238E27FC236}">
                <a16:creationId xmlns:a16="http://schemas.microsoft.com/office/drawing/2014/main" id="{C0664AAC-899B-497D-A379-36A4682F8E5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30ga_7_official_ReferenceLigand_4">
            <a:extLst>
              <a:ext uri="{FF2B5EF4-FFF2-40B4-BE49-F238E27FC236}">
                <a16:creationId xmlns:a16="http://schemas.microsoft.com/office/drawing/2014/main" id="{8C2A6495-76BE-4C7D-B6E6-D499E50FB4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30ga_7_official_ReferenceLigand_5">
            <a:extLst>
              <a:ext uri="{FF2B5EF4-FFF2-40B4-BE49-F238E27FC236}">
                <a16:creationId xmlns:a16="http://schemas.microsoft.com/office/drawing/2014/main" id="{6044D57B-5778-430C-B2D0-9F7498460F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30ga_7_official_ReferenceLigand_6">
            <a:extLst>
              <a:ext uri="{FF2B5EF4-FFF2-40B4-BE49-F238E27FC236}">
                <a16:creationId xmlns:a16="http://schemas.microsoft.com/office/drawing/2014/main" id="{70DAE921-88B0-44BB-8236-88915C01D4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30ga_7_official_ReferenceLigand_7">
            <a:extLst>
              <a:ext uri="{FF2B5EF4-FFF2-40B4-BE49-F238E27FC236}">
                <a16:creationId xmlns:a16="http://schemas.microsoft.com/office/drawing/2014/main" id="{89B9E96C-6A35-4928-983C-24FCD91053B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30ga_7_official_ReferenceLigand_8">
            <a:extLst>
              <a:ext uri="{FF2B5EF4-FFF2-40B4-BE49-F238E27FC236}">
                <a16:creationId xmlns:a16="http://schemas.microsoft.com/office/drawing/2014/main" id="{EE356F57-A749-4A63-A429-3C0E00FD9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30ga_7_official_ReferenceLigand_9">
            <a:extLst>
              <a:ext uri="{FF2B5EF4-FFF2-40B4-BE49-F238E27FC236}">
                <a16:creationId xmlns:a16="http://schemas.microsoft.com/office/drawing/2014/main" id="{188D6B17-3456-4D85-A2BF-FEA358A5A5D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30ga_7_official_ReferenceLigand_10">
            <a:extLst>
              <a:ext uri="{FF2B5EF4-FFF2-40B4-BE49-F238E27FC236}">
                <a16:creationId xmlns:a16="http://schemas.microsoft.com/office/drawing/2014/main" id="{A0737018-E502-42B4-A74F-D2C2962F03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30ga_7_official_ReferenceLigand_11">
            <a:extLst>
              <a:ext uri="{FF2B5EF4-FFF2-40B4-BE49-F238E27FC236}">
                <a16:creationId xmlns:a16="http://schemas.microsoft.com/office/drawing/2014/main" id="{6F3F2720-B0E3-4DA7-A7C6-693D66ACFDF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30ga_7_official_ReferenceLigand_12">
            <a:extLst>
              <a:ext uri="{FF2B5EF4-FFF2-40B4-BE49-F238E27FC236}">
                <a16:creationId xmlns:a16="http://schemas.microsoft.com/office/drawing/2014/main" id="{742EE3F7-3636-4D25-95DE-E1F7B47255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30ga_7_official_ReferenceLigand_13">
            <a:extLst>
              <a:ext uri="{FF2B5EF4-FFF2-40B4-BE49-F238E27FC236}">
                <a16:creationId xmlns:a16="http://schemas.microsoft.com/office/drawing/2014/main" id="{D49D70BB-FB8D-44B1-9084-EA79F034DB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30ga_7_official_ReferenceLigand_14">
            <a:extLst>
              <a:ext uri="{FF2B5EF4-FFF2-40B4-BE49-F238E27FC236}">
                <a16:creationId xmlns:a16="http://schemas.microsoft.com/office/drawing/2014/main" id="{7E02177E-4003-42C4-86F4-28D6BDDD5B2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30ga_7_official_ReferenceLigand_15">
            <a:extLst>
              <a:ext uri="{FF2B5EF4-FFF2-40B4-BE49-F238E27FC236}">
                <a16:creationId xmlns:a16="http://schemas.microsoft.com/office/drawing/2014/main" id="{A36BF0BA-AC47-4D08-9BD2-89466E17FCD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6" name="30ga_7_official_ReferenceLigand_16">
            <a:extLst>
              <a:ext uri="{FF2B5EF4-FFF2-40B4-BE49-F238E27FC236}">
                <a16:creationId xmlns:a16="http://schemas.microsoft.com/office/drawing/2014/main" id="{85BE1EEB-0865-442F-A046-C5F6D169E5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7" name="30ga_7_official_ReferenceLigand_17">
            <a:extLst>
              <a:ext uri="{FF2B5EF4-FFF2-40B4-BE49-F238E27FC236}">
                <a16:creationId xmlns:a16="http://schemas.microsoft.com/office/drawing/2014/main" id="{C6217A4C-781D-45CC-B956-05730F5986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8" name="30ga_7_official_ReferenceLigand_18">
            <a:extLst>
              <a:ext uri="{FF2B5EF4-FFF2-40B4-BE49-F238E27FC236}">
                <a16:creationId xmlns:a16="http://schemas.microsoft.com/office/drawing/2014/main" id="{2982BAB2-A5A4-4CCA-B3CC-ABE3D1D00C0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9" name="30ga_7_official_ReferenceLigand_19">
            <a:extLst>
              <a:ext uri="{FF2B5EF4-FFF2-40B4-BE49-F238E27FC236}">
                <a16:creationId xmlns:a16="http://schemas.microsoft.com/office/drawing/2014/main" id="{107B3036-DC54-4448-B42A-629FE27BDA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0" name="30ga_7_official_ReferenceLigand_20">
            <a:extLst>
              <a:ext uri="{FF2B5EF4-FFF2-40B4-BE49-F238E27FC236}">
                <a16:creationId xmlns:a16="http://schemas.microsoft.com/office/drawing/2014/main" id="{2C0F4F3F-3F82-4C22-B2A4-E08E001D17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1" name="30ga_7_official_ReferenceLigand_21">
            <a:extLst>
              <a:ext uri="{FF2B5EF4-FFF2-40B4-BE49-F238E27FC236}">
                <a16:creationId xmlns:a16="http://schemas.microsoft.com/office/drawing/2014/main" id="{89390CBC-B387-47EB-8373-01C24B3C34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2" name="30ga_7_official_ReferenceLigand_22">
            <a:extLst>
              <a:ext uri="{FF2B5EF4-FFF2-40B4-BE49-F238E27FC236}">
                <a16:creationId xmlns:a16="http://schemas.microsoft.com/office/drawing/2014/main" id="{D85C8D42-B8C1-4732-B8D0-443D8EBBBE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3" name="30ga_7_official_ReferenceLigand_23">
            <a:extLst>
              <a:ext uri="{FF2B5EF4-FFF2-40B4-BE49-F238E27FC236}">
                <a16:creationId xmlns:a16="http://schemas.microsoft.com/office/drawing/2014/main" id="{4FB61044-C130-48BA-9724-E1F92132C7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4" name="30ga_7_official_ReferenceLigand_24">
            <a:extLst>
              <a:ext uri="{FF2B5EF4-FFF2-40B4-BE49-F238E27FC236}">
                <a16:creationId xmlns:a16="http://schemas.microsoft.com/office/drawing/2014/main" id="{28138010-E6A0-4D06-97FD-779B831B66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5" name="30ga_7_official_ReferenceLigand_25">
            <a:extLst>
              <a:ext uri="{FF2B5EF4-FFF2-40B4-BE49-F238E27FC236}">
                <a16:creationId xmlns:a16="http://schemas.microsoft.com/office/drawing/2014/main" id="{EFD7BDFF-EC87-4B2F-9B00-18C27D9BF0B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6" name="30ga_7_official_ReferenceLigand_26">
            <a:extLst>
              <a:ext uri="{FF2B5EF4-FFF2-40B4-BE49-F238E27FC236}">
                <a16:creationId xmlns:a16="http://schemas.microsoft.com/office/drawing/2014/main" id="{412DED14-DE17-41E6-AB7B-B4E12570CE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7" name="30ga_7_official_ReferenceLigand_27">
            <a:extLst>
              <a:ext uri="{FF2B5EF4-FFF2-40B4-BE49-F238E27FC236}">
                <a16:creationId xmlns:a16="http://schemas.microsoft.com/office/drawing/2014/main" id="{BD7841F2-6895-4E3E-97E4-9C79D65F63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8" name="30ga_7_official_ReferenceLigand_28">
            <a:extLst>
              <a:ext uri="{FF2B5EF4-FFF2-40B4-BE49-F238E27FC236}">
                <a16:creationId xmlns:a16="http://schemas.microsoft.com/office/drawing/2014/main" id="{B1673AFA-0F19-4C17-B5E1-694F5D7652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9" name="30ga_7_official_ReferenceLigand_29">
            <a:extLst>
              <a:ext uri="{FF2B5EF4-FFF2-40B4-BE49-F238E27FC236}">
                <a16:creationId xmlns:a16="http://schemas.microsoft.com/office/drawing/2014/main" id="{DFAD014C-EE5B-4F01-9FB0-34127978C89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0" name="30ga_7_official_ReferenceLigand_30">
            <a:extLst>
              <a:ext uri="{FF2B5EF4-FFF2-40B4-BE49-F238E27FC236}">
                <a16:creationId xmlns:a16="http://schemas.microsoft.com/office/drawing/2014/main" id="{3155E633-285A-4DF8-9BBA-E228F342A26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1" name="30ga_7_official_ReferenceLigand_31">
            <a:extLst>
              <a:ext uri="{FF2B5EF4-FFF2-40B4-BE49-F238E27FC236}">
                <a16:creationId xmlns:a16="http://schemas.microsoft.com/office/drawing/2014/main" id="{F106C03B-BA01-40F2-A2DD-8611E13988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2" name="30ga_7_official_ReferenceLigand_32">
            <a:extLst>
              <a:ext uri="{FF2B5EF4-FFF2-40B4-BE49-F238E27FC236}">
                <a16:creationId xmlns:a16="http://schemas.microsoft.com/office/drawing/2014/main" id="{4761D945-FBFE-4568-96D5-5F73FB506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3" name="30ga_7_official_PredictedLigand_0">
            <a:extLst>
              <a:ext uri="{FF2B5EF4-FFF2-40B4-BE49-F238E27FC236}">
                <a16:creationId xmlns:a16="http://schemas.microsoft.com/office/drawing/2014/main" id="{016D782A-4C41-4818-91AF-33D22E6C3B5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30ga_7_official_PredictedLigand_1">
            <a:extLst>
              <a:ext uri="{FF2B5EF4-FFF2-40B4-BE49-F238E27FC236}">
                <a16:creationId xmlns:a16="http://schemas.microsoft.com/office/drawing/2014/main" id="{E9B91CB6-1783-4AE3-BF4C-4AA117EC63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30ga_7_official_PredictedLigand_2">
            <a:extLst>
              <a:ext uri="{FF2B5EF4-FFF2-40B4-BE49-F238E27FC236}">
                <a16:creationId xmlns:a16="http://schemas.microsoft.com/office/drawing/2014/main" id="{133F1AFC-B54F-4BAE-A2AA-EC694C4752E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30ga_7_official_PredictedLigand_3">
            <a:extLst>
              <a:ext uri="{FF2B5EF4-FFF2-40B4-BE49-F238E27FC236}">
                <a16:creationId xmlns:a16="http://schemas.microsoft.com/office/drawing/2014/main" id="{9FDBD7D3-2311-44C7-9413-B8AFF5D8C07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30ga_7_official_PredictedLigand_4">
            <a:extLst>
              <a:ext uri="{FF2B5EF4-FFF2-40B4-BE49-F238E27FC236}">
                <a16:creationId xmlns:a16="http://schemas.microsoft.com/office/drawing/2014/main" id="{3B93AC1E-F84A-438C-8BAA-0E611EBF11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30ga_7_official_PredictedLigand_5">
            <a:extLst>
              <a:ext uri="{FF2B5EF4-FFF2-40B4-BE49-F238E27FC236}">
                <a16:creationId xmlns:a16="http://schemas.microsoft.com/office/drawing/2014/main" id="{AD4782BF-AAB1-49D1-99F8-95C206FA1DB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30ga_7_official_PredictedLigand_6">
            <a:extLst>
              <a:ext uri="{FF2B5EF4-FFF2-40B4-BE49-F238E27FC236}">
                <a16:creationId xmlns:a16="http://schemas.microsoft.com/office/drawing/2014/main" id="{DA9A4CEA-9623-44E7-8CEB-CED9202F0A5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30ga_7_official_PredictedLigand_7">
            <a:extLst>
              <a:ext uri="{FF2B5EF4-FFF2-40B4-BE49-F238E27FC236}">
                <a16:creationId xmlns:a16="http://schemas.microsoft.com/office/drawing/2014/main" id="{439747C5-826F-4666-AB6C-7C3F96A8D9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30ga_7_official_PredictedLigand_8">
            <a:extLst>
              <a:ext uri="{FF2B5EF4-FFF2-40B4-BE49-F238E27FC236}">
                <a16:creationId xmlns:a16="http://schemas.microsoft.com/office/drawing/2014/main" id="{A06CF008-B2DB-468A-B413-4807A953686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30ga_7_official_PredictedLigand_9">
            <a:extLst>
              <a:ext uri="{FF2B5EF4-FFF2-40B4-BE49-F238E27FC236}">
                <a16:creationId xmlns:a16="http://schemas.microsoft.com/office/drawing/2014/main" id="{82784362-FE51-4DD7-946A-C395FD53D6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30ga_7_official_PredictedLigand_10">
            <a:extLst>
              <a:ext uri="{FF2B5EF4-FFF2-40B4-BE49-F238E27FC236}">
                <a16:creationId xmlns:a16="http://schemas.microsoft.com/office/drawing/2014/main" id="{032817D3-9F9A-4E3A-B419-692F532C27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30ga_7_official_PredictedLigand_11">
            <a:extLst>
              <a:ext uri="{FF2B5EF4-FFF2-40B4-BE49-F238E27FC236}">
                <a16:creationId xmlns:a16="http://schemas.microsoft.com/office/drawing/2014/main" id="{57506DA7-F74A-475B-80C9-B6D3B138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30ga_7_official_PredictedLigand_12">
            <a:extLst>
              <a:ext uri="{FF2B5EF4-FFF2-40B4-BE49-F238E27FC236}">
                <a16:creationId xmlns:a16="http://schemas.microsoft.com/office/drawing/2014/main" id="{6447A476-E722-4891-8543-7BE7321D155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30ga_7_official_PredictedLigand_13">
            <a:extLst>
              <a:ext uri="{FF2B5EF4-FFF2-40B4-BE49-F238E27FC236}">
                <a16:creationId xmlns:a16="http://schemas.microsoft.com/office/drawing/2014/main" id="{8A8AF420-48FF-4DC8-8C23-A2A23406EE5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30ga_7_official_PredictedLigand_14">
            <a:extLst>
              <a:ext uri="{FF2B5EF4-FFF2-40B4-BE49-F238E27FC236}">
                <a16:creationId xmlns:a16="http://schemas.microsoft.com/office/drawing/2014/main" id="{D1862B12-A953-451C-B14B-F25DC5AEA5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30ga_7_official_PredictedLigand_15">
            <a:extLst>
              <a:ext uri="{FF2B5EF4-FFF2-40B4-BE49-F238E27FC236}">
                <a16:creationId xmlns:a16="http://schemas.microsoft.com/office/drawing/2014/main" id="{576978CA-C29F-449D-B0F5-40A47E534F4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30ga_7_official_PredictedLigand_16">
            <a:extLst>
              <a:ext uri="{FF2B5EF4-FFF2-40B4-BE49-F238E27FC236}">
                <a16:creationId xmlns:a16="http://schemas.microsoft.com/office/drawing/2014/main" id="{37ED6367-415E-4892-A255-FD5F64666A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30ga_7_official_PredictedLigand_17">
            <a:extLst>
              <a:ext uri="{FF2B5EF4-FFF2-40B4-BE49-F238E27FC236}">
                <a16:creationId xmlns:a16="http://schemas.microsoft.com/office/drawing/2014/main" id="{8AFDA8EE-88C8-41A4-9983-197AC32D64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30ga_7_official_PredictedLigand_18">
            <a:extLst>
              <a:ext uri="{FF2B5EF4-FFF2-40B4-BE49-F238E27FC236}">
                <a16:creationId xmlns:a16="http://schemas.microsoft.com/office/drawing/2014/main" id="{2D3A5B43-4F14-45CD-9F83-1A59DBCFD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30ga_7_official_PredictedLigand_19">
            <a:extLst>
              <a:ext uri="{FF2B5EF4-FFF2-40B4-BE49-F238E27FC236}">
                <a16:creationId xmlns:a16="http://schemas.microsoft.com/office/drawing/2014/main" id="{C3A18430-6EB2-46BF-AA8C-95CCEE676E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30ga_7_official_PredictedLigand_20">
            <a:extLst>
              <a:ext uri="{FF2B5EF4-FFF2-40B4-BE49-F238E27FC236}">
                <a16:creationId xmlns:a16="http://schemas.microsoft.com/office/drawing/2014/main" id="{838C59C6-19F6-4C0F-8883-63554AD60B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30ga_7_official_PredictedLigand_21">
            <a:extLst>
              <a:ext uri="{FF2B5EF4-FFF2-40B4-BE49-F238E27FC236}">
                <a16:creationId xmlns:a16="http://schemas.microsoft.com/office/drawing/2014/main" id="{1F77ED7C-A44B-4546-8FE6-5AE6B54340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30ga_7_official_PredictedLigand_22">
            <a:extLst>
              <a:ext uri="{FF2B5EF4-FFF2-40B4-BE49-F238E27FC236}">
                <a16:creationId xmlns:a16="http://schemas.microsoft.com/office/drawing/2014/main" id="{9425B4B1-E3C7-4544-947B-E88D08C0669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30ga_7_official_PredictedLigand_23">
            <a:extLst>
              <a:ext uri="{FF2B5EF4-FFF2-40B4-BE49-F238E27FC236}">
                <a16:creationId xmlns:a16="http://schemas.microsoft.com/office/drawing/2014/main" id="{445FED04-41EF-4036-AA8F-6D360B4695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30ga_7_official_PredictedLigand_24">
            <a:extLst>
              <a:ext uri="{FF2B5EF4-FFF2-40B4-BE49-F238E27FC236}">
                <a16:creationId xmlns:a16="http://schemas.microsoft.com/office/drawing/2014/main" id="{09DDA269-0F9E-4EB4-8FB0-53C5E9E1B2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30ga_7_official_PredictedLigand_25">
            <a:extLst>
              <a:ext uri="{FF2B5EF4-FFF2-40B4-BE49-F238E27FC236}">
                <a16:creationId xmlns:a16="http://schemas.microsoft.com/office/drawing/2014/main" id="{A56187DC-6328-40AA-9BE0-4FEB44A6A25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30ga_7_official_PredictedLigand_26">
            <a:extLst>
              <a:ext uri="{FF2B5EF4-FFF2-40B4-BE49-F238E27FC236}">
                <a16:creationId xmlns:a16="http://schemas.microsoft.com/office/drawing/2014/main" id="{0871BE7C-986D-43BB-8771-4DE78EED5F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30ga_7_official_PredictedLigand_27">
            <a:extLst>
              <a:ext uri="{FF2B5EF4-FFF2-40B4-BE49-F238E27FC236}">
                <a16:creationId xmlns:a16="http://schemas.microsoft.com/office/drawing/2014/main" id="{46149B5F-4324-4F4F-BFFD-FA2D7DE761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30ga_7_official_PredictedLigand_28">
            <a:extLst>
              <a:ext uri="{FF2B5EF4-FFF2-40B4-BE49-F238E27FC236}">
                <a16:creationId xmlns:a16="http://schemas.microsoft.com/office/drawing/2014/main" id="{B3DCB1D1-CC2E-469B-BFD7-65275AB383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30ga_7_official_PredictedLigand_29">
            <a:extLst>
              <a:ext uri="{FF2B5EF4-FFF2-40B4-BE49-F238E27FC236}">
                <a16:creationId xmlns:a16="http://schemas.microsoft.com/office/drawing/2014/main" id="{EDCBA993-C75E-4F2B-A134-B001FFA653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30ga_7_official_PredictedLigand_30">
            <a:extLst>
              <a:ext uri="{FF2B5EF4-FFF2-40B4-BE49-F238E27FC236}">
                <a16:creationId xmlns:a16="http://schemas.microsoft.com/office/drawing/2014/main" id="{5001268C-EB0D-4A05-8429-176EF3EDA7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30ga_7_official_PredictedLigand_31">
            <a:extLst>
              <a:ext uri="{FF2B5EF4-FFF2-40B4-BE49-F238E27FC236}">
                <a16:creationId xmlns:a16="http://schemas.microsoft.com/office/drawing/2014/main" id="{963114AF-EA38-4825-B088-CC7C3F2FE9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5" name="30ga_7_official_PredictedLigand_32">
            <a:extLst>
              <a:ext uri="{FF2B5EF4-FFF2-40B4-BE49-F238E27FC236}">
                <a16:creationId xmlns:a16="http://schemas.microsoft.com/office/drawing/2014/main" id="{897F0093-4705-4560-BFD5-207564855C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6" name="30ga_7_official_PredictedAtoms_0">
            <a:extLst>
              <a:ext uri="{FF2B5EF4-FFF2-40B4-BE49-F238E27FC236}">
                <a16:creationId xmlns:a16="http://schemas.microsoft.com/office/drawing/2014/main" id="{F9E2D019-23A7-40BF-ACD3-2C8517DB5D93}"/>
              </a:ext>
            </a:extLst>
          </p:cNvPr>
          <p:cNvSpPr>
            <a:spLocks noGrp="1"/>
          </p:cNvSpPr>
          <p:nvPr/>
        </p:nvSpPr>
        <p:spPr>
          <a:xfrm>
            <a:off x="2025852" y="62249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30ga_7_official_PredictedAtoms_1">
            <a:extLst>
              <a:ext uri="{FF2B5EF4-FFF2-40B4-BE49-F238E27FC236}">
                <a16:creationId xmlns:a16="http://schemas.microsoft.com/office/drawing/2014/main" id="{7717008C-3144-4E5E-9607-C3C4AE85672B}"/>
              </a:ext>
            </a:extLst>
          </p:cNvPr>
          <p:cNvSpPr>
            <a:spLocks noGrp="1"/>
          </p:cNvSpPr>
          <p:nvPr/>
        </p:nvSpPr>
        <p:spPr>
          <a:xfrm>
            <a:off x="1898205" y="63639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30ga_7_official_PredictedAtoms_2">
            <a:extLst>
              <a:ext uri="{FF2B5EF4-FFF2-40B4-BE49-F238E27FC236}">
                <a16:creationId xmlns:a16="http://schemas.microsoft.com/office/drawing/2014/main" id="{495A4BE1-5C53-4522-B1F2-EE69D137EC81}"/>
              </a:ext>
            </a:extLst>
          </p:cNvPr>
          <p:cNvSpPr>
            <a:spLocks noGrp="1"/>
          </p:cNvSpPr>
          <p:nvPr/>
        </p:nvSpPr>
        <p:spPr>
          <a:xfrm>
            <a:off x="1977657" y="6478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30ga_7_official_PredictedAtoms_3">
            <a:extLst>
              <a:ext uri="{FF2B5EF4-FFF2-40B4-BE49-F238E27FC236}">
                <a16:creationId xmlns:a16="http://schemas.microsoft.com/office/drawing/2014/main" id="{3F79445A-4B15-42E4-B1E1-F299FD0E1973}"/>
              </a:ext>
            </a:extLst>
          </p:cNvPr>
          <p:cNvSpPr>
            <a:spLocks noGrp="1"/>
          </p:cNvSpPr>
          <p:nvPr/>
        </p:nvSpPr>
        <p:spPr>
          <a:xfrm>
            <a:off x="2058283" y="66588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30ga_7_official_PredictedAtoms_4">
            <a:extLst>
              <a:ext uri="{FF2B5EF4-FFF2-40B4-BE49-F238E27FC236}">
                <a16:creationId xmlns:a16="http://schemas.microsoft.com/office/drawing/2014/main" id="{A86AF607-CA24-4C0C-A635-47A425437FBE}"/>
              </a:ext>
            </a:extLst>
          </p:cNvPr>
          <p:cNvSpPr>
            <a:spLocks noGrp="1"/>
          </p:cNvSpPr>
          <p:nvPr/>
        </p:nvSpPr>
        <p:spPr>
          <a:xfrm>
            <a:off x="1963287" y="68182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30ga_7_official_PredictedAtoms_5">
            <a:extLst>
              <a:ext uri="{FF2B5EF4-FFF2-40B4-BE49-F238E27FC236}">
                <a16:creationId xmlns:a16="http://schemas.microsoft.com/office/drawing/2014/main" id="{2B96FBE0-DBBF-4DE1-8252-C2060EAA5BFA}"/>
              </a:ext>
            </a:extLst>
          </p:cNvPr>
          <p:cNvSpPr>
            <a:spLocks noGrp="1"/>
          </p:cNvSpPr>
          <p:nvPr/>
        </p:nvSpPr>
        <p:spPr>
          <a:xfrm>
            <a:off x="2075204" y="69715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30ga_7_official_PredictedAtoms_6">
            <a:extLst>
              <a:ext uri="{FF2B5EF4-FFF2-40B4-BE49-F238E27FC236}">
                <a16:creationId xmlns:a16="http://schemas.microsoft.com/office/drawing/2014/main" id="{F1980C52-A7DC-48CF-8B09-30E7C682E66B}"/>
              </a:ext>
            </a:extLst>
          </p:cNvPr>
          <p:cNvSpPr>
            <a:spLocks noGrp="1"/>
          </p:cNvSpPr>
          <p:nvPr/>
        </p:nvSpPr>
        <p:spPr>
          <a:xfrm>
            <a:off x="2256620" y="690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30ga_7_official_PredictedAtoms_7">
            <a:extLst>
              <a:ext uri="{FF2B5EF4-FFF2-40B4-BE49-F238E27FC236}">
                <a16:creationId xmlns:a16="http://schemas.microsoft.com/office/drawing/2014/main" id="{CF517D37-E5CA-4EEF-9387-EAF2AD81A050}"/>
              </a:ext>
            </a:extLst>
          </p:cNvPr>
          <p:cNvSpPr>
            <a:spLocks noGrp="1"/>
          </p:cNvSpPr>
          <p:nvPr/>
        </p:nvSpPr>
        <p:spPr>
          <a:xfrm>
            <a:off x="2435814" y="69856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30ga_7_official_PredictedAtoms_8">
            <a:extLst>
              <a:ext uri="{FF2B5EF4-FFF2-40B4-BE49-F238E27FC236}">
                <a16:creationId xmlns:a16="http://schemas.microsoft.com/office/drawing/2014/main" id="{02733826-8F15-46A3-AD21-BE9E3FB9F7E5}"/>
              </a:ext>
            </a:extLst>
          </p:cNvPr>
          <p:cNvSpPr>
            <a:spLocks noGrp="1"/>
          </p:cNvSpPr>
          <p:nvPr/>
        </p:nvSpPr>
        <p:spPr>
          <a:xfrm>
            <a:off x="2472061" y="7173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30ga_7_official_PredictedAtoms_9">
            <a:extLst>
              <a:ext uri="{FF2B5EF4-FFF2-40B4-BE49-F238E27FC236}">
                <a16:creationId xmlns:a16="http://schemas.microsoft.com/office/drawing/2014/main" id="{A9F02B7D-4D0E-4AF8-9B67-F77B691AA995}"/>
              </a:ext>
            </a:extLst>
          </p:cNvPr>
          <p:cNvSpPr>
            <a:spLocks noGrp="1"/>
          </p:cNvSpPr>
          <p:nvPr/>
        </p:nvSpPr>
        <p:spPr>
          <a:xfrm>
            <a:off x="2589882" y="68691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30ga_7_official_PredictedAtoms_10">
            <a:extLst>
              <a:ext uri="{FF2B5EF4-FFF2-40B4-BE49-F238E27FC236}">
                <a16:creationId xmlns:a16="http://schemas.microsoft.com/office/drawing/2014/main" id="{BE4E23AB-4332-41EB-B275-4A4DA920D45E}"/>
              </a:ext>
            </a:extLst>
          </p:cNvPr>
          <p:cNvSpPr>
            <a:spLocks noGrp="1"/>
          </p:cNvSpPr>
          <p:nvPr/>
        </p:nvSpPr>
        <p:spPr>
          <a:xfrm>
            <a:off x="2564928" y="66822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30ga_7_official_PredictedAtoms_11">
            <a:extLst>
              <a:ext uri="{FF2B5EF4-FFF2-40B4-BE49-F238E27FC236}">
                <a16:creationId xmlns:a16="http://schemas.microsoft.com/office/drawing/2014/main" id="{1D9538FC-A515-48D5-A54F-9CD041DD44C3}"/>
              </a:ext>
            </a:extLst>
          </p:cNvPr>
          <p:cNvSpPr>
            <a:spLocks noGrp="1"/>
          </p:cNvSpPr>
          <p:nvPr/>
        </p:nvSpPr>
        <p:spPr>
          <a:xfrm>
            <a:off x="2400964" y="6595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30ga_7_official_PredictedAtoms_12">
            <a:extLst>
              <a:ext uri="{FF2B5EF4-FFF2-40B4-BE49-F238E27FC236}">
                <a16:creationId xmlns:a16="http://schemas.microsoft.com/office/drawing/2014/main" id="{82AB28EF-3EB1-4977-960A-A82C3B3C0934}"/>
              </a:ext>
            </a:extLst>
          </p:cNvPr>
          <p:cNvSpPr>
            <a:spLocks noGrp="1"/>
          </p:cNvSpPr>
          <p:nvPr/>
        </p:nvSpPr>
        <p:spPr>
          <a:xfrm>
            <a:off x="2245625" y="6704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30ga_7_official_PredictedAtoms_13">
            <a:extLst>
              <a:ext uri="{FF2B5EF4-FFF2-40B4-BE49-F238E27FC236}">
                <a16:creationId xmlns:a16="http://schemas.microsoft.com/office/drawing/2014/main" id="{E3B22A6E-B31F-43B6-9208-C270CEDA0CAC}"/>
              </a:ext>
            </a:extLst>
          </p:cNvPr>
          <p:cNvSpPr>
            <a:spLocks noGrp="1"/>
          </p:cNvSpPr>
          <p:nvPr/>
        </p:nvSpPr>
        <p:spPr>
          <a:xfrm>
            <a:off x="1828620" y="6479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30ga_7_official_PredictedAtoms_14">
            <a:extLst>
              <a:ext uri="{FF2B5EF4-FFF2-40B4-BE49-F238E27FC236}">
                <a16:creationId xmlns:a16="http://schemas.microsoft.com/office/drawing/2014/main" id="{2F28CBB1-236E-49A5-B605-84D282BFBFCA}"/>
              </a:ext>
            </a:extLst>
          </p:cNvPr>
          <p:cNvSpPr>
            <a:spLocks noGrp="1"/>
          </p:cNvSpPr>
          <p:nvPr/>
        </p:nvSpPr>
        <p:spPr>
          <a:xfrm>
            <a:off x="1664366" y="6387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30ga_7_official_PredictedAtoms_15">
            <a:extLst>
              <a:ext uri="{FF2B5EF4-FFF2-40B4-BE49-F238E27FC236}">
                <a16:creationId xmlns:a16="http://schemas.microsoft.com/office/drawing/2014/main" id="{A25F952B-2B75-4096-B0A7-81DE3EBC5D00}"/>
              </a:ext>
            </a:extLst>
          </p:cNvPr>
          <p:cNvSpPr>
            <a:spLocks noGrp="1"/>
          </p:cNvSpPr>
          <p:nvPr/>
        </p:nvSpPr>
        <p:spPr>
          <a:xfrm>
            <a:off x="1520911" y="65405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30ga_7_official_PredictedAtoms_16">
            <a:extLst>
              <a:ext uri="{FF2B5EF4-FFF2-40B4-BE49-F238E27FC236}">
                <a16:creationId xmlns:a16="http://schemas.microsoft.com/office/drawing/2014/main" id="{F9BC2E3E-E541-4EB6-9F0A-3D5249EE0CAF}"/>
              </a:ext>
            </a:extLst>
          </p:cNvPr>
          <p:cNvSpPr>
            <a:spLocks noGrp="1"/>
          </p:cNvSpPr>
          <p:nvPr/>
        </p:nvSpPr>
        <p:spPr>
          <a:xfrm>
            <a:off x="1379620" y="64698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30ga_7_official_PredictedAtoms_17">
            <a:extLst>
              <a:ext uri="{FF2B5EF4-FFF2-40B4-BE49-F238E27FC236}">
                <a16:creationId xmlns:a16="http://schemas.microsoft.com/office/drawing/2014/main" id="{2D44548C-A6C8-457C-A2FD-601212FD5D46}"/>
              </a:ext>
            </a:extLst>
          </p:cNvPr>
          <p:cNvSpPr>
            <a:spLocks noGrp="1"/>
          </p:cNvSpPr>
          <p:nvPr/>
        </p:nvSpPr>
        <p:spPr>
          <a:xfrm>
            <a:off x="1243283" y="65900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30ga_7_official_PredictedAtoms_18">
            <a:extLst>
              <a:ext uri="{FF2B5EF4-FFF2-40B4-BE49-F238E27FC236}">
                <a16:creationId xmlns:a16="http://schemas.microsoft.com/office/drawing/2014/main" id="{C23AC085-3875-4A93-8557-2AC0C176915F}"/>
              </a:ext>
            </a:extLst>
          </p:cNvPr>
          <p:cNvSpPr>
            <a:spLocks noGrp="1"/>
          </p:cNvSpPr>
          <p:nvPr/>
        </p:nvSpPr>
        <p:spPr>
          <a:xfrm>
            <a:off x="1125847" y="6456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30ga_7_official_PredictedAtoms_19">
            <a:extLst>
              <a:ext uri="{FF2B5EF4-FFF2-40B4-BE49-F238E27FC236}">
                <a16:creationId xmlns:a16="http://schemas.microsoft.com/office/drawing/2014/main" id="{7093AE53-9CF5-490F-A046-8C0191E8B26E}"/>
              </a:ext>
            </a:extLst>
          </p:cNvPr>
          <p:cNvSpPr>
            <a:spLocks noGrp="1"/>
          </p:cNvSpPr>
          <p:nvPr/>
        </p:nvSpPr>
        <p:spPr>
          <a:xfrm>
            <a:off x="1345283" y="6738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30ga_7_official_PredictedAtoms_20">
            <a:extLst>
              <a:ext uri="{FF2B5EF4-FFF2-40B4-BE49-F238E27FC236}">
                <a16:creationId xmlns:a16="http://schemas.microsoft.com/office/drawing/2014/main" id="{1DDAB682-E228-4903-814E-0959DFECC69E}"/>
              </a:ext>
            </a:extLst>
          </p:cNvPr>
          <p:cNvSpPr>
            <a:spLocks noGrp="1"/>
          </p:cNvSpPr>
          <p:nvPr/>
        </p:nvSpPr>
        <p:spPr>
          <a:xfrm>
            <a:off x="1109181" y="66958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30ga_7_official_PredictedAtoms_21">
            <a:extLst>
              <a:ext uri="{FF2B5EF4-FFF2-40B4-BE49-F238E27FC236}">
                <a16:creationId xmlns:a16="http://schemas.microsoft.com/office/drawing/2014/main" id="{D1B561A0-6356-4062-A750-E32EF3A86AE0}"/>
              </a:ext>
            </a:extLst>
          </p:cNvPr>
          <p:cNvSpPr>
            <a:spLocks noGrp="1"/>
          </p:cNvSpPr>
          <p:nvPr/>
        </p:nvSpPr>
        <p:spPr>
          <a:xfrm>
            <a:off x="975530" y="6879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30ga_7_official_PredictedAtoms_22">
            <a:extLst>
              <a:ext uri="{FF2B5EF4-FFF2-40B4-BE49-F238E27FC236}">
                <a16:creationId xmlns:a16="http://schemas.microsoft.com/office/drawing/2014/main" id="{4636107F-21C7-4395-BF47-B998FB0291DF}"/>
              </a:ext>
            </a:extLst>
          </p:cNvPr>
          <p:cNvSpPr>
            <a:spLocks noGrp="1"/>
          </p:cNvSpPr>
          <p:nvPr/>
        </p:nvSpPr>
        <p:spPr>
          <a:xfrm>
            <a:off x="1073681" y="704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30ga_7_official_PredictedAtoms_23">
            <a:extLst>
              <a:ext uri="{FF2B5EF4-FFF2-40B4-BE49-F238E27FC236}">
                <a16:creationId xmlns:a16="http://schemas.microsoft.com/office/drawing/2014/main" id="{5277A84B-CD54-4091-8995-DB53272CB23F}"/>
              </a:ext>
            </a:extLst>
          </p:cNvPr>
          <p:cNvSpPr>
            <a:spLocks noGrp="1"/>
          </p:cNvSpPr>
          <p:nvPr/>
        </p:nvSpPr>
        <p:spPr>
          <a:xfrm>
            <a:off x="922303" y="6910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30ga_7_official_PredictedAtoms_24">
            <a:extLst>
              <a:ext uri="{FF2B5EF4-FFF2-40B4-BE49-F238E27FC236}">
                <a16:creationId xmlns:a16="http://schemas.microsoft.com/office/drawing/2014/main" id="{B8423E70-4B32-4B1B-ACA6-69D144231C49}"/>
              </a:ext>
            </a:extLst>
          </p:cNvPr>
          <p:cNvSpPr>
            <a:spLocks noGrp="1"/>
          </p:cNvSpPr>
          <p:nvPr/>
        </p:nvSpPr>
        <p:spPr>
          <a:xfrm>
            <a:off x="791650" y="6834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30ga_7_official_PredictedAtoms_25">
            <a:extLst>
              <a:ext uri="{FF2B5EF4-FFF2-40B4-BE49-F238E27FC236}">
                <a16:creationId xmlns:a16="http://schemas.microsoft.com/office/drawing/2014/main" id="{1E4D450E-D11D-4890-AD3D-B1AC655DBE6A}"/>
              </a:ext>
            </a:extLst>
          </p:cNvPr>
          <p:cNvSpPr>
            <a:spLocks noGrp="1"/>
          </p:cNvSpPr>
          <p:nvPr/>
        </p:nvSpPr>
        <p:spPr>
          <a:xfrm>
            <a:off x="611973" y="6729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30ga_7_official_PredictedAtoms_26">
            <a:extLst>
              <a:ext uri="{FF2B5EF4-FFF2-40B4-BE49-F238E27FC236}">
                <a16:creationId xmlns:a16="http://schemas.microsoft.com/office/drawing/2014/main" id="{09A3E330-2A27-45B1-A350-36E805626CCF}"/>
              </a:ext>
            </a:extLst>
          </p:cNvPr>
          <p:cNvSpPr>
            <a:spLocks noGrp="1"/>
          </p:cNvSpPr>
          <p:nvPr/>
        </p:nvSpPr>
        <p:spPr>
          <a:xfrm>
            <a:off x="481379" y="66626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30ga_7_official_PredictedAtoms_27">
            <a:extLst>
              <a:ext uri="{FF2B5EF4-FFF2-40B4-BE49-F238E27FC236}">
                <a16:creationId xmlns:a16="http://schemas.microsoft.com/office/drawing/2014/main" id="{A12BFD22-C5DC-4C6D-B7AB-CA0741A891FD}"/>
              </a:ext>
            </a:extLst>
          </p:cNvPr>
          <p:cNvSpPr>
            <a:spLocks noGrp="1"/>
          </p:cNvSpPr>
          <p:nvPr/>
        </p:nvSpPr>
        <p:spPr>
          <a:xfrm>
            <a:off x="502603" y="6869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30ga_7_official_PredictedAtoms_28">
            <a:extLst>
              <a:ext uri="{FF2B5EF4-FFF2-40B4-BE49-F238E27FC236}">
                <a16:creationId xmlns:a16="http://schemas.microsoft.com/office/drawing/2014/main" id="{EEB0CDC9-317F-4B96-A9DC-8D0E556E4F9C}"/>
              </a:ext>
            </a:extLst>
          </p:cNvPr>
          <p:cNvSpPr>
            <a:spLocks noGrp="1"/>
          </p:cNvSpPr>
          <p:nvPr/>
        </p:nvSpPr>
        <p:spPr>
          <a:xfrm>
            <a:off x="684067" y="6560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30ga_7_official_PredictedAtoms_29">
            <a:extLst>
              <a:ext uri="{FF2B5EF4-FFF2-40B4-BE49-F238E27FC236}">
                <a16:creationId xmlns:a16="http://schemas.microsoft.com/office/drawing/2014/main" id="{13A37222-F632-4486-A852-51966FC0EC9F}"/>
              </a:ext>
            </a:extLst>
          </p:cNvPr>
          <p:cNvSpPr>
            <a:spLocks noGrp="1"/>
          </p:cNvSpPr>
          <p:nvPr/>
        </p:nvSpPr>
        <p:spPr>
          <a:xfrm>
            <a:off x="1738866" y="62465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stage3-cases-alternatives_34">
            <a:extLst>
              <a:ext uri="{FF2B5EF4-FFF2-40B4-BE49-F238E27FC236}">
                <a16:creationId xmlns:a16="http://schemas.microsoft.com/office/drawing/2014/main" id="{8BC59B8A-E641-4300-9A89-1848ECBF7D17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047" name="30ga_7_tuned_Receptor">
            <a:extLst>
              <a:ext uri="{FF2B5EF4-FFF2-40B4-BE49-F238E27FC236}">
                <a16:creationId xmlns:a16="http://schemas.microsoft.com/office/drawing/2014/main" id="{6F7A32E6-2272-4E25-B6E1-711C2E6D17E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48" name="30ga_7_tuned_ExperimentalDensity">
            <a:extLst>
              <a:ext uri="{FF2B5EF4-FFF2-40B4-BE49-F238E27FC236}">
                <a16:creationId xmlns:a16="http://schemas.microsoft.com/office/drawing/2014/main" id="{6C2D0516-E374-4FA8-8F52-0E32303D73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49" name="30ga_7_tuned_ReferenceLigand_0">
            <a:extLst>
              <a:ext uri="{FF2B5EF4-FFF2-40B4-BE49-F238E27FC236}">
                <a16:creationId xmlns:a16="http://schemas.microsoft.com/office/drawing/2014/main" id="{D509AD3C-78F4-4094-B08F-1CB6651AA4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30ga_7_tuned_ReferenceLigand_1">
            <a:extLst>
              <a:ext uri="{FF2B5EF4-FFF2-40B4-BE49-F238E27FC236}">
                <a16:creationId xmlns:a16="http://schemas.microsoft.com/office/drawing/2014/main" id="{3D9CDB55-9318-45DD-A4F8-92D80A5FF8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30ga_7_tuned_ReferenceLigand_2">
            <a:extLst>
              <a:ext uri="{FF2B5EF4-FFF2-40B4-BE49-F238E27FC236}">
                <a16:creationId xmlns:a16="http://schemas.microsoft.com/office/drawing/2014/main" id="{FFAB91B4-BDEB-4617-B92A-FBE0E9663E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30ga_7_tuned_ReferenceLigand_3">
            <a:extLst>
              <a:ext uri="{FF2B5EF4-FFF2-40B4-BE49-F238E27FC236}">
                <a16:creationId xmlns:a16="http://schemas.microsoft.com/office/drawing/2014/main" id="{C08B079D-C4A1-4889-A4E3-EF91927C22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30ga_7_tuned_ReferenceLigand_4">
            <a:extLst>
              <a:ext uri="{FF2B5EF4-FFF2-40B4-BE49-F238E27FC236}">
                <a16:creationId xmlns:a16="http://schemas.microsoft.com/office/drawing/2014/main" id="{2E97999F-534D-4F0F-B8DD-BB8FBF736AA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30ga_7_tuned_ReferenceLigand_5">
            <a:extLst>
              <a:ext uri="{FF2B5EF4-FFF2-40B4-BE49-F238E27FC236}">
                <a16:creationId xmlns:a16="http://schemas.microsoft.com/office/drawing/2014/main" id="{80FB4CA5-0426-467A-8393-8CC6FA0F04C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30ga_7_tuned_ReferenceLigand_6">
            <a:extLst>
              <a:ext uri="{FF2B5EF4-FFF2-40B4-BE49-F238E27FC236}">
                <a16:creationId xmlns:a16="http://schemas.microsoft.com/office/drawing/2014/main" id="{969F5F17-4E40-426B-8C54-203F366DAD4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30ga_7_tuned_ReferenceLigand_7">
            <a:extLst>
              <a:ext uri="{FF2B5EF4-FFF2-40B4-BE49-F238E27FC236}">
                <a16:creationId xmlns:a16="http://schemas.microsoft.com/office/drawing/2014/main" id="{64E9D9DC-8B09-4D0E-9E2E-E226D62757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30ga_7_tuned_ReferenceLigand_8">
            <a:extLst>
              <a:ext uri="{FF2B5EF4-FFF2-40B4-BE49-F238E27FC236}">
                <a16:creationId xmlns:a16="http://schemas.microsoft.com/office/drawing/2014/main" id="{A1ED88F6-3843-4A09-95FD-95CE5FB7B0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30ga_7_tuned_ReferenceLigand_9">
            <a:extLst>
              <a:ext uri="{FF2B5EF4-FFF2-40B4-BE49-F238E27FC236}">
                <a16:creationId xmlns:a16="http://schemas.microsoft.com/office/drawing/2014/main" id="{A1F71FB7-C252-45D8-929D-AF90D864BB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30ga_7_tuned_ReferenceLigand_10">
            <a:extLst>
              <a:ext uri="{FF2B5EF4-FFF2-40B4-BE49-F238E27FC236}">
                <a16:creationId xmlns:a16="http://schemas.microsoft.com/office/drawing/2014/main" id="{980C8B79-5E53-46D4-BB31-525B69070D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30ga_7_tuned_ReferenceLigand_11">
            <a:extLst>
              <a:ext uri="{FF2B5EF4-FFF2-40B4-BE49-F238E27FC236}">
                <a16:creationId xmlns:a16="http://schemas.microsoft.com/office/drawing/2014/main" id="{2AE0473A-79A3-4D48-ACF2-79D76EC508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30ga_7_tuned_ReferenceLigand_12">
            <a:extLst>
              <a:ext uri="{FF2B5EF4-FFF2-40B4-BE49-F238E27FC236}">
                <a16:creationId xmlns:a16="http://schemas.microsoft.com/office/drawing/2014/main" id="{6BD8534E-DB0F-403B-9CEF-A5F28C319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30ga_7_tuned_ReferenceLigand_13">
            <a:extLst>
              <a:ext uri="{FF2B5EF4-FFF2-40B4-BE49-F238E27FC236}">
                <a16:creationId xmlns:a16="http://schemas.microsoft.com/office/drawing/2014/main" id="{25F598C8-B5D5-45D1-84EC-930F14E818A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30ga_7_tuned_ReferenceLigand_14">
            <a:extLst>
              <a:ext uri="{FF2B5EF4-FFF2-40B4-BE49-F238E27FC236}">
                <a16:creationId xmlns:a16="http://schemas.microsoft.com/office/drawing/2014/main" id="{19524204-75E9-4424-8639-1F5BAA8019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30ga_7_tuned_ReferenceLigand_15">
            <a:extLst>
              <a:ext uri="{FF2B5EF4-FFF2-40B4-BE49-F238E27FC236}">
                <a16:creationId xmlns:a16="http://schemas.microsoft.com/office/drawing/2014/main" id="{B9D414F0-28D3-4061-A572-6DF9DD0647F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30ga_7_tuned_ReferenceLigand_16">
            <a:extLst>
              <a:ext uri="{FF2B5EF4-FFF2-40B4-BE49-F238E27FC236}">
                <a16:creationId xmlns:a16="http://schemas.microsoft.com/office/drawing/2014/main" id="{41BC973A-CD4D-4D51-B4BA-1D5146B6E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30ga_7_tuned_ReferenceLigand_17">
            <a:extLst>
              <a:ext uri="{FF2B5EF4-FFF2-40B4-BE49-F238E27FC236}">
                <a16:creationId xmlns:a16="http://schemas.microsoft.com/office/drawing/2014/main" id="{09BE5CE3-DF5E-47F2-B655-37734F936C6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30ga_7_tuned_ReferenceLigand_18">
            <a:extLst>
              <a:ext uri="{FF2B5EF4-FFF2-40B4-BE49-F238E27FC236}">
                <a16:creationId xmlns:a16="http://schemas.microsoft.com/office/drawing/2014/main" id="{697D4BCF-5298-4738-B7A6-4F6BB9CB1F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30ga_7_tuned_ReferenceLigand_19">
            <a:extLst>
              <a:ext uri="{FF2B5EF4-FFF2-40B4-BE49-F238E27FC236}">
                <a16:creationId xmlns:a16="http://schemas.microsoft.com/office/drawing/2014/main" id="{6D368F29-D21F-4701-BE4E-129072C45B3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30ga_7_tuned_ReferenceLigand_20">
            <a:extLst>
              <a:ext uri="{FF2B5EF4-FFF2-40B4-BE49-F238E27FC236}">
                <a16:creationId xmlns:a16="http://schemas.microsoft.com/office/drawing/2014/main" id="{84FC1405-59F2-4A78-A243-3089636E1B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30ga_7_tuned_ReferenceLigand_21">
            <a:extLst>
              <a:ext uri="{FF2B5EF4-FFF2-40B4-BE49-F238E27FC236}">
                <a16:creationId xmlns:a16="http://schemas.microsoft.com/office/drawing/2014/main" id="{29B720DE-3E00-4B0A-AFA5-A66533D5AC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30ga_7_tuned_ReferenceLigand_22">
            <a:extLst>
              <a:ext uri="{FF2B5EF4-FFF2-40B4-BE49-F238E27FC236}">
                <a16:creationId xmlns:a16="http://schemas.microsoft.com/office/drawing/2014/main" id="{5071DC19-77B2-479B-A195-0181DB10E0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30ga_7_tuned_ReferenceLigand_23">
            <a:extLst>
              <a:ext uri="{FF2B5EF4-FFF2-40B4-BE49-F238E27FC236}">
                <a16:creationId xmlns:a16="http://schemas.microsoft.com/office/drawing/2014/main" id="{1B336F26-415E-40CC-974C-0CBA3C1CC4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30ga_7_tuned_ReferenceLigand_24">
            <a:extLst>
              <a:ext uri="{FF2B5EF4-FFF2-40B4-BE49-F238E27FC236}">
                <a16:creationId xmlns:a16="http://schemas.microsoft.com/office/drawing/2014/main" id="{55569F28-5384-4B69-B61E-1B9936DD91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30ga_7_tuned_ReferenceLigand_25">
            <a:extLst>
              <a:ext uri="{FF2B5EF4-FFF2-40B4-BE49-F238E27FC236}">
                <a16:creationId xmlns:a16="http://schemas.microsoft.com/office/drawing/2014/main" id="{542FAE43-BE68-4A1C-B79A-12359C0556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30ga_7_tuned_ReferenceLigand_26">
            <a:extLst>
              <a:ext uri="{FF2B5EF4-FFF2-40B4-BE49-F238E27FC236}">
                <a16:creationId xmlns:a16="http://schemas.microsoft.com/office/drawing/2014/main" id="{759D17EE-17D6-4BC0-8012-C824038368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30ga_7_tuned_ReferenceLigand_27">
            <a:extLst>
              <a:ext uri="{FF2B5EF4-FFF2-40B4-BE49-F238E27FC236}">
                <a16:creationId xmlns:a16="http://schemas.microsoft.com/office/drawing/2014/main" id="{B2C6F793-C287-46D2-B987-87B306FE40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30ga_7_tuned_ReferenceLigand_28">
            <a:extLst>
              <a:ext uri="{FF2B5EF4-FFF2-40B4-BE49-F238E27FC236}">
                <a16:creationId xmlns:a16="http://schemas.microsoft.com/office/drawing/2014/main" id="{83A084C2-4B17-4C95-9367-10365F3BA2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30ga_7_tuned_ReferenceLigand_29">
            <a:extLst>
              <a:ext uri="{FF2B5EF4-FFF2-40B4-BE49-F238E27FC236}">
                <a16:creationId xmlns:a16="http://schemas.microsoft.com/office/drawing/2014/main" id="{06E4E233-E6B6-4F87-92EE-6AA6CEC1F49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30ga_7_tuned_ReferenceLigand_30">
            <a:extLst>
              <a:ext uri="{FF2B5EF4-FFF2-40B4-BE49-F238E27FC236}">
                <a16:creationId xmlns:a16="http://schemas.microsoft.com/office/drawing/2014/main" id="{A8854633-35A7-4EDE-BAC4-E1DF5A2ABCA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30ga_7_tuned_ReferenceLigand_31">
            <a:extLst>
              <a:ext uri="{FF2B5EF4-FFF2-40B4-BE49-F238E27FC236}">
                <a16:creationId xmlns:a16="http://schemas.microsoft.com/office/drawing/2014/main" id="{B7000F45-222C-4FD0-9494-A391E4D242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30ga_7_tuned_ReferenceLigand_32">
            <a:extLst>
              <a:ext uri="{FF2B5EF4-FFF2-40B4-BE49-F238E27FC236}">
                <a16:creationId xmlns:a16="http://schemas.microsoft.com/office/drawing/2014/main" id="{3EC61F98-E216-4254-B977-827D7AD723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30ga_7_tuned_PredictedLigand_0">
            <a:extLst>
              <a:ext uri="{FF2B5EF4-FFF2-40B4-BE49-F238E27FC236}">
                <a16:creationId xmlns:a16="http://schemas.microsoft.com/office/drawing/2014/main" id="{347E404F-6453-4294-8068-725D87BBB5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3" name="30ga_7_tuned_PredictedLigand_1">
            <a:extLst>
              <a:ext uri="{FF2B5EF4-FFF2-40B4-BE49-F238E27FC236}">
                <a16:creationId xmlns:a16="http://schemas.microsoft.com/office/drawing/2014/main" id="{65647362-C620-4874-BDEB-9AD8D472923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4" name="30ga_7_tuned_PredictedLigand_2">
            <a:extLst>
              <a:ext uri="{FF2B5EF4-FFF2-40B4-BE49-F238E27FC236}">
                <a16:creationId xmlns:a16="http://schemas.microsoft.com/office/drawing/2014/main" id="{06F6CEC8-8A6C-4283-9FBA-C2E56BAA62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5" name="30ga_7_tuned_PredictedLigand_3">
            <a:extLst>
              <a:ext uri="{FF2B5EF4-FFF2-40B4-BE49-F238E27FC236}">
                <a16:creationId xmlns:a16="http://schemas.microsoft.com/office/drawing/2014/main" id="{38836073-468D-40A0-84FE-79DB321E4B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6" name="30ga_7_tuned_PredictedLigand_4">
            <a:extLst>
              <a:ext uri="{FF2B5EF4-FFF2-40B4-BE49-F238E27FC236}">
                <a16:creationId xmlns:a16="http://schemas.microsoft.com/office/drawing/2014/main" id="{0D8BB282-BECC-4E44-800A-CFE67412AE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7" name="30ga_7_tuned_PredictedLigand_5">
            <a:extLst>
              <a:ext uri="{FF2B5EF4-FFF2-40B4-BE49-F238E27FC236}">
                <a16:creationId xmlns:a16="http://schemas.microsoft.com/office/drawing/2014/main" id="{D0B23970-CF18-4313-954E-405FE221A1E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8" name="30ga_7_tuned_PredictedLigand_6">
            <a:extLst>
              <a:ext uri="{FF2B5EF4-FFF2-40B4-BE49-F238E27FC236}">
                <a16:creationId xmlns:a16="http://schemas.microsoft.com/office/drawing/2014/main" id="{15C9B601-9AE1-4B8B-A290-DA89AFAD34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9" name="30ga_7_tuned_PredictedLigand_7">
            <a:extLst>
              <a:ext uri="{FF2B5EF4-FFF2-40B4-BE49-F238E27FC236}">
                <a16:creationId xmlns:a16="http://schemas.microsoft.com/office/drawing/2014/main" id="{E1D416CC-1B8C-449E-A3D7-6F4F001E55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0" name="30ga_7_tuned_PredictedLigand_8">
            <a:extLst>
              <a:ext uri="{FF2B5EF4-FFF2-40B4-BE49-F238E27FC236}">
                <a16:creationId xmlns:a16="http://schemas.microsoft.com/office/drawing/2014/main" id="{FC96B413-36C6-42C1-ADFF-F2C9284605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1" name="30ga_7_tuned_PredictedLigand_9">
            <a:extLst>
              <a:ext uri="{FF2B5EF4-FFF2-40B4-BE49-F238E27FC236}">
                <a16:creationId xmlns:a16="http://schemas.microsoft.com/office/drawing/2014/main" id="{C3AE1A5A-FF11-4AD7-8FB0-15778BCE317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2" name="30ga_7_tuned_PredictedLigand_10">
            <a:extLst>
              <a:ext uri="{FF2B5EF4-FFF2-40B4-BE49-F238E27FC236}">
                <a16:creationId xmlns:a16="http://schemas.microsoft.com/office/drawing/2014/main" id="{EBAE380D-DCA9-4108-8412-84AED65CA2D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3" name="30ga_7_tuned_PredictedLigand_11">
            <a:extLst>
              <a:ext uri="{FF2B5EF4-FFF2-40B4-BE49-F238E27FC236}">
                <a16:creationId xmlns:a16="http://schemas.microsoft.com/office/drawing/2014/main" id="{43650B13-CB64-4836-9D04-DE45AE261B1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4" name="30ga_7_tuned_PredictedLigand_12">
            <a:extLst>
              <a:ext uri="{FF2B5EF4-FFF2-40B4-BE49-F238E27FC236}">
                <a16:creationId xmlns:a16="http://schemas.microsoft.com/office/drawing/2014/main" id="{4D06F306-5FF6-4DD7-8DD7-0F63FC57110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5" name="30ga_7_tuned_PredictedLigand_13">
            <a:extLst>
              <a:ext uri="{FF2B5EF4-FFF2-40B4-BE49-F238E27FC236}">
                <a16:creationId xmlns:a16="http://schemas.microsoft.com/office/drawing/2014/main" id="{4AB261C6-C190-433B-9502-58B136588D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6" name="30ga_7_tuned_PredictedLigand_14">
            <a:extLst>
              <a:ext uri="{FF2B5EF4-FFF2-40B4-BE49-F238E27FC236}">
                <a16:creationId xmlns:a16="http://schemas.microsoft.com/office/drawing/2014/main" id="{6539ED0A-781E-4A6E-8A7C-CA755C5097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7" name="30ga_7_tuned_PredictedLigand_15">
            <a:extLst>
              <a:ext uri="{FF2B5EF4-FFF2-40B4-BE49-F238E27FC236}">
                <a16:creationId xmlns:a16="http://schemas.microsoft.com/office/drawing/2014/main" id="{602B585C-B012-4B9F-BC53-7A658715D6E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8" name="30ga_7_tuned_PredictedLigand_16">
            <a:extLst>
              <a:ext uri="{FF2B5EF4-FFF2-40B4-BE49-F238E27FC236}">
                <a16:creationId xmlns:a16="http://schemas.microsoft.com/office/drawing/2014/main" id="{3E52F5E2-46F8-4BA8-9F9B-3E233763A8C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9" name="30ga_7_tuned_PredictedLigand_17">
            <a:extLst>
              <a:ext uri="{FF2B5EF4-FFF2-40B4-BE49-F238E27FC236}">
                <a16:creationId xmlns:a16="http://schemas.microsoft.com/office/drawing/2014/main" id="{A8D8D355-5910-4EDA-9813-AC605E69D2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0" name="30ga_7_tuned_PredictedLigand_18">
            <a:extLst>
              <a:ext uri="{FF2B5EF4-FFF2-40B4-BE49-F238E27FC236}">
                <a16:creationId xmlns:a16="http://schemas.microsoft.com/office/drawing/2014/main" id="{4EB1546F-A2E9-4738-B730-20310D6DF3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1" name="30ga_7_tuned_PredictedLigand_19">
            <a:extLst>
              <a:ext uri="{FF2B5EF4-FFF2-40B4-BE49-F238E27FC236}">
                <a16:creationId xmlns:a16="http://schemas.microsoft.com/office/drawing/2014/main" id="{C147B04C-8A2C-4C79-96FA-4CA9C1D77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2" name="30ga_7_tuned_PredictedLigand_20">
            <a:extLst>
              <a:ext uri="{FF2B5EF4-FFF2-40B4-BE49-F238E27FC236}">
                <a16:creationId xmlns:a16="http://schemas.microsoft.com/office/drawing/2014/main" id="{5EFEE249-32FD-4D91-B0B9-C0883E1581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3" name="30ga_7_tuned_PredictedLigand_21">
            <a:extLst>
              <a:ext uri="{FF2B5EF4-FFF2-40B4-BE49-F238E27FC236}">
                <a16:creationId xmlns:a16="http://schemas.microsoft.com/office/drawing/2014/main" id="{1DB860E1-1413-4D75-9EC7-152A36213C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4" name="30ga_7_tuned_PredictedLigand_22">
            <a:extLst>
              <a:ext uri="{FF2B5EF4-FFF2-40B4-BE49-F238E27FC236}">
                <a16:creationId xmlns:a16="http://schemas.microsoft.com/office/drawing/2014/main" id="{59E18E4F-32FE-42EE-B68D-B08934F6CA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5" name="30ga_7_tuned_PredictedLigand_23">
            <a:extLst>
              <a:ext uri="{FF2B5EF4-FFF2-40B4-BE49-F238E27FC236}">
                <a16:creationId xmlns:a16="http://schemas.microsoft.com/office/drawing/2014/main" id="{368FC7FC-BE51-4927-AA30-862049C0093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6" name="30ga_7_tuned_PredictedLigand_24">
            <a:extLst>
              <a:ext uri="{FF2B5EF4-FFF2-40B4-BE49-F238E27FC236}">
                <a16:creationId xmlns:a16="http://schemas.microsoft.com/office/drawing/2014/main" id="{524B3B4D-FF1F-4175-8A8B-501C9E4F68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7" name="30ga_7_tuned_PredictedLigand_25">
            <a:extLst>
              <a:ext uri="{FF2B5EF4-FFF2-40B4-BE49-F238E27FC236}">
                <a16:creationId xmlns:a16="http://schemas.microsoft.com/office/drawing/2014/main" id="{A94EC828-C220-4D3D-B2AD-9DC4F6B0C9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8" name="30ga_7_tuned_PredictedLigand_26">
            <a:extLst>
              <a:ext uri="{FF2B5EF4-FFF2-40B4-BE49-F238E27FC236}">
                <a16:creationId xmlns:a16="http://schemas.microsoft.com/office/drawing/2014/main" id="{C6B5493C-ACE1-4C9A-A17D-D27A1481F3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9" name="30ga_7_tuned_PredictedLigand_27">
            <a:extLst>
              <a:ext uri="{FF2B5EF4-FFF2-40B4-BE49-F238E27FC236}">
                <a16:creationId xmlns:a16="http://schemas.microsoft.com/office/drawing/2014/main" id="{620C63C0-1C7D-498D-AFB3-74A5BB76B3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30ga_7_tuned_PredictedLigand_28">
            <a:extLst>
              <a:ext uri="{FF2B5EF4-FFF2-40B4-BE49-F238E27FC236}">
                <a16:creationId xmlns:a16="http://schemas.microsoft.com/office/drawing/2014/main" id="{9C6140AD-8AA4-49D5-BDFB-6DEA8E3FDD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30ga_7_tuned_PredictedLigand_29">
            <a:extLst>
              <a:ext uri="{FF2B5EF4-FFF2-40B4-BE49-F238E27FC236}">
                <a16:creationId xmlns:a16="http://schemas.microsoft.com/office/drawing/2014/main" id="{7A771FCC-FA04-40C0-963F-3EC13C4093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30ga_7_tuned_PredictedLigand_30">
            <a:extLst>
              <a:ext uri="{FF2B5EF4-FFF2-40B4-BE49-F238E27FC236}">
                <a16:creationId xmlns:a16="http://schemas.microsoft.com/office/drawing/2014/main" id="{DE7A9588-3CFD-47F1-8FA5-4DC9BCAF6C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30ga_7_tuned_PredictedLigand_31">
            <a:extLst>
              <a:ext uri="{FF2B5EF4-FFF2-40B4-BE49-F238E27FC236}">
                <a16:creationId xmlns:a16="http://schemas.microsoft.com/office/drawing/2014/main" id="{59320331-97B2-4F1A-9F06-6A363CE306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30ga_7_tuned_PredictedLigand_32">
            <a:extLst>
              <a:ext uri="{FF2B5EF4-FFF2-40B4-BE49-F238E27FC236}">
                <a16:creationId xmlns:a16="http://schemas.microsoft.com/office/drawing/2014/main" id="{24B1CD02-A93F-489E-9766-D7E71534BB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30ga_7_tuned_PredictedAtoms_0">
            <a:extLst>
              <a:ext uri="{FF2B5EF4-FFF2-40B4-BE49-F238E27FC236}">
                <a16:creationId xmlns:a16="http://schemas.microsoft.com/office/drawing/2014/main" id="{D8D100CA-50BC-46E8-BB6A-854ADD7D20DE}"/>
              </a:ext>
            </a:extLst>
          </p:cNvPr>
          <p:cNvSpPr>
            <a:spLocks noGrp="1"/>
          </p:cNvSpPr>
          <p:nvPr/>
        </p:nvSpPr>
        <p:spPr>
          <a:xfrm>
            <a:off x="5055677" y="6294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6" name="30ga_7_tuned_PredictedAtoms_1">
            <a:extLst>
              <a:ext uri="{FF2B5EF4-FFF2-40B4-BE49-F238E27FC236}">
                <a16:creationId xmlns:a16="http://schemas.microsoft.com/office/drawing/2014/main" id="{2121302B-0CC5-4CF6-AF0C-DBA2BB1B2C84}"/>
              </a:ext>
            </a:extLst>
          </p:cNvPr>
          <p:cNvSpPr>
            <a:spLocks noGrp="1"/>
          </p:cNvSpPr>
          <p:nvPr/>
        </p:nvSpPr>
        <p:spPr>
          <a:xfrm>
            <a:off x="4935077" y="64313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7" name="30ga_7_tuned_PredictedAtoms_2">
            <a:extLst>
              <a:ext uri="{FF2B5EF4-FFF2-40B4-BE49-F238E27FC236}">
                <a16:creationId xmlns:a16="http://schemas.microsoft.com/office/drawing/2014/main" id="{1A580B57-0FEF-4D62-8735-CEB7F48E290E}"/>
              </a:ext>
            </a:extLst>
          </p:cNvPr>
          <p:cNvSpPr>
            <a:spLocks noGrp="1"/>
          </p:cNvSpPr>
          <p:nvPr/>
        </p:nvSpPr>
        <p:spPr>
          <a:xfrm>
            <a:off x="4995444" y="6513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8" name="30ga_7_tuned_PredictedAtoms_3">
            <a:extLst>
              <a:ext uri="{FF2B5EF4-FFF2-40B4-BE49-F238E27FC236}">
                <a16:creationId xmlns:a16="http://schemas.microsoft.com/office/drawing/2014/main" id="{7139F421-2911-4A06-95F7-20C43A8AB6FE}"/>
              </a:ext>
            </a:extLst>
          </p:cNvPr>
          <p:cNvSpPr>
            <a:spLocks noGrp="1"/>
          </p:cNvSpPr>
          <p:nvPr/>
        </p:nvSpPr>
        <p:spPr>
          <a:xfrm>
            <a:off x="5078277" y="6708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9" name="30ga_7_tuned_PredictedAtoms_4">
            <a:extLst>
              <a:ext uri="{FF2B5EF4-FFF2-40B4-BE49-F238E27FC236}">
                <a16:creationId xmlns:a16="http://schemas.microsoft.com/office/drawing/2014/main" id="{8F38BF87-98D5-44BC-9F50-61A0E3932591}"/>
              </a:ext>
            </a:extLst>
          </p:cNvPr>
          <p:cNvSpPr>
            <a:spLocks noGrp="1"/>
          </p:cNvSpPr>
          <p:nvPr/>
        </p:nvSpPr>
        <p:spPr>
          <a:xfrm>
            <a:off x="4985107" y="68822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0" name="30ga_7_tuned_PredictedAtoms_5">
            <a:extLst>
              <a:ext uri="{FF2B5EF4-FFF2-40B4-BE49-F238E27FC236}">
                <a16:creationId xmlns:a16="http://schemas.microsoft.com/office/drawing/2014/main" id="{BF0759C9-EA40-4C7F-A4A6-D23FFDFC5989}"/>
              </a:ext>
            </a:extLst>
          </p:cNvPr>
          <p:cNvSpPr>
            <a:spLocks noGrp="1"/>
          </p:cNvSpPr>
          <p:nvPr/>
        </p:nvSpPr>
        <p:spPr>
          <a:xfrm>
            <a:off x="5119337" y="7027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1" name="30ga_7_tuned_PredictedAtoms_6">
            <a:extLst>
              <a:ext uri="{FF2B5EF4-FFF2-40B4-BE49-F238E27FC236}">
                <a16:creationId xmlns:a16="http://schemas.microsoft.com/office/drawing/2014/main" id="{0F8B6482-FC8C-4F24-B5DC-0EA47BB313F9}"/>
              </a:ext>
            </a:extLst>
          </p:cNvPr>
          <p:cNvSpPr>
            <a:spLocks noGrp="1"/>
          </p:cNvSpPr>
          <p:nvPr/>
        </p:nvSpPr>
        <p:spPr>
          <a:xfrm>
            <a:off x="5291517" y="6939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2" name="30ga_7_tuned_PredictedAtoms_7">
            <a:extLst>
              <a:ext uri="{FF2B5EF4-FFF2-40B4-BE49-F238E27FC236}">
                <a16:creationId xmlns:a16="http://schemas.microsoft.com/office/drawing/2014/main" id="{467CA988-4BC3-416E-9BED-8F7843AA3398}"/>
              </a:ext>
            </a:extLst>
          </p:cNvPr>
          <p:cNvSpPr>
            <a:spLocks noGrp="1"/>
          </p:cNvSpPr>
          <p:nvPr/>
        </p:nvSpPr>
        <p:spPr>
          <a:xfrm>
            <a:off x="5471043" y="70072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3" name="30ga_7_tuned_PredictedAtoms_8">
            <a:extLst>
              <a:ext uri="{FF2B5EF4-FFF2-40B4-BE49-F238E27FC236}">
                <a16:creationId xmlns:a16="http://schemas.microsoft.com/office/drawing/2014/main" id="{557B6BBB-B575-40A5-803A-DEE272FCCCD4}"/>
              </a:ext>
            </a:extLst>
          </p:cNvPr>
          <p:cNvSpPr>
            <a:spLocks noGrp="1"/>
          </p:cNvSpPr>
          <p:nvPr/>
        </p:nvSpPr>
        <p:spPr>
          <a:xfrm>
            <a:off x="5505462" y="71936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4" name="30ga_7_tuned_PredictedAtoms_9">
            <a:extLst>
              <a:ext uri="{FF2B5EF4-FFF2-40B4-BE49-F238E27FC236}">
                <a16:creationId xmlns:a16="http://schemas.microsoft.com/office/drawing/2014/main" id="{8D1FFD67-6D5E-4F9E-BDE1-BC2E51F8687A}"/>
              </a:ext>
            </a:extLst>
          </p:cNvPr>
          <p:cNvSpPr>
            <a:spLocks noGrp="1"/>
          </p:cNvSpPr>
          <p:nvPr/>
        </p:nvSpPr>
        <p:spPr>
          <a:xfrm>
            <a:off x="5605502" y="68728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5" name="30ga_7_tuned_PredictedAtoms_10">
            <a:extLst>
              <a:ext uri="{FF2B5EF4-FFF2-40B4-BE49-F238E27FC236}">
                <a16:creationId xmlns:a16="http://schemas.microsoft.com/office/drawing/2014/main" id="{66757F7E-4D4E-4597-8BF2-F1B48CB2E12F}"/>
              </a:ext>
            </a:extLst>
          </p:cNvPr>
          <p:cNvSpPr>
            <a:spLocks noGrp="1"/>
          </p:cNvSpPr>
          <p:nvPr/>
        </p:nvSpPr>
        <p:spPr>
          <a:xfrm>
            <a:off x="5582161" y="66780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6" name="30ga_7_tuned_PredictedAtoms_11">
            <a:extLst>
              <a:ext uri="{FF2B5EF4-FFF2-40B4-BE49-F238E27FC236}">
                <a16:creationId xmlns:a16="http://schemas.microsoft.com/office/drawing/2014/main" id="{92CD9364-9678-4C8C-85F1-49837426DCD9}"/>
              </a:ext>
            </a:extLst>
          </p:cNvPr>
          <p:cNvSpPr>
            <a:spLocks noGrp="1"/>
          </p:cNvSpPr>
          <p:nvPr/>
        </p:nvSpPr>
        <p:spPr>
          <a:xfrm>
            <a:off x="5404770" y="66156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7" name="30ga_7_tuned_PredictedAtoms_12">
            <a:extLst>
              <a:ext uri="{FF2B5EF4-FFF2-40B4-BE49-F238E27FC236}">
                <a16:creationId xmlns:a16="http://schemas.microsoft.com/office/drawing/2014/main" id="{50622E6A-2FE5-4BFC-B553-29226E4E288A}"/>
              </a:ext>
            </a:extLst>
          </p:cNvPr>
          <p:cNvSpPr>
            <a:spLocks noGrp="1"/>
          </p:cNvSpPr>
          <p:nvPr/>
        </p:nvSpPr>
        <p:spPr>
          <a:xfrm>
            <a:off x="5261051" y="67424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8" name="30ga_7_tuned_PredictedAtoms_13">
            <a:extLst>
              <a:ext uri="{FF2B5EF4-FFF2-40B4-BE49-F238E27FC236}">
                <a16:creationId xmlns:a16="http://schemas.microsoft.com/office/drawing/2014/main" id="{FF7D7146-69B4-4ABC-AF6D-398C64258957}"/>
              </a:ext>
            </a:extLst>
          </p:cNvPr>
          <p:cNvSpPr>
            <a:spLocks noGrp="1"/>
          </p:cNvSpPr>
          <p:nvPr/>
        </p:nvSpPr>
        <p:spPr>
          <a:xfrm>
            <a:off x="4837592" y="65018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9" name="30ga_7_tuned_PredictedAtoms_14">
            <a:extLst>
              <a:ext uri="{FF2B5EF4-FFF2-40B4-BE49-F238E27FC236}">
                <a16:creationId xmlns:a16="http://schemas.microsoft.com/office/drawing/2014/main" id="{D8D1CF98-FA6B-48A6-A6C4-1AC7E59AA3B8}"/>
              </a:ext>
            </a:extLst>
          </p:cNvPr>
          <p:cNvSpPr>
            <a:spLocks noGrp="1"/>
          </p:cNvSpPr>
          <p:nvPr/>
        </p:nvSpPr>
        <p:spPr>
          <a:xfrm>
            <a:off x="4681660" y="6397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0" name="30ga_7_tuned_PredictedAtoms_15">
            <a:extLst>
              <a:ext uri="{FF2B5EF4-FFF2-40B4-BE49-F238E27FC236}">
                <a16:creationId xmlns:a16="http://schemas.microsoft.com/office/drawing/2014/main" id="{DF89A329-FC43-45BB-8838-DAF1EB1DA50F}"/>
              </a:ext>
            </a:extLst>
          </p:cNvPr>
          <p:cNvSpPr>
            <a:spLocks noGrp="1"/>
          </p:cNvSpPr>
          <p:nvPr/>
        </p:nvSpPr>
        <p:spPr>
          <a:xfrm>
            <a:off x="4522191" y="65354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1" name="30ga_7_tuned_PredictedAtoms_16">
            <a:extLst>
              <a:ext uri="{FF2B5EF4-FFF2-40B4-BE49-F238E27FC236}">
                <a16:creationId xmlns:a16="http://schemas.microsoft.com/office/drawing/2014/main" id="{3DF5B29A-AD36-4426-B02B-7F2CF252D572}"/>
              </a:ext>
            </a:extLst>
          </p:cNvPr>
          <p:cNvSpPr>
            <a:spLocks noGrp="1"/>
          </p:cNvSpPr>
          <p:nvPr/>
        </p:nvSpPr>
        <p:spPr>
          <a:xfrm>
            <a:off x="4342295" y="6455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2" name="30ga_7_tuned_PredictedAtoms_17">
            <a:extLst>
              <a:ext uri="{FF2B5EF4-FFF2-40B4-BE49-F238E27FC236}">
                <a16:creationId xmlns:a16="http://schemas.microsoft.com/office/drawing/2014/main" id="{93423E35-9F5B-43E9-95DC-1DE5F76AC29F}"/>
              </a:ext>
            </a:extLst>
          </p:cNvPr>
          <p:cNvSpPr>
            <a:spLocks noGrp="1"/>
          </p:cNvSpPr>
          <p:nvPr/>
        </p:nvSpPr>
        <p:spPr>
          <a:xfrm>
            <a:off x="4231797" y="6559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3" name="30ga_7_tuned_PredictedAtoms_18">
            <a:extLst>
              <a:ext uri="{FF2B5EF4-FFF2-40B4-BE49-F238E27FC236}">
                <a16:creationId xmlns:a16="http://schemas.microsoft.com/office/drawing/2014/main" id="{E214F966-0488-481F-806F-4B5CE7DEC3DA}"/>
              </a:ext>
            </a:extLst>
          </p:cNvPr>
          <p:cNvSpPr>
            <a:spLocks noGrp="1"/>
          </p:cNvSpPr>
          <p:nvPr/>
        </p:nvSpPr>
        <p:spPr>
          <a:xfrm>
            <a:off x="4349864" y="65762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4" name="30ga_7_tuned_PredictedAtoms_19">
            <a:extLst>
              <a:ext uri="{FF2B5EF4-FFF2-40B4-BE49-F238E27FC236}">
                <a16:creationId xmlns:a16="http://schemas.microsoft.com/office/drawing/2014/main" id="{1EEC7E53-7351-4682-B5F3-B71D595646FA}"/>
              </a:ext>
            </a:extLst>
          </p:cNvPr>
          <p:cNvSpPr>
            <a:spLocks noGrp="1"/>
          </p:cNvSpPr>
          <p:nvPr/>
        </p:nvSpPr>
        <p:spPr>
          <a:xfrm>
            <a:off x="4046574" y="64438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5" name="30ga_7_tuned_PredictedAtoms_20">
            <a:extLst>
              <a:ext uri="{FF2B5EF4-FFF2-40B4-BE49-F238E27FC236}">
                <a16:creationId xmlns:a16="http://schemas.microsoft.com/office/drawing/2014/main" id="{8C714087-4D29-438A-8F5A-359814D39F95}"/>
              </a:ext>
            </a:extLst>
          </p:cNvPr>
          <p:cNvSpPr>
            <a:spLocks noGrp="1"/>
          </p:cNvSpPr>
          <p:nvPr/>
        </p:nvSpPr>
        <p:spPr>
          <a:xfrm>
            <a:off x="4182597" y="6762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6" name="30ga_7_tuned_PredictedAtoms_21">
            <a:extLst>
              <a:ext uri="{FF2B5EF4-FFF2-40B4-BE49-F238E27FC236}">
                <a16:creationId xmlns:a16="http://schemas.microsoft.com/office/drawing/2014/main" id="{1F88F689-7B7E-4B24-8AD9-9BF1EB55979B}"/>
              </a:ext>
            </a:extLst>
          </p:cNvPr>
          <p:cNvSpPr>
            <a:spLocks noGrp="1"/>
          </p:cNvSpPr>
          <p:nvPr/>
        </p:nvSpPr>
        <p:spPr>
          <a:xfrm>
            <a:off x="3995012" y="6882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7" name="30ga_7_tuned_PredictedAtoms_22">
            <a:extLst>
              <a:ext uri="{FF2B5EF4-FFF2-40B4-BE49-F238E27FC236}">
                <a16:creationId xmlns:a16="http://schemas.microsoft.com/office/drawing/2014/main" id="{A7B90BD6-826E-439D-AB58-6FFE23D3EE05}"/>
              </a:ext>
            </a:extLst>
          </p:cNvPr>
          <p:cNvSpPr>
            <a:spLocks noGrp="1"/>
          </p:cNvSpPr>
          <p:nvPr/>
        </p:nvSpPr>
        <p:spPr>
          <a:xfrm>
            <a:off x="3945603" y="69084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8" name="30ga_7_tuned_PredictedAtoms_23">
            <a:extLst>
              <a:ext uri="{FF2B5EF4-FFF2-40B4-BE49-F238E27FC236}">
                <a16:creationId xmlns:a16="http://schemas.microsoft.com/office/drawing/2014/main" id="{B2ACE238-6CF1-4154-8632-C4B361B8BB8E}"/>
              </a:ext>
            </a:extLst>
          </p:cNvPr>
          <p:cNvSpPr>
            <a:spLocks noGrp="1"/>
          </p:cNvSpPr>
          <p:nvPr/>
        </p:nvSpPr>
        <p:spPr>
          <a:xfrm>
            <a:off x="4022825" y="708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9" name="30ga_7_tuned_PredictedAtoms_24">
            <a:extLst>
              <a:ext uri="{FF2B5EF4-FFF2-40B4-BE49-F238E27FC236}">
                <a16:creationId xmlns:a16="http://schemas.microsoft.com/office/drawing/2014/main" id="{0916E82C-8EA0-410F-838D-6254D2A05A1E}"/>
              </a:ext>
            </a:extLst>
          </p:cNvPr>
          <p:cNvSpPr>
            <a:spLocks noGrp="1"/>
          </p:cNvSpPr>
          <p:nvPr/>
        </p:nvSpPr>
        <p:spPr>
          <a:xfrm>
            <a:off x="3819769" y="6773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0" name="30ga_7_tuned_PredictedAtoms_25">
            <a:extLst>
              <a:ext uri="{FF2B5EF4-FFF2-40B4-BE49-F238E27FC236}">
                <a16:creationId xmlns:a16="http://schemas.microsoft.com/office/drawing/2014/main" id="{AFEB3255-9D98-4C2B-A869-1550B8A01706}"/>
              </a:ext>
            </a:extLst>
          </p:cNvPr>
          <p:cNvSpPr>
            <a:spLocks noGrp="1"/>
          </p:cNvSpPr>
          <p:nvPr/>
        </p:nvSpPr>
        <p:spPr>
          <a:xfrm>
            <a:off x="3600532" y="67564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1" name="30ga_7_tuned_PredictedAtoms_26">
            <a:extLst>
              <a:ext uri="{FF2B5EF4-FFF2-40B4-BE49-F238E27FC236}">
                <a16:creationId xmlns:a16="http://schemas.microsoft.com/office/drawing/2014/main" id="{2F6C06FB-0E7E-49A2-B197-F48B07D994F4}"/>
              </a:ext>
            </a:extLst>
          </p:cNvPr>
          <p:cNvSpPr>
            <a:spLocks noGrp="1"/>
          </p:cNvSpPr>
          <p:nvPr/>
        </p:nvSpPr>
        <p:spPr>
          <a:xfrm>
            <a:off x="3590998" y="660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2" name="30ga_7_tuned_PredictedAtoms_27">
            <a:extLst>
              <a:ext uri="{FF2B5EF4-FFF2-40B4-BE49-F238E27FC236}">
                <a16:creationId xmlns:a16="http://schemas.microsoft.com/office/drawing/2014/main" id="{DFD28B87-35B6-424F-895B-008B926C80B2}"/>
              </a:ext>
            </a:extLst>
          </p:cNvPr>
          <p:cNvSpPr>
            <a:spLocks noGrp="1"/>
          </p:cNvSpPr>
          <p:nvPr/>
        </p:nvSpPr>
        <p:spPr>
          <a:xfrm>
            <a:off x="3539769" y="69553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3" name="30ga_7_tuned_PredictedAtoms_28">
            <a:extLst>
              <a:ext uri="{FF2B5EF4-FFF2-40B4-BE49-F238E27FC236}">
                <a16:creationId xmlns:a16="http://schemas.microsoft.com/office/drawing/2014/main" id="{E5232D21-87EF-4761-9197-42A937D92FCC}"/>
              </a:ext>
            </a:extLst>
          </p:cNvPr>
          <p:cNvSpPr>
            <a:spLocks noGrp="1"/>
          </p:cNvSpPr>
          <p:nvPr/>
        </p:nvSpPr>
        <p:spPr>
          <a:xfrm>
            <a:off x="3467701" y="6710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4" name="30ga_7_tuned_PredictedAtoms_29">
            <a:extLst>
              <a:ext uri="{FF2B5EF4-FFF2-40B4-BE49-F238E27FC236}">
                <a16:creationId xmlns:a16="http://schemas.microsoft.com/office/drawing/2014/main" id="{7C8C2B1B-EB78-48F3-A3AA-5E7C66BCCBCD}"/>
              </a:ext>
            </a:extLst>
          </p:cNvPr>
          <p:cNvSpPr>
            <a:spLocks noGrp="1"/>
          </p:cNvSpPr>
          <p:nvPr/>
        </p:nvSpPr>
        <p:spPr>
          <a:xfrm>
            <a:off x="4742130" y="63408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5" name="stage3-cases-alternatives_36">
            <a:extLst>
              <a:ext uri="{FF2B5EF4-FFF2-40B4-BE49-F238E27FC236}">
                <a16:creationId xmlns:a16="http://schemas.microsoft.com/office/drawing/2014/main" id="{F2E607E0-404A-4883-9401-74D4278EC9E8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146" name="30ga_7_build_Receptor">
            <a:extLst>
              <a:ext uri="{FF2B5EF4-FFF2-40B4-BE49-F238E27FC236}">
                <a16:creationId xmlns:a16="http://schemas.microsoft.com/office/drawing/2014/main" id="{7F1DAE64-C430-4036-A53F-120EB21F442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47" name="30ga_7_build_ExperimentalDensity">
            <a:extLst>
              <a:ext uri="{FF2B5EF4-FFF2-40B4-BE49-F238E27FC236}">
                <a16:creationId xmlns:a16="http://schemas.microsoft.com/office/drawing/2014/main" id="{7BF1126A-8641-44AD-A7EF-8B1A73EAB3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48" name="30ga_7_build_ReferenceLigand_0">
            <a:extLst>
              <a:ext uri="{FF2B5EF4-FFF2-40B4-BE49-F238E27FC236}">
                <a16:creationId xmlns:a16="http://schemas.microsoft.com/office/drawing/2014/main" id="{BA3D317E-4482-4B65-9A62-E23D6D7A413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30ga_7_build_ReferenceLigand_1">
            <a:extLst>
              <a:ext uri="{FF2B5EF4-FFF2-40B4-BE49-F238E27FC236}">
                <a16:creationId xmlns:a16="http://schemas.microsoft.com/office/drawing/2014/main" id="{22B56B4A-2673-4505-AE59-680E826304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30ga_7_build_ReferenceLigand_2">
            <a:extLst>
              <a:ext uri="{FF2B5EF4-FFF2-40B4-BE49-F238E27FC236}">
                <a16:creationId xmlns:a16="http://schemas.microsoft.com/office/drawing/2014/main" id="{67BC5BCA-7CD7-4578-A485-D6C04859AF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30ga_7_build_ReferenceLigand_3">
            <a:extLst>
              <a:ext uri="{FF2B5EF4-FFF2-40B4-BE49-F238E27FC236}">
                <a16:creationId xmlns:a16="http://schemas.microsoft.com/office/drawing/2014/main" id="{6CB15586-0045-41EE-9076-C04380589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2" name="30ga_7_build_ReferenceLigand_4">
            <a:extLst>
              <a:ext uri="{FF2B5EF4-FFF2-40B4-BE49-F238E27FC236}">
                <a16:creationId xmlns:a16="http://schemas.microsoft.com/office/drawing/2014/main" id="{1F94459F-2E5A-4913-8746-1FF0DD8AB8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3" name="30ga_7_build_ReferenceLigand_5">
            <a:extLst>
              <a:ext uri="{FF2B5EF4-FFF2-40B4-BE49-F238E27FC236}">
                <a16:creationId xmlns:a16="http://schemas.microsoft.com/office/drawing/2014/main" id="{C81F8746-C7C1-4C2A-AAD7-020BE6AD4E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4" name="30ga_7_build_ReferenceLigand_6">
            <a:extLst>
              <a:ext uri="{FF2B5EF4-FFF2-40B4-BE49-F238E27FC236}">
                <a16:creationId xmlns:a16="http://schemas.microsoft.com/office/drawing/2014/main" id="{13D07D8A-4F84-46BA-944C-A7C57C48C3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5" name="30ga_7_build_ReferenceLigand_7">
            <a:extLst>
              <a:ext uri="{FF2B5EF4-FFF2-40B4-BE49-F238E27FC236}">
                <a16:creationId xmlns:a16="http://schemas.microsoft.com/office/drawing/2014/main" id="{94012FB0-E4CD-4390-8538-08A71E10C7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6" name="30ga_7_build_ReferenceLigand_8">
            <a:extLst>
              <a:ext uri="{FF2B5EF4-FFF2-40B4-BE49-F238E27FC236}">
                <a16:creationId xmlns:a16="http://schemas.microsoft.com/office/drawing/2014/main" id="{1FA9A114-ACB7-4DC8-B42E-3849604D7F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7" name="30ga_7_build_ReferenceLigand_9">
            <a:extLst>
              <a:ext uri="{FF2B5EF4-FFF2-40B4-BE49-F238E27FC236}">
                <a16:creationId xmlns:a16="http://schemas.microsoft.com/office/drawing/2014/main" id="{BF1DE92B-8969-49A6-A4BC-980D7C556A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8" name="30ga_7_build_ReferenceLigand_10">
            <a:extLst>
              <a:ext uri="{FF2B5EF4-FFF2-40B4-BE49-F238E27FC236}">
                <a16:creationId xmlns:a16="http://schemas.microsoft.com/office/drawing/2014/main" id="{B2F49158-1406-4C04-AD9C-E465BCBC5A7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9" name="30ga_7_build_ReferenceLigand_11">
            <a:extLst>
              <a:ext uri="{FF2B5EF4-FFF2-40B4-BE49-F238E27FC236}">
                <a16:creationId xmlns:a16="http://schemas.microsoft.com/office/drawing/2014/main" id="{FBF77300-C819-486C-B1D0-8E1AAD4A34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0" name="30ga_7_build_ReferenceLigand_12">
            <a:extLst>
              <a:ext uri="{FF2B5EF4-FFF2-40B4-BE49-F238E27FC236}">
                <a16:creationId xmlns:a16="http://schemas.microsoft.com/office/drawing/2014/main" id="{86A3C4F6-2839-4E24-8157-6CD978A64F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1" name="30ga_7_build_ReferenceLigand_13">
            <a:extLst>
              <a:ext uri="{FF2B5EF4-FFF2-40B4-BE49-F238E27FC236}">
                <a16:creationId xmlns:a16="http://schemas.microsoft.com/office/drawing/2014/main" id="{FC87F7E4-EA17-43F0-8D9E-C7C67484C74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2" name="30ga_7_build_ReferenceLigand_14">
            <a:extLst>
              <a:ext uri="{FF2B5EF4-FFF2-40B4-BE49-F238E27FC236}">
                <a16:creationId xmlns:a16="http://schemas.microsoft.com/office/drawing/2014/main" id="{6D8C7836-1DC1-4EB7-9C5F-E2833FB386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3" name="30ga_7_build_ReferenceLigand_15">
            <a:extLst>
              <a:ext uri="{FF2B5EF4-FFF2-40B4-BE49-F238E27FC236}">
                <a16:creationId xmlns:a16="http://schemas.microsoft.com/office/drawing/2014/main" id="{FB8E110A-6199-4BA1-9FDF-2E8B22B8A47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4" name="30ga_7_build_ReferenceLigand_16">
            <a:extLst>
              <a:ext uri="{FF2B5EF4-FFF2-40B4-BE49-F238E27FC236}">
                <a16:creationId xmlns:a16="http://schemas.microsoft.com/office/drawing/2014/main" id="{99FCA0CF-DC13-4ECE-BA3A-FB7776B891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5" name="30ga_7_build_ReferenceLigand_17">
            <a:extLst>
              <a:ext uri="{FF2B5EF4-FFF2-40B4-BE49-F238E27FC236}">
                <a16:creationId xmlns:a16="http://schemas.microsoft.com/office/drawing/2014/main" id="{6376D327-1A10-4DBC-8945-720ECC2697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6" name="30ga_7_build_ReferenceLigand_18">
            <a:extLst>
              <a:ext uri="{FF2B5EF4-FFF2-40B4-BE49-F238E27FC236}">
                <a16:creationId xmlns:a16="http://schemas.microsoft.com/office/drawing/2014/main" id="{86B72CC9-8551-4824-9C85-DD31DCED6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7" name="30ga_7_build_ReferenceLigand_19">
            <a:extLst>
              <a:ext uri="{FF2B5EF4-FFF2-40B4-BE49-F238E27FC236}">
                <a16:creationId xmlns:a16="http://schemas.microsoft.com/office/drawing/2014/main" id="{D649BA3E-C4F9-4EF4-901F-E4EBBF66CCA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8" name="30ga_7_build_ReferenceLigand_20">
            <a:extLst>
              <a:ext uri="{FF2B5EF4-FFF2-40B4-BE49-F238E27FC236}">
                <a16:creationId xmlns:a16="http://schemas.microsoft.com/office/drawing/2014/main" id="{E6C1911A-9759-4AE4-91D2-E7A846105C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9" name="30ga_7_build_ReferenceLigand_21">
            <a:extLst>
              <a:ext uri="{FF2B5EF4-FFF2-40B4-BE49-F238E27FC236}">
                <a16:creationId xmlns:a16="http://schemas.microsoft.com/office/drawing/2014/main" id="{0BA52002-52F4-4DF4-9355-4FAC47ACFE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0" name="30ga_7_build_ReferenceLigand_22">
            <a:extLst>
              <a:ext uri="{FF2B5EF4-FFF2-40B4-BE49-F238E27FC236}">
                <a16:creationId xmlns:a16="http://schemas.microsoft.com/office/drawing/2014/main" id="{42736907-355C-4E49-9A72-C0B128A7BE0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1" name="30ga_7_build_ReferenceLigand_23">
            <a:extLst>
              <a:ext uri="{FF2B5EF4-FFF2-40B4-BE49-F238E27FC236}">
                <a16:creationId xmlns:a16="http://schemas.microsoft.com/office/drawing/2014/main" id="{5301DC66-1826-4953-A9BF-1FA53ACB62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2" name="30ga_7_build_ReferenceLigand_24">
            <a:extLst>
              <a:ext uri="{FF2B5EF4-FFF2-40B4-BE49-F238E27FC236}">
                <a16:creationId xmlns:a16="http://schemas.microsoft.com/office/drawing/2014/main" id="{6BCDF856-C9BC-4B9E-93AE-863152EBC6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3" name="30ga_7_build_ReferenceLigand_25">
            <a:extLst>
              <a:ext uri="{FF2B5EF4-FFF2-40B4-BE49-F238E27FC236}">
                <a16:creationId xmlns:a16="http://schemas.microsoft.com/office/drawing/2014/main" id="{72A6D94B-697B-4B14-A6DA-6BDCE98CFB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4" name="30ga_7_build_ReferenceLigand_26">
            <a:extLst>
              <a:ext uri="{FF2B5EF4-FFF2-40B4-BE49-F238E27FC236}">
                <a16:creationId xmlns:a16="http://schemas.microsoft.com/office/drawing/2014/main" id="{6D2DB049-4044-4E15-95B9-F3E78F1CE5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5" name="30ga_7_build_ReferenceLigand_27">
            <a:extLst>
              <a:ext uri="{FF2B5EF4-FFF2-40B4-BE49-F238E27FC236}">
                <a16:creationId xmlns:a16="http://schemas.microsoft.com/office/drawing/2014/main" id="{C96EBECD-8181-44B8-84F6-B74AF43F9B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6" name="30ga_7_build_ReferenceLigand_28">
            <a:extLst>
              <a:ext uri="{FF2B5EF4-FFF2-40B4-BE49-F238E27FC236}">
                <a16:creationId xmlns:a16="http://schemas.microsoft.com/office/drawing/2014/main" id="{ABDF2171-43F8-4051-9707-A833DB4EC1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7" name="30ga_7_build_ReferenceLigand_29">
            <a:extLst>
              <a:ext uri="{FF2B5EF4-FFF2-40B4-BE49-F238E27FC236}">
                <a16:creationId xmlns:a16="http://schemas.microsoft.com/office/drawing/2014/main" id="{ACB38244-1CD3-46AF-A6F2-2A1A01F702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8" name="30ga_7_build_ReferenceLigand_30">
            <a:extLst>
              <a:ext uri="{FF2B5EF4-FFF2-40B4-BE49-F238E27FC236}">
                <a16:creationId xmlns:a16="http://schemas.microsoft.com/office/drawing/2014/main" id="{9A308718-FFF9-49F4-8F9C-84669CB020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9" name="30ga_7_build_ReferenceLigand_31">
            <a:extLst>
              <a:ext uri="{FF2B5EF4-FFF2-40B4-BE49-F238E27FC236}">
                <a16:creationId xmlns:a16="http://schemas.microsoft.com/office/drawing/2014/main" id="{8CB5CEC4-899B-4510-9DB2-4BF362C995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0" name="30ga_7_build_ReferenceLigand_32">
            <a:extLst>
              <a:ext uri="{FF2B5EF4-FFF2-40B4-BE49-F238E27FC236}">
                <a16:creationId xmlns:a16="http://schemas.microsoft.com/office/drawing/2014/main" id="{94FEB935-2DD5-4329-AFD7-30D65232F1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1" name="30ga_7_build_PredictedLigand_0">
            <a:extLst>
              <a:ext uri="{FF2B5EF4-FFF2-40B4-BE49-F238E27FC236}">
                <a16:creationId xmlns:a16="http://schemas.microsoft.com/office/drawing/2014/main" id="{3167B5BF-B769-458A-B974-45C857F0FC6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2" name="30ga_7_build_PredictedLigand_1">
            <a:extLst>
              <a:ext uri="{FF2B5EF4-FFF2-40B4-BE49-F238E27FC236}">
                <a16:creationId xmlns:a16="http://schemas.microsoft.com/office/drawing/2014/main" id="{4F8E75F4-E4A2-45EB-8483-CD34C574BD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3" name="30ga_7_build_PredictedLigand_2">
            <a:extLst>
              <a:ext uri="{FF2B5EF4-FFF2-40B4-BE49-F238E27FC236}">
                <a16:creationId xmlns:a16="http://schemas.microsoft.com/office/drawing/2014/main" id="{DD65AB64-05C1-422B-B77D-900DFF78C6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4" name="30ga_7_build_PredictedLigand_3">
            <a:extLst>
              <a:ext uri="{FF2B5EF4-FFF2-40B4-BE49-F238E27FC236}">
                <a16:creationId xmlns:a16="http://schemas.microsoft.com/office/drawing/2014/main" id="{B0079353-0429-4BAC-9162-B593D7F801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5" name="30ga_7_build_PredictedLigand_4">
            <a:extLst>
              <a:ext uri="{FF2B5EF4-FFF2-40B4-BE49-F238E27FC236}">
                <a16:creationId xmlns:a16="http://schemas.microsoft.com/office/drawing/2014/main" id="{4B4402E2-0E67-4C3C-B897-585E001B8C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6" name="30ga_7_build_PredictedLigand_5">
            <a:extLst>
              <a:ext uri="{FF2B5EF4-FFF2-40B4-BE49-F238E27FC236}">
                <a16:creationId xmlns:a16="http://schemas.microsoft.com/office/drawing/2014/main" id="{E77D760E-DCE7-4F4A-ACB5-FBED5461B7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7" name="30ga_7_build_PredictedLigand_6">
            <a:extLst>
              <a:ext uri="{FF2B5EF4-FFF2-40B4-BE49-F238E27FC236}">
                <a16:creationId xmlns:a16="http://schemas.microsoft.com/office/drawing/2014/main" id="{057DE6F7-4FA5-4CB0-85AA-1F336ACA8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8" name="30ga_7_build_PredictedLigand_7">
            <a:extLst>
              <a:ext uri="{FF2B5EF4-FFF2-40B4-BE49-F238E27FC236}">
                <a16:creationId xmlns:a16="http://schemas.microsoft.com/office/drawing/2014/main" id="{C02FA039-ECC9-48C1-8817-20F3CD87A15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9" name="30ga_7_build_PredictedLigand_8">
            <a:extLst>
              <a:ext uri="{FF2B5EF4-FFF2-40B4-BE49-F238E27FC236}">
                <a16:creationId xmlns:a16="http://schemas.microsoft.com/office/drawing/2014/main" id="{75D6CCAF-64E7-4D90-A028-03943C822D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0" name="30ga_7_build_PredictedLigand_9">
            <a:extLst>
              <a:ext uri="{FF2B5EF4-FFF2-40B4-BE49-F238E27FC236}">
                <a16:creationId xmlns:a16="http://schemas.microsoft.com/office/drawing/2014/main" id="{07C129B0-98F3-48BD-B9FE-36095A0F43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1" name="30ga_7_build_PredictedLigand_10">
            <a:extLst>
              <a:ext uri="{FF2B5EF4-FFF2-40B4-BE49-F238E27FC236}">
                <a16:creationId xmlns:a16="http://schemas.microsoft.com/office/drawing/2014/main" id="{A727DEFC-13C9-4ACD-AFC1-B77D793D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2" name="30ga_7_build_PredictedLigand_11">
            <a:extLst>
              <a:ext uri="{FF2B5EF4-FFF2-40B4-BE49-F238E27FC236}">
                <a16:creationId xmlns:a16="http://schemas.microsoft.com/office/drawing/2014/main" id="{37B73878-575F-434F-9CD2-569EA659D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3" name="30ga_7_build_PredictedLigand_12">
            <a:extLst>
              <a:ext uri="{FF2B5EF4-FFF2-40B4-BE49-F238E27FC236}">
                <a16:creationId xmlns:a16="http://schemas.microsoft.com/office/drawing/2014/main" id="{DB82F522-AFC2-49DF-A3F3-06E08D552D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4" name="30ga_7_build_PredictedLigand_13">
            <a:extLst>
              <a:ext uri="{FF2B5EF4-FFF2-40B4-BE49-F238E27FC236}">
                <a16:creationId xmlns:a16="http://schemas.microsoft.com/office/drawing/2014/main" id="{22A54257-85DA-4CCC-8EA9-AF7587B5791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5" name="30ga_7_build_PredictedLigand_14">
            <a:extLst>
              <a:ext uri="{FF2B5EF4-FFF2-40B4-BE49-F238E27FC236}">
                <a16:creationId xmlns:a16="http://schemas.microsoft.com/office/drawing/2014/main" id="{A27460DC-B344-4F9E-B32D-1FFCC501E8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6" name="30ga_7_build_PredictedLigand_15">
            <a:extLst>
              <a:ext uri="{FF2B5EF4-FFF2-40B4-BE49-F238E27FC236}">
                <a16:creationId xmlns:a16="http://schemas.microsoft.com/office/drawing/2014/main" id="{7CC8656B-2FD6-4564-969B-A87CC4268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7" name="30ga_7_build_PredictedLigand_16">
            <a:extLst>
              <a:ext uri="{FF2B5EF4-FFF2-40B4-BE49-F238E27FC236}">
                <a16:creationId xmlns:a16="http://schemas.microsoft.com/office/drawing/2014/main" id="{E8D74791-136D-40A7-9873-7ECB75E16EA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8" name="30ga_7_build_PredictedLigand_17">
            <a:extLst>
              <a:ext uri="{FF2B5EF4-FFF2-40B4-BE49-F238E27FC236}">
                <a16:creationId xmlns:a16="http://schemas.microsoft.com/office/drawing/2014/main" id="{77E7D72F-A7EE-4A4C-8ECB-AE59ABD9DBB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9" name="30ga_7_build_PredictedLigand_18">
            <a:extLst>
              <a:ext uri="{FF2B5EF4-FFF2-40B4-BE49-F238E27FC236}">
                <a16:creationId xmlns:a16="http://schemas.microsoft.com/office/drawing/2014/main" id="{7EBF7274-88C1-48DE-80EA-7D170B78E23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0" name="30ga_7_build_PredictedLigand_19">
            <a:extLst>
              <a:ext uri="{FF2B5EF4-FFF2-40B4-BE49-F238E27FC236}">
                <a16:creationId xmlns:a16="http://schemas.microsoft.com/office/drawing/2014/main" id="{D0C565DE-CB33-4746-AA25-DE6F55EE0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1" name="30ga_7_build_PredictedLigand_20">
            <a:extLst>
              <a:ext uri="{FF2B5EF4-FFF2-40B4-BE49-F238E27FC236}">
                <a16:creationId xmlns:a16="http://schemas.microsoft.com/office/drawing/2014/main" id="{216FA50C-D2B2-44A0-8AC7-694FE2B3A0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2" name="30ga_7_build_PredictedLigand_21">
            <a:extLst>
              <a:ext uri="{FF2B5EF4-FFF2-40B4-BE49-F238E27FC236}">
                <a16:creationId xmlns:a16="http://schemas.microsoft.com/office/drawing/2014/main" id="{6A4F3DE9-5902-42AA-8F41-A18CC02FC0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3" name="30ga_7_build_PredictedLigand_22">
            <a:extLst>
              <a:ext uri="{FF2B5EF4-FFF2-40B4-BE49-F238E27FC236}">
                <a16:creationId xmlns:a16="http://schemas.microsoft.com/office/drawing/2014/main" id="{BE43A8A7-C6DB-44C9-913E-EA89DF2D13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4" name="30ga_7_build_PredictedLigand_23">
            <a:extLst>
              <a:ext uri="{FF2B5EF4-FFF2-40B4-BE49-F238E27FC236}">
                <a16:creationId xmlns:a16="http://schemas.microsoft.com/office/drawing/2014/main" id="{BB5E9979-A036-43C6-93AD-1E5D8D8067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5" name="30ga_7_build_PredictedLigand_24">
            <a:extLst>
              <a:ext uri="{FF2B5EF4-FFF2-40B4-BE49-F238E27FC236}">
                <a16:creationId xmlns:a16="http://schemas.microsoft.com/office/drawing/2014/main" id="{1CAC2CE4-D8D4-4044-A352-A84185CCAF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6" name="30ga_7_build_PredictedLigand_25">
            <a:extLst>
              <a:ext uri="{FF2B5EF4-FFF2-40B4-BE49-F238E27FC236}">
                <a16:creationId xmlns:a16="http://schemas.microsoft.com/office/drawing/2014/main" id="{84F3EF7A-E0EE-41BA-BA8B-7B27991819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7" name="30ga_7_build_PredictedLigand_26">
            <a:extLst>
              <a:ext uri="{FF2B5EF4-FFF2-40B4-BE49-F238E27FC236}">
                <a16:creationId xmlns:a16="http://schemas.microsoft.com/office/drawing/2014/main" id="{FE5E0C2A-A235-4658-B1AC-B007A1E4496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8" name="30ga_7_build_PredictedLigand_27">
            <a:extLst>
              <a:ext uri="{FF2B5EF4-FFF2-40B4-BE49-F238E27FC236}">
                <a16:creationId xmlns:a16="http://schemas.microsoft.com/office/drawing/2014/main" id="{8F2EE781-CD20-416F-9B7F-4D9BE4B8E6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9" name="30ga_7_build_PredictedLigand_28">
            <a:extLst>
              <a:ext uri="{FF2B5EF4-FFF2-40B4-BE49-F238E27FC236}">
                <a16:creationId xmlns:a16="http://schemas.microsoft.com/office/drawing/2014/main" id="{D6C172A5-24E4-446F-B3FA-E09BE6C903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0" name="30ga_7_build_PredictedLigand_29">
            <a:extLst>
              <a:ext uri="{FF2B5EF4-FFF2-40B4-BE49-F238E27FC236}">
                <a16:creationId xmlns:a16="http://schemas.microsoft.com/office/drawing/2014/main" id="{B141E6FD-7634-4D7E-B770-4FD2F39B92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1" name="30ga_7_build_PredictedLigand_30">
            <a:extLst>
              <a:ext uri="{FF2B5EF4-FFF2-40B4-BE49-F238E27FC236}">
                <a16:creationId xmlns:a16="http://schemas.microsoft.com/office/drawing/2014/main" id="{C51C5BFA-4F5D-4F0D-9B66-1DC337B2B65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2" name="30ga_7_build_PredictedLigand_31">
            <a:extLst>
              <a:ext uri="{FF2B5EF4-FFF2-40B4-BE49-F238E27FC236}">
                <a16:creationId xmlns:a16="http://schemas.microsoft.com/office/drawing/2014/main" id="{8037EE04-4D40-430A-B279-22DAC911F6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3" name="30ga_7_build_PredictedLigand_32">
            <a:extLst>
              <a:ext uri="{FF2B5EF4-FFF2-40B4-BE49-F238E27FC236}">
                <a16:creationId xmlns:a16="http://schemas.microsoft.com/office/drawing/2014/main" id="{3881C91D-B0E1-49D8-9FEC-A70FB58C94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4" name="30ga_7_build_PredictedAtoms_0">
            <a:extLst>
              <a:ext uri="{FF2B5EF4-FFF2-40B4-BE49-F238E27FC236}">
                <a16:creationId xmlns:a16="http://schemas.microsoft.com/office/drawing/2014/main" id="{575AC0A2-4B68-4980-B3DA-F64057A5CC99}"/>
              </a:ext>
            </a:extLst>
          </p:cNvPr>
          <p:cNvSpPr>
            <a:spLocks noGrp="1"/>
          </p:cNvSpPr>
          <p:nvPr/>
        </p:nvSpPr>
        <p:spPr>
          <a:xfrm>
            <a:off x="7880654" y="69115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5" name="30ga_7_build_PredictedAtoms_1">
            <a:extLst>
              <a:ext uri="{FF2B5EF4-FFF2-40B4-BE49-F238E27FC236}">
                <a16:creationId xmlns:a16="http://schemas.microsoft.com/office/drawing/2014/main" id="{66AE87DB-AA73-4DB9-909C-898C3DA65C26}"/>
              </a:ext>
            </a:extLst>
          </p:cNvPr>
          <p:cNvSpPr>
            <a:spLocks noGrp="1"/>
          </p:cNvSpPr>
          <p:nvPr/>
        </p:nvSpPr>
        <p:spPr>
          <a:xfrm>
            <a:off x="7873852" y="6717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6" name="30ga_7_build_PredictedAtoms_2">
            <a:extLst>
              <a:ext uri="{FF2B5EF4-FFF2-40B4-BE49-F238E27FC236}">
                <a16:creationId xmlns:a16="http://schemas.microsoft.com/office/drawing/2014/main" id="{252C8BE0-3F80-4792-8F66-2F9A5A8CD258}"/>
              </a:ext>
            </a:extLst>
          </p:cNvPr>
          <p:cNvSpPr>
            <a:spLocks noGrp="1"/>
          </p:cNvSpPr>
          <p:nvPr/>
        </p:nvSpPr>
        <p:spPr>
          <a:xfrm>
            <a:off x="7890401" y="663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7" name="30ga_7_build_PredictedAtoms_3">
            <a:extLst>
              <a:ext uri="{FF2B5EF4-FFF2-40B4-BE49-F238E27FC236}">
                <a16:creationId xmlns:a16="http://schemas.microsoft.com/office/drawing/2014/main" id="{34E34953-8538-4A19-8B42-0FF7D5F7DB3E}"/>
              </a:ext>
            </a:extLst>
          </p:cNvPr>
          <p:cNvSpPr>
            <a:spLocks noGrp="1"/>
          </p:cNvSpPr>
          <p:nvPr/>
        </p:nvSpPr>
        <p:spPr>
          <a:xfrm>
            <a:off x="8023689" y="6490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8" name="30ga_7_build_PredictedAtoms_4">
            <a:extLst>
              <a:ext uri="{FF2B5EF4-FFF2-40B4-BE49-F238E27FC236}">
                <a16:creationId xmlns:a16="http://schemas.microsoft.com/office/drawing/2014/main" id="{0786CED9-8125-4946-937D-C0AAB7614DFC}"/>
              </a:ext>
            </a:extLst>
          </p:cNvPr>
          <p:cNvSpPr>
            <a:spLocks noGrp="1"/>
          </p:cNvSpPr>
          <p:nvPr/>
        </p:nvSpPr>
        <p:spPr>
          <a:xfrm>
            <a:off x="8150140" y="6450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9" name="30ga_7_build_PredictedAtoms_5">
            <a:extLst>
              <a:ext uri="{FF2B5EF4-FFF2-40B4-BE49-F238E27FC236}">
                <a16:creationId xmlns:a16="http://schemas.microsoft.com/office/drawing/2014/main" id="{4439B394-1F7E-4493-80AE-79A945828DF4}"/>
              </a:ext>
            </a:extLst>
          </p:cNvPr>
          <p:cNvSpPr>
            <a:spLocks noGrp="1"/>
          </p:cNvSpPr>
          <p:nvPr/>
        </p:nvSpPr>
        <p:spPr>
          <a:xfrm>
            <a:off x="8261813" y="63184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0" name="30ga_7_build_PredictedAtoms_6">
            <a:extLst>
              <a:ext uri="{FF2B5EF4-FFF2-40B4-BE49-F238E27FC236}">
                <a16:creationId xmlns:a16="http://schemas.microsoft.com/office/drawing/2014/main" id="{1F3229B6-1B1D-42E5-A8E3-B7EC1CDFFA97}"/>
              </a:ext>
            </a:extLst>
          </p:cNvPr>
          <p:cNvSpPr>
            <a:spLocks noGrp="1"/>
          </p:cNvSpPr>
          <p:nvPr/>
        </p:nvSpPr>
        <p:spPr>
          <a:xfrm>
            <a:off x="8405220" y="68290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1" name="30ga_7_build_PredictedAtoms_7">
            <a:extLst>
              <a:ext uri="{FF2B5EF4-FFF2-40B4-BE49-F238E27FC236}">
                <a16:creationId xmlns:a16="http://schemas.microsoft.com/office/drawing/2014/main" id="{B2565179-9680-4505-AFD2-CDBA19B84FD1}"/>
              </a:ext>
            </a:extLst>
          </p:cNvPr>
          <p:cNvSpPr>
            <a:spLocks noGrp="1"/>
          </p:cNvSpPr>
          <p:nvPr/>
        </p:nvSpPr>
        <p:spPr>
          <a:xfrm>
            <a:off x="8448433" y="67665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2" name="30ga_7_build_PredictedAtoms_8">
            <a:extLst>
              <a:ext uri="{FF2B5EF4-FFF2-40B4-BE49-F238E27FC236}">
                <a16:creationId xmlns:a16="http://schemas.microsoft.com/office/drawing/2014/main" id="{6168C98F-6CF3-40DA-BBBE-FC2AA7116FF6}"/>
              </a:ext>
            </a:extLst>
          </p:cNvPr>
          <p:cNvSpPr>
            <a:spLocks noGrp="1"/>
          </p:cNvSpPr>
          <p:nvPr/>
        </p:nvSpPr>
        <p:spPr>
          <a:xfrm>
            <a:off x="8577372" y="66318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3" name="30ga_7_build_PredictedAtoms_9">
            <a:extLst>
              <a:ext uri="{FF2B5EF4-FFF2-40B4-BE49-F238E27FC236}">
                <a16:creationId xmlns:a16="http://schemas.microsoft.com/office/drawing/2014/main" id="{03F9A6C2-E573-4F11-A5C0-34868BFA6C15}"/>
              </a:ext>
            </a:extLst>
          </p:cNvPr>
          <p:cNvSpPr>
            <a:spLocks noGrp="1"/>
          </p:cNvSpPr>
          <p:nvPr/>
        </p:nvSpPr>
        <p:spPr>
          <a:xfrm>
            <a:off x="8377633" y="7107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4" name="30ga_7_build_PredictedAtoms_10">
            <a:extLst>
              <a:ext uri="{FF2B5EF4-FFF2-40B4-BE49-F238E27FC236}">
                <a16:creationId xmlns:a16="http://schemas.microsoft.com/office/drawing/2014/main" id="{3F6363E7-99F3-495F-ABC8-496B137191BA}"/>
              </a:ext>
            </a:extLst>
          </p:cNvPr>
          <p:cNvSpPr>
            <a:spLocks noGrp="1"/>
          </p:cNvSpPr>
          <p:nvPr/>
        </p:nvSpPr>
        <p:spPr>
          <a:xfrm>
            <a:off x="8240527" y="70921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5" name="30ga_7_build_PredictedAtoms_11">
            <a:extLst>
              <a:ext uri="{FF2B5EF4-FFF2-40B4-BE49-F238E27FC236}">
                <a16:creationId xmlns:a16="http://schemas.microsoft.com/office/drawing/2014/main" id="{C27A84F5-50C7-43C0-9761-3CAF1D87B3C1}"/>
              </a:ext>
            </a:extLst>
          </p:cNvPr>
          <p:cNvSpPr>
            <a:spLocks noGrp="1"/>
          </p:cNvSpPr>
          <p:nvPr/>
        </p:nvSpPr>
        <p:spPr>
          <a:xfrm>
            <a:off x="8102414" y="7054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6" name="30ga_7_build_PredictedAtoms_12">
            <a:extLst>
              <a:ext uri="{FF2B5EF4-FFF2-40B4-BE49-F238E27FC236}">
                <a16:creationId xmlns:a16="http://schemas.microsoft.com/office/drawing/2014/main" id="{3BBF3EE5-F628-43DC-AF91-BF8165BD62BC}"/>
              </a:ext>
            </a:extLst>
          </p:cNvPr>
          <p:cNvSpPr>
            <a:spLocks noGrp="1"/>
          </p:cNvSpPr>
          <p:nvPr/>
        </p:nvSpPr>
        <p:spPr>
          <a:xfrm>
            <a:off x="8189322" y="6833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7" name="30ga_7_build_PredictedAtoms_13">
            <a:extLst>
              <a:ext uri="{FF2B5EF4-FFF2-40B4-BE49-F238E27FC236}">
                <a16:creationId xmlns:a16="http://schemas.microsoft.com/office/drawing/2014/main" id="{4ECE29E9-6C9F-49ED-8158-211861FF5F0A}"/>
              </a:ext>
            </a:extLst>
          </p:cNvPr>
          <p:cNvSpPr>
            <a:spLocks noGrp="1"/>
          </p:cNvSpPr>
          <p:nvPr/>
        </p:nvSpPr>
        <p:spPr>
          <a:xfrm>
            <a:off x="7688900" y="65670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8" name="30ga_7_build_PredictedAtoms_14">
            <a:extLst>
              <a:ext uri="{FF2B5EF4-FFF2-40B4-BE49-F238E27FC236}">
                <a16:creationId xmlns:a16="http://schemas.microsoft.com/office/drawing/2014/main" id="{2506E1FC-66CE-4B84-A1DC-BCCC8890110A}"/>
              </a:ext>
            </a:extLst>
          </p:cNvPr>
          <p:cNvSpPr>
            <a:spLocks noGrp="1"/>
          </p:cNvSpPr>
          <p:nvPr/>
        </p:nvSpPr>
        <p:spPr>
          <a:xfrm>
            <a:off x="7583587" y="65734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9" name="30ga_7_build_PredictedAtoms_15">
            <a:extLst>
              <a:ext uri="{FF2B5EF4-FFF2-40B4-BE49-F238E27FC236}">
                <a16:creationId xmlns:a16="http://schemas.microsoft.com/office/drawing/2014/main" id="{CDA9B086-8D62-44B3-BF75-30227DB3BA3E}"/>
              </a:ext>
            </a:extLst>
          </p:cNvPr>
          <p:cNvSpPr>
            <a:spLocks noGrp="1"/>
          </p:cNvSpPr>
          <p:nvPr/>
        </p:nvSpPr>
        <p:spPr>
          <a:xfrm>
            <a:off x="7413065" y="6506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0" name="30ga_7_build_PredictedAtoms_16">
            <a:extLst>
              <a:ext uri="{FF2B5EF4-FFF2-40B4-BE49-F238E27FC236}">
                <a16:creationId xmlns:a16="http://schemas.microsoft.com/office/drawing/2014/main" id="{41263EF6-DCBC-4D02-9B54-F57162326D4B}"/>
              </a:ext>
            </a:extLst>
          </p:cNvPr>
          <p:cNvSpPr>
            <a:spLocks noGrp="1"/>
          </p:cNvSpPr>
          <p:nvPr/>
        </p:nvSpPr>
        <p:spPr>
          <a:xfrm>
            <a:off x="7317624" y="66393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1" name="30ga_7_build_PredictedAtoms_17">
            <a:extLst>
              <a:ext uri="{FF2B5EF4-FFF2-40B4-BE49-F238E27FC236}">
                <a16:creationId xmlns:a16="http://schemas.microsoft.com/office/drawing/2014/main" id="{238E4F16-CF9A-409A-8595-B24878FA9473}"/>
              </a:ext>
            </a:extLst>
          </p:cNvPr>
          <p:cNvSpPr>
            <a:spLocks noGrp="1"/>
          </p:cNvSpPr>
          <p:nvPr/>
        </p:nvSpPr>
        <p:spPr>
          <a:xfrm>
            <a:off x="7101824" y="66331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2" name="30ga_7_build_PredictedAtoms_18">
            <a:extLst>
              <a:ext uri="{FF2B5EF4-FFF2-40B4-BE49-F238E27FC236}">
                <a16:creationId xmlns:a16="http://schemas.microsoft.com/office/drawing/2014/main" id="{31B80B20-2C1C-4671-8498-7C683640851F}"/>
              </a:ext>
            </a:extLst>
          </p:cNvPr>
          <p:cNvSpPr>
            <a:spLocks noGrp="1"/>
          </p:cNvSpPr>
          <p:nvPr/>
        </p:nvSpPr>
        <p:spPr>
          <a:xfrm>
            <a:off x="7041886" y="6643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3" name="30ga_7_build_PredictedAtoms_19">
            <a:extLst>
              <a:ext uri="{FF2B5EF4-FFF2-40B4-BE49-F238E27FC236}">
                <a16:creationId xmlns:a16="http://schemas.microsoft.com/office/drawing/2014/main" id="{5FF251F3-05DA-44DD-81EB-2E6824CB55F0}"/>
              </a:ext>
            </a:extLst>
          </p:cNvPr>
          <p:cNvSpPr>
            <a:spLocks noGrp="1"/>
          </p:cNvSpPr>
          <p:nvPr/>
        </p:nvSpPr>
        <p:spPr>
          <a:xfrm>
            <a:off x="7048651" y="64322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4" name="30ga_7_build_PredictedAtoms_20">
            <a:extLst>
              <a:ext uri="{FF2B5EF4-FFF2-40B4-BE49-F238E27FC236}">
                <a16:creationId xmlns:a16="http://schemas.microsoft.com/office/drawing/2014/main" id="{7AD91395-9AE3-4A59-8D8C-2E06567E2C74}"/>
              </a:ext>
            </a:extLst>
          </p:cNvPr>
          <p:cNvSpPr>
            <a:spLocks noGrp="1"/>
          </p:cNvSpPr>
          <p:nvPr/>
        </p:nvSpPr>
        <p:spPr>
          <a:xfrm>
            <a:off x="7047875" y="68183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5" name="30ga_7_build_PredictedAtoms_21">
            <a:extLst>
              <a:ext uri="{FF2B5EF4-FFF2-40B4-BE49-F238E27FC236}">
                <a16:creationId xmlns:a16="http://schemas.microsoft.com/office/drawing/2014/main" id="{B95E3E52-1F1F-4377-BA97-3E28FA11E951}"/>
              </a:ext>
            </a:extLst>
          </p:cNvPr>
          <p:cNvSpPr>
            <a:spLocks noGrp="1"/>
          </p:cNvSpPr>
          <p:nvPr/>
        </p:nvSpPr>
        <p:spPr>
          <a:xfrm>
            <a:off x="6852208" y="69283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6" name="30ga_7_build_PredictedAtoms_22">
            <a:extLst>
              <a:ext uri="{FF2B5EF4-FFF2-40B4-BE49-F238E27FC236}">
                <a16:creationId xmlns:a16="http://schemas.microsoft.com/office/drawing/2014/main" id="{340524F2-0407-4259-B154-2DC01686D437}"/>
              </a:ext>
            </a:extLst>
          </p:cNvPr>
          <p:cNvSpPr>
            <a:spLocks noGrp="1"/>
          </p:cNvSpPr>
          <p:nvPr/>
        </p:nvSpPr>
        <p:spPr>
          <a:xfrm>
            <a:off x="6773186" y="6945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7" name="30ga_7_build_PredictedAtoms_23">
            <a:extLst>
              <a:ext uri="{FF2B5EF4-FFF2-40B4-BE49-F238E27FC236}">
                <a16:creationId xmlns:a16="http://schemas.microsoft.com/office/drawing/2014/main" id="{3842FF4A-5965-4DEF-86FC-7614174459A2}"/>
              </a:ext>
            </a:extLst>
          </p:cNvPr>
          <p:cNvSpPr>
            <a:spLocks noGrp="1"/>
          </p:cNvSpPr>
          <p:nvPr/>
        </p:nvSpPr>
        <p:spPr>
          <a:xfrm>
            <a:off x="6865682" y="7106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8" name="30ga_7_build_PredictedAtoms_24">
            <a:extLst>
              <a:ext uri="{FF2B5EF4-FFF2-40B4-BE49-F238E27FC236}">
                <a16:creationId xmlns:a16="http://schemas.microsoft.com/office/drawing/2014/main" id="{4AF73D76-982A-48FC-BC45-511304500596}"/>
              </a:ext>
            </a:extLst>
          </p:cNvPr>
          <p:cNvSpPr>
            <a:spLocks noGrp="1"/>
          </p:cNvSpPr>
          <p:nvPr/>
        </p:nvSpPr>
        <p:spPr>
          <a:xfrm>
            <a:off x="6689993" y="6797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9" name="30ga_7_build_PredictedAtoms_25">
            <a:extLst>
              <a:ext uri="{FF2B5EF4-FFF2-40B4-BE49-F238E27FC236}">
                <a16:creationId xmlns:a16="http://schemas.microsoft.com/office/drawing/2014/main" id="{A7C6EB76-8B54-434E-9847-F64DC3686E9C}"/>
              </a:ext>
            </a:extLst>
          </p:cNvPr>
          <p:cNvSpPr>
            <a:spLocks noGrp="1"/>
          </p:cNvSpPr>
          <p:nvPr/>
        </p:nvSpPr>
        <p:spPr>
          <a:xfrm>
            <a:off x="6514883" y="67258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0" name="30ga_7_build_PredictedAtoms_26">
            <a:extLst>
              <a:ext uri="{FF2B5EF4-FFF2-40B4-BE49-F238E27FC236}">
                <a16:creationId xmlns:a16="http://schemas.microsoft.com/office/drawing/2014/main" id="{7121C990-743F-4052-985D-E56E87CC62C4}"/>
              </a:ext>
            </a:extLst>
          </p:cNvPr>
          <p:cNvSpPr>
            <a:spLocks noGrp="1"/>
          </p:cNvSpPr>
          <p:nvPr/>
        </p:nvSpPr>
        <p:spPr>
          <a:xfrm>
            <a:off x="6421709" y="65913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1" name="30ga_7_build_PredictedAtoms_27">
            <a:extLst>
              <a:ext uri="{FF2B5EF4-FFF2-40B4-BE49-F238E27FC236}">
                <a16:creationId xmlns:a16="http://schemas.microsoft.com/office/drawing/2014/main" id="{8D85AE3F-CA5B-4ED9-B565-36AA2C8CAF53}"/>
              </a:ext>
            </a:extLst>
          </p:cNvPr>
          <p:cNvSpPr>
            <a:spLocks noGrp="1"/>
          </p:cNvSpPr>
          <p:nvPr/>
        </p:nvSpPr>
        <p:spPr>
          <a:xfrm>
            <a:off x="6403403" y="69119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2" name="30ga_7_build_PredictedAtoms_28">
            <a:extLst>
              <a:ext uri="{FF2B5EF4-FFF2-40B4-BE49-F238E27FC236}">
                <a16:creationId xmlns:a16="http://schemas.microsoft.com/office/drawing/2014/main" id="{BA1A302D-3006-4BF9-9C13-47BDEFC7E733}"/>
              </a:ext>
            </a:extLst>
          </p:cNvPr>
          <p:cNvSpPr>
            <a:spLocks noGrp="1"/>
          </p:cNvSpPr>
          <p:nvPr/>
        </p:nvSpPr>
        <p:spPr>
          <a:xfrm>
            <a:off x="6548266" y="66444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3" name="30ga_7_build_PredictedAtoms_29">
            <a:extLst>
              <a:ext uri="{FF2B5EF4-FFF2-40B4-BE49-F238E27FC236}">
                <a16:creationId xmlns:a16="http://schemas.microsoft.com/office/drawing/2014/main" id="{EA2EF046-9297-49A9-8CD0-A5963B1B57FF}"/>
              </a:ext>
            </a:extLst>
          </p:cNvPr>
          <p:cNvSpPr>
            <a:spLocks noGrp="1"/>
          </p:cNvSpPr>
          <p:nvPr/>
        </p:nvSpPr>
        <p:spPr>
          <a:xfrm>
            <a:off x="7667638" y="6677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4" name="30ga_7_build_PredictedAtoms_30">
            <a:extLst>
              <a:ext uri="{FF2B5EF4-FFF2-40B4-BE49-F238E27FC236}">
                <a16:creationId xmlns:a16="http://schemas.microsoft.com/office/drawing/2014/main" id="{44A96F6A-D2FF-4FE0-A85F-0E349C9AC7E1}"/>
              </a:ext>
            </a:extLst>
          </p:cNvPr>
          <p:cNvSpPr>
            <a:spLocks noGrp="1"/>
          </p:cNvSpPr>
          <p:nvPr/>
        </p:nvSpPr>
        <p:spPr>
          <a:xfrm>
            <a:off x="7582448" y="68473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30ga_7_build_Clashes_0">
            <a:extLst>
              <a:ext uri="{FF2B5EF4-FFF2-40B4-BE49-F238E27FC236}">
                <a16:creationId xmlns:a16="http://schemas.microsoft.com/office/drawing/2014/main" id="{63518E9D-BBBC-4821-8F8E-6EC2716D8A8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6" name="30ga_7_build_Clashes_1">
            <a:extLst>
              <a:ext uri="{FF2B5EF4-FFF2-40B4-BE49-F238E27FC236}">
                <a16:creationId xmlns:a16="http://schemas.microsoft.com/office/drawing/2014/main" id="{23ABEB64-8480-4E37-A210-7829ECB9F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7" name="30ga_7_build_Clashes_2">
            <a:extLst>
              <a:ext uri="{FF2B5EF4-FFF2-40B4-BE49-F238E27FC236}">
                <a16:creationId xmlns:a16="http://schemas.microsoft.com/office/drawing/2014/main" id="{D029EC1A-3032-4147-8A70-5B576E747A9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8" name="30ga_7_build_ClashingReceptorAtoms_0">
            <a:extLst>
              <a:ext uri="{FF2B5EF4-FFF2-40B4-BE49-F238E27FC236}">
                <a16:creationId xmlns:a16="http://schemas.microsoft.com/office/drawing/2014/main" id="{FC3E0F50-8CD7-4E5C-9C50-054F93E55E51}"/>
              </a:ext>
            </a:extLst>
          </p:cNvPr>
          <p:cNvSpPr>
            <a:spLocks noGrp="1"/>
          </p:cNvSpPr>
          <p:nvPr/>
        </p:nvSpPr>
        <p:spPr>
          <a:xfrm>
            <a:off x="7434447" y="6868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49" name="30ga_7_build_ClashingReceptorAtoms_1">
            <a:extLst>
              <a:ext uri="{FF2B5EF4-FFF2-40B4-BE49-F238E27FC236}">
                <a16:creationId xmlns:a16="http://schemas.microsoft.com/office/drawing/2014/main" id="{8582CAD8-84A7-4C2C-AF19-57BED8BAD854}"/>
              </a:ext>
            </a:extLst>
          </p:cNvPr>
          <p:cNvSpPr>
            <a:spLocks noGrp="1"/>
          </p:cNvSpPr>
          <p:nvPr/>
        </p:nvSpPr>
        <p:spPr>
          <a:xfrm>
            <a:off x="6594648" y="72942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50" name="stage3-cases-alternatives_38">
            <a:extLst>
              <a:ext uri="{FF2B5EF4-FFF2-40B4-BE49-F238E27FC236}">
                <a16:creationId xmlns:a16="http://schemas.microsoft.com/office/drawing/2014/main" id="{9653E98C-D37E-4CCD-BD6B-58333863116C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251" name="stage3-cases-alternatives_39">
            <a:extLst>
              <a:ext uri="{FF2B5EF4-FFF2-40B4-BE49-F238E27FC236}">
                <a16:creationId xmlns:a16="http://schemas.microsoft.com/office/drawing/2014/main" id="{964D344A-E824-4508-9358-EA73E03073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252" name="stage3-cases-alternatives_40">
            <a:extLst>
              <a:ext uri="{FF2B5EF4-FFF2-40B4-BE49-F238E27FC236}">
                <a16:creationId xmlns:a16="http://schemas.microsoft.com/office/drawing/2014/main" id="{F730DF25-9796-4CD6-9F74-DFD68AACA86F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253" name="stage3-cases-alternatives_41">
            <a:extLst>
              <a:ext uri="{FF2B5EF4-FFF2-40B4-BE49-F238E27FC236}">
                <a16:creationId xmlns:a16="http://schemas.microsoft.com/office/drawing/2014/main" id="{A4B1A8D2-E3B2-4082-8B4F-12036E171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254" name="stage3-cases-alternatives_42">
            <a:extLst>
              <a:ext uri="{FF2B5EF4-FFF2-40B4-BE49-F238E27FC236}">
                <a16:creationId xmlns:a16="http://schemas.microsoft.com/office/drawing/2014/main" id="{28C39D6E-64A5-479C-9F0E-46DA24A0649D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255" name="stage3-cases-alternatives_43">
            <a:extLst>
              <a:ext uri="{FF2B5EF4-FFF2-40B4-BE49-F238E27FC236}">
                <a16:creationId xmlns:a16="http://schemas.microsoft.com/office/drawing/2014/main" id="{1D3C3A53-A214-4F62-A4E6-4431BE0D4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256" name="stage3-cases-alternatives_44">
            <a:extLst>
              <a:ext uri="{FF2B5EF4-FFF2-40B4-BE49-F238E27FC236}">
                <a16:creationId xmlns:a16="http://schemas.microsoft.com/office/drawing/2014/main" id="{CF13EC3E-2F19-4A78-B04C-05DEB690FDD0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257" name="stage3-cases-alternatives_45">
            <a:extLst>
              <a:ext uri="{FF2B5EF4-FFF2-40B4-BE49-F238E27FC236}">
                <a16:creationId xmlns:a16="http://schemas.microsoft.com/office/drawing/2014/main" id="{4030CDA2-2BC9-44A1-B3EF-61D83D58B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258" name="stage3-cases-alternatives_46">
            <a:extLst>
              <a:ext uri="{FF2B5EF4-FFF2-40B4-BE49-F238E27FC236}">
                <a16:creationId xmlns:a16="http://schemas.microsoft.com/office/drawing/2014/main" id="{41F5F134-4F42-4C54-B3FE-59FA63C96ADF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4399682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760</Words>
  <Application>Microsoft Office PowerPoint</Application>
  <DocSecurity>0</DocSecurity>
  <PresentationFormat>自定义</PresentationFormat>
  <Paragraphs>112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</cp:revision>
  <dcterms:created xsi:type="dcterms:W3CDTF">2026-10-03T07:12:27Z</dcterms:created>
  <dcterms:modified xsi:type="dcterms:W3CDTF">2026-10-03T08:55:22Z</dcterms:modified>
</cp:coreProperties>
</file>